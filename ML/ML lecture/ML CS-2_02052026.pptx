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entation.xml" ContentType="application/vnd.openxmlformats-officedocument.presentationml.presentation.main+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notesSlides/notesSlide3.xml" ContentType="application/vnd.openxmlformats-officedocument.presentationml.notesSlid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29.xml" ContentType="application/vnd.openxmlformats-officedocument.presentationml.slideLayout+xml"/>
  <Override PartName="/ppt/ink/ink12.xml" ContentType="application/inkml+xml"/>
  <Override PartName="/ppt/ink/ink10.xml" ContentType="application/inkml+xml"/>
  <Override PartName="/ppt/ink/ink11.xml" ContentType="application/inkml+xml"/>
  <Override PartName="/ppt/ink/ink31.xml" ContentType="application/inkml+xml"/>
  <Override PartName="/ppt/ink/ink30.xml" ContentType="application/inkml+xml"/>
  <Override PartName="/ppt/ink/ink29.xml" ContentType="application/inkml+xml"/>
  <Override PartName="/ppt/ink/ink28.xml" ContentType="application/inkml+xml"/>
  <Override PartName="/ppt/ink/ink27.xml" ContentType="application/inkml+xml"/>
  <Override PartName="/ppt/ink/ink26.xml" ContentType="application/inkml+xml"/>
  <Override PartName="/ppt/ink/ink25.xml" ContentType="application/inkml+xml"/>
  <Override PartName="/ppt/ink/ink24.xml" ContentType="application/inkml+xml"/>
  <Override PartName="/ppt/ink/ink23.xml" ContentType="application/inkml+xml"/>
  <Override PartName="/ppt/ink/ink22.xml" ContentType="application/inkml+xml"/>
  <Override PartName="/ppt/ink/ink21.xml" ContentType="application/inkml+xml"/>
  <Override PartName="/ppt/ink/ink20.xml" ContentType="application/inkml+xml"/>
  <Override PartName="/ppt/ink/ink19.xml" ContentType="application/inkml+xml"/>
  <Override PartName="/ppt/ink/ink17.xml" ContentType="application/inkml+xml"/>
  <Override PartName="/ppt/ink/ink16.xml" ContentType="application/inkml+xml"/>
  <Override PartName="/ppt/ink/ink15.xml" ContentType="application/inkml+xml"/>
  <Override PartName="/ppt/ink/ink14.xml" ContentType="application/inkml+xml"/>
  <Override PartName="/ppt/ink/ink13.xml" ContentType="application/inkml+xml"/>
  <Override PartName="/ppt/notesMasters/notesMaster1.xml" ContentType="application/vnd.openxmlformats-officedocument.presentationml.notesMaster+xml"/>
  <Override PartName="/ppt/ink/ink18.xml" ContentType="application/inkml+xml"/>
  <Override PartName="/ppt/ink/ink9.xml" ContentType="application/inkml+xml"/>
  <Override PartName="/ppt/ink/ink8.xml" ContentType="application/inkml+xml"/>
  <Override PartName="/ppt/ink/ink7.xml" ContentType="application/inkml+xml"/>
  <Override PartName="/ppt/ink/ink6.xml" ContentType="application/inkml+xml"/>
  <Override PartName="/ppt/ink/ink5.xml" ContentType="application/inkml+xml"/>
  <Override PartName="/ppt/ink/ink4.xml" ContentType="application/inkml+xml"/>
  <Override PartName="/ppt/ink/ink3.xml" ContentType="application/inkml+xml"/>
  <Override PartName="/ppt/ink/ink2.xml" ContentType="application/inkml+xml"/>
  <Override PartName="/ppt/ink/ink1.xml" ContentType="application/inkml+xml"/>
  <Override PartName="/ppt/theme/theme1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media/image7.jpg" ContentType="image/jpg"/>
  <Override PartName="/ppt/media/image6.jpg" ContentType="image/jpg"/>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 id="2147483679" r:id="rId3"/>
    <p:sldMasterId id="2147483714" r:id="rId4"/>
    <p:sldMasterId id="2147483726" r:id="rId5"/>
    <p:sldMasterId id="2147483744" r:id="rId6"/>
    <p:sldMasterId id="2147483757" r:id="rId7"/>
    <p:sldMasterId id="2147483773" r:id="rId8"/>
    <p:sldMasterId id="2147483787" r:id="rId9"/>
    <p:sldMasterId id="2147483801" r:id="rId10"/>
  </p:sldMasterIdLst>
  <p:notesMasterIdLst>
    <p:notesMasterId r:id="rId80"/>
  </p:notesMasterIdLst>
  <p:sldIdLst>
    <p:sldId id="256" r:id="rId11"/>
    <p:sldId id="257" r:id="rId12"/>
    <p:sldId id="401" r:id="rId13"/>
    <p:sldId id="390" r:id="rId14"/>
    <p:sldId id="389" r:id="rId15"/>
    <p:sldId id="391" r:id="rId16"/>
    <p:sldId id="392" r:id="rId17"/>
    <p:sldId id="393" r:id="rId18"/>
    <p:sldId id="394" r:id="rId19"/>
    <p:sldId id="395" r:id="rId20"/>
    <p:sldId id="396" r:id="rId21"/>
    <p:sldId id="397" r:id="rId22"/>
    <p:sldId id="398" r:id="rId23"/>
    <p:sldId id="399" r:id="rId24"/>
    <p:sldId id="400" r:id="rId25"/>
    <p:sldId id="258" r:id="rId26"/>
    <p:sldId id="259" r:id="rId27"/>
    <p:sldId id="356" r:id="rId28"/>
    <p:sldId id="357" r:id="rId29"/>
    <p:sldId id="260" r:id="rId30"/>
    <p:sldId id="345" r:id="rId31"/>
    <p:sldId id="347" r:id="rId32"/>
    <p:sldId id="352" r:id="rId33"/>
    <p:sldId id="355" r:id="rId34"/>
    <p:sldId id="360" r:id="rId35"/>
    <p:sldId id="361" r:id="rId36"/>
    <p:sldId id="362" r:id="rId37"/>
    <p:sldId id="363" r:id="rId38"/>
    <p:sldId id="364" r:id="rId39"/>
    <p:sldId id="365" r:id="rId40"/>
    <p:sldId id="366" r:id="rId41"/>
    <p:sldId id="270" r:id="rId42"/>
    <p:sldId id="367" r:id="rId43"/>
    <p:sldId id="368" r:id="rId44"/>
    <p:sldId id="369" r:id="rId45"/>
    <p:sldId id="370" r:id="rId46"/>
    <p:sldId id="271" r:id="rId47"/>
    <p:sldId id="318" r:id="rId48"/>
    <p:sldId id="319" r:id="rId49"/>
    <p:sldId id="320" r:id="rId50"/>
    <p:sldId id="321" r:id="rId51"/>
    <p:sldId id="322" r:id="rId52"/>
    <p:sldId id="323" r:id="rId53"/>
    <p:sldId id="324" r:id="rId54"/>
    <p:sldId id="371" r:id="rId55"/>
    <p:sldId id="374" r:id="rId56"/>
    <p:sldId id="375" r:id="rId57"/>
    <p:sldId id="385" r:id="rId58"/>
    <p:sldId id="386" r:id="rId59"/>
    <p:sldId id="325" r:id="rId60"/>
    <p:sldId id="326" r:id="rId61"/>
    <p:sldId id="327" r:id="rId62"/>
    <p:sldId id="328" r:id="rId63"/>
    <p:sldId id="388" r:id="rId64"/>
    <p:sldId id="331" r:id="rId65"/>
    <p:sldId id="387" r:id="rId66"/>
    <p:sldId id="372" r:id="rId67"/>
    <p:sldId id="333" r:id="rId68"/>
    <p:sldId id="334" r:id="rId69"/>
    <p:sldId id="335" r:id="rId70"/>
    <p:sldId id="336" r:id="rId71"/>
    <p:sldId id="337" r:id="rId72"/>
    <p:sldId id="338" r:id="rId73"/>
    <p:sldId id="339" r:id="rId74"/>
    <p:sldId id="384" r:id="rId75"/>
    <p:sldId id="340" r:id="rId76"/>
    <p:sldId id="315" r:id="rId77"/>
    <p:sldId id="402" r:id="rId78"/>
    <p:sldId id="316" r:id="rId79"/>
  </p:sldIdLst>
  <p:sldSz cx="9144000" cy="6858000" type="screen4x3"/>
  <p:notesSz cx="6858000" cy="9144000"/>
  <p:embeddedFontLst>
    <p:embeddedFont>
      <p:font typeface="Calibri" panose="020F0502020204030204" pitchFamily="34" charset="0"/>
      <p:regular r:id="rId81"/>
      <p:bold r:id="rId82"/>
      <p:italic r:id="rId83"/>
      <p:boldItalic r:id="rId84"/>
    </p:embeddedFont>
    <p:embeddedFont>
      <p:font typeface="Cambria" panose="02040503050406030204" pitchFamily="18" charset="0"/>
      <p:regular r:id="rId85"/>
      <p:bold r:id="rId86"/>
      <p:italic r:id="rId87"/>
      <p:boldItalic r:id="rId88"/>
    </p:embeddedFont>
    <p:embeddedFont>
      <p:font typeface="Helvetica" panose="020B0604020202020204" pitchFamily="34" charset="0"/>
      <p:regular r:id="rId89"/>
      <p:bold r:id="rId90"/>
      <p:italic r:id="rId91"/>
      <p:boldItalic r:id="rId92"/>
    </p:embeddedFont>
    <p:embeddedFont>
      <p:font typeface="Helvetica Neue" panose="020B0604020202020204" pitchFamily="34" charset="0"/>
      <p:regular r:id="rId93"/>
      <p:bold r:id="rId94"/>
      <p:italic r:id="rId95"/>
      <p:boldItalic r:id="rId96"/>
    </p:embeddedFont>
    <p:embeddedFont>
      <p:font typeface="Microsoft Sans Serif" panose="020B0604020202020204" pitchFamily="34" charset="0"/>
      <p:regular r:id="rId97"/>
    </p:embeddedFont>
    <p:embeddedFont>
      <p:font typeface="Tahoma" panose="020B0604030504040204" pitchFamily="34" charset="0"/>
      <p:regular r:id="rId98"/>
      <p:bold r:id="rId99"/>
    </p:embeddedFont>
    <p:embeddedFont>
      <p:font typeface="Trebuchet MS" panose="020B0603020202020204" pitchFamily="34" charset="0"/>
      <p:regular r:id="rId100"/>
      <p:bold r:id="rId101"/>
      <p:italic r:id="rId102"/>
      <p:boldItalic r:id="rId10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A1DFBB2-649B-49BC-8695-7FF9381BB678}">
          <p14:sldIdLst>
            <p14:sldId id="256"/>
            <p14:sldId id="257"/>
            <p14:sldId id="401"/>
            <p14:sldId id="390"/>
            <p14:sldId id="389"/>
            <p14:sldId id="391"/>
            <p14:sldId id="392"/>
            <p14:sldId id="393"/>
            <p14:sldId id="394"/>
            <p14:sldId id="395"/>
            <p14:sldId id="396"/>
            <p14:sldId id="397"/>
            <p14:sldId id="398"/>
            <p14:sldId id="399"/>
            <p14:sldId id="400"/>
            <p14:sldId id="258"/>
            <p14:sldId id="259"/>
            <p14:sldId id="356"/>
            <p14:sldId id="357"/>
            <p14:sldId id="260"/>
          </p14:sldIdLst>
        </p14:section>
        <p14:section name="Untitled Section" id="{60E880C8-F2F7-4BD7-80C9-F5CA0E7367FA}">
          <p14:sldIdLst>
            <p14:sldId id="345"/>
            <p14:sldId id="347"/>
            <p14:sldId id="352"/>
            <p14:sldId id="355"/>
            <p14:sldId id="360"/>
            <p14:sldId id="361"/>
            <p14:sldId id="362"/>
            <p14:sldId id="363"/>
            <p14:sldId id="364"/>
            <p14:sldId id="365"/>
            <p14:sldId id="366"/>
            <p14:sldId id="270"/>
            <p14:sldId id="367"/>
            <p14:sldId id="368"/>
            <p14:sldId id="369"/>
            <p14:sldId id="370"/>
            <p14:sldId id="271"/>
            <p14:sldId id="318"/>
            <p14:sldId id="319"/>
            <p14:sldId id="320"/>
            <p14:sldId id="321"/>
            <p14:sldId id="322"/>
            <p14:sldId id="323"/>
            <p14:sldId id="324"/>
            <p14:sldId id="371"/>
            <p14:sldId id="374"/>
            <p14:sldId id="375"/>
            <p14:sldId id="385"/>
            <p14:sldId id="386"/>
            <p14:sldId id="325"/>
            <p14:sldId id="326"/>
            <p14:sldId id="327"/>
            <p14:sldId id="328"/>
            <p14:sldId id="388"/>
            <p14:sldId id="331"/>
            <p14:sldId id="387"/>
            <p14:sldId id="372"/>
            <p14:sldId id="333"/>
            <p14:sldId id="334"/>
            <p14:sldId id="335"/>
            <p14:sldId id="336"/>
            <p14:sldId id="337"/>
            <p14:sldId id="338"/>
            <p14:sldId id="339"/>
            <p14:sldId id="384"/>
            <p14:sldId id="340"/>
            <p14:sldId id="315"/>
            <p14:sldId id="402"/>
            <p14:sldId id="31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4" roundtripDataSignature="AMtx7miaMPfp9xaxU1MrUg1lV7LZgk4k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31D32E-D490-484D-82E9-5BE0951A68A1}">
  <a:tblStyle styleId="{0231D32E-D490-484D-82E9-5BE0951A68A1}"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DF1355-4C04-498C-9A8F-13253D5AC197}"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AF73AE1-5F1C-4944-8FD9-633BFF0B450C}"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6.xml"/><Relationship Id="rId107" Type="http://schemas.openxmlformats.org/officeDocument/2006/relationships/theme" Target="theme/theme1.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font" Target="fonts/font22.fntdata"/><Relationship Id="rId5" Type="http://schemas.openxmlformats.org/officeDocument/2006/relationships/slideMaster" Target="slideMasters/slideMaster5.xml"/><Relationship Id="rId90" Type="http://schemas.openxmlformats.org/officeDocument/2006/relationships/font" Target="fonts/font10.fntdata"/><Relationship Id="rId95" Type="http://schemas.openxmlformats.org/officeDocument/2006/relationships/font" Target="fonts/font15.fntdata"/><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0" Type="http://schemas.openxmlformats.org/officeDocument/2006/relationships/notesMaster" Target="notesMasters/notesMaster1.xml"/><Relationship Id="rId85" Type="http://schemas.openxmlformats.org/officeDocument/2006/relationships/font" Target="fonts/font5.fntdata"/><Relationship Id="rId12" Type="http://schemas.openxmlformats.org/officeDocument/2006/relationships/slide" Target="slides/slide2.xml"/><Relationship Id="rId17" Type="http://schemas.openxmlformats.org/officeDocument/2006/relationships/slide" Target="slides/slide7.xml"/><Relationship Id="rId33" Type="http://schemas.openxmlformats.org/officeDocument/2006/relationships/slide" Target="slides/slide23.xml"/><Relationship Id="rId38" Type="http://schemas.openxmlformats.org/officeDocument/2006/relationships/slide" Target="slides/slide28.xml"/><Relationship Id="rId59" Type="http://schemas.openxmlformats.org/officeDocument/2006/relationships/slide" Target="slides/slide49.xml"/><Relationship Id="rId103" Type="http://schemas.openxmlformats.org/officeDocument/2006/relationships/font" Target="fonts/font23.fntdata"/><Relationship Id="rId108" Type="http://schemas.openxmlformats.org/officeDocument/2006/relationships/tableStyles" Target="tableStyles.xml"/><Relationship Id="rId54" Type="http://schemas.openxmlformats.org/officeDocument/2006/relationships/slide" Target="slides/slide44.xml"/><Relationship Id="rId70" Type="http://schemas.openxmlformats.org/officeDocument/2006/relationships/slide" Target="slides/slide60.xml"/><Relationship Id="rId75" Type="http://schemas.openxmlformats.org/officeDocument/2006/relationships/slide" Target="slides/slide65.xml"/><Relationship Id="rId91" Type="http://schemas.openxmlformats.org/officeDocument/2006/relationships/font" Target="fonts/font11.fntdata"/><Relationship Id="rId96"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6"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font" Target="fonts/font14.fntdata"/><Relationship Id="rId99" Type="http://schemas.openxmlformats.org/officeDocument/2006/relationships/font" Target="fonts/font19.fntdata"/><Relationship Id="rId101" Type="http://schemas.openxmlformats.org/officeDocument/2006/relationships/font" Target="fonts/font21.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customXml" Target="../customXml/item1.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font" Target="fonts/font17.fntdata"/><Relationship Id="rId104" Type="http://customschemas.google.com/relationships/presentationmetadata" Target="metadata"/><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font" Target="fonts/font7.fntdata"/><Relationship Id="rId110" Type="http://schemas.openxmlformats.org/officeDocument/2006/relationships/customXml" Target="../customXml/item2.xml"/><Relationship Id="rId61" Type="http://schemas.openxmlformats.org/officeDocument/2006/relationships/slide" Target="slides/slide51.xml"/><Relationship Id="rId82" Type="http://schemas.openxmlformats.org/officeDocument/2006/relationships/font" Target="fonts/font2.fntdata"/><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font" Target="fonts/font20.fntdata"/><Relationship Id="rId105"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font" Target="fonts/font13.fntdata"/><Relationship Id="rId98" Type="http://schemas.openxmlformats.org/officeDocument/2006/relationships/font" Target="fonts/font18.fntdata"/><Relationship Id="rId3" Type="http://schemas.openxmlformats.org/officeDocument/2006/relationships/slideMaster" Target="slideMasters/slideMaster3.xml"/><Relationship Id="rId25" Type="http://schemas.openxmlformats.org/officeDocument/2006/relationships/slide" Target="slides/slide15.xml"/><Relationship Id="rId46" Type="http://schemas.openxmlformats.org/officeDocument/2006/relationships/slide" Target="slides/slide36.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62" Type="http://schemas.openxmlformats.org/officeDocument/2006/relationships/slide" Target="slides/slide52.xml"/><Relationship Id="rId83" Type="http://schemas.openxmlformats.org/officeDocument/2006/relationships/font" Target="fonts/font3.fntdata"/><Relationship Id="rId88" Type="http://schemas.openxmlformats.org/officeDocument/2006/relationships/font" Target="fonts/font8.fntdata"/><Relationship Id="rId111"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17361 6276 38 0,'-34'-37'18'0,"34"37"-15"0,0 0 2 0,0-13 11 0,12 13-9 0,23 0-4 0,37 0-1 0,11 0 1 0,24 0 1 0,35-11-2 0,1-1 0 0,2 1-1 0,-51 22-2 0,2 12 3 0,-1-23 1 0,24 0-2 0,12 0 0 0,-36 13-1 0,-1-13 0 0,-33 0 2 0,-14-13 1 0,-10 13 3 0,-3 0-3 0,2-11-1 0,-11 11 1 0,-14-12 0 0,-11 1-2 0,24 11-1 0,-12 47-89 0</inkml:trace>
  <inkml:trace contextRef="#ctx0" brushRef="#br0">7099 11300 21 0,'0'0'0'0,"-13"-25"24"0,26 13-9 0,-13-1-4 0,0 13-9 0,11 0 6 0,-1-10 3 0,15-1 1 0,-14 11-5 0,14 0-2 0,-1 0-2 0,12-13 1 0,11 13-2 0,-11 0-1 0,23 0 1 0,2 0 1 0,-2 0-2 0,12 0 1 0,-11 13-1 0,11-13 0 0,0 0 1 0,12-13 0 0,-11 1-2 0,12 12 0 0,-2 0 0 0,2 0-1 0,-12-12 3 0,11-1 0 0,-11 2 0 0,-13-12 0 0,13 10-1 0,-1 13 0 0,-24 0-1 0,1-12 2 0,0 0 0 0,-12 12-1 0,11 0 0 0,1 0-1 0,-23 12 1 0,9-12 0 0,2 12-1 0,-12-12 0 0,12 13 0 0,-2-2 0 0,-9-11 0 0,-14 12 2 0,14-12-1 0,-25 0 0 0,11 0-1 0,2 0 1 0,-13-12 0 0,12 1-1 0,-12 11 1 0,0 0-13 0,0 23-100 0</inkml:trace>
  <inkml:trace contextRef="#ctx0" brushRef="#br0">20578 13561 23 0,'0'-25'14'0,"58"15"3"0,3-14-4 0,-2 24-6 0,-11 0-3 0,-37 0-4 0,49 24 4 0,-24-1-1 0,-12-11 1 0,-12 13-1 0,-12 9-1 0,0 14-1 0,0 25-1 0,13 9 1 0,-2 12 1 0,1-10-1 0,-1 12 0 0,-11 0 1 0,0-1-1 0,0-12-1 0,12 12 1 0,-12-47 0 0,0-13-1 0,0-23 1 0,0 1 1 0,-12-2-2 0,-22 1 0 0,-27-1 1 0,-10 2-1 0,-12-1 1 0,-1 0-1 0,23-12 0 0,27 13 0 0,34-13 1 0,24-13-29 0,11-11-44 0</inkml:trace>
  <inkml:trace contextRef="#ctx0" brushRef="#br0">21090 14133 30 0,'-12'0'3'0,"12"-11"2"0,46-2 6 0,15 1 0 0,10 12-1 0,12 12 0 0,1-12-4 0,-2 0-1 0,3-12-2 0,-25 12 1 0,-26 0 1 0,-21 0-1 0,-1-12-2 0,-1-12-6 0,14 12-45 0,-14 12 1 0</inkml:trace>
  <inkml:trace contextRef="#ctx0" brushRef="#br0">21554 13871 12 0,'-13'0'4'0,"2"-12"14"0,11-1 2 0,11 13-6 0,2 13-5 0,35 11-4 0,0 10-2 0,11 3-1 0,-12-1-1 0,-11-12 1 0,0 0 0 0,-36-13 2 0,0-11 4 0,-12 0-5 0,-24 12-2 0,1 24-1 0,-1 23 0 0,0 1 1 0,13-24 1 0,10 0-1 0,2-1 1 0,-2-10 0 0,13-14 0 0,0-11 0 0,0 0 0 0,0 0-3 0,0 0-23 0,-11-11-61 0</inkml:trace>
  <inkml:trace contextRef="#ctx0" brushRef="#br0">17744 16098 6 0,'-12'0'9'0,"1"11"3"0,-2-11 7 0,13 0 0 0,13 0-3 0,10 12-12 0,24-12 0 0,13 11-1 0,23-11 0 0,0-11 2 0,25 11-2 0,-1-12 1 0,-1 12-1 0,-10 0 1 0,11-11-1 0,12 11 3 0,1 0-3 0,-2 0 2 0,2 11-4 0,-13 1 2 0,-12-1-1 0,24 2 0 0,0-1-1 0,11 0 5 0,-23 0-3 0,1 0-1 0,-12-2 1 0,-1-10-2 0,-11 13 0 0,-25-13 2 0,-23 12-3 0,-36-12 5 0,0 0-2 0,-25 0-1 0,-45 0-2 0,-14 0 0 0,-11 12 0 0,-24-12-1 0,-36 13 0 0,-24-13-2 0,-11 11 1 0,23 1-1 0,13-12 1 0,9-12-1 0,4 1 2 0,-27-2-1 0,14 13 0 0,23 0 1 0,35 0 1 0,1 0 0 0,11 24-1 0,2-12 0 0,21-12 2 0,27-12-1 0,-2 1 1 0,24-2-1 0,0 1 0 0,0 12 1 0,24 0-1 0,12-12 0 0,0 12 0 0,35-13 1 0,35-9 0 0,62 10 0 0,35-12-1 0,-1 24 3 0,-23 0-2 0,-24 12 1 0,-36 0-1 0,0 0 2 0,-12-12-2 0,25 0 1 0,-13 0 0 0,11 0 0 0,-22 0-1 0,10 0 0 0,-21 0 0 0,-14 12 0 0,-12-12-1 0,-11 0 2 0,11-12-1 0,-23 12-1 0,0-12 1 0,-24 12-1 0,0 0 1 0,-12 0 0 0,-12 0 0 0,0 0-1 0,12 0 0 0,-12 0-170 0</inkml:trace>
</inkml:ink>
</file>

<file path=ppt/ink/ink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18660 10086 38 0,'0'-25'4'0,"-11"-11"4"0,11 24 1 0,-23-12 12 0,-38 0-10 0,-23 13-5 0,-23-12-4 0,-178 34 0 0,94 1 0 0,14-1-1 0,9 1-1 0,37 0 1 0,24 1-1 0,12 10 1 0,-1-12-1 0,24 2 1 0,13 11 0 0,24-11-1 0,-14 21 0 0,2-10 1 0,1 23-1 0,-15 1 0 0,25 12 0 0,13-13 1 0,-2 13-1 0,2 12 1 0,-1-12-1 0,-12 11 0 0,12 24 1 0,1-12-1 0,10-1 0 0,2 27 0 0,-14-13 1 0,2 9 0 0,10 3-1 0,-9-1 1 0,10 12 0 0,12-1-1 0,0-21 1 0,-12 11-1 0,0 22 1 0,12 13 0 0,-12 11 0 0,0 1-1 0,12-12 1 0,0 24 0 0,12 0-1 0,-12-25 0 0,24 13 0 0,-12-37-1 0,-12-22 2 0,0-12 0 0,-12 23-1 0,12-13-1 0,12-44 1 0,12-39 2 0,11 1-1 0,1 11-2 0,11 13 2 0,24-13-1 0,-10-34 1 0,46-12 0 0,-12 10 0 0,0 1-1 0,12 12 0 0,1-23 0 0,23-13 1 0,-12 24-1 0,12 12 1 0,-12 0-1 0,-24 0 1 0,12-12-1 0,24-1 1 0,-12 2-2 0,-13-1 3 0,-21 12-2 0,-2-11 1 0,0 11 0 0,-23-12 0 0,-11-13 0 0,-26 2 1 0,11-13 0 0,-9 1 1 0,11-26-1 0,-24-33 1 0,0-25-1 0,0-36-1 0,-12 12 1 0,0 0 0 0,10-47-1 0,-10-13 0 0,13 2-1 0,-1 9 0 0,-12-22 2 0,0 24-2 0,-12 11 2 0,12 12 0 0,0 0-1 0,-13 25-1 0,3 45 1 0,-14 3 0 0,24-38 0 0,0 14 0 0,12 35 0 0,-12 35-1 0,0-23 1 0,-24-13 0 0,12 25 0 0,0 23-1 0,12 24 0 0,0 12 0 0,0-12 1 0,0 12-1 0,0 0 0 0,12 60-126 0</inkml:trace>
  <inkml:trace contextRef="#ctx0" brushRef="#br0">2930 11823 0 0,'0'-24'0'0,"-12"-23"0"0,0-1 2 0,0-12 9 0,-24 1 6 0,24 11-10 0,12 24-2 0,36 48 7 0,12 95-3 0,11 72-3 0,-11-1-3 0,-12-60-3 0,-1-22 1 0,1-36-16 0,-25-47-40 0</inkml:trace>
  <inkml:trace contextRef="#ctx0" brushRef="#br0">2976 12121 23 0,'-10'0'5'0,"10"-12"0"0,35-1 5 0,37-21-4 0,23-16-4 0,0-32 0 0,1 11 0 0,-37-13-1 0,-35-10 1 0,-24-14-1 0,0 36 0 0,-36 37 1 0,12 82 7 0,35 84-4 0,26 11-2 0,11-10-2 0,-13-13-1 0,1-12-4 0,0-34-57 0</inkml:trace>
  <inkml:trace contextRef="#ctx0" brushRef="#br0">3787 11728 33 0,'-12'-13'15'0,"-12"13"-12"0,13 37 0 0,11 22 0 0,35-11-1 0,13-37 2 0,10-22-1 0,-9-37 0 0,-13-23-2 0,-24 23 1 0,0 0-2 0,-24 1 3 0,12 23-2 0,0 11 0 0,0 13-1 0,24 50 1 0,11 68-1 0,37 61 0 0,11 10 0 0,-23-34 2 0,-14-13-2 0,-46-33 3 0,-23-38 0 0,-24-59 2 0,-13-60-2 0,-23-35-3 0,11-24 1 0,49 11 0 0,35-11-3 0,59 0 2 0,36-23 0 0,11 22-2 0,-21 24 2 0,-51 13 0 0,-46 0 1 0,0-1 1 0,0 37-1 0,13 70-1 0,23 108-1 0,35 83 3 0,1-23-1 0,-1-36 1 0,-23-48 1 0,-35-60-2 0,-13-47 6 0,-49-95-2 0,-34-84-7 0,11-22 2 0,13-16 0 0,11-21 0 0,60 60 1 0,72 119-3 0,22 82 1 0,-10 61 1 0,-83-1 0 0,-86 0 0 0,-46 23 1 0,36-57-37 0,70-61-33 0</inkml:trace>
  <inkml:trace contextRef="#ctx0" brushRef="#br0">5037 11478 44 0,'-23'0'1'0,"46"-12"-2"0,25-24 4 0,-12-23 0 0,12-12-1 0,-1-25 0 0,-35 24-1 0,-36 48 0 0,-11 24 0 0,-1 12 0 0,0 36 0 0,24 24 0 0,12 11 0 0,12-12-1 0,35-35 3 0,-11-11 0 0,36-25 2 0,-14-37-2 0,27-10-2 0,-2-24-3 0,-23 11-11 0,-48 12-25 0,-12-12 21 0,-25 25 16 0,14-13 4 0,22 0 9 0,14 13 2 0,10 47-6 0,25 59-2 0,22 36-3 0,3-23 0 0,-50-49 0 0,-35-23 6 0,-47-59-2 0,-13-61-4 0,36 25-4 0,60 24-3 0,82-1-35 0,-46 12 7 0</inkml:trace>
  <inkml:trace contextRef="#ctx0" brushRef="#br0">6228 10751 13 0,'-23'0'23'0,"-1"47"-4"0,24 14-17 0,47 22 3 0,12 24 6 0,12 36-5 0,1 12-5 0,-24-13-1 0,-24-21 2 0,-12-100 4 0,-36-55 1 0,-72-169-3 0,-22-130-6 0,57 107 1 0,86 107 1 0,47 59-3 0,23 84 0 0,-47 60 2 0,-48-13 3 0,-108 36 0 0,-58 12-2 0,94-35-86 0</inkml:trace>
  <inkml:trace contextRef="#ctx0" brushRef="#br0">6907 10835 43 0,'-12'-24'34'0,"12"11"-35"0,59-10 1 0,-11-25 2 0,-36 1 0 0,0-13 0 0,-12-11-2 0,0 23 1 0,-24 25-1 0,-11 12-1 0,-1 11 1 0,0 21 0 0,-12 4 1 0,12 23-2 0,13 11 1 0,-1 1 0 0,24 11 0 0,11-24-1 0,14-10 1 0,11-24 1 0,-1-26 1 0,1-24-2 0,-12-10 2 0,-1-11-2 0,-10 8 0 0,-1-8 1 0,-1 22-1 0,1 12 0 0,0 24 0 0,-12 36-1 0,12 12 1 0,12 11 0 0,12-34 0 0,-2-14 1 0,15-47-2 0,23-23 0 0,-25 11-4 0,-36 0 4 0,-11 23 2 0,0-21 2 0,0 10-1 0,25 13-1 0,-1 34-2 0,23 62 1 0,-11-2 0 0,11 0 1 0,-11-37 1 0,-24-34 4 0,-24-34 1 0,-35-50-6 0,24-24 1 0,23 49-1 0,47 13-1 0,12-4 0 0,1 39-33 0,-48 11-28 0</inkml:trace>
  <inkml:trace contextRef="#ctx0" brushRef="#br0">7967 10216 20 0,'-12'-12'6'0,"0"-12"-4"0,36 60 11 0,13 71-2 0,-3-24-4 0,-11-22 0 0,-10-50 1 0,-26-22 1 0,-10-39-6 0,10 3-2 0,13 0-1 0,13-1 0 0,-13 1 0 0,23-13 0 0,13 36 0 0,-11 24 0 0,10 36-2 0,1 0 2 0,-25-1 2 0,2-11-1 0,-13-12 0 0,12 13-1 0,-12-25 2 0,0-13 1 0,0-11-2 0,0 24-1 0,0 0 0 0,11 0 0 0,-22 0 1 0,11 0-1 0,0 0 0 0,0 0 0 0,-12 0 0 0,12-13 1 0,-13 2-1 0,2-1 0 0,-1-11 0 0,-1-13 0 0,-9 0 2 0,-2 12-1 0,-12 1-1 0,0 12 0 0,11 22 0 0,4 12-1 0,8 37 0 0,1 11 1 0,12 24 0 0,12 1 0 0,12-50-1 0,-1-21 2 0,13-25-1 0,12-35 0 0,-13-26-2 0,-35-21 2 0,0 34 0 0,0 12 1 0,11 13-2 0,2 23 1 0,10 59-1 0,2 12 1 0,11-35 0 0,-13-24 1 0,25-48 0 0,-1-47-21 0,1 12-57 0</inkml:trace>
  <inkml:trace contextRef="#ctx0" brushRef="#br0">8479 10120 2 0,'0'-23'2'0,"0"-1"5"0,0 0 19 0,0 48-11 0,12 35-6 0,12 25-5 0,0-49-1 0,-14-24 3 0,-10-22 0 0,-10-72-4 0,-14-12-1 0,36 24-1 0,10 23-1 0,14 25 1 0,0 46-1 0,0 36 1 0,-12 1 1 0,-13-13 0 0,2-35 2 0,-13-24 1 0,12-59-1 0,-1-24-2 0,25 47-2 0,12 23 0 0,-12 62 0 0,12 34 0 0,-12-35 0 0,-2-25-21 0,-9-11-42 0</inkml:trace>
  <inkml:trace contextRef="#ctx0" brushRef="#br0">9193 9870 44 0,'-12'0'9'0,"49"11"-5"0,10-45-1 0,1-26-1 0,-37-1 0 0,-22 40-2 0,-25 21-1 0,-12 46 3 0,24 38 1 0,24-1-2 0,47-47 2 0,25-13 0 0,24-58 0 0,-37-13 0 0,1-59-2 0,-60-36 0 0,12-59 0 0,0 34-1 0,0 97 1 0,-1 12-1 0,-11 47 0 0,-23 49-2 0,11 68 2 0,24 63 1 0,35-26 1 0,25-58 1 0,-1-47 1 0,1-37-3 0,-13-73-10 0,-35-9-70 0</inkml:trace>
  <inkml:trace contextRef="#ctx0" brushRef="#br0">9348 9550 66 0,'-12'0'3'0,"-11"-25"6"0,130-58-5 0,24-1-3 0,12 25-32 0,-96 47-18 0</inkml:trace>
  <inkml:trace contextRef="#ctx0" brushRef="#br0">9884 9442 49 0,'-13'0'4'0,"62"-13"-1"0,-1-10-1 0,-13-13 0 0,-11 1 0 0,-1-13 1 0,-23 1-2 0,-11 22-1 0,-14 25 2 0,-21 36 3 0,10 24-3 0,12-1-1 0,12 0-1 0,48 1 2 0,0-36 2 0,23-24-1 0,0-24-1 0,12-11-1 0,-10-24-21 0,-38 9-46 0</inkml:trace>
  <inkml:trace contextRef="#ctx0" brushRef="#br0">10218 9227 5 0,'-12'-47'12'0,"24"-1"-6"0,47 12-4 0,-11 36 13 0,-14 60-4 0,15 11-4 0,-1-11-4 0,-2-23 0 0,-10-26-1 0,-23-11 3 0,-37-24-1 0,-1-36-2 0,3-22 1 0,57 9 0 0,24 38-3 0,-23 11 0 0,-12 1-1 0,12 23-5 0,-23 11-8 0,-2-11 14 0,-11 0 4 0,0-11-2 0,0 11-65 0</inkml:trace>
</inkml:ink>
</file>

<file path=ppt/ink/ink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9991 7679 28 0,'0'-11'19'0,"-13"-1"-1"0,26 12-16 0,-1 0 3 0,12 0 6 0,-1 0-3 0,26 0-3 0,9-11 0 0,14 11 1 0,-12 0 0 0,10-13-2 0,-9 13-2 0,10-12-2 0,1 12 0 0,-1 0 0 0,1 12 1 0,-2-12 1 0,15 0 0 0,-2 0-1 0,24 0 0 0,12 0 1 0,24 0-2 0,0-12 0 0,0-13 0 0,0 14 1 0,11-1 1 0,-11 1-1 0,0-1 0 0,12 0-3 0,-1-1 4 0,-22 13-1 0,10-11-1 0,-10-1 0 0,-1 12 1 0,24-11-2 0,0 11 2 0,-1-13-1 0,1 13 0 0,-12-12 1 0,0 12 0 0,107 12 0 0,-132-12 0 0,14 0-1 0,-13 0 1 0,0 0 0 0,-12 0-1 0,36 0 2 0,-59 13-2 0,46-13 0 0,-23 0 1 0,1 0-1 0,11 0 0 0,-12 0 1 0,-11 0 0 0,-13 0-1 0,0 0 0 0,-23-13 1 0,-1 13-2 0,13 0 1 0,-37 0 1 0,-11-12 1 0,-24 12 9 0,0-12-5 0,-47 60-123 0</inkml:trace>
</inkml:ink>
</file>

<file path=ppt/ink/ink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17721 8311 38 0,'0'-36'14'0,"11"72"-2"0,24 83 14 0,-24 71-12 0,-11-35-4 0,0-48-5 0,-11-35-3 0,-1-25 0 0,1-47-24 0,-1-24-52 0</inkml:trace>
  <inkml:trace contextRef="#ctx0" brushRef="#br0">17684 8407 3 0,'0'0'0'0,"12"-96"14"0,0 12 7 0,12 49 0 0,35 24-10 0,25 57-3 0,-2 38 1 0,-46-13 0 0,-47 12 6 0,-73-23-9 0,-36 23-3 0,50-35-37 0,58-48-38 0</inkml:trace>
  <inkml:trace contextRef="#ctx0" brushRef="#br0">18196 8286 41 0,'0'-11'4'0,"12"-1"9"0,36 12-4 0,-2 36-1 0,-10 22 1 0,-36 3-3 0,-23-1-1 0,-48-26-2 0,35-9 0 0,24-73-1 0,60-34-2 0,23 21-1 0,12 14 0 0,0 0 0 0,1 22 1 0,-23 13-1 0,-38 12 0 0,-23 0 2 0,0 0-1 0,0 48-1 0,-23 12 0 0,23 11 0 0,23-35 1 0,36-13-1 0,1-23 2 0,-25-35 0 0,-23-37 0 0,-37 1 1 0,-33-2 0 0,22 27-1 0,23 34-1 0,13 36-1 0,37 47-3 0,11 13-55 0,-26-61 23 0</inkml:trace>
  <inkml:trace contextRef="#ctx0" brushRef="#br0">19256 8252 16 0,'0'0'0'0,"0"-50"11"0,24 4-6 0,-24-2 9 0,-12 24 5 0,-24 24-13 0,-12 13-5 0,13 21 1 0,-13 27 1 0,12-14-1 0,24 25-3 0,0-13 1 0,24-22 0 0,24-26 2 0,12-72 0 0,-1-10 0 0,-11 37 1 0,-13 21 7 0,-10 49-8 0,11 0 0 0,-12 10-2 0,46-9-39 0,-33-24-21 0</inkml:trace>
  <inkml:trace contextRef="#ctx0" brushRef="#br0">19731 8181 16 0,'-11'-37'18'0,"11"24"2"0,-25 26 0 0,-9 45-9 0,10 15-9 0,36-2-3 0,47-23 1 0,0-24-1 0,14-12 3 0,10-60 0 0,0-23 0 0,-11-38-1 0,-38 4-1 0,-9-16 0 0,-14 16 0 0,14 21 0 0,-1 24 0 0,-13 49 0 0,-11 22 0 0,-35 62 0 0,10 32-1 0,14 16 2 0,35-16-1 0,23-21 0 0,13-36 1 0,-1-48 1 0,1-61 0 0,23-33-2 0,-23 12 1 0,-12 45-4 0,-26 37 3 0,-9 71 4 0,-1 13-1 0,-1-13-1 0,38-23 0 0,-13-25-59 0,-36-23 22 0</inkml:trace>
  <inkml:trace contextRef="#ctx0" brushRef="#br0">20756 7716 49 0,'-24'-13'-6'0,"24"13"-34"0</inkml:trace>
  <inkml:trace contextRef="#ctx0" brushRef="#br0">19863 8001 100 0,'0'0'0'0,"-36"-59"13"0,191 22-11 0,95-22-57 0,-214 47 13 0</inkml:trace>
  <inkml:trace contextRef="#ctx0" brushRef="#br0">21042 7989 22 0,'0'-13'5'0,"0"38"0"0,36 34 8 0,-12 12-2 0,-12-21-1 0,11-29-7 0,-11-8 0 0,-1-26 0 0,25-58-1 0,12 0-3 0,-12 12 2 0,0 34-3 0,-13 14 2 0,2 22 0 0,-14 39 0 0,1-4 0 0,0 13 0 0,12-34 0 0,36-25 1 0,34-36 0 0,13-24 0 0,-11 1 0 0,-48 11-1 0,-36 13 2 0,-48 11-2 0,-23 24 0 0,11 48 0 0,1 11 0 0,34 0-1 0,60-11 0 0,37-12 1 0,36-36 0 0,-1-36 1 0,-12-35-1 0,-11-24 0 0,-49-13-1 0,-24-23 2 0,-34 23 0 0,-1 26-1 0,12 34 0 0,0 13-1 0,0 35 0 0,0 0 0 0,-13 60 1 0,2 11-1 0,-1 13 1 0,1 10 1 0,-2 1-2 0,13 1 1 0,13-13 0 0,-2-36-2 0,37-35 3 0,23-35 0 0,-1-50 1 0,-21 2-2 0,-13 48 0 0,-24 35 0 0,0 24 1 0,35-13 0 0,48-23 0 0,-11-48 0 0,-36-11 0 0,-37 47 0 0,-11 36-1 0,0 71-1 0,23 72 0 0,2 59 1 0,11-10-1 0,-24 10 0 0,-24-84 1 0,-49-47 3 0,-9-72 3 0,-14-82-3 0,13-48-1 0,83-24-1 0,95-58-1 0,60-3 1 0,-36 85-4 0,-48 46 2 0,-47 3 6 0,-36 11 5 0,-25 34-8 0,-9 49-13 0,10 0-73 0</inkml:trace>
  <inkml:trace contextRef="#ctx0" brushRef="#br0">22589 11668 48 0,'0'-37'25'0,"36"98"-19"0,36-1 10 0,-1 11-7 0,-12-12-7 0,-22-23-23 0,-25-24-58 0</inkml:trace>
  <inkml:trace contextRef="#ctx0" brushRef="#br0">22900 11644 42 0,'-24'-13'28'0,"-25"38"-14"0,38 47-2 0,-12 23-1 0,-13-24-6 0,-12-11-4 0,-11-12-67 0,47-38 28 0</inkml:trace>
  <inkml:trace contextRef="#ctx0" brushRef="#br0">16172 11442 26 0,'-12'-24'8'0,"-1"0"4"0,13 1 3 0,36 11 5 0,37 58-3 0,20 38-11 0,4 0-4 0,-15-13 0 0,-22-59-13 0,-24-24-67 0,-25-11 60 0</inkml:trace>
  <inkml:trace contextRef="#ctx0" brushRef="#br0">16541 11359 23 0,'-24'-36'37'0,"-1"36"-13"0,2 59-3 0,-36 48-14 0,-13 14-5 0,13-3-15 0,36-60-77 0</inkml:trace>
  <inkml:trace contextRef="#ctx0" brushRef="#br0">20400 9227 30 0,'-13'-71'14'0,"26"11"-7"0,10 12 27 0,13 25-3 0,-13 23-19 0,1 48-4 0,-24 59-1 0,0 12 0 0,-47 95 7 0,35-131-11 0,12-24 0 0,12-34-1 0,-1-13 1 0,37-24-1 0,0 0-2 0,11-12 1 0,13 12-1 0,10-12-11 0,-10 0-49 0,-60 13-35 0</inkml:trace>
  <inkml:trace contextRef="#ctx0" brushRef="#br0">20518 9429 64 0,'-25'-23'9'0,"74"-13"9"0,45-10-1 0,38 21-13 0,-25 0-25 0,-83 25-41 0</inkml:trace>
  <inkml:trace contextRef="#ctx0" brushRef="#br0">20493 9144 81 0,'0'-12'5'0,"-23"-59"24"0,71-13-1 0,47 25-24 0,60 47-22 0,-60 12-96 0</inkml:trace>
  <inkml:trace contextRef="#ctx0" brushRef="#br0">21352 9370 26 0,'0'0'2'0,"0"-46"5"0,0-4 22 0,0 16-8 0,0-3 1 0,0 3-12 0,0 9-8 0,-24 13 0 0,1 12 0 0,-14 24 3 0,-10 12 0 0,-1 23-3 0,24 14 0 0,12-2-2 0,12-12 0 0,23-24 2 0,13-35 0 0,12-35 0 0,0-37-1 0,-1 25-1 0,-22 11 0 0,-2 24 1 0,-23 12 0 0,12 12 0 0,0 13-1 0,0 21 0 0,36-10 0 0,11-13 0 0,24-10-1 0,1-13-1 0,-1-24-4 0,2-12 3 0,-39-11 2 0,14-14-1 0,-36 14 4 0,-12 0-3 0,-36 11 3 0,0 11-2 0,-13 14 1 0,-20 47-1 0,-4 35 2 0,2 1-3 0,34-14 3 0,50-21-2 0,46-37 1 0,-11-47-1 0,-14-1-1 0,-21 12 2 0,-13 12-2 0,-12 24 1 0,0 24 1 0,0 60 0 0,0 47 1 0,24 47-4 0,0-23 2 0,-2-23 1 0,-32-38 2 0,-38-33 1 0,-1-50 2 0,15-47-2 0,22 24-4 0,-24-83 4 0,12-24 0 0,60-24-1 0,34 1-2 0,37 58-17 0,14 47-122 0</inkml:trace>
  <inkml:trace contextRef="#ctx0" brushRef="#br0">22292 9406 71 0,'-48'-24'20'0,"48"12"-15"0,36-23-1 0,36-13-1 0,-1 1-3 0,-35 10 2 0,-36 3 2 0,-24-3 0 0,-11 24 6 0,-1 13 2 0,-12 25-4 0,1 46-2 0,22 1-4 0,38-14 0 0,22-8 0 0,25-39 1 0,11-11-1 0,1 0-1 0,-1-11-42 0,-23-2-55 0</inkml:trace>
  <inkml:trace contextRef="#ctx0" brushRef="#br0">22673 9215 67 0,'-23'-23'35'0,"46"0"-16"0,25 23-3 0,-1 46-10 0,1 50-2 0,-37-12-2 0,-11-61 4 0,0-46 5 0,0-73-6 0,49-11-4 0,-1 59 0 0,-25 12 1 0,-11 13-1 0,-1 11-2 0,2 24-129 0</inkml:trace>
  <inkml:trace contextRef="#ctx0" brushRef="#br0">5157 8311 5 0,'12'-25'6'0,"35"-34"12"0,-11 13 13 0,-36-4 2 0,0 39-17 0,0 11-12 0,0 72 1 0,0 22-1 0,-12 38 1 0,-12 23 1 0,12-13 0 0,-12-46 1 0,13-25-2 0,11-23-1 0,23-35 1 0,25-13-1 0,22-13 0 0,27-11-2 0,-2 0 1 0,-12 1 0 0,-35-2-1 0,-48 13-1 0,0 24-71 0,12-12-21 0</inkml:trace>
  <inkml:trace contextRef="#ctx0" brushRef="#br0">6002 8738 22 0,'0'-11'10'0,"11"-36"15"0,-11 0-3 0,0-3-6 0,-11 4-6 0,-1 10-5 0,-12-12-3 0,-23 36 0 0,11 1 1 0,-13 22 0 0,3 26-1 0,-2 10 2 0,12 36 0 0,2 13-4 0,21-25 1 0,13 0 0 0,24-35 3 0,22-36 0 0,15-48-2 0,-2-11-1 0,-11-12 1 0,-37 11-2 0,2 24 2 0,-1 36 5 0,-1 48 0 0,13 0-4 0,0 11 0 0,-12-11-2 0,-1 0-13 0,-11-14-115 0</inkml:trace>
  <inkml:trace contextRef="#ctx0" brushRef="#br0">6205 8489 71 0,'-12'-36'12'0,"47"1"-8"0,49-1 2 0,-38 36 18 0,-10 59-12 0,-23 25-6 0,-62 11-3 0,15-35-1 0,34-48-1 0,23-12 0 0,37 35-1 0,11 26-2 0,-23 33 0 0,-24 1 2 0,-35 1 0 0,-50-25 2 0,-34-35 2 0,24-60 12 0,46-47-7 0,62-25-4 0,58-11-4 0,0 24-2 0,0 22-3 0,-47 50-67 0,-24 11-9 0</inkml:trace>
  <inkml:trace contextRef="#ctx0" brushRef="#br0">6811 8357 70 0,'-11'-23'5'0,"-1"12"11"0,24 58 5 0,-12 48-7 0,0 2-6 0,47-39-3 0,24-22-1 0,13-36-1 0,-12-60-1 0,-1-35 0 0,-24 24-1 0,-34-2-1 0,-13 39 1 0,0 34-2 0,-13 59 1 0,13 60 0 0,13 60-1 0,34 11 0 0,-23-35 0 0,-12-11 1 0,-37-26 0 0,-21-60 2 0,-2-21 2 0,-1-61-1 0,28-60-1 0,21-46-2 0,82-71 1 0,49-4-1 0,12 50-2 0,-24 50 3 0,-49 34 0 0,-34 10 2 0,-36 38 0 0,-46 23-3 0,-2 59-36 0,24-34-57 0</inkml:trace>
  <inkml:trace contextRef="#ctx0" brushRef="#br0">5954 13134 9 0,'0'-13'6'0,"0"1"7"0,0-13-5 0,0 2 0 0,0 12 0 0,0-14-2 0,-12-10 0 0,-24-13-2 0,-11 12-1 0,-12 25-1 0,-14-1 0 0,-9 0 0 0,-25-12 1 0,11 12-1 0,-11 12 1 0,0 12-1 0,0-1-1 0,0 2-2 0,-12 11 2 0,10-1-2 0,3 13 1 0,-13 0 0 0,-1 11 0 0,-10 0-1 0,11 14 2 0,0-14-2 0,12 25-1 0,-12 11 2 0,12 12-1 0,12 12 2 0,11 12-2 0,13-23 2 0,11 11-2 0,12 12 1 0,0 13-2 0,1-2 2 0,11 37-1 0,24-83 1 0,0 34-2 0,24 1 1 0,12 0 1 0,24-23 0 0,0-1 0 0,-14-1 0 0,3 14 1 0,11-24-1 0,23-25 2 0,12-13-2 0,0-9 1 0,-11 10-1 0,1-10 0 0,20 10 0 0,3-10 1 0,23-26 1 0,0-22 2 0,-1-2-3 0,-21 26 1 0,-15-13-2 0,26-25 2 0,35-58 3 0,23-1 1 0,-23 37-5 0,-35 23 0 0,-25-23 0 0,13-24 0 0,34-13 0 0,25-12 0 0,-12 13 2 0,-23-1-1 0,-37 13 1 0,-12-13-1 0,11-10 0 0,-10-1-1 0,-23 11 2 0,-38-11 1 0,0 11-2 0,2 13-2 0,-1-13 1 0,-1-11 1 0,-11 1 1 0,0-14-1 0,-23 36-1 0,-1 1 0 0,-11-12 1 0,10-24-2 0,2 23 1 0,10 13 0 0,-23-13 0 0,-10 13 2 0,-2-24-2 0,12 24 1 0,-11 0-1 0,-12 21-1 0,-14-8 1 0,-81-49-2 0,83 71 1 0,-1 0 2 0,-12 13-2 0,-10 10 1 0,-2 1-1 0,-11 37 0 0,0 9-7 0,23-21-121 0</inkml:trace>
</inkml:ink>
</file>

<file path=ppt/ink/ink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2608 7109 13 0,'36'-25'7'0,"107"37"-7"0,36 12 4 0,35-12 2 0,-35-48 5 0,-60-11-4 0,-36 23-10 0,-72 24-35 0</inkml:trace>
  <inkml:trace contextRef="#ctx0" brushRef="#br0">2394 10036 62 0,'0'0'0'0,"-60"-34"8"0,96 34-5 0,119 59 3 0,47 0-4 0,1-47 2 0,-60-58-2 0,-48-15-3 0,-59 38-78 0</inkml:trace>
  <inkml:trace contextRef="#ctx0" brushRef="#br0">2525 13561 34 0,'-24'-35'24'0,"84"35"-21"0,106-24 2 0,49-24-3 0,-25-23-1 0,-71 35 0 0,-59 36-20 0,-48 0-27 0</inkml:trace>
</inkml:ink>
</file>

<file path=ppt/ink/ink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3263 7180 12 0,'0'0'2'0,"0"-24"3"0,0 0 10 0,-24 1 18 0,12 10-8 0,-11 13-13 0,10 0-7 0,2 0 2 0,11 0-4 0,59 24 1 0,61-12-1 0,11-24 0 0,47-12 5 0,-11 0-4 0,-24 11-3 0,-48 3 3 0,-47-14-2 0,-37 12-1 0,13 0 1 0,-12 12-3 0,-12 0-16 0,-36 0-23 0,-47 0-48 0</inkml:trace>
  <inkml:trace contextRef="#ctx0" brushRef="#br0">3251 7203 26 0,'0'0'0'0,"-83"0"32"0,47 0-17 0,36-12 6 0,0-11-4 0,36 23-8 0,35 0-6 0,13 12-1 0,-1 11 1 0,11-12 2 0,3-11 0 0,-2 0-2 0,-24-23 0 0,1 0-1 0,-26 23-2 0,-10-12-1 0,-11-1 3 0,-14 2-3 0,-11-12-24 0,0 34-50 0,0-11 43 0</inkml:trace>
  <inkml:trace contextRef="#ctx0" brushRef="#br0">3168 7203 2 0,'-13'11'14'0,"-10"-11"15"0,10 0-8 0,13 0-4 0,13 13-4 0,23-13-5 0,23-13 0 0,25 2-4 0,11-12-1 0,-1-1-2 0,-22 11 4 0,1 2-3 0,-26 11 2 0,-24-12-1 0,2 12 1 0,-25 0 0 0,0-11 2 0,0 11-4 0,11 0 1 0,-11-13-3 0,12 13 2 0,-24 0 0 0,12 13-2 0,0-13 1 0,-11 0-1 0,11 0-2 0,0-13-39 0,0 26-40 0</inkml:trace>
  <inkml:trace contextRef="#ctx0" brushRef="#br0">12921 15491 7 0,'-24'0'15'0,"-1"0"2"0,14 0-1 0,-1 11-2 0,12 1 1 0,12-1-6 0,24 2-3 0,11-1-3 0,37-24 1 0,11-1-1 0,24 2 0 0,-12 11-1 0,-11-12-1 0,11 12 0 0,-25 12 0 0,3-12 0 0,9 11-1 0,2 2 1 0,-13-13 1 0,-11 0-1 0,-24 0 1 0,-25-13 1 0,0 13 0 0,-23-11-2 0,13 11-22 0,-1 0-82 0</inkml:trace>
  <inkml:trace contextRef="#ctx0" brushRef="#br0">16315 11489 26 0,'-48'-23'16'0,"12"12"-7"0,24-2 0 0,0 13-1 0,48 0-2 0,47 0-1 0,47 13-1 0,49-13 0 0,59-13-1 0,13-11-1 0,35 0 0 0,-12 12 1 0,-1 1-1 0,-34 34-2 0,-61-12 1 0,-46 14-1 0,-85-25 2 0,-35 12 3 0,-24-12 7 0,-60-12-10 0,-58 12-1 0,-49 0 0 0,-72 0 0 0,-34 0 0 0,-12 12-1 0,10-12 1 0,14-12 0 0,35 0-1 0,46 12 0 0,62 0 0 0,47 0 0 0,47 12 0 0,11-12 1 0,38 0-1 0,35 0 0 0,59-12 0 0,72-1 1 0,83 13 0 0,47-11-1 0,25 11-2 0,-1 11 3 0,-11 2-1 0,-25-1 0 0,-35-12 1 0,-83-12-1 0,-60 12 0 0,-71-13 2 0,-24 2 0 0,-13 11 1 0,-35-12-1 0,-94 12-2 0,-133 23 0 0,-94-10 0 0,-61 11 0 0,-11-11 0 0,36-2 2 0,97-22-2 0,116-14 0 0,74 25-1 0,46 0 1 0,11 12-1 0,37 1 1 0,13 10-1 0,106-12 2 0,119-11-1 0,131-11 0 0,36 11-2 0,0 0 4 0,-24 0-3 0,-59-12 2 0,-120 1-1 0,-143-2 4 0,-59-11-1 0,-11-12-1 0,11 25-128 0</inkml:trace>
</inkml:ink>
</file>

<file path=ppt/ink/ink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12861 9726 4 0,'0'-10'16'0,"0"10"-14"0,24 0 4 0,59-11 3 0,25-14-1 0,-1 13-3 0,-1 12-2 0,-22 12 0 0,-25 0-1 0,-11 12 2 0,0-1-3 0,-12 37 1 0,-23 11 3 0,21 24-1 0,-11 13-1 0,2 23-1 0,-14 11-1 0,26 0 2 0,-14-10 1 0,1-1-2 0,12 0-2 0,-24 0 2 0,-12 12 0 0,0-36 0 0,0-11-1 0,0-25 0 0,0-12 0 0,11 1 0 0,-11-12-1 0,-11-14 2 0,-25 3-1 0,-23-13 0 0,-25-1 1 0,-35-10-2 0,-12-13 1 0,24 0 0 0,12-13 1 0,23 13 2 0,49-11 2 0,11 11-4 0,12 0-2 0,0 0-31 0</inkml:trace>
  <inkml:trace contextRef="#ctx0" brushRef="#br0">14600 10251 4 0,'-12'-60'23'0,"-1"1"17"0,13 47-13 0,13 96-20 0,11 95 2 0,23-1-7 0,12-35-1 0,-34-24-1 0,-25-48-91 0</inkml:trace>
  <inkml:trace contextRef="#ctx0" brushRef="#br0">14373 10609 59 0,'0'-12'4'0,"0"0"-1"0,96-35 1 0,47 22 6 0,35 0-6 0,13 15-1 0,-60 10-1 0,-71 0 0 0,-49 0 2 0,-46 35 0 0,-1 13-4 0,36 0 1 0,47-1-1 0,36-23 1 0,-11-24 0 0,-36-48 2 0,-60-12-1 0,-47 13 0 0,-12 10-2 0,10 37 0 0,62 0-1 0,47 13-1 0,71-1-2 0,36 13 2 0,0-25 1 0,-1 0 0 0,-22-37 3 0,-49 3 0 0,-47-3 1 0,-36 13-1 0,-48 24-2 0,-23 36 0 0,0 10 0 0,59-9 0 0,48-1 0 0,35-25 0 0,12-34 1 0,-23-38 0 0,-12-21 0 0,-24-49-1 0,-24 24 1 0,-12 25 0 0,24 9-1 0,0 49 0 0,0 12 0 0,0 37-1 0,12 46 0 0,0 36 1 0,0 0-1 0,24-11 1 0,-2-37 0 0,27-34 1 0,-1-25 0 0,-25-25 0 0,1-34 0 0,-13-1 0 0,2 12-1 0,-14 35 0 0,-11 13-1 0,0 50 1 0,12-4 0 0,12-10 0 0,24-24 0 0,23-24 1 0,1-24-1 0,-36 1 1 0,-13-26 0 0,0 15 0 0,-10 21 0 0,-1 14-1 0,-12 47 0 0,11 23 0 0,2 60 0 0,-1 25 0 0,12 22 0 0,11-22 0 0,-23-14 0 0,-1-11 1 0,-22-60 0 0,-36-47 3 0,-13-48-1 0,-11-83-2 0,23-12 1 0,48 0-2 0,71 12 1 0,1 12-1 0,-1 24 2 0,-23 47-15 0,-37 36-87 0</inkml:trace>
  <inkml:trace contextRef="#ctx0" brushRef="#br0">16564 10323 7 0,'0'0'6'0,"-11"-48"22"0,11 1-6 0,-12 10-7 0,-1 3-12 0,13 21-3 0,-23 13-59 0</inkml:trace>
  <inkml:trace contextRef="#ctx0" brushRef="#br0">16136 10239 0 0,'0'0'0'0,"-12"-11"3"0,12-1-2 0,-13 12 0 0,2 0 0 0,-1 12 2 0,-1-1 3 0,-9 12 5 0,22-10-2 0,-12 24-4 0,0 9-2 0,12-10-2 0,0 0 2 0,0-24 1 0,24-12 0 0,11-48 1 0,-35 12-4 0,12 1 0 0,-1-13 0 0,-11 24 0 0,25 24 0 0,-25 0-1 0,0 36 4 0,0 0 2 0,24-13-2 0,11 14-1 0,13-37-1 0,-12 0-1 0,-25-13 1 0,2-34-1 0,-26 11 0 0,13-12-1 0,0 25 0 0,13-2 0 0,-13 2 0 0,12 12 0 0,-1 11 0 0,1 0 0 0,-12 11 0 0,0 25-1 0,0-1 1 0,24 1 1 0,0-24-1 0,0 0 1 0,-12-24-1 0,0-13 1 0,10-9-1 0,-9-3 1 0,-1 14-1 0,-12 12-1 0,11 22-2 0,-11 1-48 0</inkml:trace>
  <inkml:trace contextRef="#ctx0" brushRef="#br0">9694 11882 7 0,'0'0'3'0,"-12"0"7"0,12 0 3 0,-13 0-4 0,49-12-3 0,12 12 2 0,0 0 0 0,35 0-5 0,1 0 0 0,34-11-1 0,14 11 11 0,-1 0-5 0,11-12-6 0,-11 12-2 0,0-11 0 0,-1 11 4 0,2 0 1 0,-13 0-3 0,24 0-1 0,-47 11-2 0,-49-11 10 0,-11 0 1 0,-13 0-5 0,-10-24-2 0,10 0 0 0,-23 11-2 0,0 13-50 0,0 13 3 0</inkml:trace>
  <inkml:trace contextRef="#ctx0" brushRef="#br0">10896 11882 6 0,'0'0'0'0,"-13"0"6"0,13 0 0 0,-22 36 8 0,-26 12 1 0,0-2-3 0,0 4-4 0,14-27-3 0,9 1 2 0,1 0-2 0,24-13 1 0,-12-11-3 0,12-11-1 0,0-13-80 0</inkml:trace>
  <inkml:trace contextRef="#ctx0" brushRef="#br0">10622 11954 14 0,'0'0'6'0,"0"-13"1"0,36 13 11 0,0 50 7 0,0-4-13 0,10-10-7 0,-9-13 0 0,-13 2-2 0,-24-13 0 0,12-12 1 0,0-12-20 0,-12 12-28 0</inkml:trace>
  <inkml:trace contextRef="#ctx0" brushRef="#br0">21554 16538 40 0,'-13'-12'9'0,"26"12"-10"0,59-13 3 0,35-10 0 0,0-1 0 0,-12 0 1 0,-1-10 0 0,3-39 0 0,-2 2 3 0,-24-24 0 0,1-13-1 0,-13-47-2 0,-11 0-1 0,-12 0 1 0,-12 0 0 0,-24-10-1 0,-36-26 2 0,-24 1-1 0,-23-13 0 0,-25 1 1 0,-35 0 1 0,-23 11-2 0,-49-10-1 0,0-4-2 0,-34-8 3 0,-24-1-2 0,-49 23 1 0,-23 13-1 0,-48 36-1 0,-1-2 0 0,-10 25-1 0,-25 22 3 0,-23 26-3 0,-1 12 3 0,-11 24-2 0,23 24 2 0,1 34-3 0,11 36 2 0,24 14-1 0,48-2 1 0,83-12-1 0,95-24 2 0,84-24-1 0,59-11 2 0,24-11-3 0,35-36 0 0,38-13-3 0,-2 2 3 0,13-15-2 0,-13 14 2 0,-11 11 0 0,-24 0 0 0,-24 13 1 0,0 11 2 0,-24 35-3 0,-12 37 0 0,-23 25 0 0,-25 9 1 0,-23 12-1 0,24-10 1 0,35-24 0 0,36-24 0 0,12-11 0 0,36-14 1 0,47 1-1 0,0 36-1 0,24-1 1 0,-23 11 0 0,-12-45 0 0,-49 11 1 0,-23 0 3 0,0-12 0 0,0-1-4 0,0-11-19 0</inkml:trace>
  <inkml:trace contextRef="#ctx0" brushRef="#br0">6788 13454 25 0,'0'0'0'0,"-13"-48"7"0,2 25-2 0,-1 11 9 0,12 95 1 0,12 72-4 0,-1 11-5 0,-22-24 0 0,-14-10-5 0,3-59 0 0,10-50 2 0,-12-59 0 0,0-35-1 0,24 0-3 0,48 21 2 0,22 16-2 0,2 47 0 0,-1 45 0 0,-58 2 0 0,-73-2 1 0,-23-8 0 0,24-39 1 0,35-11-81 0</inkml:trace>
  <inkml:trace contextRef="#ctx0" brushRef="#br0">7038 14072 71 0,'0'0'2'0,"12"13"-2"0,48-49 2 0,11-12-1 0,11 1 2 0,-21 0-4 0,-50 23 1 0,-11 0 2 0,-36 11 0 0,0 13-2 0,2 25 1 0,10 21-1 0,11 15-1 0,26-13 1 0,23 11-1 0,11-22 1 0,0-26 0 0,13-22 0 0,-11-14-25 0,-26 13-23 0</inkml:trace>
  <inkml:trace contextRef="#ctx0" brushRef="#br0">7705 13859 0 0,'0'0'0'0,"47"-24"10"0,-47 1 1 0,0 23 4 0,-47 23-6 0,11 25-5 0,11-1-2 0,61 1 0 0,49 0-1 0,-38-2-2 0,-36 4 2 0,-45-16 3 0,-39-22-1 0,26-12-3 0,35-23-28 0,24 11-4 0</inkml:trace>
  <inkml:trace contextRef="#ctx0" brushRef="#br0">8110 13597 25 0,'-36'-24'21'0,"0"37"-3"0,13 58-2 0,23 47-10 0,35-22-4 0,12-13 0 0,-10-23-10 0,-37-48-73 0</inkml:trace>
  <inkml:trace contextRef="#ctx0" brushRef="#br0">7967 13883 39 0,'0'0'14'0,"0"-37"-2"0,94-10 4 0,38 12-12 0,-25 12-3 0,-35 23 0 0,-61 0-23 0,-11 11-39 0</inkml:trace>
  <inkml:trace contextRef="#ctx0" brushRef="#br0">9444 13787 54 0,'0'-23'2'0,"-12"0"0"0,24 57 8 0,11 98 4 0,13 58-11 0,-13-35 1 0,-23-36-2 0,0-12-1 0,-11-95-35 0,-1-36-19 0</inkml:trace>
  <inkml:trace contextRef="#ctx0" brushRef="#br0">9454 13871 22 0,'13'-48'6'0,"59"-59"0"0,22 71 10 0,-22 97-8 0,-60 33 1 0,-60-12 1 0,-35-32-5 0,36-50-5 0,34-37-70 0</inkml:trace>
  <inkml:trace contextRef="#ctx0" brushRef="#br0">10218 13764 1 0,'0'-12'2'0,"0"-36"12"0,-36 24 0 0,11 12-9 0,-22 12-3 0,12 0-1 0,-1 48 2 0,-25 0 2 0,27 23-2 0,10-10-3 0,12-3 1 0,12-22-1 0,24-25 2 0,22-34-2 0,15-25 0 0,-14 1 1 0,1-13-1 0,-25 12 0 0,2 25 1 0,-25-1-1 0,0 24 1 0,0 24-1 0,0 23 0 0,11 0-1 0,14-22 2 0,10 0-1 0,13-14 0 0,-11-11 0 0,9-11 1 0,1-39 0 0,-10-21-1 0,22 24 0 0,-23 35 1 0,-25 24 2 0,2 59 2 0,-1-11-3 0,11-12-1 0,-11-48 2 0,0-48 0 0,12-36 1 0,12 25-1 0,11 23-3 0,25 1-7 0,-24 23-65 0</inkml:trace>
  <inkml:trace contextRef="#ctx0" brushRef="#br0">11004 13859 22 0,'0'0'3'0,"11"24"-2"0,61-36 2 0,-13 0-2 0,-23-24 1 0,-24 0-1 0,-24 1-1 0,-12-13 1 0,0 1 1 0,1 23 3 0,-13 11 0 0,-11 26 1 0,10 34-1 0,1 25-4 0,25-1 0 0,-1 2-1 0,24-27 1 0,12-21 0 0,23-25 0 0,0-37 1 0,2-10-2 0,-14-1 0 0,-11 0 1 0,0 13-1 0,-24 35 0 0,0-11 0 0,-12 34 0 0,12 12 0 0,12 1 0 0,12 0 0 0,12-11 0 0,-1-25-1 0,12-25 2 0,2-11-1 0,-27-12 1 0,3 13-1 0,-1 11 0 0,-12 37-1 0,-1 33 3 0,-11 2 1 0,0 0-2 0,-11-35 0 0,11-13 3 0,-12-25-4 0,35-23 0 0,13 12 0 0,24 13 1 0,-13 11-1 0,-11 35 0 0,-24 14-1 0,-12-14 2 0,0-23-1 0,24-48 2 0,36 2-1 0,10 33-2 0,-21 60 1 0,-62 49-1 0,13-84-20 0</inkml:trace>
  <inkml:trace contextRef="#ctx0" brushRef="#br0">12242 13967 20 0,'0'-13'8'0,"24"-11"3"0,22-10-6 0,26-3-3 0,1-23 0 0,-50 13 1 0,-23 11-2 0,-48 24 0 0,0 12 1 0,-11 37-1 0,36 9-1 0,23 13 1 0,59-22 0 0,12-13 0 0,37-24 1 0,-13-48-1 0,-1-47-3 0,-33-36-11 0,-37-24 9 0,-24 48 6 0,0 35 3 0,0 49-1 0,-12 57-2 0,0 62 2 0,0 34-1 0,12-9 0 0,24-26-2 0,23-35 0 0,-11-49-20 0,-24-11-26 0</inkml:trace>
  <inkml:trace contextRef="#ctx0" brushRef="#br0">12623 13620 22 0,'0'0'0'0,"-24"-34"16"0,108-16-14 0,11 29 0 0,-12 21-4 0,-47 11-28 0</inkml:trace>
  <inkml:trace contextRef="#ctx0" brushRef="#br0">13028 13728 48 0,'-11'0'5'0,"11"0"-4"0,59-12 0 0,-12-13-1 0,1-21 1 0,-24 21-1 0,-36 2 0 0,-12-1 1 0,0 12-2 0,12 48 1 0,-12 24 1 0,1-1 0 0,11 0 0 0,35-22-1 0,25-26 0 0,24-22 1 0,10-37-4 0,-22 0-10 0,-36-11 12 0,-12 22 3 0,-1 14 2 0,14 35-1 0,22 47-3 0,-11 1 1 0,-24-1 0 0,-24-23 0 0,-12-24 2 0,12-48-1 0,60-22-2 0,24-3 0 0,-1 14 0 0,0-13 0 0,-24 13 0 0,-22 23 1 0,-37 12 1 0,-24 48 5 0,12 35-4 0,71-11-2 0,49-13-1 0,-36-23 0 0,-96 0 1 0,-84-24-3 0,38-36-7 0,128-12-19 0,51 25 19 0,-26 11 8 0,-47 12-20 0</inkml:trace>
  <inkml:trace contextRef="#ctx0" brushRef="#br0">14957 13741 34 0,'-48'-25'14'0,"0"13"-8"0,37-1 6 0,70 2-4 0,59-1-4 0,61 12-1 0,25 0-2 0,-14 0 0 0,-47-11 1 0,-48-1-1 0,-71 0 3 0,-60-35-2 0,-35 22-1 0,23 13 0 0,48 12-1 0,59 48-1 0,1 0 1 0,-48-25 1 0,-24-23-1 0,0 0-26 0,36 12-34 0</inkml:trace>
  <inkml:trace contextRef="#ctx0" brushRef="#br0">16410 13228 16 0,'12'-36'0'0,"35"-47"1"0,1 47 22 0,-37 36 0 0,-11 72-5 0,-23 70-12 0,23 13-4 0,0-24 0 0,0-36-1 0,12-35 1 0,-1-24 0 0,14-25 2 0,23-22-2 0,47-25-3 0,0-1-32 0,-59 26-20 0</inkml:trace>
  <inkml:trace contextRef="#ctx0" brushRef="#br0">16898 13620 59 0,'0'0'0'0,"-25"0"6"0,86-11-4 0,10-1-1 0,12-36 0 0,-10 14 0 0,-73-3 0 0,-13 1 0 0,-47 25 2 0,13 11 1 0,-1 34 2 0,13 37 2 0,11 13-4 0,48-24-3 0,34-24 1 0,50-24-20 0,-1-24-60 0</inkml:trace>
  <inkml:trace contextRef="#ctx0" brushRef="#br0">17612 13526 21 0,'-11'-36'4'0,"11"0"1"0,0 13 11 0,-25-2 0 0,-22 25-8 0,11 12-5 0,-11 35-2 0,23 14 0 0,-1 10 1 0,38-23-2 0,10-13 2 0,26-35-2 0,-14-12-1 0,-12-23 2 0,-10-1-1 0,-1 12 0 0,12 0 1 0,-12 11-1 0,-12 13 0 0,0 25 0 0,0 23 0 0,23-12 0 0,25-1 1 0,1-35 0 0,8-12 0 0,-21-11 0 0,-11-13 0 0,-1-12 2 0,11 13-1 0,1 11-1 0,0 24-2 0,-13 13-1 0,-11 8-51 0,-12-21 29 0</inkml:trace>
  <inkml:trace contextRef="#ctx0" brushRef="#br0">18089 13442 30 0,'0'0'38'0,"0"0"-10"0,11 12-11 0,14 36-9 0,-14 23-6 0,1 1 0 0,-12-13-2 0,12-22 2 0,-12-26 2 0,0-47 2 0,-12-35-3 0,-11-38 0 0,34 63-2 0,49-2 0 0,23 24-21 0,-24 12-83 0</inkml:trace>
  <inkml:trace contextRef="#ctx0" brushRef="#br0">18637 13454 93 0,'-11'-23'12'0,"22"23"-3"0,-11 59 3 0,0 0-8 0,0-11 0 0,0-25-2 0,0-10 3 0,12-49 0 0,11-25-4 0,25 3 0 0,0 22 0 0,-13 0-1 0,1 24-1 0,-24 24 0 0,-1 24 0 0,-11 12 1 0,25-12 0 0,23-1 0 0,-1-23 0 0,12-36 1 0,1-10 0 0,-12-16-1 0,-13 16 1 0,-23 9-1 0,-1 13 0 0,-11 12-1 0,-11 37 0 0,22 10 1 0,25-10 0 0,13-3 0 0,9-22 0 0,14-24-2 0,12-11 0 0,-48 12 2 0,-24 11-1 0,-12 21 3 0,0 4-1 0,-12-25 2 0,24-25-1 0,22-33-1 0,15-2 0 0,9 48-2 0,-9 24-2 0,-26 24 3 0,2 0-1 0,-25-11 1 0,0-25-25 0,-12-25-85 0</inkml:trace>
  <inkml:trace contextRef="#ctx0" brushRef="#br0">19625 13155 120 0,'0'0'0'0,"-48"-46"8"0,84 46-38 0,-12 12-57 0</inkml:trace>
  <inkml:trace contextRef="#ctx0" brushRef="#br0">20006 13465 42 0,'0'0'18'0,"36"-11"-19"0,-23 11 1 0,57-23 0 0,-34-14 10 0,-36 3 10 0,0 9-11 0,0-11-6 0,-13 24-2 0,2-11 0 0,11 11 4 0,-25 12-1 0,2 0-3 0,0 12 1 0,-13 0 2 0,0 35 2 0,12 1-5 0,24-13 1 0,24-23 1 0,24 12-3 0,-1 60-2 0,-35 47 2 0,-35-13 2 0,-25-47 2 0,0-46-115 0</inkml:trace>
  <inkml:trace contextRef="#ctx0" brushRef="#br0">20470 13620 176 0,'-47'-59'3'0,"24"59"-93"0,34 0 28 0</inkml:trace>
  <inkml:trace contextRef="#ctx0" brushRef="#br0">17065 14122 28 0,'-24'-13'3'0,"-37"13"-2"0,39 0 21 0,10 0-4 0,12 0-10 0,59 0 1 0,97 0-3 0,116 0 1 0,86-12-2 0,59-13-2 0,24 14-1 0,-25 22-1 0,-82 2 1 0,-96-1 0 0,-108-12 0 0,-81 0-2 0,-62 0-89 0</inkml:trace>
  <inkml:trace contextRef="#ctx0" brushRef="#br0">17458 14109 72 0,'-238'0'8'0,"106"24"-6"0,109-12 7 0,106-12-1 0,179-23-1 0,155-27 2 0,107 27-3 0,-13 0-2 0,-70 11 0 0,-156-1-2 0,-142 2 0 0,-118-1-99 0</inkml:trace>
  <inkml:trace contextRef="#ctx0" brushRef="#br0">17482 12716 36 0,'0'-13'5'0,"-13"-10"4"0,50 46 11 0,10 61 0 0,1-13-5 0,-13-11-8 0,-23-24 1 0,-12-36-2 0,-24-25-1 0,12-21-4 0,1 10 0 0,22-12-1 0,13 13 2 0,72-13 0 0,-50 72-3 0,-10 47 1 0,-36-24 0 0,0-10 2 0,-11-37 2 0,11-48-1 0,0-25-3 0,36 27 0 0,0 21 0 0,23 14 0 0,12 35 1 0,-10 0-1 0,-38 10-1 0,-23-9 1 0,-12 11 1 0,1-13-1 0,11-10 0 0,34-26-13 0,26-46-24 0,-12 0 21 0,-24 11 14 0,-12 12 9 0,10 24 4 0,-9 48-2 0,10 37-7 0,2-27 0 0,22-10-1 0,1-24 2 0,-25-35-1 0,-23-48 0 0,-23 10-1 0,-25 25 0 0,12 36-1 0,0 13 0 0,13 10 0 0,46 1-1 0,62 0 1 0,34-11-3 0,24-2 1 0,11-35 2 0,-22-13-1 0,-49 3 1 0,-107 9 1 0,-72 37 0 0,-46 35 1 0,46 14-2 0,73-26 0 0,69-23 1 0,39-36 1 0,-2-35-1 0,-36-48 0 0,-23-12-2 0,-24 35 2 0,0 38 0 0,-11 9-1 0,11 49 0 0,-13 47 0 0,13 37 0 0,24 11-2 0,36-13 2 0,11-23 0 0,1-46 1 0,10-25 0 0,14-59 1 0,12-1-1 0,-61 12 0 0,-47 37-1 0,-47-12 0 0,-25 23 0 0,13 34 0 0,35 37-1 0,36 0 1 0,59-21 0 0,24-39 1 0,0-35 0 0,-11-47 0 0,-2-60 0 0,3-35 0 0,-49 34 0 0,-36 61 1 0,-24 35-2 0,-12 36-2 0,0 95 0 0,11 72 1 0,38 11 0 0,71-35 2 0,23-95-1 0,-12-48 2 0,-11-48-2 0,-25 1 1 0,-48 35 0 0,-22 12-7 0,-1 0-67 0</inkml:trace>
  <inkml:trace contextRef="#ctx0" brushRef="#br0">9705 15299 55 0,'-11'0'4'0,"-25"0"6"0,24 0 13 0,24-11-11 0,35-1-1 0,37 1-5 0,47-14-3 0,35 13 0 0,13 12-1 0,-13 0 1 0,-23 24-2 0,-34-11-3 0,-50-2 4 0,-12-11 1 0,13-24-2 0,-26 12-48 0,-34 24-34 0</inkml:trace>
  <inkml:trace contextRef="#ctx0" brushRef="#br0">10551 15050 52 0,'-13'0'4'0,"-34"-36"19"0,36 24 1 0,22 12-15 0,36 12-2 0,2 12-3 0,34-2-5 0,-11 15 2 0,-1-1 0 0,-23-12 0 0,-26 0 0 0,-9-24 2 0,-13 34 5 0,-47 16-2 0,-26-4-3 0,27 2 3 0,10-12-1 0,25-24 0 0,11 0-3 0,0-24-34 0,0 12-87 0</inkml:trace>
  <inkml:trace contextRef="#ctx0" brushRef="#br0">11575 14918 1 0,'-12'-34'17'0,"12"21"11"0,0 26-13 0,25 81-6 0,-2 49-3 0,-12-24-1 0,-11-36-1 0,0-59 1 0,-11-60 0 0,22-35-4 0,37 35-2 0,12 60 0 0,-12 36 0 0,-13-1 0 0,-47-36 1 0,-47-10 1 0,-1-13 0 0,25 0-1 0,23 12-22 0,12 0-39 0</inkml:trace>
  <inkml:trace contextRef="#ctx0" brushRef="#br0">12123 15347 0 0,'0'0'0'0,"0"-11"9"0,0-2 11 0,25-11-7 0,-14 1-2 0,1-1-4 0,-12-13-4 0,0 14-2 0,0 0 0 0,-12-2 0 0,-24 25 0 0,12-11-1 0,-12 11 1 0,12 11 1 0,1 37 2 0,-1 0-1 0,-1 0 0 0,14 0-2 0,11-14 0 0,24-9 2 0,12-50-1 0,-1-9-1 0,13-3-1 0,-24 14 1 0,-12 12-1 0,-12 22-1 0,0 24 1 0,24 1 0 0,11-13 0 0,25-23 0 0,-2-11-1 0,3-49 0 0,-14-24-1 0,-10-21 1 0,-14-27 1 0,1 25 2 0,-24 70 1 0,0 26 4 0,-13 47-6 0,-10 60-1 0,12 46 1 0,22-11-1 0,37-36 0 0,-12-48-12 0,-1-47-70 0</inkml:trace>
  <inkml:trace contextRef="#ctx0" brushRef="#br0">12348 15073 21 0,'0'0'14'0,"25"-23"3"0,46-1 2 0,25 0-14 0,-13 11-40 0,-71 13 1 0</inkml:trace>
  <inkml:trace contextRef="#ctx0" brushRef="#br0">13017 15110 5 0,'-13'-25'17'0,"13"25"19"0,-24 0-18 0,-12 36-6 0,-11 12-7 0,35-2-4 0,12-9 0 0,59-13-1 0,-11-12 1 0,24-12 0 0,11-36-14 0,23-47-47 0,-81 71 41 0</inkml:trace>
  <inkml:trace contextRef="#ctx0" brushRef="#br0">13338 14859 0 0,'-13'-36'4'0,"13"1"12"0,0 23-1 0,0 36 0 0,0 23-5 0,0 24 0 0,0 25 1 0,0-13-7 0,0-11-2 0,-11-26 0 0,11-21-1 0,0-50 5 0,48-57-5 0,-14 59-1 0,15 23-1 0,-2 59 0 0,-23 12 1 0,0-35 0 0,0-24 1 0,0-48-18 0,-1-1-60 0</inkml:trace>
  <inkml:trace contextRef="#ctx0" brushRef="#br0">14230 15169 1 0,'-11'0'7'0,"-1"-12"13"0,12 12-6 0,12-13 23 0,23 13-28 0,25 0-6 0,47 0-1 0,-35-11-1 0,-1-1 0 0,-47 1-10 0,-24 11-43 0,0 11 18 0</inkml:trace>
  <inkml:trace contextRef="#ctx0" brushRef="#br0">14314 15240 31 0,'-13'0'7'0,"2"12"18"0,47-12-13 0,71 13-10 0,12-13-1 0,-47 0 2 0,-61-13 1 0,-11 1-21 0</inkml:trace>
  <inkml:trace contextRef="#ctx0" brushRef="#br0">15242 14907 6 0,'-11'0'4'0,"-1"-12"15"0,24-12 2 0,12 12-5 0,-1 0-3 0,-11 12-7 0,24 0-2 0,36 24-2 0,-1 12-1 0,-35 12 0 0,-36-14 1 0,-61 15 1 0,4-14-3 0,44-11 0 0,72 23 0 0,13 13-1 0,-26-12 0 0,-46-24 3 0,-82-1 3 0,0 1-3 0,33 12-4 0,37-25-75 0</inkml:trace>
  <inkml:trace contextRef="#ctx0" brushRef="#br0">15791 14942 30 0,'0'-24'13'0,"-12"1"27"0,47 12-28 0,13 11-9 0,12 23-2 0,-25 25 1 0,-60 11 2 0,-45 12-1 0,-1-12 0 0,35-11 0 0,24-25-1 0,24-23 1 0,47 0-2 0,13-23-8 0,10 12-91 0</inkml:trace>
  <inkml:trace contextRef="#ctx0" brushRef="#br0">16446 15299 79 0,'-24'37'17'0,"-36"34"16"0,-12-24-22 0,25 1-11 0,-1 12-55 0,36-49-24 0</inkml:trace>
  <inkml:trace contextRef="#ctx0" brushRef="#br0">17005 14776 62 0,'0'-13'5'0,"-25"-21"27"0,-9 68-16 0,-14 98-11 0,23 11-5 0,74-37 0 0,34-58 2 0,0-71 2 0,-35-49-1 0,-60 13 0 0,-71 35-2 0,-24 60-1 0,59 11-12 0,71 0-93 0</inkml:trace>
  <inkml:trace contextRef="#ctx0" brushRef="#br0">17339 14740 11 0,'0'-24'19'0,"12"0"14"0,-2 24-16 0,-10 0-4 0,0 0-4 0,0 37-2 0,0 10-4 0,-10 11-2 0,10 3 0 0,10-14-1 0,26-23 2 0,13-24-1 0,-13-11 0 0,-25 22-1 0,2 49 2 0,-13-1-1 0,0-34-5 0,11-2-68 0,1-23 36 0</inkml:trace>
  <inkml:trace contextRef="#ctx0" brushRef="#br0">17803 15157 31 0,'11'35'27'0,"-11"49"15"0,-59-24-30 0,-12-13-16 0,23-11-92 0</inkml:trace>
  <inkml:trace contextRef="#ctx0" brushRef="#br0">18266 14776 62 0,'-10'-13'17'0,"10"38"9"0,-12 71-15 0,12 9-7 0,12-34-4 0,-2-21-11 0,3-39-94 0</inkml:trace>
  <inkml:trace contextRef="#ctx0" brushRef="#br0">18565 14847 40 0,'0'0'0'0,"0"-13"43"0,12 26-17 0,-12 35-16 0,-12 35-7 0,12-11-1 0,36-25-2 0,0-23 1 0,10-35-1 0,-21-49 1 0,-37-12-1 0,-35-11 0 0,-1 11 2 0,0 37-2 0,36 23 0 0,0 36 1 0,12 23-2 0,48-10 1 0,35-14 0 0,25-23 1 0,-1-36 0 0,-47 12-1 0,-26 11 2 0,-34 26 0 0,0 35 0 0,25-1 0 0,22-11-2 0,25-12 1 0,-24-48 1 0,-25-36 0 0,-46-24 0 0,-49 38 0 0,-12 34-1 0,14 59-27 0,22 14-85 0</inkml:trace>
  <inkml:trace contextRef="#ctx0" brushRef="#br0">15326 15872 49 0,'-24'0'3'0,"60"0"0"0,95-37 0 0,83-22-58 0</inkml:trace>
  <inkml:trace contextRef="#ctx0" brushRef="#br0">17100 15822 46 0,'-12'-10'3'0,"36"-14"8"0,84-13-7 0,82-34-64 0</inkml:trace>
  <inkml:trace contextRef="#ctx0" brushRef="#br0">18565 15883 70 0,'-12'-24'2'0,"108"-35"-3"0,23 10-55 0</inkml:trace>
  <inkml:trace contextRef="#ctx0" brushRef="#br0">8050 13155 4 0,'-46'0'26'0,"21"-10"6"0,13-1-14 0,60 11-13 0,83 0 0 0,23 0-4 0,13-25 3 0,-60 25-1 0,-83 12-3 0,-24 12-22 0,0-1-48 0</inkml:trace>
  <inkml:trace contextRef="#ctx0" brushRef="#br0">10014 13205 21 0,'-46'-13'2'0,"34"-11"3"0,12 11 11 0,0 13-6 0,0 0-3 0,22 25-4 0,3-25-3 0,178-12 3 0,-1-11-2 0,12 12-2 0,-11-2 2 0,-37 1 0 0,-46 12 0 0,-85 0 12 0,-23 0-2 0,0 0-6 0,12 0-16 0,0 0-63 0</inkml:trace>
  <inkml:trace contextRef="#ctx0" brushRef="#br0">20851 16193 5 0,'0'-12'12'0,"0"0"3"0,0 12-3 0,0 0-2 0,-11 47 3 0,-25 1-2 0,0 23-2 0,-24 2-4 0,-12-2-2 0,14 12-1 0,22-24 1 0,12-12 1 0,12-22-3 0,-1-13 1 0,26-24 4 0,23-13-5 0,0 14-2 0,35-1 1 0,1 12 1 0,-14 23-2 0,-9-10 2 0,-26-13-1 0,13 0 1 0,0-13-1 0,-24 2-6 0,-12 11-66 0</inkml:trace>
  <inkml:trace contextRef="#ctx0" brushRef="#br0">20875 16335 24 0,'0'-11'10'0,"12"-1"13"0,-12 71-2 0,0 49-7 0,-24 47-5 0,12-13-4 0,1-24-2 0,11-57 0 0,-12-38-1 0,12-36 2 0,12-81-2 0,11-13-1 0,-23-36-3 0,12-12 0 0,0 36 3 0,-12 36-1 0,12 47 0 0,-12 11 0 0,0 50-1 0,-12 71 1 0,-24 82 1 0,13 25 4 0,10-48-4 0,-10-50 0 0,23-55 2 0,0-50 2 0,0-25-2 0,12-34-2 0,-1-1-6 0,14-47-48 0,-14 24-18 0</inkml:trace>
  <inkml:trace contextRef="#ctx0" brushRef="#br0">20875 16253 23 0,'-24'0'11'0,"1"23"10"0,-26 48-7 0,2 13-4 0,-24-2-5 0,0-21 1 0,23-26-3 0,24-10 1 0,12-25-3 0,12 11 0 0,36-22-1 0,22-2-3 0,27 13 2 0,-2 13 4 0,-23 10-2 0,-13-12-1 0,-11-11 1 0,0-11 0 0,-12-25-2 0,-24-1-11 0,-24-34-5 0,12 12 7 0,-12 0 10 0,0-12 1 0,12 34 3 0,12 26 12 0,0 70-3 0,0 72 1 0,-12 71-3 0,0-47-6 0,-11-35-4 0,10-48 0 0,13-49-4 0,0-46-42 0,25-27-26 0</inkml:trace>
  <inkml:trace contextRef="#ctx0" brushRef="#br0">20911 16253 14 0,'0'0'5'0,"-12"-37"10"0,-12 37 7 0,-23 71-5 0,-13 37-7 0,0-1-5 0,13-47 0 0,-1-25-2 0,-11-11 1 0,23-11-3 0,36-2 0 0,24-22-2 0,47-39-1 0,24 40 2 0,-11 20 0 0,-13 27 1 0,-23 10-1 0,1-22 0 0,-3-37 1 0,-22-24 0 0,-12-12-13 0,-12 25-50 0,-12 23 38 0</inkml:trace>
  <inkml:trace contextRef="#ctx0" brushRef="#br0">20911 16264 28 0,'0'0'6'0,"0"0"18"0,0 83 0 0,-12 83-14 0,-12 26-2 0,0-37-6 0,1-37-2 0,10-58 1 0,13-36 2 0,0-71-4 0,25-97-12 0,10-22 8 0,-35 82 3 0,0 47 2 0,0 50 7 0,0 95 1 0,0-1-4 0,-12-12-3 0,-11-47-1 0,23-25-91 0</inkml:trace>
  <inkml:trace contextRef="#ctx0" brushRef="#br0">2203 12073 42 0,'-23'-11'19'0,"-14"22"-5"0,-10-11 2 0,0 12-6 0,-37 12-5 0,-47-12-2 0,12 11-1 0,23 0 2 0,49-10 0 0,22-1-3 0,15-12 2 0,-1 25-2 0,-2 21 0 0,1 38 0 0,12-1-4 0,0 12 4 0,12 36-2 0,1 12 1 0,-13 0-1 0,11-12 0 0,12-12 0 0,0-12 2 0,2 25-2 0,-25-14 2 0,11-10 0 0,-11-1 0 0,0 0 0 0,-11-11-2 0,-14-2 2 0,14-22 1 0,-1 35-1 0,12-36-1 0,-13 0 0 0,13-34 1 0,13-3 0 0,10-21-1 0,2 24 1 0,-14-14-1 0,2-12 0 0,-1 1 1 0,12-12 0 0,-2 12-1 0,14-12 1 0,13-12-1 0,34-11 0 0,24-13 0 0,-11 12 0 0,-25 0 2 0,-23 1 1 0,-25-1 0 0,-23 24 0 0,-11-13-12 0,11-10-95 0</inkml:trace>
</inkml:ink>
</file>

<file path=ppt/ink/ink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17732 5024 13 0,'-24'-12'5'0,"-36"12"0"0,60 0 3 0,60-11-2 0,71-1 3 0,59 1 0 0,25 11-4 0,-37 0 4 0,-59-13 1 0,-71 13-5 0,-48-12 0 0,-36 0-3 0,-59 24-15 0,-12 24-57 0</inkml:trace>
  <inkml:trace contextRef="#ctx0" brushRef="#br0">14945 4928 19 0,'0'0'0'0,"-71"-11"24"0,-1 35-20 0,48-24 6 0,12 0-1 0,36 0-2 0,95 12 0 0,71-12-3 0,73 0-3 0,-38 0 0 0,-57 0 1 0,-85-12-1 0,-71 24-4 0,-60 13-60 0</inkml:trace>
  <inkml:trace contextRef="#ctx0" brushRef="#br0">1977 7811 1 0,'0'0'1'0,"0"-24"12"0,0 0-8 0,0 11-1 0,24 13 7 0,0 13 0 0,22 11-1 0,26-24-4 0,35 13 1 0,49 8-5 0,11-8 0 0,0-13 0 0,23 0 1 0,-1 0-1 0,15 0-2 0,-2 12 3 0,13 13 0 0,-2-2-1 0,14-23 0 0,23 0-2 0,12-23 0 0,0 10 2 0,-24 1 1 0,12 0-2 0,1-1-1 0,-25-8 0 0,-36 8 0 0,-12 13 0 0,-35 0 3 0,-23 0-2 0,-25 0 3 0,-11 0-3 0,-25-12 1 0,-23 0 3 0,-24-1 3 0,-12 2-6 0,0 11-18 0,0 0-81 0</inkml:trace>
  <inkml:trace contextRef="#ctx0" brushRef="#br0">7120 10358 0 0,'-10'0'2'0,"10"0"1"0,-11 0 3 0,11 0 5 0,-13 0 5 0,13 0-5 0,13 0-3 0,-2 0-3 0,-1 12-2 0,15-12-1 0,22 0 1 0,2-12 2 0,9 12-1 0,-9 0-3 0,22 0 1 0,-12 0-1 0,13 12-1 0,-12-12 1 0,10 0 0 0,2 0 0 0,-1 13 0 0,1-13-1 0,-12 11-1 0,0-11 2 0,-1 0-1 0,1 0 1 0,-13 0-3 0,1 12 2 0,-12-1 0 0,11-11 1 0,49-11 0 0,-13 11 0 0,24-12 0 0,0 1 0 0,12-2-1 0,-11 13-1 0,-1-12 1 0,-1 12 0 0,-10-12 1 0,-1 12-1 0,1 0 0 0,-25 0 1 0,12 0-1 0,0 0 1 0,1 0-1 0,0-11-1 0,-13 11 1 0,-1 0 1 0,2-12-1 0,1 12 0 0,-14 0 1 0,12 0-1 0,1 0 0 0,-2 0 0 0,-9 0 0 0,-15-11 0 0,3 11 1 0,-13 11-1 0,11 1-2 0,2-12 1 0,-2 0 3 0,-1 0 1 0,-21 0-1 0,23 11-1 0,-14-11-1 0,-9 0 1 0,-1 0 0 0,-12 0 1 0,-1 0-4 0,2 0-57 0</inkml:trace>
  <inkml:trace contextRef="#ctx0" brushRef="#br0">11766 10335 28 0,'-36'-12'21'0,"24"12"-13"0,48 12 11 0,47-12-8 0,83 0-5 0,49-12-3 0,166 1 0 0,-251 22-2 0,-69 1 0 0,-49-12 0 0,-12 0-9 0,-60 0-23 0,-11 0-23 0</inkml:trace>
  <inkml:trace contextRef="#ctx0" brushRef="#br0">11813 10358 34 0,'-25'0'9'0,"-45"0"1"0,82 0 3 0,71 0 2 0,107-12-7 0,85-11-4 0,10 23 0 0,-58 12-3 0,-84-1 1 0,-72 1-2 0,-58-12 2 0,-13-12 1 0,-13 12-3 0,-11 0-28 0,24 0-35 0</inkml:trace>
  <inkml:trace contextRef="#ctx0" brushRef="#br0">9086 11250 0 0,'-13'-10'6'0,"13"-1"21"0,0-2-5 0,13 1-7 0,-13 12-3 0,23 25-5 0,-10 9-4 0,23 3 0 0,-1-26-2 0,-23 12 1 0,1 2-1 0,-2-13 1 0,-11-1-1 0,12-11 1 0,24-11 0 0,11-37-1 0,37 12-1 0,-2-11 1 0,3-14 0 0,9 2-1 0,2 13 1 0,-24 9 0 0,-1 1 1 0,-11 13 0 0,-37 11 0 0,-11-1-1 0,-1 13-1 0,-11-11-6 0,0 11-66 0,13 0 40 0</inkml:trace>
  <inkml:trace contextRef="#ctx0" brushRef="#br0">13099 12335 1 0,'0'-13'3'0,"-12"13"0"0,24 0 4 0,-12 0 0 0,0 0 14 0,0 13-15 0,24 11-3 0,-12 0 0 0,0-1 0 0,0 1-1 0,-12 12 0 0,12 0 1 0,-12-13-1 0,12 0-1 0,0 2 0 0,0-13 0 0,-2 1 0 0,-10-13 1 0,13 0 0 0,-1-25-1 0,35-11 1 0,2-11-2 0,9 0 0 0,-9-3 2 0,10 4-1 0,14-13-1 0,-16 11 1 0,-8 25-1 0,-13-2 1 0,-14 0 0 0,-9 14 1 0,-13-1-1 0,12 12 0 0,-1-11-1 0,2 11-73 0</inkml:trace>
  <inkml:trace contextRef="#ctx0" brushRef="#br0">11407 14277 18 0,'-11'-13'12'0,"-24"-11"4"0,23 0 4 0,36 12-9 0,71 1-5 0,48 11-2 0,83-13-1 0,60 1-1 0,23 0-2 0,-35 12 2 0,-72 12-1 0,-34 0-1 0,-73-12 1 0,-49 0 3 0,-33-12 0 0,-13 12-7 0,0-12-96 0</inkml:trace>
  <inkml:trace contextRef="#ctx0" brushRef="#br0">12135 13431 37 0,'-12'-13'14'0,"12"1"-3"0,25-23 6 0,-2-13-12 0,0-36 0 0,1 0-1 0,-12-34-2 0,0 23-1 0,0 36 0 0,0 23 3 0,-12 24 5 0,-12 12-6 0,-12 48 1 0,12 35-2 0,-1 12 0 0,26 24-1 0,11-35 0 0,12-49-1 0,-2-24 2 0,15-34 2 0,-1-36-2 0,0 11-2 0,-25 23 0 0,-12 25-1 0,2 50 1 0,-1-3 0 0,12 0 1 0,-1-11-2 0,-11-36 3 0,12-12-1 0,0-24 1 0,-24-35-2 0,0 10 2 0,-24 3-2 0,-12 34 0 0,13 12-1 0,-1 35 1 0,-1 27-2 0,14 8 3 0,11-11-2 0,11-10 1 0,38-14 0 0,-2-23 1 0,13-12 0 0,22-36-1 0,-21 1 0 0,-2-11 1 0,-11 8-1 0,-37 16 0 0,2 9-1 0,-13 2 2 0,0 23-2 0,-13 0 1 0,-23 23 0 0,25 61 0 0,58-25-1 0,-22 1 1 0,-2-24-1 0,-46-13 3 0,-25-23-1 0,12 0-1 0,23-11 0 0,26 11-1 0,23 0 2 0,23 0-2 0,1 0-1 0,0-48 3 0,-14 12-1 0,-9-11-2 0,-13-1 3 0,-12 24-1 0,-12-12 0 0,0 24 0 0,-12 12-1 0,0 36 0 0,36 37 0 0,0-15 1 0,-1-11 0 0,-46-10 5 0,-25-14 5 0,12-12-6 0,23-11-71 0,13 0 10 0</inkml:trace>
  <inkml:trace contextRef="#ctx0" brushRef="#br0">18351 15585 3 0,'-13'0'1'0,"-59"-12"13"0,26 12 13 0,10-23-4 0,12-2-1 0,24 25-7 0,24 0-2 0,36 0-9 0,59 0 0 0,59-11-1 0,25-1 1 0,47 12-1 0,-1-11 0 0,3 11-1 0,-39 0 1 0,-22 0 0 0,-35-13 2 0,-38 13 0 0,-11 0-1 0,-24 0-1 0,-35 0-1 0,-25 13 0 0,-10-13 1 0,-13 0 1 0,0 0-19 0,-13 0-127 0</inkml:trace>
  <inkml:trace contextRef="#ctx0" brushRef="#br0">8419 16776 1 0,'-23'0'3'0,"-24"0"11"0,22-12 8 0,1 0-3 0,0-1-2 0,1 13-7 0,10 0-3 0,13 0-2 0,36 0-2 0,24 0 0 0,23 13-1 0,37-13 0 0,33-13 1 0,27 13 0 0,11-11 0 0,-13 11 0 0,13 0-2 0,-1 0-1 0,-11 0-1 0,-12 0 0 0,-25-12 1 0,1 1 0 0,-37-1 0 0,-34 12 0 0,-47 12 0 0,-25-1 3 0,12-22 2 0,0 11-47 0,-12 11-36 0</inkml:trace>
  <inkml:trace contextRef="#ctx0" brushRef="#br0">9051 8013 9 0,'35'-71'8'0,"-35"11"7"0,0 36 11 0,-59 84-16 0,-13 130 4 0,-23 59-11 0,59-10-1 0,60-97 1 0,60-81 3 0,11-38 2 0,0-46-5 0,-24-13-93 0</inkml:trace>
  <inkml:trace contextRef="#ctx0" brushRef="#br0">9705 8202 17 0,'0'0'0'0,"0"-21"4"0,-11 8-1 0,11 1 4 0,-12 0 9 0,-12-1-9 0,-1 2-4 0,-33-1-1 0,-14 12 0 0,13 12-2 0,-1 12 1 0,36-12-1 0,12 13 0 0,12 9 0 0,48 3 0 0,0 22 0 0,-2 12 0 0,3 12-1 0,-37-11 2 0,-37-13 1 0,-34-22 2 0,0-26 1 0,23-47 0 0,60-47-3 0,24 23-1 0,23-11-1 0,0 23 0 0,12 13-1 0,-23 10 1 0,-11 25-1 0,-26 25-1 0,-23 21 2 0,11 4-1 0,14-16 1 0,22-10 0 0,1-48 2 0,-12-23-1 0,-13-13 1 0,-23 12-1 0,-23 1-1 0,-25 23 1 0,-24 24-1 0,25 0 2 0,24 37-3 0,46 10-62 0,1-47 45 0</inkml:trace>
  <inkml:trace contextRef="#ctx0" brushRef="#br0">10313 7834 19 0,'0'-23'16'0,"12"-61"-4"0,-12 96-9 0,0 131 14 0,-12 83-3 0,0 0-6 0,12-35-2 0,12-49-2 0,0-34 1 0,-12-49-16 0,13-47-65 0</inkml:trace>
  <inkml:trace contextRef="#ctx0" brushRef="#br0">10551 8252 23 0,'0'0'0'0,"-13"-50"13"0,49 4-2 0,12 21-4 0,13 14-5 0,-2 35 1 0,-36 13 1 0,-23 9-1 0,-23 13 0 0,-13-11-1 0,-12 12 0 0,0-1 1 0,37-34-2 0,22-25 2 0,49 0-3 0,0-25 2 0,47-34-2 0,-25 11 0 0,-21 13 1 0,-26 23-1 0,-22 12 0 0,-26 24-1 0,13 10 1 0,60-9 0 0,11-25 2 0,-11-36-1 0,-23-11 2 0,-62 0 0 0,-47 22 3 0,-23 25-5 0,48 36-6 0,47-13-69 0</inkml:trace>
  <inkml:trace contextRef="#ctx0" brushRef="#br0">11670 8489 42 0,'0'0'4'0,"24"73"9"0,-12-2 4 0,-36-24-8 0,-36 0-4 0,1 1-71 0</inkml:trace>
  <inkml:trace contextRef="#ctx0" brushRef="#br0">12290 7976 45 0,'-72'-11'8'0,"59"22"-5"0,62-11 1 0,58 13 0 0,23-37 0 0,-34 24-1 0,-84 36 5 0,-36 35 3 0,1 13-9 0,11-1-1 0,-1 1 1 0,13 0 0 0,25-13-4 0,10-48-87 0</inkml:trace>
  <inkml:trace contextRef="#ctx0" brushRef="#br0">12325 8311 17 0,'-23'-12'5'0,"46"-1"3"0,61-10-3 0,70-13-1 0,25-35 0 0,-49-13-1 0,-81-12-1 0,-62 2-2 0,-23 33 5 0,25 51 5 0,-1 117 4 0,12 83-6 0,0 25-3 0,12-37-4 0,-1-35 5 0,2-72-6 0,10-48-87 0</inkml:trace>
  <inkml:trace contextRef="#ctx0" brushRef="#br0">12742 8181 10 0,'0'0'4'0,"-13"-25"0"0,13 25-4 0,-46 83 20 0,34-23-13 0,24-25-3 0,23-23 1 0,1-24-1 0,-12-47-1 0,-24-14 0 0,-24 27-1 0,-12 21-2 0,24 38 0 0,12 11-39 0</inkml:trace>
  <inkml:trace contextRef="#ctx0" brushRef="#br0">12992 8120 0 0,'0'0'0'0,"25"-23"13"0,-14-2 5 0,1 13-5 0,12-11-5 0,35 12-4 0,-11 22-2 0,-24 36 1 0,-24 0 1 0,-48 3 0 0,11-16-1 0,37-34-1 0,37 24-1 0,11 23-2 0,-36 24 1 0,-48-34 0 0,-12-13 2 0,35-24 2 0,38-36-10 0,57-12-5 0,-10 25 9 0,-12 11 1 0,-36 36 2 0,-12-13 1 0,-1-11 2 0,25-35 1 0,-11-25 1 0,-25 48-4 0,-48 37-1 0,1-2-68 0</inkml:trace>
  <inkml:trace contextRef="#ctx0" brushRef="#br0">13647 7821 54 0,'12'0'2'0,"83"61"-3"0,84 106 7 0,-72 83-2 0,-132 0 0 0,-117-107 5 0,-36-60-2 0,47-59-46 0,119-24 5 0</inkml:trace>
</inkml:ink>
</file>

<file path=ppt/ink/ink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10027 8430 5 0,'-24'-12'28'0,"24"1"-8"0,11-14 3 0,2 25-5 0,-1 12-8 0,-12 12-4 0,11-12-4 0,2 11 3 0,10 2-1 0,-10 22-2 0,-2-10 0 0,2-16 0 0,10-8-1 0,1-1 1 0,24-24-1 0,-13-1 1 0,37-21 0 0,11-14-2 0,0 0 0 0,-11 2-2 0,-1 9 2 0,1 1 0 0,-25 13 0 0,-11 11-1 0,-12-1 3 0,-12 2-1 0,-12-1 0 0,0 12 0 0,0 0 0 0,0 0-6 0,12 12-73 0,0-1 40 0</inkml:trace>
  <inkml:trace contextRef="#ctx0" brushRef="#br0">10861 9358 23 0,'0'0'0'0,"-48"-13"18"0,36 13-10 0,24-10 21 0,0 10-9 0,12 23-12 0,10 1-5 0,-9 12 0 0,-14 12-1 0,-11-14 1 0,13-9 0 0,-1 0-1 0,-12-14-1 0,24 1 1 0,-1-24 1 0,48-24-2 0,13-23 0 0,13 11-1 0,-4 12 0 0,-22-1-1 0,-22 16 1 0,-26-4 0 0,2 13 1 0,-14 12 0 0,13 0-1 0,-12-13 1 0,25 2-11 0,-3 35-91 0</inkml:trace>
  <inkml:trace contextRef="#ctx0" brushRef="#br0">11622 10919 0 0,'-11'-13'6'0,"-1"-24"18"0,24-9 16 0,-12 21-15 0,0 25-15 0,11 13-2 0,-11 24-2 0,13-3-2 0,-1 3-2 0,11-3-1 0,1 14 0 0,0 0 0 0,-12-23-1 0,12-14 2 0,10-22-1 0,15-26 1 0,23-22-2 0,22-13 1 0,2 1-1 0,-13 11 0 0,-23 12 0 0,10 1-1 0,2-1 2 0,-12 13-1 0,-13 10 0 0,-22 14 1 0,-25 11-1 0,0 0 0 0,0 0-18 0,11 11-90 0</inkml:trace>
</inkml:ink>
</file>

<file path=ppt/ink/ink1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6739 10239 44 0,'25'-23'12'0,"35"11"-8"0,34-1 15 0,14 2-5 0,11 11-8 0,12-12-3 0,-12 12-2 0,-47-24 2 0,-36 0 4 0,-48 24 5 0,-35-13-9 0,-2 13-2 0,49 0 0 0,24 13-1 0,24 35 0 0,-24-12 2 0,-37-12 5 0,-34-13-6 0,23 1-65 0,24-12 12 0</inkml:trace>
  <inkml:trace contextRef="#ctx0" brushRef="#br0">8598 10204 73 0,'0'-13'5'0,"0"-10"8"0,12-13-10 0,24-10-1 0,-25-15 0 0,-22 38 4 0,-50 10 4 0,-33 26-7 0,-1 46-3 0,35 12 0 0,36 1 1 0,24-14-2 0,37-21 2 0,33-49 0 0,14-47-1 0,23-62 0 0,-60 27 0 0,-12 12 0 0,-22-2 0 0,-13 0 1 0,-13 47-1 0,2 37 0 0,0 50 1 0,-13 68 1 0,24 1 0 0,24-25 0 0,11-33-1 0,24-13 0 0,-11-36 0 0,12-24 0 0,0-47 0 0,-13 9-1 0,-11 16 0 0,-24 22 1 0,-12 12-1 0,0 25 0 0,0 9 0 0,0 14 0 0,0-12-4 0,12-1-20 0,-12-23-70 0</inkml:trace>
  <inkml:trace contextRef="#ctx0" brushRef="#br0">8991 9942 45 0,'-12'-24'5'0,"-1"12"-20"0,26 12-20 0</inkml:trace>
  <inkml:trace contextRef="#ctx0" brushRef="#br0">9420 9799 48 0,'-12'-36'20'0,"0"-1"5"0,-12 27-1 0,12 10-17 0,-12 60-5 0,24 58-1 0,24 13-1 0,36 1 1 0,-26-2 1 0,-44-47 2 0,-86-36-1 0,-11-22-3 0,59-61-56 0,36 13-14 0</inkml:trace>
  <inkml:trace contextRef="#ctx0" brushRef="#br0">9324 10107 53 0,'0'0'0'0,"0"-10"10"0,84-26-9 0,-2-12-1 0,25-11 1 0,-35-1 0 0,-36 1-1 0,-24 0 1 0,-12 22 0 0,-12 14 5 0,1 23 3 0,-14 83 4 0,14 60-9 0,35 1-3 0,-1-39 0 0,-23-34-10 0,-23-21-41 0,10-50 10 0</inkml:trace>
  <inkml:trace contextRef="#ctx0" brushRef="#br0">9575 10120 27 0,'0'-13'21'0,"58"-21"-3"0,50-14-1 0,-1 12-14 0,-59 24-3 0,-48 24-64 0</inkml:trace>
  <inkml:trace contextRef="#ctx0" brushRef="#br0">10919 9965 20 0,'0'-11'11'0,"0"-1"12"0,0-12 3 0,-11 12 0 0,11 12-19 0,0 36-1 0,11 24-3 0,-11-13-1 0,25 1-1 0,-1-13 0 0,12-10 0 0,11-25 0 0,-11-37 1 0,11 3-2 0,25-27 1 0,11 25-1 0,-11 24 0 0,-26 48 0 0,-33 24 1 0,-37-13 2 0,-36-23-4 0,-22-11-68 0,71-13 23 0</inkml:trace>
  <inkml:trace contextRef="#ctx0" brushRef="#br0">11015 9705 74 0,'-35'-37'23'0,"35"37"-27"0,11 24-63 0</inkml:trace>
  <inkml:trace contextRef="#ctx0" brushRef="#br0">12087 10002 46 0,'0'-13'10'0,"12"1"8"0,12 37-6 0,-24 22-4 0,0 11-4 0,12-8-3 0,-12-39 1 0,13-11 1 0,21-61-2 0,14 15-1 0,-24-2 1 0,12 12-2 0,-1 24 2 0,1 24-2 0,12 13 1 0,-25 22 0 0,-23-10 1 0,-12-3-1 0,1-34 1 0,11-34 0 0,48-27-1 0,22 13 0 0,-10 25 0 0,-24 23 0 0,-12 23-1 0,-12 25 1 0,-12-12 0 0,12 0 0 0,10-26 0 0,27 3 0 0,23-13-2 0,-1-23 1 0,-12-25 0 0,-11 1 1 0,-36-13 0 0,-12 49 1 0,-24 11-1 0,0 23 0 0,1 25 1 0,34-1-1 0,37 1-3 0,36-25-20 0,-1-11-54 0</inkml:trace>
  <inkml:trace contextRef="#ctx0" brushRef="#br0">13492 9989 13 0,'0'0'0'0,"-12"-47"8"0,12 11-7 0,-23 24 4 0,-13 12 0 0,-12 37 5 0,-23-3-1 0,22 14-5 0,26 0-3 0,10-12-1 0,38-26 2 0,-1-10-2 0,35-34 0 0,-11-3 0 0,0-10 0 0,-24 23 1 0,-12 13-1 0,-12-1 1 0,-12 24 1 0,-1 11-2 0,26 13 1 0,10-13-1 0,25-10 0 0,24-1 1 0,-13-37-1 0,-11 2 0 0,-13 12 2 0,-11 22 7 0,-24 12-4 0,-13 2-2 0,2-13-2 0,0-24 1 0,33-47-1 0,39 22-1 0,-2 26 0 0,2 11-1 0,-38 35 0 0,1 12 1 0,-1-22 1 0,-11 0-1 0,36-25 0 0,22-25 0 0,-9-11-1 0,-1-12 0 0,-36 25 1 0,-13 11 1 0,-11 1-1 0,0 22 1 0,0 12-2 0,12 14 2 0,-1-3-1 0,14-21 0 0,22-1 0 0,25-24 0 0,-24 12 0 0,-36 0 1 0,-12 0 3 0,0 12-1 0,0-12-1 0,11-48 0 0,25 0-2 0,24 14-1 0,-1 21 1 0,-12 84 0 0,1 1-1 0,0-36-7 0,-35-26-62 0,-13-20 52 0</inkml:trace>
  <inkml:trace contextRef="#ctx0" brushRef="#br0">14600 9655 102 0,'0'0'0'0,"-72"-23"18"0,83 46-32 0,14 14-73 0</inkml:trace>
  <inkml:trace contextRef="#ctx0" brushRef="#br0">15052 9989 40 0,'0'-12'11'0,"0"0"-2"0,24-11 3 0,-1-13 10 0,2 24-14 0,-25-12-6 0,-12 12-1 0,-12-11 0 0,-1 11 0 0,2 12 0 0,-12 12 0 0,11 0 2 0,0 22-1 0,12 3-1 0,0-1 0 0,12-1 0 0,12 1-1 0,24 25 1 0,10 21 0 0,-10-22 1 0,-23-49 1 0,-49-34-20 0,-47-13-83 0</inkml:trace>
  <inkml:trace contextRef="#ctx0" brushRef="#br0">15421 9525 33 0,'12'-36'23'0,"-1"24"-9"0,14 72 15 0,11 83-19 0,-12 47-5 0,-2 1-4 0,-32-84 1 0,-26-36 0 0,12-59-2 0,24-119-38 0,24-12-17 0,-36 59 65 0,-48 26 7 0,-11 9 5 0,35 0-10 0,36 25-10 0,48 13-2 0,11-1 0 0,13-24 2 0,-13-35 0 0,-11-1 0 0,-12 25 4 0,-25 10 0 0,2 13-4 0,-13-12 0 0,23 12 1 0,-23 25 1 0,0 22-2 0,0 11-1 0,24-21-1 0,23-24 2 0,13-26-1 0,-12-24 1 0,0 3-2 0,-13-3 1 0,-24 14 0 0,-11 23-2 0,0 12 3 0,13 24-2 0,10-13 0 0,14 13 1 0,10-12 0 0,37-36 0 0,-13-24 0 0,12-24 0 0,1-24 1 0,-25-21-2 0,-36 9 1 0,-23 60 0 0,-23 24-2 0,-24 85 1 0,35 45-1 0,48 1 0 0,59-36 2 0,12-35 0 0,-12-48 3 0,-47-37 1 0,-12 14-2 0,-36 0-7 0,-36 11-129 0</inkml:trace>
  <inkml:trace contextRef="#ctx0" brushRef="#br0">11527 9644 25 0,'0'0'4'0,"24"24"8"0,-12 34 18 0,-12 3-13 0,0-13-7 0,0-25-3 0,0-11 0 0,-12-35-3 0,24-25-2 0,0 0-2 0,12 13 1 0,-12 11-1 0,24 12 0 0,-1 0 0 0,-11 24 0 0,-24 13 1 0,0 9-1 0,0 3 1 0,0-14-1 0,48-12 1 0,-1-22 0 0,12-25 1 0,-10-1-1 0,-27-9-1 0,-9 21 1 0,-13 14-1 0,0 35-1 0,0 13 1 0,23-3 0 0,13-10 0 0,-11-24 0 0,10-12 1 0,-11-34 0 0,-24 9 0 0,-36 1-1 0,1 36 0 0,11 12 0 0,12 12-1 0,35 0 1 0,37-24 0 0,12-12 1 0,11-36-1 0,-23-23 0 0,-36-1 0 0,-24 12 1 0,0 49-2 0,-12 47 2 0,0 47-1 0,24-12-1 0,23-11 1 0,1-23-63 0,-36-26 24 0</inkml:trace>
  <inkml:trace contextRef="#ctx0" brushRef="#br0">12290 9537 45 0,'0'-12'21'0,"35"-24"-18"0,60-11-1 0,12 34-7 0,-94 13-54 0</inkml:trace>
  <inkml:trace contextRef="#ctx0" brushRef="#br0">11801 10061 32 0,'12'-36'12'0,"12"13"14"0,-12 23-2 0,-24 71-8 0,-12 24-7 0,-1-1-1 0,15-21-4 0,10-38-1 0,0-22 1 0,0-50-1 0,23-34-2 0,-11 24 0 0,-1-13 0 0,-11 24-1 0,13 36 0 0,10 36 0 0,13 24 0 0,-1 11 0 0,1-47 1 0,25-24 0 0,46-36-44 0,-71 24-47 0</inkml:trace>
  <inkml:trace contextRef="#ctx0" brushRef="#br0">5895 11882 50 0,'-25'-23'6'0,"25"0"13"0,49 10 5 0,22 13-15 0,36 13 4 0,1-13-4 0,-26-13-2 0,-11-11-3 0,-10 0-2 0,-37 12 1 0,-24-11 1 0,-36-13-2 0,-13 0-1 0,-9 24 0 0,58 12-2 0,12 0 0 0,47 25 1 0,0 22-1 0,-34 0 2 0,-86 14-1 0,-21 33-1 0,57-22-48 0,38-49-29 0</inkml:trace>
  <inkml:trace contextRef="#ctx0" brushRef="#br0">7360 11894 34 0,'-25'-35'26'0,"25"-13"-22"0,-11 0 8 0,-37 25 0 0,-11 23-3 0,-25 35-5 0,13 37-4 0,47-12 0 0,24-1 0 0,36-23 0 0,23-13 1 0,25-46 0 0,-2-38 0 0,-10-33-1 0,-12-1 2 0,-36 11-1 0,-1 13 1 0,-23 23-1 0,-11 48 0 0,-1 48-1 0,12 47 0 0,23 12 1 0,25-24-2 0,0-35 3 0,12-37 2 0,11-45 0 0,0-26-2 0,-24 12 0 0,-11 35-3 0,-11 38 1 0,-14 23-1 0,-11 23 2 0,0-23-2 0,0-14-86 0</inkml:trace>
  <inkml:trace contextRef="#ctx0" brushRef="#br0">7848 11752 70 0,'-59'-37'20'0,"59"26"-25"0,34 11-68 0</inkml:trace>
  <inkml:trace contextRef="#ctx0" brushRef="#br0">8168 11752 56 0,'0'-24'13'0,"36"-23"-10"0,0-37 8 0,-23 47 1 0,-13 37 2 0,-13 25-12 0,2 58-2 0,11 12-1 0,0 12 1 0,0 14 0 0,-12-16-2 0,12-34-95 0</inkml:trace>
  <inkml:trace contextRef="#ctx0" brushRef="#br0">8110 12012 72 0,'-13'-34'5'0,"84"-26"-3"0,49-22 0 0,23 21-2 0,-59 1 0 0,-50 1 2 0,-34 13 1 0,-34 33 5 0,-14 60-1 0,12 72-6 0,36 12 0 0,12 0-5 0,-12-71-89 0</inkml:trace>
  <inkml:trace contextRef="#ctx0" brushRef="#br0">8360 12025 40 0,'-11'-34'40'0,"81"-27"-26"0,50 25-12 0,-13 24-88 0</inkml:trace>
  <inkml:trace contextRef="#ctx0" brushRef="#br0">9717 11799 20 0,'36'-36'25'0,"-11"-12"10"0,-14 25-14 0,-11 23-15 0,12 12-2 0,-12 36-1 0,11-1-2 0,14 1 0 0,-2-1-1 0,1-11 1 0,12-25 1 0,12-22 0 0,11-37 0 0,24-11-1 0,0 22-1 0,1 14 0 0,-23 59-1 0,-40 12 3 0,-42-1 1 0,-40-23-1 0,-46-12-52 0,60-35-19 0</inkml:trace>
  <inkml:trace contextRef="#ctx0" brushRef="#br0">9944 11489 106 0,'0'0'0'0,"-36"-23"5"0,72 46-8 0,11 1-94 0</inkml:trace>
  <inkml:trace contextRef="#ctx0" brushRef="#br0">11230 11786 45 0,'0'-46'12'0,"24"21"2"0,11 38 1 0,1 82-3 0,-12 0-5 0,-12-11 0 0,-12-49-2 0,0-23 1 0,12-49 2 0,11-45-6 0,13-1-2 0,11 35-1 0,25 24 1 0,-24 48-1 0,-12 47 1 0,-36 0 0 0,-13-21 1 0,2-39 3 0,-1-59 0 0,35-36-3 0,37 13-1 0,12 47 0 0,-2 24-1 0,-21 48 0 0,-13 11 1 0,-14-11-1 0,3-24 1 0,47-12 1 0,35-37-2 0,12-22-1 0,-12 12-3 0,-84-13 5 0,-34 0 1 0,-37 25-2 0,-11 23 2 0,11 46-2 0,35 15 0 0,50-1 0 0,33-13-1 0,15-10-11 0,9-37-57 0,-22 0 26 0</inkml:trace>
  <inkml:trace contextRef="#ctx0" brushRef="#br0">12718 11894 2 0,'11'0'3'0,"25"-58"16"0,-23-3-3 0,-1 14 0 0,-37 23-4 0,2 12-6 0,-13 24-3 0,1 24-1 0,-1 10-1 0,12 4 0 0,24 8-1 0,12-22 1 0,12-25 1 0,35-11-1 0,-23-47 1 0,12 12 1 0,-24-1 3 0,-2 12-2 0,-22 24-3 0,0 12-1 0,0 24 1 0,13-13-1 0,35-11 1 0,11-12-2 0,2 0 0 0,-14 59 0 0,-24-9 2 0,-23-16 2 0,-23-34 2 0,23-47-1 0,0-24-4 0,35-25 0 0,13 71-1 0,0 25 2 0,-1 50-3 0,-11-4 2 0,-12 2-1 0,12-24 1 0,-1-12 1 0,13-12 1 0,35-36-3 0,1-12 2 0,-25 13-1 0,-11-1 1 0,-24 48-1 0,-13 35 3 0,0 1-1 0,-11-25 0 0,25-10 3 0,11-73-2 0,23 25-3 0,2 23 1 0,-2 47-2 0,-12 24 0 0,1-46 2 0,-36-13-2 0,-36-47-38 0,-36-24-29 0,12-2 47 0,25 50 39 0,12 23-10 0,22 0-29 0</inkml:trace>
  <inkml:trace contextRef="#ctx0" brushRef="#br0">13707 11455 118 0,'-48'-25'3'0,"36"13"-5"0,119 24-21 0,-48-12-55 0</inkml:trace>
  <inkml:trace contextRef="#ctx0" brushRef="#br0">14469 11870 2 0,'0'0'3'0,"0"-23"13"0,0-13 0 0,0 0-3 0,13 1-6 0,-26 10-1 0,1 25-4 0,-12 0 0 0,0 0-1 0,0 13 0 0,-11-13 0 0,-1 35 0 0,12 13-1 0,1-12 1 0,23-1 0 0,23-23 3 0,24 24-5 0,13 59 1 0,-12 13 0 0,-48-37 4 0,-48-35 1 0,-59-36-4 0,47-12-42 0,60-12 8 0</inkml:trace>
  <inkml:trace contextRef="#ctx0" brushRef="#br0">14731 11442 79 0,'0'-37'10'0,"-36"3"-8"0,36 105 0 0,-13 84 5 0,13 47-6 0,49-23-1 0,-2-61 2 0,2-34 0 0,-26-72-7 0,-35-83-27 0,-60-38 19 0,-35 27 13 0,23 22 2 0,37 49 6 0,58-1 1 0,50-12-5 0,46 12-2 0,13-13 0 0,-26 2 0 0,-46 0 0 0,-24-2 5 0,-12 2-1 0,0 12-5 0,-2 22-1 0,3 25 0 0,-1 22 0 0,12-8 0 0,12-4 1 0,24-21 0 0,-13-38 1 0,1-22 0 0,-13-13-1 0,-11 23 0 0,-12 14-1 0,0 11 0 0,0 24 0 0,13 13 0 0,21-14 2 0,38-23-1 0,11-12 0 0,0-60 1 0,-23-59 0 0,-25 13 0 0,-47 34-1 0,-12 60-2 0,-36 36 0 0,12 84-1 0,25 46 2 0,58-11 1 0,37-36 1 0,-12-82 2 0,-1-50 1 0,-11-22-4 0,-49 23-36 0,-11 24-25 0</inkml:trace>
  <inkml:trace contextRef="#ctx0" brushRef="#br0">2810 9584 51 0,'0'-23'6'0,"13"23"4"0,-26 12 18 0,-23-12-13 0,-23 11-7 0,0-11-6 0,-13 12-1 0,1 0 0 0,10 1-1 0,15-13 0 0,-2 11 2 0,12 12-1 0,13-10 0 0,-1 11 2 0,12-11-2 0,-1 8 1 0,13 29-1 0,-11-3 1 0,11 24-2 0,0 12 1 0,0 1-1 0,11 12-1 0,2 9 1 0,-13 16 0 0,12-3-1 0,-1 37 0 0,-11 0-2 0,13 12 5 0,-1-13-3 0,-1 14 1 0,13-13 0 0,-12 0-1 0,12-13 1 0,-24-35-1 0,12 36 1 0,0-24 0 0,-12-23 0 0,12-25-1 0,-12 0 1 0,0-12-1 0,0-23 1 0,0-13 3 0,0 2-2 0,-12-2-1 0,-12 0 1 0,12 2-2 0,0 0 1 0,0-14 0 0,12 1 1 0,0-12 0 0,-12 0-1 0,12 11 1 0,0-11-2 0,0 12 2 0,0-12-2 0,0 12 2 0,0 1-2 0,0-2 2 0,-12-11 0 0,12 0-1 0,0 0 1 0,12 0-1 0,-12 12 1 0,0-12-1 0,0 0 0 0,0 0 0 0,12 0-1 0,-12 0 2 0,12 0-1 0,0 0 1 0,0-12-2 0,12 12 2 0,1-11-2 0,9 11 2 0,14 0-1 0,23-13 1 0,1 1-3 0,-1 0 4 0,1 1-3 0,-36 11 3 0,-13-12-1 0,-11 12 1 0,0 0-1 0,-12-11 2 0,0-2-2 0,0 13 0 0,0 0-31 0,0 0-72 0</inkml:trace>
  <inkml:trace contextRef="#ctx0" brushRef="#br0">18732 9251 43 0,'-12'-11'5'0,"-48"22"15"0,-11 73 7 0,-12 81-12 0,22 15-8 0,61-13-4 0,61-60 2 0,-2-36-3 0,2-35-3 0,-4-24-70 0,-44-24 30 0</inkml:trace>
  <inkml:trace contextRef="#ctx0" brushRef="#br0">18982 9632 61 0,'0'-36'6'0,"12"13"-5"0,-12 0 27 0,-25 23-10 0,-22 23-13 0,12 25-1 0,35 23-3 0,35 0-2 0,25-24 2 0,-1-22 0 0,1-25 1 0,-36-36 0 0,-12-12 0 0,-12-11 1 0,-12 11 1 0,-12-12-1 0,0 13-2 0,-12 10 0 0,0 14 0 0,-23 23-4 0,24 12-32 0,59 12-60 0</inkml:trace>
  <inkml:trace contextRef="#ctx0" brushRef="#br0">19458 9132 81 0,'0'0'0'0,"48"37"0"0,23 129-1 0,-47 72 10 0,-83-60 8 0,-1-48-6 0,-11-46-7 0,10-24-5 0,38-12-97 0</inkml:trace>
  <inkml:trace contextRef="#ctx0" brushRef="#br0">18053 11300 24 0,'13'-60'24'0,"-13"24"16"0,-25 48-19 0,-46 95-10 0,11 71-2 0,25 2-4 0,35-38-2 0,35-24 0 0,12-47-5 0,25-46-41 0,-48-25-29 0</inkml:trace>
  <inkml:trace contextRef="#ctx0" brushRef="#br0">18363 11573 71 0,'0'-47'14'0,"0"22"-10"0,0 37 11 0,-36 35-7 0,24 24-4 0,12 2-3 0,36-25 1 0,0-1-3 0,11-35 4 0,-11-37-1 0,-12-33 2 0,-12-14-4 0,-12 26 2 0,-25-15-1 0,-11 25-1 0,13 1-9 0,12 35-77 0,-2 11 57 0</inkml:trace>
  <inkml:trace contextRef="#ctx0" brushRef="#br0">18780 11275 60 0,'0'-12'37'0,"10"24"-33"0,3 72 5 0,-13 58-1 0,-13 13 0 0,3-25 1 0,-50-46 0 0,0-13-4 0,13-46-2 0,35-50-16 0,12-34-102 0</inkml:trace>
</inkml:ink>
</file>

<file path=ppt/ink/ink1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691 5370 6 0,'0'-24'11'0,"0"24"-5"0,12 13-6 0,24 21 1 0,10 37 2 0,3 0 2 0,-13-10 0 0,11-49 5 0,2-35 4 0,33-37-2 0,26-1-5 0,-1 2-4 0,0-12 0 0,0-12-2 0,-37 11 2 0,-34 47-3 0,-11 25-14 0,-14 37-55 0</inkml:trace>
  <inkml:trace contextRef="#ctx0" brushRef="#br0">333 11311 29 0,'-23'-11'7'0,"10"-14"-1"0,2 25-6 0,35 25 1 0,12 9 5 0,11 26 7 0,-11-12-6 0,0-24-2 0,23 11-2 0,1-10-1 0,11-25 3 0,13-71-3 0,47-37 1 0,12-23 1 0,35-11 3 0,-35 34-2 0,-24 11-3 0,-35 39-2 0,-25 22 1 0,-23 12 4 0,-24 0 0 0,-12 13 1 0,0 11-2 0,0 0-4 0,0 35-102 0</inkml:trace>
  <inkml:trace contextRef="#ctx0" brushRef="#br0">8193 5154 17 0,'-59'-71'13'0,"-1"71"-12"0,47 13 2 0,13-26 1 0,36 2 5 0,60 11 0 0,71-12-4 0,22 12-2 0,-46-24-1 0,-71 12 1 0,-72 12-1 0,13 12-2 0,34 12-37 0,-23-12 4 0</inkml:trace>
  <inkml:trace contextRef="#ctx0" brushRef="#br0">9324 4655 2 0,'0'-12'1'0,"-11"-34"7"0,22 46 3 0,-11 34 2 0,0 74-4 0,-11 23-4 0,11-12-1 0,35-25-1 0,-11-44-26 0,-12-39-10 0</inkml:trace>
  <inkml:trace contextRef="#ctx0" brushRef="#br0">9277 4679 13 0,'0'0'0'0,"-36"-48"9"0,24 37-6 0,35 34 2 0,13 36 4 0,12 37-2 0,48-24-1 0,11-14-3 0,-36-21-1 0,-12-1 1 0,-11-25-15 0,0-11-36 0</inkml:trace>
  <inkml:trace contextRef="#ctx0" brushRef="#br0">9825 4465 27 0,'-24'-36'6'0,"1"-11"0"0,34 107-4 0,1 70 5 0,-12 13-2 0,11-24-1 0,2-36-1 0,-1-11 0 0,-12-12-66 0</inkml:trace>
  <inkml:trace contextRef="#ctx0" brushRef="#br0">10325 4928 49 0,'-36'50'1'0,"36"55"0"0,0-34 6 0,-24-10-2 0,-23-25-2 0,35-24-27 0,12-12-16 0</inkml:trace>
  <inkml:trace contextRef="#ctx0" brushRef="#br0">11028 4560 13 0,'0'0'0'0,"0"-71"22"0,0 58-10 0,0 26-7 0,-13 45-1 0,-11 26 0 0,24-13-3 0,37 13 1 0,33-36 1 0,2-25 0 0,24-10 0 0,-1-37-3 0,-24-24 2 0,-35-11-1 0,-25-1 0 0,-34-11 1 0,-13-1-1 0,1 12-1 0,-14 1 1 0,-10 47-1 0,12 12-1 0,-13 24 1 0,1 23 0 0,10 24-1 0,-9 25-27 0,34-48-20 0</inkml:trace>
  <inkml:trace contextRef="#ctx0" brushRef="#br0">8979 10620 25 0,'-13'-11'5'0,"-21"-13"-3"0,22 24 7 0,12-13 5 0,12 13-6 0,47 13-3 0,48-1 0 0,47 0 1 0,26-24 0 0,-26 0-1 0,-35-1-2 0,-46 2-2 0,-39 22-2 0,-21-11-21 0,-26-11-49 0</inkml:trace>
  <inkml:trace contextRef="#ctx0" brushRef="#br0">9705 10442 2 0,'0'0'4'0,"-36"-48"22"0,49 12-8 0,58 48-10 0,36 60 1 0,-35 11-3 0,-72 1-1 0,-95-13-1 0,-1 0-8 0,60-24-71 0</inkml:trace>
  <inkml:trace contextRef="#ctx0" brushRef="#br0">10420 10287 6 0,'-12'-12'4'0,"-12"-1"7"0,24 13 3 0,24-11-3 0,48-12-4 0,58 11-3 0,13-24-2 0,0 24 1 0,-35 1-1 0,-50 11-1 0,-45 0 0 0,-26 0 1 0,-58 0-1 0,-12 11-1 0,0-11 1 0,34 0 0 0,38 0-2 0,11 36 1 0,24 35 0 0,0 12 0 0,-12-11 0 0,0-14 0 0,-12 3 0 0,-12-25 1 0,-12-1 0 0,-12-23 0 0,-23-1-1 0,-1 2 1 0,1-13 1 0,46 0-1 0,61-24-2 0,47 12-1 0,37-11 4 0,-37 11 1 0,-35-1 1 0,-49 13-2 0,-11 0-20 0,0 13-44 0</inkml:trace>
  <inkml:trace contextRef="#ctx0" brushRef="#br0">11730 10620 27 0,'0'0'0'0,"-12"-35"13"0,24 22-7 0,-12 26 6 0,-24 34 1 0,0 25-6 0,-23-1 0 0,11-11-1 0,0-26-3 0,12 3-1 0,12-24 0 0,12-13-1 0,0 0-1 0,0 11-2 0,0-22-78 0</inkml:trace>
  <inkml:trace contextRef="#ctx0" brushRef="#br0">12527 10144 17 0,'0'-12'1'0,"-11"0"7"0,11-1 0 0,0 3 11 0,-12 10-7 0,-12 10-3 0,1 3-3 0,10 24-3 0,1-3-1 0,0 14-1 0,1 12 1 0,-1-13-1 0,-1 1 0 0,38 36 3 0,-2-37-3 0,13-23 1 0,0-1-1 0,12-10 0 0,-13-13 0 0,-11 0 0 0,-12 0 0 0,-12-13 0 0,0 13-1 0,-12 0-6 0,12 0-27 0,-24 13-21 0,12-13 44 0</inkml:trace>
  <inkml:trace contextRef="#ctx0" brushRef="#br0">12468 10120 23 0,'-11'-47'27'0,"11"10"-13"0,0 50-4 0,11 58 2 0,1 71-6 0,-1 2-1 0,2-25-1 0,-13-24 0 0,0-22-1 0,0-50-1 0,0-12 2 0,-13-45 0 0,-10-50-3 0,12-24 0 0,-2 1 0 0,26-12 0 0,21 1-1 0,27 47 0 0,-2 21-1 0,13 39 1 0,-13 59-1 0,-36 23 0 0,-23 13 1 0,-47-13 0 0,-12-12 0 0,-1-23 1 0,24-13-1 0,0-23 1 0,25 13-2 0,22-1 1 0,37 13-1 0,48 33 1 0,11 14-1 0,-13-13 2 0,-10-11 0 0,-48-13 1 0,-11-23 0 0,-14 1 0 0,-11-26-2 0,-11-22-73 0,-2 35 31 0</inkml:trace>
</inkml:ink>
</file>

<file path=ppt/ink/ink1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12063 8346 0 0,'0'0'0'0,"-35"0"8"0,23 0 3 0,-1 0-1 0,2 11-2 0,11 2-3 0,0-1 2 0,24-12 2 0,71-12-5 0,36-1 0 0,0 13-1 0,-13 13 0 0,-34-13 0 0,-24 0-1 0,-2-13-1 0,-22 13-1 0,-36 0-14 0,-11 0-31 0,11 0 28 0</inkml:trace>
  <inkml:trace contextRef="#ctx0" brushRef="#br0">12516 8181 7 0,'-25'-25'6'0,"2"13"-4"0,23 12 7 0,-11 0 11 0,-2 12-10 0,13 0-5 0,13 1-2 0,-2 8 0 0,25-8-1 0,12 11 0 0,-1 0-1 0,13-1 1 0,-13 2-2 0,-11-2 1 0,0 13-1 0,-24 1 2 0,-12-14 1 0,-12 12-1 0,-12 1 0 0,-24 0-1 0,-23 0 0 0,11-1 0 0,25-10 0 0,-1-14 1 0,36 1 0 0,0-12 3 0,0 0-17 0,-13 11-69 0</inkml:trace>
  <inkml:trace contextRef="#ctx0" brushRef="#br0">13409 8323 12 0,'0'-24'11'0,"0"0"1"0,36 1-9 0,-1 10 6 0,13 13 5 0,1 36-6 0,-3 23-5 0,1 1-2 0,-10 11 0 0,-25-11-1 0,-12-23 2 0,-36-16-1 0,12-8 1 0,-1-13-1 0,14-13 1 0,-1-21-2 0,35-3 1 0,26-10 0 0,34-11-1 0,24-3 0 0,1 26-2 0,-25 10 1 0,-25 14 1 0,-33-1 0 0,-14 1-1 0,-11 22 1 0,0 12 0 0,13 25 0 0,-1-12 0 0,-1 12 0 0,38-25-1 0,-14-11 2 0,1 0-1 0,-13-12 1 0,-10-35-1 0,-1 12 1 0,-24-27-1 0,-1 4-1 0,-23 10 1 0,2 24 0 0,-3 12-1 0,1 12 0 0,0 12 1 0,13 11-2 0,10 1 1 0,13 1 1 0,36-3 0 0,25-34 1 0,10-11-1 0,1-37 0 0,-13 12 1 0,-23-11-1 0,-11 23 2 0,-2-12-1 0,-12 24 0 0,1 12-1 0,-1 25 1 0,-11 9-1 0,0 14 1 0,13 12-1 0,10-24 0 0,2-13 1 0,-1-11 0 0,23-24 0 0,-11-11-1 0,0-25 1 0,-1 12-1 0,-11-11 0 0,-12 23 0 0,1 24 1 0,-13 0-2 0,11 11 1 0,1 26-1 0,-1-3 1 0,25-9 1 0,0 0-1 0,12-14 0 0,-2-11 1 0,-10-36-1 0,-11 11 1 0,-1-21-1 0,-12 10 1 0,-12 0-1 0,0 12 1 0,-25 24-1 0,2 0-1 0,-1 37 0 0,24-14 2 0,47-12-1 0,49-22 0 0,35 11 0 0,-24 48-1 0,-47 11 1 0,-60-11 2 0,-60-37 3 0,-11-11-4 0,23-11-17 0,36 11-53 0</inkml:trace>
  <inkml:trace contextRef="#ctx0" brushRef="#br0">15112 4786 33 0,'0'-23'3'0,"23"23"-2"0,61 10 8 0,11 3 5 0,35-1-3 0,38-12-7 0,11-25-1 0,-72 4-1 0,-83-4 1 0,-84-11-1 0,-23 24-1 0,47 1 0 0,72 45-1 0,47 37 0 0,12-21 1 0,-71-3 0 0,-83-12-1 0,-25 13-26 0,60-23-31 0</inkml:trace>
  <inkml:trace contextRef="#ctx0" brushRef="#br0">16588 4608 33 0,'0'-61'19'0,"36"38"-18"0,0 12 3 0,-36 34 5 0,-48 49-5 0,0 22-2 0,37-10-2 0,11-24 1 0,48-36 0 0,11-24 1 0,12-36-2 0,14-35 0 0,-15 47-1 0,-22 0 1 0,-36 24 2 0,-12 37 0 0,12 9-1 0,10-10 0 0,27-13 0 0,-1-23 0 0,-13-34 1 0,-23-16-2 0,-24-8 0 0,0 22 0 0,-23 12-1 0,-14 37 0 0,-9 21 1 0,34 27-1 0,36-14 1 0,47-11-1 0,24-25 1 0,13-34-1 0,-1-48 0 0,-13-37 2 0,-33-23-1 0,-26-1 0 0,-23 50 0 0,0 46-1 0,0 24 0 0,-11 48 2 0,-1 83 1 0,-1 24-1 0,38-12-1 0,-1-59 1 0,-1-37-2 0,-23-10-35 0,0-25-8 0</inkml:trace>
  <inkml:trace contextRef="#ctx0" brushRef="#br0">17672 4597 43 0,'-12'-50'11'0,"36"39"-6"0,-36 11 7 0,-48 36-4 0,24 23-5 0,61 12-3 0,22 0 1 0,-23-21 0 0,-48-27 1 0,-23-12-12 0,35-11-51 0</inkml:trace>
  <inkml:trace contextRef="#ctx0" brushRef="#br0">17839 4702 46 0,'-72'0'-20'0,"60"13"-2"0</inkml:trace>
</inkml:ink>
</file>

<file path=ppt/ink/ink1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8324 5941 2 0,'-12'-12'17'0,"0"24"-4"0,-12 13 0 0,-12 9-4 0,0 14-2 0,-11 0-4 0,-13 11-1 0,24-11-2 0,13-36-34 0,23-12 3 0</inkml:trace>
  <inkml:trace contextRef="#ctx0" brushRef="#br0">8038 5989 12 0,'0'0'0'0,"0"-36"21"0,12 49-9 0,24 46 1 0,24 24-10 0,11 1-4 0,-23-25-54 0</inkml:trace>
  <inkml:trace contextRef="#ctx0" brushRef="#br0">23543 14277 255 0,'0'0'0'0,"-72"-13"0"0,-250-24 0 0,-189 3 0 0,-299 45 0 0,-273 25 0 0,-167 59 0 0,545-35 0 0</inkml:trace>
</inkml:ink>
</file>

<file path=ppt/ink/ink1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7002 7549 6 0,'-23'-36'14'0,"34"24"-6"0,25 1 7 0,-24-2-3 0,12 37-3 0,0 24-3 0,0-2 0 0,-14 4 1 0,15 8-2 0,-14-22-3 0,25-12 0 0,1-24 2 0,-3-36-2 0,51-12-2 0,11-23 1 0,46-13-1 0,13 0 2 0,-37 38-2 0,-34 21 3 0,-36 14-1 0,-48-1 0 0,0 1-3 0,0 22-87 0</inkml:trace>
</inkml:ink>
</file>

<file path=ppt/ink/ink1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6669 11013 7 0,'0'-12'10'0,"0"-11"8"0,0 23-4 0,12 83 5 0,-12 48-9 0,-12-12-5 0,24-48-2 0,0-35-2 0,12-24-36 0,-24-12-12 0</inkml:trace>
  <inkml:trace contextRef="#ctx0" brushRef="#br0">6693 10990 34 0,'0'-12'2'0,"46"-13"0"0,15 25 11 0,-14 48-1 0,24 25-4 0,-35 32-1 0,-23 3-1 0,-37-24-2 0,12-73-4 0,-72 49 4 0,12-24-1 0,36-36-2 0,14-23-21 0,22-2-46 0</inkml:trace>
  <inkml:trace contextRef="#ctx0" brushRef="#br0">7205 11061 15 0,'0'0'0'0,"24"-48"23"0,-12 36-3 0,-12 12-3 0,11 48-6 0,0 11-4 0,2 12-2 0,-26 0-1 0,-21 2-1 0,10-14-1 0,48-36 0 0,46-23 4 0,38-23-2 0,-12 0-3 0,-49-2 0 0,-23 14 2 0,-24 11-19 0,-12 11-49 0,0 2 24 0</inkml:trace>
  <inkml:trace contextRef="#ctx0" brushRef="#br0">6586 11811 35 0,'-36'0'16'0,"-48"12"-14"0,73 1 10 0,118-50-6 0,95-22 1 0,72-13-1 0,-13 14-3 0,-46 21-2 0,-60 13 1 0,-83 1 0 0,-133 46-44 0,3 1-6 0</inkml:trace>
  <inkml:trace contextRef="#ctx0" brushRef="#br0">6609 11918 34 0,'-11'0'3'0,"-37"23"-2"0,37-23 7 0,93-47-1 0,121-24 2 0,93-24 0 0,3 23-7 0,58 1 6 0,-321 59-5 0,-36 12-1 0,-36 0-11 0,1 12-66 0</inkml:trace>
</inkml:ink>
</file>

<file path=ppt/ink/ink1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7657 4727 14 0,'-13'0'2'0,"-33"-25"13"0,34 25-6 0,0-11-3 0,12-12 5 0,0 10 0 0,24 13-6 0,-12 0-1 0,12 0-1 0,11 13 0 0,-11 10-1 0,-1 25 0 0,-10 11 0 0,-13 0 0 0,23-34-1 0,-10-25 2 0,22-12-1 0,13-24-1 0,35-35 0 0,36-24 0 0,35-37-1 0,2 1 1 0,-25 47 0 0,-48 37-2 0,-47 23 3 0,0 1-1 0,-12 12 1 0,11 11-2 0,13 34-85 0</inkml:trace>
  <inkml:trace contextRef="#ctx0" brushRef="#br0">7062 7537 3 0,'0'0'0'0,"0"0"14"0,0 0 0 0,0 0 7 0,12 0-13 0,-12 24 2 0,12-24-5 0,-12 11-2 0,0-34 4 0,0-25-5 0,-24-23-1 0,12-13 0 0,0 25 1 0,0 11-2 0,12-11 1 0,12 22-1 0,-12 26 0 0,12-1 0 0,12 35 0 0,1 14 0 0,-4 47 3 0,15-13-2 0,0-12 1 0,-11-23 0 0,-13-26 1 0,0-10 0 0,-24-10 1 0,-12-14-5 0,-25 24 2 0,13 0-1 0,-22 0 2 0,-14 13-2 0,-23 8 1 0,11 4-1 0,61-13 1 0,46-12-2 0,37-37 2 0,23-9-2 0,-11-2 2 0,1 12-2 0,-27 1 2 0,-10 11-2 0,-12 0 2 0,-12 11-1 0,-12 13 1 0,0 0-2 0,-12 13 1 0,-1 24 0 0,-10 34-1 0,-36 13 3 0,-1-2-3 0,24-22 1 0,24-26 3 0,12-21-2 0,24-13 0 0,-12-13-46 0,0 13-7 0</inkml:trace>
</inkml:ink>
</file>

<file path=ppt/ink/ink1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20101 6739 16 0,'0'0'10'0,"0"0"9"0,0 0 1 0,-23 0-9 0,0 12-3 0,-2-12 1 0,25 0-5 0,-12 11 1 0,12-11-3 0,0 13 3 0,12-26 1 0,36 2-5 0,-1 11 0 0,25-12 0 0,11 12-2 0,24 0 2 0,36 0-3 0,-1 12 1 0,1-1 3 0,2 2-4 0,-3-13 3 0,0 0-2 0,25 0 1 0,-1 0 0 0,2 12 1 0,-2-24-1 0,-23-1 0 0,24 2-1 0,-24 22 0 0,-25 2 0 0,-22-13 1 0,-1 0 0 0,13 12 0 0,11-12-2 0,0 0 1 0,-25 0 0 0,-45 0 1 0,-49 0 1 0,12 0-1 0,-1 0 0 0,1 0 0 0,-12-12 1 0,0 12-1 0,0 0 1 0,0-13-1 0,12 13 1 0,-12 0-17 0,12 25-63 0</inkml:trace>
  <inkml:trace contextRef="#ctx0" brushRef="#br0">6300 7572 16 0,'0'0'17'0,"-13"-11"-2"0,2 11 0 0,11-12-7 0,11 12-6 0,14 0 0 0,10 0 2 0,25-12 1 0,11 12-1 0,24 0-3 0,37 12-1 0,-1-12 0 0,47 0 3 0,0 12 0 0,1-12-2 0,24 0 0 0,23 0-1 0,-11-12 0 0,23 0 0 0,-12-1 2 0,12 2 0 0,0-1-1 0,25 1 0 0,9-2-1 0,16 1 0 0,-27-13-1 0,1 4 2 0,-12 8-1 0,-12 1-2 0,1 12 2 0,-13-12 1 0,-24-1-1 0,-11 2-2 0,-50-12 3 0,-20 23-1 0,-50 0 1 0,-48-13 1 0,2 13-1 0,-25 0-12 0,0 0-58 0</inkml:trace>
  <inkml:trace contextRef="#ctx0" brushRef="#br0">1501 9931 63 0,'-36'-25'4'0,"36"25"-1"0,12 48 13 0,0 47 1 0,-12 36-6 0,0-36-5 0,0-24 1 0,0-23-3 0,0 0-1 0,-12-36 1 0,0-24 3 0,12-36-5 0,-12-11-1 0,12-25 0 0,0 13-1 0,12-2 1 0,12 2-1 0,-12 24 1 0,0 35 0 0,1 12-2 0,33 36 0 0,1 37 0 0,24 21 1 0,1 1-1 0,0-12 1 0,-12-47 0 0,-24-24 1 0,-1-12 1 0,-11-71 1 0,0-48-2 0,-24 0 0 0,0 11 0 0,0 37 0 0,-12 34 0 0,12 3 0 0,0 22 0 0,0 12-2 0,24 12-4 0,0 35-75 0,-24-47 28 0</inkml:trace>
  <inkml:trace contextRef="#ctx0" brushRef="#br0">3728 10204 30 0,'0'-36'4'0,"12"0"-4"0,-1-23 13 0,-11 22 5 0,0 14 0 0,0 12-4 0,0 58-2 0,-11 84-4 0,11 1-4 0,0-38 1 0,0-33-1 0,0-27-2 0,0-10 1 0,0-24 1 0,0-37-3 0,0-9 1 0,-12-13 0 0,-1-12-2 0,2-13 1 0,11 0-1 0,0 26 0 0,11 21 1 0,2 24-1 0,10 13-1 0,1 25 1 0,24 58-3 0,10 35 2 0,27-10 1 0,-27-36 3 0,3-36-3 0,-37-26 1 0,11-20-1 0,-11-51-2 0,-12-33 1 0,-12-25 2 0,-12 1 0 0,12 34-1 0,12 24 1 0,-12 24 1 0,12 24-1 0,-12 12-2 0,-12 24-1 0,12 0-40 0,0-12-33 0</inkml:trace>
  <inkml:trace contextRef="#ctx0" brushRef="#br0">6264 9799 30 0,'0'-23'15'0,"0"-14"1"0,-13 14-2 0,2-1-4 0,-1 24-4 0,-1 0 1 0,-21 24 1 0,-2 23-2 0,-12 13-2 0,13 23 0 0,11 24-1 0,24 0 0 0,36-11 0 0,35-25-1 0,-11-23 0 0,22-25 0 0,-11-11-1 0,-10-36 1 0,10-10-2 0,-11-39 1 0,-12 2-1 0,-37 0 1 0,-11-13 0 0,0 13 0 0,-23-1-1 0,-1 1 1 0,-12 35-1 0,0-1 0 0,-11 27 2 0,11-1-2 0,-24 22-1 0,0-1 2 0,13 15-1 0,0-13 0 0,11 24 2 0,12 0-3 0,0-1-10 0,12 13-48 0,12-24-6 0</inkml:trace>
  <inkml:trace contextRef="#ctx0" brushRef="#br0">8562 10097 53 0,'0'-11'3'0,"-13"-2"-2"0,13 26 1 0,0 58 14 0,-10 47-1 0,20-23-4 0,3-35-3 0,-13-23-4 0,0-16-1 0,0-21 3 0,-13-10-2 0,13-38-3 0,0 1 0 0,-10-13 0 0,10-12-1 0,0 1 1 0,10 11-1 0,15 13 0 0,-25 23 0 0,11 11 0 0,-11 13-1 0,13 0 0 0,10 25 1 0,13 11 0 0,-1 11 1 0,14 25-1 0,10 11 0 0,-23-24 0 0,0-11-1 0,1-12 2 0,-14-36 0 0,-12 12 1 0,12-24 0 0,-10-24-1 0,-1 0 0 0,-12-35 0 0,0-48 0 0,0 36 0 0,0 11-1 0,0 12 0 0,0 13 3 0,0 35 0 0,0 12-1 0,0 0-2 0,0 0 0 0,0 12 0 0,0-12 0 0,12 13-33 0,-12 10-72 0</inkml:trace>
  <inkml:trace contextRef="#ctx0" brushRef="#br0">11051 10312 15 0,'0'0'10'0,"0"-13"-6"0,0 1 9 0,24-24-1 0,-24 24-8 0,12 12-1 0,-12 0 13 0,0 48-1 0,0 35-8 0,0 1-4 0,0-25-1 0,0 0 1 0,0-22-1 0,0-26 1 0,0-11 3 0,-12-11-3 0,-1-37-3 0,-10-12 1 0,12 13 1 0,11-13-2 0,0-11 1 0,11-13-1 0,1 25 0 0,-1 23 0 0,-11 24-1 0,13 12 0 0,-1 12 0 0,24 60 2 0,-1 24-1 0,13-14 1 0,0-9 0 0,-13-39 1 0,12-22 0 0,-10-24 1 0,-14-22 0 0,-12-39 0 0,-11-34-2 0,-11 0-1 0,11 47 1 0,0 13 0 0,0 23-1 0,0 11 0 0,0 13-1 0,0 0-5 0,24 25-108 0</inkml:trace>
  <inkml:trace contextRef="#ctx0" brushRef="#br0">13314 9705 28 0,'0'-13'4'0,"-12"26"-3"0,12-13 14 0,0 0-6 0,-13 0-2 0,26 0-3 0,-13 0-2 0,0 0 0 0,0 0 5 0,0 0-5 0,0 0 0 0,-13 0 0 0,13 0 0 0,0 0-1 0,-11 0 1 0,11 0-1 0,-12 0-1 0,12 0 1 0,0 0-1 0,0 0 1 0,0 0 0 0,0 0 9 0,0-13-10 0,0 13 0 0,0 13 0 0,-13-13 0 0,13 0 0 0,0 0 1 0,0 0-1 0,0 0 0 0,0 0 0 0,0 0 1 0,0 0-2 0,0 0 1 0,0 0 0 0,0 11 0 0,0 12-1 0,-11 37 1 0,11-1-1 0,-12 1 1 0,12-1 0 0,0-11 1 0,-13-24-1 0,3-12 2 0,10 0-3 0,-12-12 2 0,12-24 0 0,0 0 1 0,0 1-2 0,0-14 0 0,0-22 0 0,12 0 1 0,-2 11-1 0,3-12 1 0,-1 13 0 0,-12-13-1 0,11 1 0 0,14 11 1 0,-1 12-2 0,-1 1 2 0,1 10-1 0,23 2-1 0,-11 23 1 0,12 12 1 0,-24 36 0 0,-12-1-1 0,0 1 0 0,-24-1 1 0,-24 0 1 0,-23-10-1 0,11-13 1 0,13-1-2 0,-14 1 0 0,26-24 0 0,10 13 1 0,38-26-1 0,-1 1 0 0,23 24 0 0,-11 12-1 0,24 24 1 0,11 11 0 0,1 1 0 0,-37-12 1 0,-24-25 2 0,2 1 3 0,-13-24-2 0,0 12 1 0,12-24-1 0,-12 12-2 0,11-24 0 0,-11-12-3 0,0 12-34 0,-11 13-60 0</inkml:trace>
  <inkml:trace contextRef="#ctx0" brushRef="#br0">16755 10228 28 0,'0'-12'18'0,"0"-13"-7"0,0 14 9 0,0 47 5 0,-12 60-16 0,0-14-4 0,0 2 1 0,0-13-3 0,1-11-1 0,11-37-1 0,0-23 5 0,-12-23-2 0,12-37-2 0,0-11-2 0,0-1 2 0,12 1-2 0,-1-13 0 0,1 13 0 0,12 35 2 0,0 24-5 0,-12 24 3 0,36 72-3 0,23 34 3 0,-11-10-1 0,11-37 2 0,-23-47-1 0,-25-12 3 0,1-85-1 0,0-45 0 0,-11 10-1 0,-2 26 1 0,1 9-3 0,-12 15 2 0,0 22-2 0,0 25 2 0,0-2-1 0,11 13-16 0,2 24-81 0,-1-24 67 0</inkml:trace>
  <inkml:trace contextRef="#ctx0" brushRef="#br0">19923 10191 13 0,'0'-11'15'0,"-13"11"-13"0,13 0 1 0,0-12 6 0,0 12-2 0,0-11 0 0,-11-2 3 0,11 13-8 0,0 0 0 0,0 0 1 0,0 0 3 0,0 0 12 0,0 0-16 0,-12 0 1 0,12 0 0 0,0 0-1 0,0-12-1 0,-13 12 0 0,13 0 0 0,0 0 0 0,0 0 1 0,0 0-2 0,0 0 1 0,-11 0 0 0,11 0-1 0,0 0 2 0,0 0-2 0,0 0 1 0,0 0-2 0,0 0 1 0,0 0 2 0,-12 0-4 0,12 0 3 0,0 0 0 0,0 0-2 0,0 0 1 0,-11 0 0 0,11 0 1 0,0 12-1 0,-13-12 0 0,2 0 0 0,11 13-1 0,-13 10 2 0,-10 25-1 0,-1 23 0 0,-1 0 1 0,14-11 0 0,11 11 0 0,11-11-1 0,2-12 0 0,23-14 1 0,11-9 0 0,0-13 1 0,2-24-1 0,-2 0 0 0,1-1 0 0,12-21 0 0,-13-3 0 0,1-10 0 0,-36 0 0 0,0-25 1 0,-1 24-1 0,-11 2-1 0,-11-15 1 0,-1 14 0 0,-25 11 1 0,1 0 2 0,-10 24 0 0,10-1-3 0,0 13 0 0,0 25-1 0,-23 0 1 0,11-2-1 0,13 13 0 0,-25 35-19 0,-11 36-66 0,59-95 49 0</inkml:trace>
  <inkml:trace contextRef="#ctx0" brushRef="#br0">22709 10204 42 0,'0'0'0'0,"-12"-24"25"0,0 12-20 0,24-12 11 0,-12 0 6 0,0 24-11 0,0 0-9 0,0 60 11 0,-24 72-2 0,-11-14-2 0,11-10-4 0,12-49 0 0,12-24-2 0,0-35 2 0,0-23 0 0,12-61-3 0,12 1-1 0,-12 11 0 0,-1-11-1 0,1 12 0 0,12 23 0 0,0 12 1 0,0 24-1 0,-1 24-4 0,-10 60 2 0,33 23 2 0,15-24 0 0,-2-11-1 0,13-36 1 0,-25-11 0 0,-11-26-1 0,-12-47 3 0,-12-35 0 0,-1-13 0 0,2 49-2 0,-13 34 1 0,-13 4-2 0,2 21 2 0,11 0-11 0,24-13-123 0</inkml:trace>
  <inkml:trace contextRef="#ctx0" brushRef="#br0">10919 9787 15 0,'0'0'0'0,"-58"0"12"0,34-11-2 0,12 11 3 0,0 0 1 0,12 0-6 0,0 0 0 0,24 11 2 0,35-11-1 0,60-11-5 0,24-2-2 0,-1 1-1 0,-22 0 1 0,-13 12 0 0,-35-13 4 0,-24 3 2 0,-13-14-1 0,-23 12-3 0,0 0-3 0,-12 12-2 0,24-24-57 0,-24 24-10 0</inkml:trace>
  <inkml:trace contextRef="#ctx0" brushRef="#br0">11277 9108 21 0,'0'-23'21'0,"12"-25"-1"0,-24 12 5 0,1 24-1 0,-12 0-13 0,-2 24-6 0,-11 47 4 0,0 12 2 0,1 2-2 0,11 9-7 0,24-11 1 0,24 13 0 0,11-24 0 0,25-12-1 0,-12-24 1 0,11-12 2 0,-11-35-2 0,-2-38 2 0,3-10-5 0,-26 23 0 0,2-11 2 0,-25-1 0 0,0 12-1 0,0 14 0 0,0-3 0 0,0 13 0 0,-25-11 1 0,-11 10 0 0,-22 2 0 0,9 12-2 0,-33 22 3 0,34 12-3 0,12 25-1 0,12 12 1 0,-11 24-53 0,22-50-51 0</inkml:trace>
  <inkml:trace contextRef="#ctx0" brushRef="#br0">12635 8453 5 0,'-12'0'4'0,"-12"-12"1"0,12 1 5 0,0 11 0 0,0-12-2 0,12 12-2 0,12-11-4 0,48-2 0 0,34-11 0 0,13-12 0 0,-22 13-1 0,-38 11-1 0,-23 12 1 0,1-13-1 0,-25 13 2 0,11 0-2 0,-11 0 0 0,12 0 1 0,-12 13-1 0,11-13 0 0,-11 0 1 0,0 0 0 0,-11 0-1 0,-1 0 0 0,1 0 1 0,34 0-39 0,-12 0 15 0</inkml:trace>
  <inkml:trace contextRef="#ctx0" brushRef="#br0">13099 8239 29 0,'-35'0'8'0,"11"24"-4"0,12 36-2 0,-24-1 2 0,12 12 1 0,0 1-1 0,1-1-2 0,-1 0 0 0,-12-23-1 0,0-12 0 0,25-12 0 0,-1-11 0 0,0-2 0 0,12 1 1 0,24-12 2 0,11 0 1 0,24-23-2 0,13 10-2 0,-12 1 0 0,-13 0-1 0,-35-1 0 0,-1 13-12 0,-11 0-47 0</inkml:trace>
  <inkml:trace contextRef="#ctx0" brushRef="#br0">12693 8704 22 0,'-10'-12'9'0,"33"-13"8"0,61-34 3 0,-13 34-19 0,36 4-1 0,-24 8-24 0,-70 13-9 0</inkml:trace>
  <inkml:trace contextRef="#ctx0" brushRef="#br0">13183 8596 41 0,'-12'0'4'0,"12"0"0"0,24-23 4 0,11-1-2 0,13-13-3 0,-12 3-1 0,-25 9-1 0,-22 13 0 0,-25 12 1 0,0 24 1 0,1 0-1 0,11 12-2 0,24 12 1 0,12-1 0 0,23-11 2 0,-12-25 0 0,38 2-1 0,-13-49-2 0,22 0-66 0</inkml:trace>
  <inkml:trace contextRef="#ctx0" brushRef="#br0">13457 8465 14 0,'-12'-12'0'0,"-1"-11"3"0,38 0 1 0,-2 10 0 0,13 13-1 0,12 36-1 0,-14 12 1 0,2-1-2 0,0-10 1 0,-23-16-1 0,-13-8 1 0,-36-1 1 0,-13-12-2 0,28-12 0 0,8-11 0 0,13-13 0 0,24-12-1 0,35 0 0 0,1 25 0 0,-13-1 0 0,-11 12 0 0,0-13 1 0,-24 25-1 0,-1 13-1 0,-11 24 1 0,0 21 0 0,12-11 1 0,24-22-2 0,23-25 2 0,0-25 0 0,-34-34 0 0,-25-12 1 0,-118-12 5 0,81 83-8 0,25 24-13 0,36-13-24 0</inkml:trace>
  <inkml:trace contextRef="#ctx0" brushRef="#br0">14314 8311 73 0,'-24'-25'6'0,"24"2"0"0,95-13-3 0,-11 24-1 0,-25-1-2 0,-35 13 1 0,-24 13-11 0,0-13-3 0,-13 12-31 0</inkml:trace>
  <inkml:trace contextRef="#ctx0" brushRef="#br0">15027 8013 54 0,'-34'-60'6'0,"34"37"-7"0,24 23 2 0,11 23 8 0,-11 73-2 0,24 23-4 0,-13-48 0 0,-11-47 2 0,-24-35 11 0,-11-49-12 0,-13-35-2 0,35 11 0 0,13 47-2 0,-1 14-1 0,2 35 1 0,22 36-1 0,1 36-1 0,-12-37 1 0,-24-23 2 0,-12-36 2 0,0-60 0 0,13-23-1 0,10 48-2 0,0 10 0 0,13 37-2 0,-12 37 1 0,12 22 1 0,11-23 0 0,-11-13 1 0,11-23-1 0,24-23 0 0,1-25 0 0,-24 1 1 0,-24-1 0 0,-24 0 0 0,-24 2 0 0,-12 33-3 0,13 47 2 0,11 27-1 0,12 10 1 0,35-23-1 0,49-23 1 0,11-25-20 0,-13-37-55 0</inkml:trace>
  <inkml:trace contextRef="#ctx0" brushRef="#br0">16326 7787 8 0,'-11'-12'22'0,"-1"-24"-4"0,12 13-8 0,-24 10 0 0,1 1-6 0,-14 37-2 0,1 9 0 0,0 16 0 0,13-4 0 0,23 2-1 0,-13-12 0 0,38-24 0 0,-14-12 3 0,25-37-2 0,-12 3-1 0,-12 9 0 0,0 0 0 0,0 25-1 0,1 0 0 0,-2 0 0 0,1 13 0 0,12-1 0 0,-1 0 0 0,0 1 0 0,14-13 1 0,-13-13 0 0,0-24-1 0,11 16 0 0,-23 21 0 0,-1 11 1 0,-11 12 0 0,0-11 2 0,0-12 0 0,-11-35-1 0,22-13-2 0,25 24 0 0,0 12 0 0,-12 12 0 0,12 12 0 0,0-1 0 0,-12 14 0 0,-12-13 0 0,11-12 0 0,13-12 0 0,12-13 1 0,-1-9-1 0,-24-3 0 0,2 14 0 0,-25-1 0 0,0 12 0 0,0 24 0 0,0 1-1 0,11 21 2 0,2 3-2 0,11-26 2 0,10-22-1 0,2-26 1 0,0 26-1 0,-23 11 0 0,-13 11 0 0,0 1 1 0,12-47 1 0,23 11-2 0,-11 0-1 0,1 36 0 0,22 13 2 0,-1-14-2 0,3-11-79 0</inkml:trace>
  <inkml:trace contextRef="#ctx0" brushRef="#br0">17088 7310 86 0,'0'0'0'0,"-59"12"-3"0,82 1-66 0</inkml:trace>
  <inkml:trace contextRef="#ctx0" brushRef="#br0">17589 7537 14 0,'0'-24'24'0,"-13"1"0"0,2-2-18 0,-1 0-4 0,-1 15-2 0,2-1 1 0,-12 11 2 0,-14 0-1 0,14 0-1 0,-1 11-1 0,12 12 1 0,-1-23 0 0,13 0 0 0,0 0 0 0,0 24-1 0,0 12 0 0,-11 12 0 0,11-1 1 0,11-23 0 0,25 0 0 0,0-24 1 0,-23-24 1 0,-2-24-1 0,2 1-2 0,-2 34 1 0,25 2-1 0,0-1 0 0,-13 35 0 0,-11 48 0 0,-12 37 0 0,0 35 0 0,12-47 1 0,-12-62 5 0,-24-21 9 0,-35-60-10 0,12-49-3 0,47-23-2 0,47 48-1 0,48-13 0 0,12-23-2 0,-59-36-2 0,-37 1 4 0,-34 71 2 0,10 46 0 0,2 0-2 0,35 38 1 0,-1 83-1 0,-10 82-1 0,11 48 0 0,10-71 2 0,27-71 1 0,-25-61 3 0,-36-82 0 0,-36-60-3 0,-35 0-2 0,-1 72 1 0,47 10 1 0,61-10-2 0,25-1 1 0,10 12 0 0,-24 12 0 0,-23 13-1 0,-12-1 2 0,-12 12-1 0,12 12 0 0,0 23-1 0,1 1 1 0,-2-36-1 0,25-23 3 0,-13-2-2 0,-11 13 0 0,0 24-1 0,12 13 2 0,12-25-2 0,10-37 4 0,-10-47-3 0,-11-10 2 0,-14 23-3 0,2 35 2 0,-1 36-3 0,-12 36 2 0,0 47 0 0,0 12 0 0,0 24-16 0,11-59-61 0</inkml:trace>
  <inkml:trace contextRef="#ctx0" brushRef="#br0">18589 7239 76 0,'-24'-25'10'0,"-12"14"-6"0,36 22-57 0</inkml:trace>
  <inkml:trace contextRef="#ctx0" brushRef="#br0">10849 10299 8 0,'0'0'6'0,"12"-12"14"0,95-84 26 0,12 37-36 0,0 0-3 0,-12 11 1 0,-24 25 0 0,-59 10-3 0,-12 13-2 0,-12 0 3 0,-47 13-4 0,-13 21 0 0,-22 27-1 0,-27 10-1 0,3 12 0 0,-14-11 1 0,49-12-1 0,23-37 1 0,35 1-1 0,38-24 2 0,57-36 0 0,63-35-1 0,-3-13 0 0,-23 36 0 0,-35 14-1 0,-61 21 1 0,-23 13 1 0,-35 24-1 0,-49 36 0 0,-11 24 0 0,-12-2-1 0,12-34 1 0,34-2-1 0,50-33 1 0,11-1-1 0,72-37 0 0,35-21 0 0,24-26 1 0,-24 25-2 0,0-1 1 0,-71 35-3 0,-25 26 4 0,-58 35 1 0,-36 12-1 0,-23 11-1 0,-3 0 0 0,50 1-1 0,23-49 2 0,72-11-2 0,12-35 1 0,35-14 1 0,11-22-2 0,2 24 1 0,-24 11-1 0,-48 12 0 0,-12 12 1 0,-24 0 0 0,12 0-16 0,23 12-90 0</inkml:trace>
</inkml:ink>
</file>

<file path=ppt/ink/ink1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12099 4620 26 0,'-36'-23'21'0,"1"-2"5"0,23 0-3 0,12-21-5 0,0 34-7 0,12 12-9 0,-1 83 2 0,13 36 0 0,12 24 1 0,-12-12 0 0,-12-47 2 0,1-13-1 0,-13-37-2 0,11-21-5 0,1-13-40 0,-1 0-60 0</inkml:trace>
  <inkml:trace contextRef="#ctx0" brushRef="#br0">12278 4857 91 0,'0'-23'26'0,"0"35"-20"0,0-12 8 0,0 0-6 0,0 11-18 0,0 2-95 0</inkml:trace>
  <inkml:trace contextRef="#ctx0" brushRef="#br0">5538 6678 23 0,'-49'-46'24'0,"38"10"0"0,-1 24 5 0,12 12-17 0,12 48 3 0,12 35-5 0,12 1-3 0,-1-13-2 0,1-12-4 0,-12-23 0 0,-12-24 1 0,-12-12 4 0,-12-36-2 0,-12-11-2 0,12-1-2 0,-12-23 1 0,1-13 1 0,-2-23-4 0,14 25 2 0,22 21 1 0,2 26 1 0,-1 23-2 0,11 24-1 0,25 34 1 0,12 15-1 0,-14-14 1 0,3-11 1 0,-13-25-1 0,-14 2 0 0,3-26 1 0,-14-10-1 0,14-25 1 0,-14-11 0 0,-11-24-1 0,13 11 0 0,-1 13 3 0,-1 47-3 0,13 0-2 0,0 49 1 0,12 34 1 0,0-12 0 0,-24-24 2 0,-12-24-3 0,11 14-1 0,13 0-43 0,-12-14-56 0</inkml:trace>
  <inkml:trace contextRef="#ctx0" brushRef="#br0">6539 6429 45 0,'-25'-11'26'0,"13"11"-16"0,12 47 15 0,0 36-8 0,-12 1-6 0,-12-25-2 0,13-35-4 0,-1-11-4 0,12-2-45 0,0-11-36 0</inkml:trace>
  <inkml:trace contextRef="#ctx0" brushRef="#br0">6645 5941 8 0,'-24'-12'13'0,"1"-22"16"0,23 9-2 0,0 13-3 0,11 49-13 0,1 34-5 0,12-24-3 0,0-12 0 0,0-23 0 0,-12-1-2 0,-12 2 3 0,0-13-1 0,-12-13 0 0,0-33-2 0,-12-26 0 0,12 1-1 0,12 11 2 0,12 24-1 0,12 24-3 0,0 24 1 0,10 36 2 0,-9 0-2 0,11-14 4 0,-25-21-3 0,-11-13 3 0,0-23-2 0,0-38 0 0,25-10 0 0,-1-13 0 0,11 50-1 0,1-3 0 0,-13 50-2 0,25 45 2 0,-24 15-1 0,0-38 2 0,-12 1-1 0,-12-25 1 0,0 14-3 0,12 0-55 0,13-25-17 0</inkml:trace>
  <inkml:trace contextRef="#ctx0" brushRef="#br0">7537 5715 3 0,'0'0'10'0,"-23"-48"13"0,0 13 2 0,-13-1-9 0,0 12-7 0,12 12-4 0,0 12-2 0,1 12 1 0,-1 1 2 0,12 21-4 0,12 26 0 0,-13 1-1 0,13-15 0 0,0 2 1 0,13-24 0 0,-1-24 1 0,12-47-1 0,-1-1-2 0,1-12 1 0,0 24-1 0,-12 13 2 0,-12 23 2 0,0 0-3 0,13 12-1 0,10 22 1 0,13-9 0 0,-2-25-1 0,3 0 2 0,11-25-1 0,-13-21 1 0,-12-26-1 0,-10-11 0 0,-1-13 0 0,-12 12 0 0,-25 26-1 0,2 22 1 0,10 12-1 0,3 12 0 0,10 12-1 0,-12 48 0 0,0 23 1 0,12 24-1 0,24-24 1 0,11-10 0 0,25-14-1 0,-13-23 2 0,13-12-1 0,-12-24 0 0,11-12 0 0,2-23 0 0,-15 23 1 0,-10-13-1 0,-12 3 0 0,-24-3 0 0,-13 3 1 0,-10 9-1 0,-1 13 1 0,-1 12-2 0,4 12 1 0,-4 24-1 0,1 11 1 0,12 0 0 0,24 3 0 0,12-4-1 0,12-21 1 0,10-14 0 0,3-35 0 0,-13-13 1 0,-25 27-1 0,0-1 1 0,-11-2-1 0,0 13-15 0,0 24-98 0</inkml:trace>
  <inkml:trace contextRef="#ctx0" brushRef="#br0">8598 5514 30 0,'0'11'13'0,"0"36"16"0,0-11-1 0,-24 12-11 0,-23 11-5 0,-13 12-3 0,12-12-4 0,12-34-1 0,36-13-1 0,-11-12-4 0,22 0-61 0,2 0-13 0</inkml:trace>
  <inkml:trace contextRef="#ctx0" brushRef="#br0">8979 5060 18 0,'-13'-36'39'0,"13"1"-8"0,0-1-10 0,0 24-11 0,0 24-1 0,13 47-2 0,-1 12-7 0,-12 13 1 0,12 0 1 0,0-26-1 0,-12-8 1 0,12-39 0 0,-12-22 2 0,-12-50-2 0,-12-22 2 0,-24 1-2 0,25 9-1 0,23 14 0 0,0 11-4 0,0 23 3 0,0 75 0 0,0 21 2 0,12 13-3 0,11-13 1 0,1-37-1 0,-24-9 0 0,0-25 3 0,0-12 2 0,-13-12-4 0,13 12-2 0,0 12-79 0,0 0 30 0</inkml:trace>
  <inkml:trace contextRef="#ctx0" brushRef="#br0">16803 6287 1 0,'0'-11'6'0,"34"-26"31"0,2 49-7 0,37 59-13 0,33 25-7 0,-10-1-6 0,-13-24-2 0,-11-11 3 0,-14-13-30 0,-33-35-42 0</inkml:trace>
  <inkml:trace contextRef="#ctx0" brushRef="#br0">17303 6226 29 0,'-49'-11'0'0,"26"72"5"0,-13 57 30 0,-35 36-11 0,-12-45-7 0,0-38-11 0,23-12-3 0,48-24-12 0,12-24-80 0</inkml:trace>
  <inkml:trace contextRef="#ctx0" brushRef="#br0">17433 6276 18 0,'0'0'2'0,"0"-13"12"0,25 72 33 0,-25 37-21 0,-12 34-14 0,12-34-5 0,12-37-3 0,23-23-45 0,-22-36-14 0</inkml:trace>
  <inkml:trace contextRef="#ctx0" brushRef="#br0">17684 6297 55 0,'-24'-34'7'0,"0"10"2"0,109-12-4 0,-3 25 7 0,-10 34 2 0,-26 25-3 0,-33 23-5 0,-13 13-1 0,-36 0-1 0,-35-2-1 0,11-22 1 0,48-26-3 0,24-21 1 0,84-13 1 0,23-23-2 0,-12 12-2 0,-48-2 1 0,-59 13 2 0,0-12-1 0,-12 24-30 0,12 1-55 0</inkml:trace>
</inkml:ink>
</file>

<file path=ppt/ink/ink1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7848 11966 8 0,'-12'-12'13'0,"12"-1"0"0,0 13-3 0,12-11 1 0,-12 11 9 0,11 0-5 0,-11-12-8 0,13 12-4 0,-13 12 1 0,12-1-2 0,-1 2 2 0,1 24 1 0,0-16-2 0,0 4 0 0,0 0-1 0,-12-2 0 0,12 1-1 0,0-12 1 0,12 0-1 0,-24-12 0 0,13 0 1 0,8 0-1 0,15-37 0 0,13 3 0 0,9-26-1 0,14-1 1 0,-12 2 0 0,-11 13 3 0,-15 21 0 0,-21 13 1 0,10-12-4 0,-23 24 0 0,12-12-2 0,12 12-40 0,0-11-45 0</inkml:trace>
</inkml:ink>
</file>

<file path=ppt/ink/ink2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1406 6121 45 0,'-25'-37'14'0,"14"24"-7"0,22-10 3 0,-11 23 4 0,0 0-4 0,13 23-3 0,22 14-3 0,1 10 0 0,0-23 1 0,-24 0 0 0,1-1-1 0,8-23 3 0,15 0-5 0,25-23 3 0,21-59-2 0,74-26 1 0,-13 24-3 0,-25 13 3 0,-22 11-5 0,-36 25 3 0,-25-1 2 0,-23 12 1 0,-12 24-3 0,0 0-2 0,12 37-122 0</inkml:trace>
  <inkml:trace contextRef="#ctx0" brushRef="#br0">1477 7049 21 0,'0'0'0'0,"0"-61"20"0,12 14 2 0,0 12 0 0,-24 35-6 0,12 0-5 0,0 23-4 0,12 25 0 0,13 0-1 0,9 11 0 0,-11-34-2 0,2-2-1 0,-1-12 0 0,23-22 1 0,25-49-2 0,11-11 1 0,24-13-1 0,-23 13-2 0,-13 0 1 0,-11 24-2 0,-13-3 5 0,-11 16-5 0,0 10 2 0,0 11-2 0,-13 2-8 0,1 11-27 0,-12 11-60 0</inkml:trace>
  <inkml:trace contextRef="#ctx0" brushRef="#br0">1227 7084 31 0,'-36'-12'9'0,"24"12"3"0,12-13 15 0,12 13-10 0,12 13-7 0,12 24-5 0,0 10-2 0,-1 0 0 0,-12-11 1 0,-10-11 0 0,10-14 0 0,13-35-1 0,36-36-2 0,22-22 1 0,26-2 0 0,-25-12-1 0,-22 25 0 0,-3 23 0 0,-34 13 0 0,0 11-1 0,-36 1 2 0,0 23-1 0,-12 11-10 0,0 12-91 0</inkml:trace>
  <inkml:trace contextRef="#ctx0" brushRef="#br0">10193 9454 51 0,'-11'-36'6'0,"22"36"19"0,-11 24-8 0,13 11-6 0,10-12-5 0,13-10-2 0,-12 11-1 0,-12-24 1 0,12 0-1 0,0-24 0 0,-1-12-1 0,25-23-1 0,34-14 0 0,26 2-1 0,12 12 0 0,-13 0 2 0,-12 11 3 0,-36 25-1 0,1-1 0 0,-36 11 0 0,-1 13-2 0,2-23-1 0,22 23-41 0,-23 12-44 0</inkml:trace>
  <inkml:trace contextRef="#ctx0" brushRef="#br0">11896 9596 35 0,'0'-35'6'0,"0"-13"4"0,13-11 4 0,22 23 0 0,13 24-4 0,23 24-5 0,1 24-1 0,-13 35-3 0,-35-12 0 0,-24 1 1 0,-24-12 0 0,1-35 1 0,0-2 0 0,10-47 0 0,37-36 0 0,22-11 5 0,15 0-2 0,-2 36-5 0,0 22-1 0,-34 13-22 0,-14 36-63 0</inkml:trace>
  <inkml:trace contextRef="#ctx0" brushRef="#br0">12671 9395 59 0,'0'-13'6'0,"-24"-24"3"0,24 37-5 0,0 25 10 0,0 23-6 0,-12 11-5 0,24-11-1 0,0-12 0 0,35-13 0 0,-24-11 0 0,13-24 0 0,-23-11-1 0,-13-1 0 0,0-24 0 0,-13 13-1 0,-10-24 1 0,10 22-1 0,-23 14 0 0,26 12 0 0,-26 22-1 0,0 12 0 0,24 14 1 0,0-3 0 0,36-9-1 0,0-2 2 0,24-11-1 0,11-24 0 0,-11 1 0 0,-13-13 0 0,1-12 0 0,-12 0 1 0,-1 11-1 0,2 4 1 0,-14 8-1 0,-11 13 0 0,12 0 0 0,-12 24 0 0,0 23 0 0,12 0 0 0,0 13 0 0,0-36 0 0,0 0 0 0,1-11 1 0,10-26 1 0,1-24-2 0,11 14 0 0,-11-25-1 0,0 14 1 0,-12-16 1 0,0 29-1 0,-12 21 0 0,0 11-1 0,12 24 1 0,0 13 0 0,10-12 0 0,3-13-1 0,-1-11 2 0,12-12 0 0,-13-12 0 0,-10-23 0 0,-2-12-1 0,-11-3 1 0,13 16 0 0,-13 10-1 0,11 11 1 0,-11 13-1 0,12 25-1 0,-12 11 1 0,24-1-1 0,-12 1-18 0,-1 0-69 0</inkml:trace>
  <inkml:trace contextRef="#ctx0" brushRef="#br0">13730 9240 39 0,'0'-48'16'0,"-11"25"-6"0,11-2 4 0,0 13-2 0,-12-1-6 0,-12 26-1 0,-12 24 0 0,23-3-4 0,13 3 0 0,36-3-1 0,24 16 1 0,-13 8-2 0,-11 2 1 0,-36-13 1 0,-36-23 7 0,-34-24 3 0,-3-13 0 0,50 2-8 0,23-1-2 0,12 12-12 0,12 0-45 0,-24 12-5 0</inkml:trace>
  <inkml:trace contextRef="#ctx0" brushRef="#br0">12444 10061 18 0,'0'0'0'0,"-83"12"2"0,47-12 4 0,1 0 19 0,11 0-3 0,24-12-8 0,46-13-10 0,99-9 4 0,69-14 1 0,59 12-3 0,13 12-4 0,-36 0 2 0,-11 12 1 0,-120-11 1 0,-60 11 2 0,-47-12 3 0,1 1-9 0,-2 10-2 0,12 1-15 0,-10 12-37 0,-13 12-21 0</inkml:trace>
  <inkml:trace contextRef="#ctx0" brushRef="#br0">12409 10107 18 0,'-36'0'10'0,"-25"0"1"0,39 0 13 0,10 0-10 0,12 13-6 0,34-13-4 0,38 0 6 0,35-23 0 0,37-25-2 0,70 35-7 0,24-21 0 0,0-3 0 0,-23 3 0 0,-48 9 1 0,-61 13 1 0,-46-1 2 0,-24 2 0 0,-12 11-3 0,12 0 0 0,-13 0-2 0,0-12 2 0,-23 12-1 0,0 0-34 0</inkml:trace>
  <inkml:trace contextRef="#ctx0" brushRef="#br0">15338 11752 43 0,'0'-60'11'0,"0"-1"-3"0,0 27 17 0,-12 22-12 0,-12 37-9 0,-11 69-1 0,-13 38-2 0,24-14-1 0,1-10-1 0,23-49 3 0,11-24-1 0,37-24 3 0,35-57-3 0,1-13-1 0,-25 9 0 0,-11 4 1 0,-2-2 0 0,-21 24-1 0,-25 24-2 0,0 47 1 0,0 14 0 0,11-14 1 0,25-23 0 0,13-12 1 0,-2-35 0 0,-11-27-2 0,-61-32-1 0,-22 46 1 0,12 12 1 0,10 13-1 0,14 46-2 0,-14 25 1 0,38-12 2 0,23-1-1 0,23-23 0 0,12-35 0 0,13-26 1 0,11-34 0 0,-11-1 0 0,-38 1 1 0,-21-25-1 0,-25 2 1 0,11 22-1 0,-22 24 1 0,-1 36-1 0,-12 36-3 0,1 48 2 0,23 35 1 0,0 37 1 0,12-2 1 0,23-47-1 0,-23-59 2 0,-12-24 2 0,0-37-2 0,0-22-46 0,0 35-8 0</inkml:trace>
  <inkml:trace contextRef="#ctx0" brushRef="#br0">16386 11823 32 0,'24'-24'7'0,"-12"11"4"0,0-10 16 0,-24 23-9 0,-12 12-10 0,-12 24-4 0,36 0-2 0,24 11-1 0,12 25-2 0,-2-1 1 0,-34-23 2 0,-22-24 12 0,-38-24-7 0,1-24-3 0,23-12-12 0,36 24-102 0</inkml:trace>
  <inkml:trace contextRef="#ctx0" brushRef="#br0">15672 12406 61 0,'-108'12'7'0,"49"13"0"0,59-25 12 0,46-13-18 0,110-24 2 0,118-9 0 0,-48 21 5 0,-47 2 0 0,-48-1-1 0,-95 12-5 0,-25 0-2 0,-47 36-35 0,-36 12-47 0</inkml:trace>
  <inkml:trace contextRef="#ctx0" brushRef="#br0">15612 12537 66 0,'-95'0'8'0,"59"11"-5"0,60-22 0 0,83-24-1 0,72-13 4 0,47 0 7 0,-36 25-5 0,-35-13 0 0,-71 24-2 0,-49-1 0 0,-35 13-1 0,0 0-12 0,-35 25-112 0</inkml:trace>
  <inkml:trace contextRef="#ctx0" brushRef="#br0">17136 14752 49 0,'-12'-36'4'0,"0"-1"0"0,0 27 10 0,0 45-10 0,1 37 0 0,11 47-2 0,-12 12 0 0,12 12-2 0,0-13 1 0,23-22-1 0,37-13 0 0,46-12 0 0,26-22 1 0,35-3-1 0,47-11 2 0,48-10-1 0,11-3 1 0,-10-9 1 0,-48 11-2 0,-13-24 3 0,-35-1-1 0,-36 14-1 0,-48-25 1 0,-60 0 1 0,-23-12 1 0,0-24-2 0,0 0-12 0,0 24-75 0</inkml:trace>
  <inkml:trace contextRef="#ctx0" brushRef="#br0">19077 15621 37 0,'-12'-25'8'0,"-12"2"8"0,13 0 13 0,11 23-21 0,35 23-6 0,37 37 0 0,11-1 0 0,24 0 2 0,-12-10 0 0,-35-14-1 0,-24-11 1 0,-36 0 3 0,-36 12 0 0,-60 11-5 0,-10 25 0 0,33-1-2 0,37-11 0 0,-10-1 1 0,34-23 1 0,12-36 2 0,36-36-52 0,-36 24-15 0</inkml:trace>
</inkml:ink>
</file>

<file path=ppt/ink/ink2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3835 8704 46 0,'-12'-12'9'0,"-12"-13"7"0,36 25-14 0,37 0-2 0,-15 13 1 0,14-13 1 0,12 0 5 0,11 0-2 0,0 0-2 0,1-13-2 0,-13 13 2 0,13-11 0 0,11-1 1 0,24-12-1 0,1 12-2 0,12 0 0 0,-2-1 0 0,0 3 1 0,14-14-1 0,23 12 0 0,-24 0 0 0,11-1-1 0,1 2 0 0,-13 11 1 0,2 0 0 0,11 0 0 0,-12 11-1 0,0-11 0 0,0 0 0 0,-1 0 0 0,2 0 2 0,-1 0 0 0,0 13-1 0,-1-13 0 0,-10 0-1 0,11 0-2 0,-24 0 2 0,1 0 1 0,22 0-1 0,-23 0 0 0,1 12 1 0,11-12 0 0,-12 0-2 0,0 0 2 0,1 12-1 0,-13-12 1 0,12 13-1 0,-12-13 1 0,0 0-1 0,14 0 1 0,-15 11-2 0,25-22 2 0,-12-2 0 0,-12 13-1 0,13 0 0 0,-14 0 0 0,-10 13 0 0,11-13 0 0,1 0 1 0,-13 0-2 0,1 0 1 0,-2 11 0 0,14-11 0 0,-1 10 0 0,13 3 0 0,-1-13 0 0,11 0-2 0,-9 0 0 0,-3 12 1 0,13 0 1 0,-12 1 0 0,1-13 0 0,-1 0 0 0,-12 0-1 0,0 11 1 0,0-11-2 0,12 0 3 0,-11 0-1 0,-1-11 0 0,23-2 1 0,-10 1-1 0,-12 12 0 0,23 0 1 0,0 0-2 0,-1-12 1 0,2 12 1 0,23-23-1 0,-12 23 0 0,1-11-1 0,-2 11 2 0,12 0-2 0,-22 0 2 0,23 0-2 0,-12 0 2 0,12-13-1 0,12 26 0 0,-24-13 0 0,0 11 1 0,11-11-1 0,-11 0 0 0,12 0 0 0,-24 0 0 0,0-11 0 0,-11 11 0 0,-1-13 1 0,12 1-2 0,-12 12 2 0,-12 0-1 0,13 0 0 0,-13 0 0 0,-1 0 0 0,-10 12 0 0,-12 1 0 0,-36-13 0 0,-13 0 1 0,0-13 0 0,-10-11 0 0,23 0-1 0,0 12 0 0,-1 1-91 0</inkml:trace>
  <inkml:trace contextRef="#ctx0" brushRef="#br0">5192 10609 38 0,'-23'-12'13'0,"34"12"-8"0,37-12-3 0,0 12-1 0,11 12 3 0,1-12 3 0,11 12-2 0,13-12-1 0,11 0-1 0,-24 0 1 0,13 11 4 0,-14 1-3 0,39-12-1 0,9 0-2 0,13 0 0 0,-1-12-1 0,26 1-1 0,-13-13 1 0,0 11 0 0,11 2 0 0,2-1 0 0,10 1-1 0,-11 11-1 0,-12-13 1 0,12 13 1 0,-12 0-1 0,0-12-1 0,10 0 0 0,-9 12 0 0,-13 0 2 0,11 0 0 0,-22 0-1 0,-1-13 0 0,0 13 0 0,1 13-2 0,-2-13 3 0,-11 0 0 0,13 12 0 0,-2-12-1 0,-11 12 0 0,25 1 0 0,-26-2-2 0,-9 1 3 0,-2-12-1 0,-12 11 1 0,12 2 0 0,-23-13-1 0,-13 12 0 0,13-12 1 0,-14-12 1 0,-9-1-1 0,-13 26 0 0,-1-13-1 0,1 0-2 0,0-13 3 0,0 13 0 0,-24 0-1 0,11 0 1 0,-12 0-1 0,2 0 2 0,-13-11 0 0,12 11-1 0,-12 0-1 0,24 0-13 0,12 0-71 0</inkml:trace>
  <inkml:trace contextRef="#ctx0" brushRef="#br0">642 11371 40 0,'-21'-24'13'0,"21"11"-6"0,0 13-2 0,11 0 2 0,-1 0 4 0,39-11-3 0,-1 11 0 0,11-12-2 0,25 12-2 0,0 0-2 0,-2 0 0 0,14 0 0 0,23 0 1 0,-1 0-3 0,27 0 1 0,-3-11-1 0,12 11 3 0,13-13-2 0,0 1 0 0,23 12-1 0,-11-12 1 0,-1 12 0 0,13 0 0 0,-12 12-2 0,23-12 1 0,1 0 1 0,11-12 1 0,0 12-2 0,1 0 3 0,-1 0-2 0,12 0 0 0,-22 12-1 0,-4-12 2 0,-21 12-1 0,23-12-1 0,2 0-1 0,-14 13 1 0,-11-13 0 0,-13 11-1 0,-23-11 1 0,12 0 0 0,1 0 0 0,-2 0 1 0,-23 0-1 0,12 0 0 0,-24-11 0 0,-13 11 0 0,-22 0 0 0,-36-13-2 0,-1 13 2 0,-23 0 1 0,0 0-1 0,-12 0 1 0,1 0-20 0,-2 0-59 0</inkml:trace>
  <inkml:trace contextRef="#ctx0" brushRef="#br0">20351 4405 31 0,'0'0'0'0,"-35"37"3"0,35-14-4 0,35-23 1 0,14-48 3 0,21-11 2 0,38-37-2 0,11-11 1 0,-24 13-3 0,-59 69 0 0,-1 25 0 0,-11 0-35 0</inkml:trace>
  <inkml:trace contextRef="#ctx0" brushRef="#br0">20542 4917 29 0,'0'11'2'0,"0"26"-2"0,24-24 2 0,35-50 3 0,48-58-2 0,48-36-1 0,-25 47-10 0,-105 73-16 0</inkml:trace>
  <inkml:trace contextRef="#ctx0" brushRef="#br0">20208 5763 40 0,'0'0'0'0,"-11"0"0"0,58-23 0 0,60-50 1 0,-58 38-36 0</inkml:trace>
  <inkml:trace contextRef="#ctx0" brushRef="#br0">21292 6334 40 0,'0'0'4'0,"-12"-24"-4"0,96-35 0 0,11-25-26 0</inkml:trace>
  <inkml:trace contextRef="#ctx0" brushRef="#br0">21673 7156 48 0,'-12'-13'3'0,"1"13"-5"0,45 0 3 0,62-47 0 0,59-61 1 0,-36 14-38 0</inkml:trace>
  <inkml:trace contextRef="#ctx0" brushRef="#br0">20649 8001 0 0,'0'0'1'0,"0"0"3"0,12 25 5 0,12 46-5 0,12-24-2 0,11-47 2 0,36-84 0 0,13-11-2 0,10 1-2 0,-35 10 1 0,-10 36-1 0,-37 25 0 0,-12 23 0 0,-12 11-13 0,0 1-2 0</inkml:trace>
  <inkml:trace contextRef="#ctx0" brushRef="#br0">22090 8311 12 0,'-12'-25'5'0,"12"14"-3"0,36-12-2 0,23-2 1 0,12 25-2 0,1-12 3 0,-12 12-1 0,-26 0 1 0,-9 37 0 0,-25-3 0 0,11 37-1 0,2 2 0 0,23 22-1 0,0 24 0 0,-1 12 0 0,1 12-1 0,12 35 1 0,-1 0 0 0,1 37 0 0,-12-24-1 0,-1-24 1 0,-24-1 1 0,2-22-1 0,-13 11 0 0,0-37 1 0,-13-23-1 0,-10 0 1 0,12-22-1 0,11-2 0 0,-12-12 1 0,12-13-1 0,0-21 0 0,12 0 1 0,-1-2-1 0,-11 1 0 0,-11 0 0 0,-1-1 1 0,-12-12-1 0,1 26 1 0,-26-1 0 0,-11-1 1 0,1 1 5 0,12-25-1 0,-13 2 0 0,36-13-2 0,12 0-2 0,12 12-20 0,12 0-15 0</inkml:trace>
  <inkml:trace contextRef="#ctx0" brushRef="#br0">21495 12085 55 0,'-12'-12'4'0,"12"1"-2"0,0 22 0 0,35 12 9 0,-12 25 2 0,13-12-10 0,0-24 0 0,12-24 1 0,24-47-1 0,23-13-1 0,-35 25 0 0,-13-1 0 0,-35 35 2 0,0-10-2 0,0 12-1 0,12-2-3 0,-24 13-87 0</inkml:trace>
  <inkml:trace contextRef="#ctx0" brushRef="#br0">20721 13383 47 0,'-24'0'3'0,"-1"0"-1"0,38-12-2 0,23-12 0 0,11 0 1 0,0 0-1 0,1 24 1 0,-24 24 0 0,0 13-1 0,0 9 1 0,1 13-1 0,-2 12 0 0,0 26 0 0,-12 11 0 0,25 22 0 0,1 13-1 0,10-12 1 0,1 1-1 0,-37-14 0 0,-11 48 1 0,13 25 0 0,-13-25 0 0,23-11-1 0,1-36 0 0,-12 0 1 0,-12 24 0 0,-36-1-1 0,0-10 2 0,25-25 0 0,-1 1-1 0,12-24 0 0,-13-13 0 0,-10 12 0 0,-12 12 0 0,-1 12 0 0,0-11-1 0,0-13 2 0,-23-48 1 0,11-11 2 0,-11-11 1 0,-13-2-2 0,24-11 2 0,1 12-1 0,35-1-4 0,-1 14-27 0,13-25-5 0</inkml:trace>
  <inkml:trace contextRef="#ctx0" brushRef="#br0">8253 17717 7 0,'-13'-12'5'0,"-10"0"6"0,10 0 5 0,2 0-5 0,22-1-3 0,38 2-2 0,34 11-1 0,36 0 0 0,60 0 0 0,35 0 0 0,36 0-1 0,36 11-4 0,35-11-1 0,-12-11-2 0,2 11-1 0,-2 0-2 0,-11 11-1 0,13 2 2 0,45-26 2 0,12-10 5 0,2-1 1 0,-48 24 2 0,-13 0 0 0,-24 0 2 0,2-12 1 0,-25 12 3 0,48-23-7 0,-108-25-1 0,-71 36 1 0,-60-1-3 0,-48 13-12 0,-23 0-21 0,-46 0 0 0,-110 25-4 0</inkml:trace>
  <inkml:trace contextRef="#ctx0" brushRef="#br0">8467 17895 2 0,'0'0'0'0,"-107"-24"9"0,12 12-3 0,23 1 7 0,47-1 0 0,38-13-4 0,46 25-2 0,50 0 1 0,91 0 2 0,99 0-1 0,82-11-2 0,95-25-6 0,25-1-4 0,23 3-5 0,12 10-1 0,-14 11 7 0,15 2 5 0,-26 11 3 0,-22-12 4 0,-48 1 0 0,-36-2 4 0,-60-11-2 0,-59 1-2 0,-61 12-4 0,-10-14-12 0,-167 0 14 0,-36 14 6 0,-24 11-10 0,-11-12-5 0,-2 12-92 0,25 0 43 0</inkml:trace>
</inkml:ink>
</file>

<file path=ppt/ink/ink2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7537 10061 64 0,'-23'-12'18'0,"-47"-35"-6"0,81 34-11 0,37 13-1 0,47-12 3 0,83 0 2 0,71-11 1 0,75 12-5 0,8-14 2 0,-47 13 0 0,-106 12 3 0,-95 0 5 0,-72 0-2 0,-12 12-6 0,24 13-45 0,-24-25-19 0</inkml:trace>
  <inkml:trace contextRef="#ctx0" brushRef="#br0">10193 9918 57 0,'-36'-37'11'0,"36"26"-9"0,49-1 2 0,10 12 6 0,25 12 2 0,-2 36-4 0,-69 11-1 0,-26 0 5 0,-59 12-2 0,-10 2-4 0,-13-14-2 0,59 1-2 0,24-47 0 0,48 10 1 0,35-23 0 0,26-12-2 0,9 1 2 0,1-14-3 0,-24-11-54 0,-59 13-31 0</inkml:trace>
  <inkml:trace contextRef="#ctx0" brushRef="#br0">10170 10120 66 0,'0'0'0'0,"-36"-23"12"0,72 23-10 0,83-36-1 0,48 11-1 0,23 2-14 0,-60-1 0 0,-45 0 12 0,-73 24 5 0,-12 12 5 0,-48 36-1 0,24 13-4 0,12-3-1 0,48-11 1 0,12-22 1 0,11-25 0 0,-11-36 2 0,-24-24-4 0,-24-11 0 0,-24 24-1 0,-24-1-1 0,-1 36 0 0,3 24 0 0,-2 23-1 0,35 12 1 0,50-10 0 0,33-13 1 0,38-24 0 0,24-36 0 0,-37-12-1 0,-36 37 1 0,-36 11-1 0,-23 11 1 0,-11 25-1 0,11-12 0 0,36 10 1 0,24-21 0 0,-2-13 1 0,-9-34-2 0,-37-16 3 0,-24-21-2 0,-24 12 1 0,-13 34-2 0,3 25 0 0,-15 50-1 0,15 32 0 0,46-9 0 0,46-27 1 0,39-34 1 0,22-49-2 0,-11-9 2 0,-14 21-1 0,-22 25-1 0,-24 37 1 0,-24 10 0 0,-12-10 0 0,-12-14 2 0,-12-12 0 0,12-34 2 0,12-13-3 0,12 1-1 0,34-1 0 0,26 11 0 0,-1 25-1 0,-35 25 0 0,-11 0 1 0,-25 9 0 0,-25-10 2 0,25-48 2 0,49-35-3 0,46 34-2 0,12 38 0 0,-59 45-1 0,-36-8 2 0,-12-27 1 0,47-12-96 0</inkml:trace>
  <inkml:trace contextRef="#ctx0" brushRef="#br0">13099 10049 53 0,'-71'12'16'0,"47"71"-10"0,48-23-3 0,24-36 3 0,-1-36 0 0,13-47-1 0,-48-49-3 0,-24 13 0 0,-36 59-2 0,0 24 3 0,-22 60-2 0,21 11 0 0,37 1 0 0,36-26 0 0,36-9-1 0,10-13 2 0,15-24 0 0,-2-23 0 0,-12-1-1 0,-24-12 0 0,-11 12 0 0,-23 13 0 0,-1 11 0 0,-12 12-3 0,-12 35 2 0,-1 13 0 0,26 0 0 0,10-14 1 0,25-21 0 0,24-13 0 0,-26-23 0 0,3-25 0 0,-25 24 0 0,-1 1-1 0,-12 23-1 0,25 23 0 0,13 1 2 0,10-12-1 0,12-37 1 0,13-22 0 0,-24-48 2 0,-13-73-1 0,-23 15 0 0,-24 93-2 0,-13 24 0 0,-10 59-2 0,-24 73 2 0,23 24 0 0,48-1 0 0,46-23 2 0,-9-14 0 0,-13-46-34 0,-37-36-48 0</inkml:trace>
  <inkml:trace contextRef="#ctx0" brushRef="#br0">14135 9799 92 0,'0'-12'7'0,"36"-36"16"0,130 1-11 0,-10-1-3 0,-97 12-4 0,-47 36-17 0,-12 0-82 0</inkml:trace>
</inkml:ink>
</file>

<file path=ppt/ink/ink2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2214 7191 34 0,'-11'-11'7'0,"-12"11"-5"0,35-12 0 0,10 24 5 0,-9-1 9 0,-1 25-3 0,24 1-4 0,0-3-2 0,-1-22-5 0,13-24 3 0,23-22 0 0,25-39-1 0,23-9-2 0,24-2 1 0,-36 13 1 0,-25 11 4 0,-21 12-4 0,10 12-2 0,36 13-42 0,-95 23-16 0</inkml:trace>
  <inkml:trace contextRef="#ctx0" brushRef="#br0">2061 9382 13 0,'0'0'6'0,"0"-12"4"0,10 12-8 0,15 0 11 0,-1 36 5 0,-1 12-2 0,2 11-5 0,-1-11-3 0,11-25-6 0,1-11 3 0,23-35-3 0,37-37 0 0,23-47 0 0,36 12 0 0,-1-1 0 0,-34 13 11 0,-13 24-7 0,-25 11-4 0,26 12-101 0</inkml:trace>
  <inkml:trace contextRef="#ctx0" brushRef="#br0">2239 14348 3 0,'0'0'0'0,"-12"0"24"0,-1-25-5 0,13 13-10 0,0-1-5 0,13 13-3 0,-13 0 20 0,0-10-6 0,0 10-14 0,12 0 0 0,-12 0 2 0,0 0 8 0,0 10-1 0,0 3-6 0,24 11-2 0,12 48 0 0,-13-26 0 0,1-9 0 0,0-13-1 0,12-24 1 0,0 0 0 0,-1-24 1 0,61-36-2 0,23-47 1 0,47-12-2 0,1 0 2 0,-24 35 1 0,-60 25 4 0,-34 13-5 0,-2 21-18 0,-12 25-97 0</inkml:trace>
</inkml:ink>
</file>

<file path=ppt/ink/ink2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20387 11216 0 0,'-12'0'28'0,"-24"-12"3"0,13 12-9 0,-2-12-13 0,25 12 1 0,-11 12 4 0,11-12-7 0,0 0-2 0,11 0-2 0,25 0-3 0,24 0 2 0,23 0-1 0,13 12-3 0,-1-12 2 0,0 0 2 0,12-12-2 0,1 0 1 0,11-1 0 0,0 13-1 0,-12 13-1 0,0-13 1 0,0 12 2 0,0-12-1 0,-24 0 1 0,1 0-1 0,-23 0-2 0,-38 0 3 0,-23 12 0 0,-23-24 0 0,-14 12 0 0,-58 0-2 0,-12 0 1 0,-48-12 0 0,-11 12 1 0,-2 0-1 0,-22 0 1 0,11 0-2 0,1 12 0 0,35-12 2 0,35 12-2 0,24-12 1 0,26 0-1 0,-2 13 0 0,35-13-1 0,25 0 2 0,0 0-2 0,36 0 1 0,13 0 0 0,34 0-1 0,60-13 1 0,24 1-2 0,22 12 1 0,15 0 0 0,-2 0 0 0,-23 0 0 0,-13 0 1 0,-35 0 0 0,-36 0 0 0,1 0 0 0,-26 0 0 0,-9-12 0 0,-25 12 0 0,-13 0 0 0,-11-13 0 0,-1 2-3 0,14 11-106 0</inkml:trace>
  <inkml:trace contextRef="#ctx0" brushRef="#br0">13719 12275 76 0,'0'-47'3'0,"-24"59"0"0,-37 47 22 0,-45 48 2 0,-13 12-11 0,-1-12-6 0,38-36-6 0,58-34-2 0,12-3-9 0,48-34-123 0</inkml:trace>
  <inkml:trace contextRef="#ctx0" brushRef="#br0">13217 12299 46 0,'0'-24'3'0,"13"-47"8"0,10 47 26 0,13 72-5 0,13 71-12 0,9 36-10 0,26-36 0 0,-24-48 0 0,-23-35-4 0,-26-36-2 0,-11 0 1 0,-11-12-78 0,-2-1-35 0</inkml:trace>
  <inkml:trace contextRef="#ctx0" brushRef="#br0">19816 14478 44 0,'0'0'0'0,"24"-59"10"0,-13-12 17 0,1 0-5 0,-12-2-9 0,-12 2-2 0,-12 10-2 0,-36-10-4 0,-22 0 1 0,-38 24-4 0,-11-13 0 0,11 24 0 0,-10 24-2 0,11 1 1 0,-24 11-1 0,-35 23 1 0,-1 2-1 0,25 9 1 0,34 3-1 0,25 22 0 0,-1 25 0 0,13 12 1 0,-13 9-1 0,26 16 0 0,-3-16-1 0,3 3 1 0,34 10 0 0,24 3-1 0,36 9 1 0,24 0 0 0,23 14 0 0,11-1 1 0,26-24-1 0,24 0-2 0,9 0 2 0,15-47 2 0,11-26 1 0,-12-21-1 0,-24-37 3 0,12-35 1 0,0-13-5 0,-24 1 1 0,-13-1 1 0,3-35 0 0,-16 0 0 0,4-25 0 0,-15 2-1 0,-46 22 0 0,-23 13 0 0,34-48-1 0,13 36 1 0,-37-2 0 0,-11 3 5 0,-24-13 0 0,-35 0-3 0,-25 24 0 0,1-1-2 0,35 13-1 0,24 47-23 0,12 37-125 0</inkml:trace>
  <inkml:trace contextRef="#ctx0" brushRef="#br0">13634 14382 27 0,'0'-47'12'0,"-23"71"25"0,-72 95-8 0,-48 48-18 0,48-36-3 0,47-48-4 0,25-24-5 0,11-35-14 0,24-24-91 0</inkml:trace>
  <inkml:trace contextRef="#ctx0" brushRef="#br0">13195 14430 42 0,'0'-11'1'0,"35"11"22"0,13 95 16 0,23 49-23 0,1 9-10 0,-13-46-1 0,-23-70 0 0,-12-26-1 0,-12-70-15 0,-12 23-102 0</inkml:trace>
</inkml:ink>
</file>

<file path=ppt/ink/ink2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5001 10204 19 0,'-36'0'36'0,"25"-24"-28"0,-1 12-7 0,-1 1 3 0,-9-14-2 0,-27 0 3 0,13-9 0 0,0 10 2 0,-10 11-2 0,-2 13 0 0,1 0-3 0,-1 0-1 0,1 13 1 0,-1 11-1 0,-13-11 0 0,-9 8 0 0,-3-8 0 0,3-1 0 0,-14-12 0 0,25 12-1 0,-13 1-1 0,1-2 1 0,0 1 1 0,-1-12-1 0,1 11 0 0,11 2-1 0,0 11 0 0,1-1-1 0,10 1 1 0,15 13 0 0,-2-14 1 0,12 0 0 0,-12 2-1 0,0 9 1 0,13 3-1 0,12-3 0 0,11 16 1 0,0-3-1 0,11 0 0 0,37 1 0 0,-1-1 1 0,13-23 1 0,10-11 0 0,14-2 1 0,0-11 0 0,23-11 0 0,-12 11 0 0,-11 0 0 0,-25 11 0 0,13 1 1 0,-25-1-1 0,13 2 0 0,-1-13 0 0,13 0 0 0,-1 0-1 0,-11 0 1 0,0-13-1 0,10-10 0 0,2 12 1 0,-12-14-1 0,-1 2-1 0,-35-13 1 0,36 12 0 0,-13 0-1 0,1 1 0 0,-1-14 2 0,-11 14-1 0,-12-13 0 0,-11 11-1 0,-13-9 1 0,-13 10-1 0,13-12 1 0,-24-12 0 0,0-11 0 0,-35 11 0 0,-2 13 0 0,3 11-2 0,9-12-3 0,26 24 1 0,0 48-2 0,12 12-73 0</inkml:trace>
  <inkml:trace contextRef="#ctx0" brushRef="#br0">23507 6452 4 0,'0'0'12'0,"0"-11"2"0,-13 11-8 0,2 0 0 0,-1 11 0 0,-12 2-2 0,-11 11-2 0,-13 35 2 0,-22 13 0 0,-15-1-1 0,2 0 1 0,-1 13 2 0,-11 11-3 0,36-48 1 0,11-10 1 0,24-24 0 0,12 8-3 0,1-8 0 0,11-13 1 0,0 0-1 0,-12 0 1 0,12-23-2 0,0 12-43 0,0-2-6 0</inkml:trace>
  <inkml:trace contextRef="#ctx0" brushRef="#br0">22876 6502 14 0,'0'0'11'0,"-12"0"0"0,12 0 0 0,0 0 1 0,12 11-6 0,0 12-2 0,12 14-2 0,11-3 1 0,13-9 0 0,-24 11 2 0,-1 11-3 0,1 13-2 0,12-2 1 0,11-8 0 0,13-4 0 0,-12-10 0 0,-24 0 1 0,-11-12-1 0,21 0 0 0,-11-1 0 0,2-11 0 0,-1 0 0 0,-12-12 2 0,-12 0 1 0,12-12-1 0,0 0-1 0,-1-1-92 0</inkml:trace>
</inkml:ink>
</file>

<file path=ppt/ink/ink2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2203 7025 67 0,'-23'-12'8'0,"-1"0"0"0,24-12 8 0,0 12-2 0,0 12-3 0,12 0-2 0,34 0-3 0,39-11-1 0,22-2 0 0,48 26 0 0,35 10-2 0,-11-12-1 0,-1 2-1 0,-23-26-1 0,-48 13 1 0,-23 0 7 0,-60 0 4 0,-12 0-5 0,-2 0-5 0,3 0-66 0,-13 0-9 0</inkml:trace>
  <inkml:trace contextRef="#ctx0" brushRef="#br0">2013 11250 78 0,'-12'0'3'0,"-12"-21"6"0,24 21 2 0,12 0 1 0,12 0 1 0,34-13-4 0,27 1-3 0,34-13-2 0,12 14-2 0,-106 11-2 0,128 0 4 0,3 11-2 0,10 2-1 0,-11-13-1 0,0 0-1 0,22 12 4 0,-9-12 0 0,-1 0-1 0,-24 0 0 0,-12 0 0 0,-1 0-1 0,-23 12 1 0,-35 12 2 0,0-14-1 0,11-10 0 0,1-10 1 0,-1 10-2 0,-12 0 0 0,-23 10 1 0,-35-10 1 0,-2 0 3 0,-1 0-3 0,3-10-2 0,-1-1-9 0,-12 11-139 0</inkml:trace>
</inkml:ink>
</file>

<file path=ppt/ink/ink2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3751 11250 63 0,'-11'-10'5'0,"-1"-1"-3"0,-1 11 4 0,13 0 8 0,-11 0-5 0,11 11-5 0,0-11 3 0,24 0 2 0,35 0 1 0,14 10-3 0,20-10-3 0,14 13 0 0,1-13-2 0,11 0-1 0,-1-13 0 0,14 13 0 0,-1 0 1 0,0 0-2 0,-1 0 4 0,-22 0-3 0,-12 0 1 0,-25-10-2 0,1 10 1 0,-38 0 2 0,-9-11 0 0,-14-2-2 0,-11 26-25 0,25 21-93 0</inkml:trace>
  <inkml:trace contextRef="#ctx0" brushRef="#br0">6717 11229 51 0,'-24'-13'12'0,"-12"13"-2"0,11 0 2 0,25-12 0 0,13 12 0 0,35 0-2 0,34 0-5 0,38 12-1 0,-13 12-1 0,11-1-2 0,-9-11 0 0,22-12-1 0,12 0 3 0,-24 0 1 0,11-25-1 0,-23 15-1 0,1-1-2 0,-14 11-1 0,13-13 1 0,-10 1 1 0,-13 12 0 0,-37 0-1 0,0 0 2 0,1 12 0 0,0-12 1 0,-25 0 0 0,-11 13-1 0,-1-13 0 0,-11 11-126 0</inkml:trace>
  <inkml:trace contextRef="#ctx0" brushRef="#br0">6181 13942 53 0,'-24'-12'13'0,"12"-11"-1"0,-12 12 11 0,12 11-5 0,0-13 2 0,36 1-15 0,36 12 1 0,10 12-2 0,37-12 0 0,13 0-1 0,23 0-1 0,24 0 0 0,35 0 0 0,25-12-1 0,0 12-3 0,-14 0 3 0,2 0-1 0,-1 0 0 0,12 0 1 0,-11-12-1 0,-14-1 1 0,-33 13 0 0,-37 25-3 0,-60-13 2 0,-11 12 2 0,-25-14-2 0,1-10 4 0,-24 13 1 0,-1-13 5 0,-11-23-1 0,0-13-6 0,-11 0-9 0,11 36-148 0</inkml:trace>
  <inkml:trace contextRef="#ctx0" brushRef="#br0">14921 13134 50 0,'0'-13'8'0,"12"-11"4"0,-12 24 4 0,-47 71 6 0,-12 13-8 0,-14 24-6 0,-10-14-2 0,12 1-2 0,-13-11-2 0,37-37 2 0,23-23-2 0,36-12 2 0,47-24 1 0,49-12-2 0,34 1-2 0,13 23 3 0,-36-12-3 0,-60 12 0 0,-59 0-2 0,0 0-45 0,-23-48-23 0,10 37 34 0</inkml:trace>
  <inkml:trace contextRef="#ctx0" brushRef="#br0">14969 13205 40 0,'-24'-60'32'0,"60"191"27"0,23 71-42 0,-23-12-5 0,-13-46-8 0,-23-39-2 0,-11-32-4 0,-1-73-69 0,12-23 1 0</inkml:trace>
  <inkml:trace contextRef="#ctx0" brushRef="#br0">15587 13216 70 0,'-11'-11'5'0,"-14"-2"1"0,15 26 17 0,-2 58-7 0,12-24-7 0,47 13-6 0,36-1-2 0,13 14 0 0,-37 9 2 0,-35-11 9 0,-36-23-4 0,-48-12-5 0,1-24-1 0,-25-48-53 0,37-47-40 0</inkml:trace>
  <inkml:trace contextRef="#ctx0" brushRef="#br0">15505 13299 42 0,'0'-23'10'0,"12"-85"17"0,83 24-4 0,59 25-13 0,2 36-7 0,-61 11-4 0,-71 12-74 0,-24 0 45 0</inkml:trace>
  <inkml:trace contextRef="#ctx0" brushRef="#br0">14301 14692 77 0,'-11'0'2'0,"-49"37"-2"0,73-37 13 0,94-25 5 0,118-58 3 0,121-24-9 0,83-12-5 0,-13 12-3 0,-58 23-1 0,-96 36-1 0,-84 14-2 0,-82 9-2 0,-85 25-35 0,-81 48-24 0,10-37 10 0</inkml:trace>
  <inkml:trace contextRef="#ctx0" brushRef="#br0">14385 14884 56 0,'-107'11'9'0,"59"12"-8"0,85-23 9 0,81-59 4 0,132-48 4 0,155-37-9 0,96-11-2 0,-1 25-1 0,-119 59 2 0,-143 23 2 0,-119 24 2 0,-82 12-5 0,-37 0-3 0,0 12-5 0,0-11-158 0</inkml:trace>
</inkml:ink>
</file>

<file path=ppt/ink/ink2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19077 6370 6 0,'0'-12'8'0,"0"12"-2"0,0 0-5 0,0 23 1 0,-12 2 0 0,0-2 1 0,12 13 1 0,12 1-3 0,0 21 1 0,0 2-1 0,-12-2 2 0,-12 3 2 0,12 10-1 0,0 2-3 0,12 9-1 0,-12 2 1 0,0-24-1 0,0-13 1 0,0 11-1 0,12 3 1 0,12-1 0 0,-24-1-1 0,0-13 1 0,-12 15 0 0,0-13-1 0,12 11 1 0,12 1-1 0,-12-12 1 0,-12 11 0 0,12-13-1 0,0 27 0 0,0-14 0 0,0 14 1 0,0 9-1 0,0-9 0 0,0-2 0 0,0 0-1 0,0 0 1 0,0 13 1 0,0 0-1 0,0 21-1 0,0-9 1 0,0 0 0 0,0 9 0 0,-12 4 0 0,0-13 0 0,12 9 0 0,-12 16 0 0,0-3 0 0,12-10-1 0,0 22 2 0,0-23-1 0,-12 12 0 0,12 1 0 0,0-13 1 0,0 24-1 0,0-24 1 0,-11 12 0 0,-1 0-1 0,-1 12-1 0,13-23 1 0,0-3 0 0,0-21 1 0,0 12-1 0,0 0 0 0,13-14 1 0,-1 2-1 0,-1-13 1 0,-11 2-1 0,0-2 2 0,0 11-2 0,0-9 1 0,0-2 0 0,0-12 2 0,-11 12-3 0,-1 13 2 0,12-25-1 0,0 1 1 0,0-12 1 0,12-1 2 0,-12-10-1 0,0-16 0 0,0 16-2 0,0-13-1 0,11-12 0 0,-11-1 0 0,-23-95-54 0,10 26 13 0</inkml:trace>
  <inkml:trace contextRef="#ctx0" brushRef="#br0">19018 6263 24 0,'-24'0'4'0,"24"0"-4"0,0 24 2 0,0 11 11 0,-25 13-2 0,2 23-6 0,-1 1-1 0,13-25 2 0,-2-11-3 0,13 0 0 0,0-24 0 0,0-12-1 0,0-37 5 0,24-34-9 0,0 0 3 0,12 12 0 0,-13 0 0 0,-10 9-2 0,-13 16 2 0,12 10-1 0,-1 24 1 0,25 0-1 0,0 58 3 0,12 3-1 0,-13-1 0 0,-11-26-2 0,-1 3 1 0,-10-1 0 0,-13-13 1 0,12-11-26 0,0-12-39 0</inkml:trace>
  <inkml:trace contextRef="#ctx0" brushRef="#br0">18696 5953 18 0,'0'-24'5'0,"12"1"-1"0,24 23 3 0,-12 47 6 0,-12 13-6 0,-2-25-4 0,3 1-1 0,-13 1 0 0,0-14-1 0,0-23 2 0,0-12-1 0,0-49 0 0,-13 3-2 0,13-2 1 0,13 2-2 0,23 8 1 0,12 3-1 0,0 12 0 0,-14 35 1 0,-9 35 1 0,-14 12-1 0,2 3 0 0,-13-16 1 0,0-22 0 0,0-12 0 0,0 0 1 0,0-12-1 0,0-35 0 0,12-13-1 0,23 1 1 0,1 23-2 0,0 12 1 0,-12 36-1 0,-1 36 1 0,-11 0 0 0,-12 11 0 0,11-34 0 0,-11-4 0 0,13-21-1 0,-1 0-27 0,-1-10-7 0</inkml:trace>
  <inkml:trace contextRef="#ctx0" brushRef="#br0">19386 5703 27 0,'-11'-36'6'0,"47"25"-29"0</inkml:trace>
  <inkml:trace contextRef="#ctx0" brushRef="#br0">19434 5644 17 0,'0'0'8'0,"-23"0"8"0,-2 23-7 0,14 0-5 0,11 2 0 0,0-25 0 0,24-25-1 0,11-21-1 0,-23-2-1 0,-12 0 0 0,0 25 0 0,-24 12 0 0,13 22-1 0,-14 36 0 0,2 37 2 0,10 11 2 0,26-48-2 0,10-11-1 0,25-36 1 0,24-48-6 0,10-11-63 0</inkml:trace>
  <inkml:trace contextRef="#ctx0" brushRef="#br0">19756 5489 4 0,'0'-12'4'0,"11"-24"-3"0,14 0 1 0,-25 24 6 0,-36 1 0 0,0 22-4 0,1 26-2 0,-13 22 4 0,-1 24 0 0,38-11-4 0,-1-13-1 0,24-22 0 0,12-26-1 0,12-35 2 0,-12-36-1 0,10 1-1 0,-21-1 0 0,10 13 1 0,-23 23-2 0,0 36 10 0,0 34-4 0,0-9-4 0,13 10-3 0,-1-22 3 0,35-13-14 0,-10-12-38 0</inkml:trace>
  <inkml:trace contextRef="#ctx0" brushRef="#br0">19863 5464 30 0,'0'0'0'0,"-36"-34"10"0,72-3-9 0,24 14 0 0,-25 46 8 0,-11 25 0 0,12 0-6 0,-12-23-2 0,-24-4 1 0,-12-8 0 0,12-13 1 0,-24-34-1 0,24-16-2 0,0-9 1 0,24 0-1 0,12 22 0 0,10 14-1 0,3 46 1 0,-25 38 2 0,-1-14 0 0,-23-23 2 0,0-24-1 0,0 0-47 0,0 12 13 0</inkml:trace>
  <inkml:trace contextRef="#ctx0" brushRef="#br0">19280 11621 32 0,'-12'0'9'0,"-49"0"-4"0,38 0 15 0,0-11-2 0,11-2-2 0,12 13-8 0,47 0-4 0,49 0-3 0,34-12 2 0,25 12 1 0,-12-12-1 0,-47-1 2 0,-38 13 1 0,-33-11-4 0,-1-1-1 0,-1 1 2 0,-23-2-2 0,-11 1 1 0,-14 0 0 0,14 1-3 0,-1-12 1 0,12 10 1 0,0 13-1 0,36 47 2 0,-13-10 1 0,1 10 2 0,-24-35-1 0,-24 0-2 0,1 12-57 0,10-1-17 0</inkml:trace>
  <inkml:trace contextRef="#ctx0" brushRef="#br0">19041 12895 30 0,'-11'0'2'0,"11"-24"4"0,0-12 2 0,0 0 6 0,11 1 7 0,-11 35-7 0,12 71 0 0,-12 48-2 0,-12 11-4 0,12-22 1 0,0-24-3 0,0-25-4 0,0-11 1 0,-11-37-20 0,-1-34-90 0</inkml:trace>
  <inkml:trace contextRef="#ctx0" brushRef="#br0">19041 12764 46 0,'-11'-11'4'0,"11"-2"7"0,0 26 12 0,-12 33-3 0,24-10-7 0,-1 24-5 0,1-1-5 0,0-11-1 0,12-13-1 0,12-35 2 0,10 0-1 0,-10-47 0 0,25-25-2 0,-15 25-1 0,-33 0 1 0,-13-24 1 0,0 21-1 0,0 50-1 0,0 37 2 0,-13 47 1 0,13-2 0 0,13-22 0 0,-1-13 0 0,12-23-25 0,-12-11-83 0</inkml:trace>
  <inkml:trace contextRef="#ctx0" brushRef="#br0">19613 12929 45 0,'-12'-11'11'0,"-12"-1"2"0,24 1-4 0,24-1 2 0,0 0 4 0,24 12-2 0,10-24-7 0,14 12-4 0,-35 12-1 0,-26 0 1 0,-11 0-1 0,0 0-8 0,-11 12-108 0</inkml:trace>
  <inkml:trace contextRef="#ctx0" brushRef="#br0">19731 12716 33 0,'0'0'11'0,"0"24"11"0,13 47 11 0,-1-24-15 0,12 13-10 0,-12-36-4 0,-12 0 0 0,0-11-9 0,-12-13-56 0,12 0 9 0</inkml:trace>
  <inkml:trace contextRef="#ctx0" brushRef="#br0">20101 12811 53 0,'-12'-12'7'0,"12"0"-2"0,48-22-4 0,-24 34 9 0,12 0 9 0,-14 11-5 0,14 12-5 0,-11 14-5 0,-1-3-3 0,-12 3 0 0,-24-14 1 0,-24 1 0 0,-24-12 0 0,0-24-1 0,24-24 0 0,13 1-1 0,12-12 0 0,11 10-1 0,11-10 1 0,37 10 0 0,23 14-1 0,25-1 1 0,-13 0 0 0,-11 13 0 0,-49-1 5 0,1 1-1 0,-12 11-3 0,12-13-7 0,-12 26-52 0,-24-13 4 0</inkml:trace>
  <inkml:trace contextRef="#ctx0" brushRef="#br0">17708 12906 53 0,'-12'-11'18'0,"-24"34"3"0,36 84 5 0,24 48-18 0,13-36-5 0,-26-47-1 0,1-37-1 0,-12-23-54 0,0-24-5 0</inkml:trace>
  <inkml:trace contextRef="#ctx0" brushRef="#br0">17648 12942 50 0,'-12'0'4'0,"-12"-24"10"0,24 24 9 0,12 11-4 0,12 26-12 0,12 22-5 0,12-11 0 0,-13-12-1 0,12-24 1 0,2-24-1 0,-14-36 1 0,-12-23-3 0,-10-1 2 0,-13 25-1 0,0 23 1 0,0 24-2 0,0 24 6 0,12 47-1 0,12 12-1 0,-12-24-1 0,-1-22-5 0,13-24-63 0,-12-13 2 0</inkml:trace>
  <inkml:trace contextRef="#ctx0" brushRef="#br0">18136 12895 64 0,'0'0'0'0,"-11"-12"22"0,46 0-5 0,25-12-5 0,-1 12-10 0,-11 12-48 0,-48 0-8 0</inkml:trace>
  <inkml:trace contextRef="#ctx0" brushRef="#br0">18363 12740 56 0,'0'-12'7'0,"24"0"-4"0,0-1 17 0,35 50-2 0,-12-3-10 0,1-9-5 0,-36-13-1 0,-36 1 1 0,-48-13-1 0,13-25-1 0,24-10-1 0,22 11 0 0,61-13 1 0,24 3-1 0,-1-14 0 0,-23 25 2 0,-24 10 6 0,-12 1-5 0,-12 0-24 0,0 12-69 0</inkml:trace>
  <inkml:trace contextRef="#ctx0" brushRef="#br0">19840 7406 3 0,'0'0'0'0,"0"-12"21"0,11 12-10 0,-11 0 8 0,0-12-9 0,0 12-5 0,0 0-2 0,59 0-4 0,37 0 2 0,23-13-1 0,-25 13 1 0,-22 0-1 0,-47 0 1 0,-14 0-1 0,-11 0 1 0,0 0 0 0,12 13-9 0,-12-13-29 0</inkml:trace>
  <inkml:trace contextRef="#ctx0" brushRef="#br0">17921 7501 1 0,'96'-24'2'0,"35"0"-5"0</inkml:trace>
  <inkml:trace contextRef="#ctx0" brushRef="#br0">22019 9608 18 0,'0'0'7'0,"-12"-12"2"0,34 0-5 0,-22 1 4 0,0 11 3 0,13 0-10 0,-13 11-1 0,12 26 0 0,-1 34 0 0,2 13 0 0,10 46 1 0,-10 13 2 0,-13 36 0 0,0-13 3 0,0 12-2 0,0 1-2 0,12-11 1 0,-12-26 0 0,-12-24 0 0,12-34 1 0,12-60-2 0,-12-24-4 0,11-47-81 0</inkml:trace>
  <inkml:trace contextRef="#ctx0" brushRef="#br0">16160 9466 17 0,'-13'-24'4'0,"26"11"-2"0,-13 13 2 0,0-11 4 0,0 22-7 0,0 14 0 0,12 34-1 0,-12 24 0 0,11 26 0 0,1 21 0 0,-12 48 0 0,0 13 0 0,-12-1 0 0,24 13 2 0,0-25-2 0,12-11 3 0,-12-12-1 0,12-36-1 0,-24-24-1 0,-11-1 1 0,11 2-1 0,0-37 0 0,0-9 1 0,11-29 1 0,1-21-1 0,-12 0-1 0,24-10-48 0</inkml:trace>
  <inkml:trace contextRef="#ctx0" brushRef="#br0">19910 13823 24 0,'0'0'2'0,"0"-48"14"0,25 14-1 0,-25-3 1 0,11 24-3 0,-11 63 1 0,0 68 1 0,-11 72-3 0,11 1-5 0,0-49-3 0,-12-34-1 0,12-61 0 0,0-35-4 0,0-58-75 0,0 21 25 0</inkml:trace>
  <inkml:trace contextRef="#ctx0" brushRef="#br0">19923 13764 30 0,'0'-12'11'0,"0"-12"4"0,0 12-1 0,12 37-6 0,-1 33 1 0,1 26-1 0,12-13-2 0,24-11-3 0,0-48 0 0,22-12 0 0,-10-59-1 0,0-12-1 0,-24-2 0 0,-1 14 0 0,-23 36 0 0,-12 10-2 0,-12 60 5 0,0 37 2 0,12-26-3 0,24 3-1 0,0-13-6 0,12-36-98 0</inkml:trace>
  <inkml:trace contextRef="#ctx0" brushRef="#br0">20661 13846 15 0,'-12'0'5'0,"-12"-23"8"0,35 12-3 0,25-2-2 0,37 1-2 0,10 0-2 0,-12 1-2 0,-10 11-2 0,-50-12-58 0</inkml:trace>
  <inkml:trace contextRef="#ctx0" brushRef="#br0">20815 13633 31 0,'-11'-13'8'0,"-1"50"7"0,12 58-1 0,23 12-7 0,2-49-5 0,10-21-22 0,-23-37-31 0</inkml:trace>
  <inkml:trace contextRef="#ctx0" brushRef="#br0">21209 13597 35 0,'-13'-11'8'0,"26"-26"8"0,-1 14-4 0,23 12-2 0,1 11-3 0,24 34 1 0,-25 50 0 0,-23-1-4 0,-36 0 1 0,-35-11-2 0,-1-26 0 0,25-21 2 0,10-13-1 0,38-12-2 0,22-12 0 0,49 0 1 0,-13-1 0 0,1 3-1 0,-2-1-27 0,-45-2-64 0</inkml:trace>
  <inkml:trace contextRef="#ctx0" brushRef="#br0">21684 13657 15 0,'0'-24'12'0,"49"24"-2"0,10 24 5 0,-11 10-5 0,-23 3-4 0,-25-1-3 0,-25-13 0 0,-47-23 0 0,13-23-1 0,34-25-1 0,14 0 0 0,35 0-1 0,35 1-1 0,25 23 2 0,35-10 0 0,0 9 4 0,-47 0-3 0,-25 2 0 0,-47 23-83 0</inkml:trace>
  <inkml:trace contextRef="#ctx0" brushRef="#br0">16422 13812 42 0,'0'-25'1'0,"24"97"8"0,-1 107 7 0,-23 10-6 0,23-34-6 0,-10-47-2 0,-13-49-1 0,-13-23-46 0,13-36 9 0</inkml:trace>
  <inkml:trace contextRef="#ctx0" brushRef="#br0">16469 13835 10 0,'0'-12'2'0,"0"-24"11"0,0 24-2 0,12 24 2 0,-1 60-1 0,14 36-8 0,22-14-3 0,-10-22 1 0,10-49 0 0,-11-46 2 0,23-49-2 0,1-11 0 0,-13 35-2 0,-24 35 0 0,-10 38 3 0,-13 47 1 0,12-1-3 0,-12-11-10 0,11-12-65 0</inkml:trace>
  <inkml:trace contextRef="#ctx0" brushRef="#br0">17065 14061 50 0,'0'0'0'0,"0"-35"15"0,83 10-9 0,-11 14-5 0,-13 11-66 0</inkml:trace>
  <inkml:trace contextRef="#ctx0" brushRef="#br0">17529 13823 50 0,'0'-11'4'0,"0"-26"-3"0,47 14 12 0,1 35 5 0,0 36-8 0,-24 23-6 0,-36 0-1 0,-48-11 0 0,12-36 3 0,37-1 2 0,11-23-4 0,59 0 0 0,25-12-3 0,-1-11-30 0,-23-13-57 0</inkml:trace>
  <inkml:trace contextRef="#ctx0" brushRef="#br0">17957 13896 56 0,'0'0'5'0,"-11"-13"12"0,47 1-11 0,23 37-4 0,-11 9-1 0,-48-10 3 0,-60-11-1 0,-35-2 0 0,46-47 1 0,49 1 0 0,61-13-2 0,34 12 0 0,-23 12 0 0,-37 0 5 0,-11 1-2 0,-12 23-5 0,-12 0-34 0,12 0-40 0</inkml:trace>
  <inkml:trace contextRef="#ctx0" brushRef="#br0">16243 11799 14 0,'-12'12'6'0,"12"24"-7"0,-12 47 2 0,-12 49 3 0,1 105-1 0,-2 85-1 0,14 82-1 0,11 13-3 0,0-47 0 0,11-85 7 0,2 0-3 0,-26 2-3 0,13-49-2 0,-23-60 2 0,-1-59 5 0,-12-58 6 0,13-27-8 0,35-22-20 0,-12-12-3 0</inkml:trace>
  <inkml:trace contextRef="#ctx0" brushRef="#br0">22983 10287 1 0,'12'-36'0'0,"24"13"0"0,-1 11 0 0,-11 0 0 0,-12-1 0 0,-1 2 0 0,-11 11 1 0,13-12 7 0,-13 1 0 0,0 34-5 0,0 13-3 0,-24 47 1 0,1 24 1 0,-1 12 0 0,11 49-2 0,13 21 0 0,0 37 0 0,-11 60 0 0,22 1 1 0,2-2-2 0,11 37 1 0,-13 46-1 0,1 1 1 0,-1-84-1 0,14-34 17 0,11 11-13 0,11-36-4 0,-23-48 1 0,-24-107-11 0,0-92-20 0</inkml:trace>
  <inkml:trace contextRef="#ctx0" brushRef="#br0">15088 10239 17 0,'0'0'0'0,"11"-35"1"0,14 22-1 0,-25 13 12 0,0 60-8 0,-12 12-1 0,12 47-1 0,12 24-1 0,12 36-2 0,-24 23 2 0,11 24 2 0,2 12-1 0,-2 47-1 0,12 2-2 0,-10 22 0 0,-1 12 1 0,-1-11-2 0,14-36 2 0,-25 25-2 0,11-2 1 0,-11 13-1 0,12-2 1 0,0-22 0 0,0 12 0 0,0-84 1 0,-12-35 8 0,0-13-1 0,0-35-2 0,0-84-15 0,12-47-34 0</inkml:trace>
  <inkml:trace contextRef="#ctx0" brushRef="#br0">18946 12692 9 0,'0'0'0'0,"-11"-48"13"0,-2 13-7 0,13 24-4 0,24 34-1 0,12 72 1 0,-24 107-1 0,-12 167-1 0,-12 156-3 0,-12 34 0 0,24 25 0 0,11-37 0 0,14-130 1 0,-1-60 9 0,-1-71-5 0,-11-109 1 0,0-104-13 0,12-96-9 0</inkml:trace>
  <inkml:trace contextRef="#ctx0" brushRef="#br0">20851 15525 8 0,'0'-11'7'0,"0"-25"1"0,0 12 4 0,12 24-4 0,12 24 7 0,0 83 10 0,-24 96-10 0,24 11-5 0,-12-47-5 0,1-60 0 0,-2-48-3 0,-11-47 2 0,0-59-10 0,-24 11-27 0,12 0-26 0,12 24 45 0</inkml:trace>
  <inkml:trace contextRef="#ctx0" brushRef="#br0">20947 15478 1 0,'0'0'0'0,"0"-12"12"0,0 0-6 0,13 12 3 0,-13-13 0 0,11 13-5 0,-11 25 1 0,0 23 2 0,0 0 1 0,12 11-1 0,-1 0-5 0,12-11 0 0,2-25 0 0,11-23 0 0,-12-23-2 0,-2-25 1 0,3 1-1 0,-1-1 0 0,-1 1 1 0,25 11-1 0,-36-25 1 0,0 39-1 0,-12 22 3 0,0 59 9 0,0 36-5 0,12 12-4 0,0-47 1 0,1-36-1 0,-2-24-2 0,1-60-45 0,12 13-23 0</inkml:trace>
  <inkml:trace contextRef="#ctx0" brushRef="#br0">21541 15538 22 0,'0'0'6'0,"-23"-13"21"0,23 2-14 0,59-1-3 0,1 1-5 0,12-2-2 0,-25 1-1 0,-23 12-3 0,-12 0-42 0,-12 0 3 0</inkml:trace>
  <inkml:trace contextRef="#ctx0" brushRef="#br0">21626 15370 14 0,'0'0'16'0,"-13"37"18"0,13 47-11 0,24-2-12 0,0-22-6 0,-1-36-2 0,-23-12-1 0,0-48-54 0,13 24 6 0</inkml:trace>
  <inkml:trace contextRef="#ctx0" brushRef="#br0">21995 15169 15 0,'0'-12'8'0,"0"-1"4"0,12 2-3 0,0-1 4 0,11 12-1 0,13 0-5 0,12 12-3 0,-1 36 0 0,-35 23 1 0,-24-12-1 0,-24 0-1 0,0-22-1 0,25-25-2 0,35 0 0 0,59 48-2 0,-11 11 0 0,-37 0 2 0,-59-35 2 0,-35-13-1 0,23-23 3 0,12 0-6 0,24 0-61 0,0 0 41 0</inkml:trace>
  <inkml:trace contextRef="#ctx0" brushRef="#br0">22482 15347 30 0,'25'-36'13'0,"10"24"23"0,12 12-19 0,2 48-11 0,-14 0-4 0,-23-2-1 0,-12-9 1 0,-35-13 0 0,-13-12 0 0,-12-48-1 0,13 12 1 0,11-23-1 0,36-1 0 0,36 0-1 0,47-11 0 0,36 11-1 0,-23 25 2 0,-25-1 7 0,-47 11 0 0,0-10-4 0,-24 23-3 0,0 0-38 0,-12 0-56 0</inkml:trace>
  <inkml:trace contextRef="#ctx0" brushRef="#br0">15529 16002 11 0,'0'0'0'0,"-12"-12"12"0,12-1 4 0,12 2-4 0,0 59 11 0,-2 59-10 0,3 48-7 0,10 11-2 0,-10-24 1 0,-1-21 3 0,-12-37-6 0,0-38-1 0,-12-21-2 0,-1-25-23 0,-10-60-51 0,23 49 62 0</inkml:trace>
  <inkml:trace contextRef="#ctx0" brushRef="#br0">15493 16157 13 0,'0'0'0'0,"0"-48"12"0,12 12 4 0,0 36 3 0,12 48 3 0,-1 47-16 0,0 13-3 0,2-49 0 0,11-47-1 0,-1-49 1 0,1-57-1 0,-12 33 2 0,-12 51 0 0,12 81 1 0,-1 0-3 0,1 2-3 0,0-39-25 0,-12-22-48 0</inkml:trace>
  <inkml:trace contextRef="#ctx0" brushRef="#br0">16053 16276 46 0,'0'-12'3'0,"35"-36"40"0,49 1-26 0,-13 23-12 0,-58 24-5 0,-13 12-49 0,0 0-10 0</inkml:trace>
  <inkml:trace contextRef="#ctx0" brushRef="#br0">16456 15895 8 0,'0'0'3'0,"-22"-12"8"0,22-12-2 0,22 12 3 0,3 0 1 0,11-1 4 0,11 26-7 0,-10 35-5 0,-14 12-3 0,-35-1 0 0,-36-11-1 0,37-25-1 0,46 13 0 0,48 12-2 0,-23 23 0 0,-36-12 1 0,-60-22 4 0,-23-14-1 0,34-12-22 0,14-22-51 0</inkml:trace>
  <inkml:trace contextRef="#ctx0" brushRef="#br0">16862 15990 30 0,'24'-59'22'0,"36"47"13"0,-1 36-26 0,1 10-8 0,-48 16 0 0,-60 8 0 0,-35-22-1 0,10-36 1 0,50-48 0 0,23-11 0 0,36 11 0 0,24 1 0 0,-1 0 3 0,13 10 3 0,-1 14-4 0,-35-1-2 0,0 24-40 0,-13 0-36 0</inkml:trace>
  <inkml:trace contextRef="#ctx0" brushRef="#br0">12778 9751 27 0,'-13'-71'10'0,"13"23"-1"0,25 12 5 0,-13 48 0 0,22 72 4 0,-21 71-9 0,10-13-3 0,13-24 1 0,-11-21-2 0,22-39-3 0,-10-33 1 0,10-25 1 0,12-25-18 0,-23 2-35 0,-36-12-14 0</inkml:trace>
  <inkml:trace contextRef="#ctx0" brushRef="#br0">12778 10061 29 0,'-13'-36'7'0,"50"-35"4"0,46-2-2 0,49 15-9 0,-39 22-46 0</inkml:trace>
  <inkml:trace contextRef="#ctx0" brushRef="#br0">13480 9918 11 0,'-23'-24'11'0,"-2"-12"0"0,2 1-2 0,-13 11-1 0,25 24-6 0,-13 11 1 0,-12 37 4 0,12 25-3 0,-1-15-1 0,14 2-1 0,11-23-1 0,24-16 1 0,-1-8-1 0,26-13 0 0,-14-34 0 0,13-3 1 0,-24 1-2 0,-1-23 1 0,1 11-1 0,-12 12 3 0,0 13 0 0,-12 34-3 0,12 37 2 0,-12 11 0 0,12-22 1 0,0-14-1 0,24-12 1 0,10-22 0 0,3-25-1 0,-37-22-1 0,12 8 0 0,-2 27-1 0,3 12-1 0,-14 45 2 0,2 27-1 0,-1-14 1 0,-1-11-9 0,-11-12-47 0,0-24 23 0</inkml:trace>
  <inkml:trace contextRef="#ctx0" brushRef="#br0">13683 9573 43 0,'-13'-23'-2'0,"13"23"-30"0</inkml:trace>
  <inkml:trace contextRef="#ctx0" brushRef="#br0">13885 9906 32 0,'0'0'0'0,"0"48"6"0,48-25-16 0,-12-69 10 0,-1-38 4 0,-24-58 3 0,-11 10 3 0,0 36 0 0,0 25-1 0,0 23 8 0,0 35-10 0,-23 63-7 0,0 68 0 0,10 24 1 0,49-21 1 0,48-50 2 0,11-37 1 0,1-45-1 0,-13-36-5 0,-48 0-32 0,-35 34-21 0</inkml:trace>
  <inkml:trace contextRef="#ctx0" brushRef="#br0">12968 10693 35 0,'-35'23'3'0,"-26"0"-2"0,50-11 9 0,71-47-6 0,83-61-2 0,82-23 4 0,84-36 0 0,2 25-3 0,-73 34 0 0,-84 49 0 0,-70 23-2 0,-72 24-4 0,-47 24-12 0,-73 35-42 0</inkml:trace>
  <inkml:trace contextRef="#ctx0" brushRef="#br0">13017 10798 47 0,'-84'25'4'0,"23"0"1"0,110-62 1 0,129-58-2 0,144-60-1 0,83-12 2 0,-48 12-3 0,-107 60 1 0,-144 48-1 0,-81 23 1 0,-50 24-76 0</inkml:trace>
  <inkml:trace contextRef="#ctx0" brushRef="#br0">24626 10228 19 0,'-35'-24'11'0,"-1"11"-7"0,-12-10 6 0,1-13-1 0,11 1-2 0,-35 11-4 0,-26 0 2 0,-9 11 3 0,23 13-4 0,-13-23-2 0,13 23 0 0,12 0-1 0,-14 23 2 0,-21-10-1 0,35 11-1 0,-1 10 0 0,1 3 2 0,23-13-1 0,1-1-2 0,11 14 0 0,12-3 1 0,-12 16-1 0,12-4 0 0,12 2 0 0,1 13 0 0,11-15-1 0,11 26 2 0,-11-1-2 0,24-11 1 0,0 11 1 0,12 1-1 0,0 11 0 0,10-12-1 0,3 1 1 0,9 11-1 0,3-1 1 0,-14-9-1 0,26-25 2 0,9-1 0 0,14-10-1 0,11-3 3 0,36-34-1 0,23-34-2 0,-11-3 2 0,-36-10-2 0,-12-13 1 0,13-1 1 0,-25-10 0 0,-24 0-1 0,-12-13 1 0,-11 2-1 0,-24-1-1 0,-24 11 1 0,-12 12 1 0,0-35 2 0,-11 1 0 0,11 10-2 0,-24 13 3 0,-35 0 0 0,-14-2 0 0,-9 2 0 0,22 10-2 0,2 15-1 0,-3 21 0 0,1 14-1 0,26 11-17 0,22 11-111 0</inkml:trace>
  <inkml:trace contextRef="#ctx0" brushRef="#br0">14122 9965 23 0,'-22'-11'4'0,"-38"-1"1"0,24 1-4 0,-23 11 3 0,-37 0 7 0,-12 46-4 0,1 26-3 0,-11 23-3 0,-2 23-1 0,26 3 1 0,-1 9 2 0,23 0 0 0,13 14 0 0,47 11-1 0,47-12-1 0,49 1 0 0,22-14 2 0,26-23 0 0,24-24 0 0,8-35 0 0,4-24 0 0,11-48 1 0,-13-36-1 0,13-35 1 0,-48-13-2 0,-24-10 0 0,-24-1-1 0,-23 12 1 0,-36-14-1 0,-35-21 1 0,-38 12 0 0,2 0 2 0,-25 9 2 0,-35-21-1 0,-24 24 4 0,-12 34-2 0,0 36-5 0,0 48-3 0,-23 82-19 0,10 62-99 0</inkml:trace>
  <inkml:trace contextRef="#ctx0" brushRef="#br0">19518 11870 4 0,'0'-11'6'0,"0"-1"0"0,11 1 1 0,2-2 4 0,-13 1 3 0,-13 12-3 0,2 12-4 0,-12 1-2 0,-2 33 2 0,1 2-1 0,0 13-3 0,1-27-1 0,23 3-1 0,-13 10 0 0,13 0 1 0,0-11-1 0,13 0 0 0,22-36 0 0,13 0 0 0,-1 0 0 0,-11-11 0 0,-24-2 1 0,-12-24-1 0,0 14 0 0,-12 0 1 0,-11 11 4 0,-13 12-4 0,12 12-1 0,0 11-1 0,0 13-1 0,12 12-19 0,12-1-46 0,0-47 42 0</inkml:trace>
  <inkml:trace contextRef="#ctx0" brushRef="#br0">19970 11954 57 0,'0'0'0'0,"0"0"9"0,0-24 12 0,12 1-4 0,0-2-4 0,-12 2 0 0,12-13-3 0,-12 12-2 0,-12 0 0 0,0 1-2 0,-24 11 1 0,13 12-6 0,-26 0 0 0,15 23 0 0,10 0 1 0,0 2-1 0,-1 11 1 0,25-1-3 0,36-10-1 0,24 22 3 0,-13-10 0 0,1-3-1 0,-24 3 0 0,-48 10 1 0,-24-12-2 0,-11-12 3 0,11-23 0 0,12-23-2 0,25-12 1 0,22 11 0 0,38-24-1 0,9 2-1 0,-9 9 3 0,-14 13-3 0,-23 12-7 0,0 12-77 0,0 12 14 0</inkml:trace>
  <inkml:trace contextRef="#ctx0" brushRef="#br0">20161 11692 80 0,'0'0'0'0,"-13"-24"28"0,13 24-14 0,0 0-15 0,25 13-75 0,-13-13 44 0</inkml:trace>
  <inkml:trace contextRef="#ctx0" brushRef="#br0">20387 11478 29 0,'13'-12'19'0,"-26"35"21"0,-23 98-16 0,1 44-12 0,10-10-6 0,14-48-4 0,-1-23 0 0,-12-25-6 0,-1-22-40 0,25-26-22 0</inkml:trace>
  <inkml:trace contextRef="#ctx0" brushRef="#br0">20434 12037 77 0,'0'-12'8'0,"-11"-1"27"0,11 13-7 0,-23-10-18 0,10 10-10 0,13 10-51 0,0 3-35 0</inkml:trace>
  <inkml:trace contextRef="#ctx0" brushRef="#br0">20768 13310 23 0,'0'0'1'0,"0"-11"1"0,24-1 2 0,-12-11 0 0,-1-2-1 0,14-9 1 0,-25 21 2 0,0-11-1 0,0 1 0 0,-12 12-2 0,-1-2 2 0,-10 1-2 0,-13 12 4 0,1 25-3 0,-1-4-1 0,0 16-2 0,-13-1-1 0,15 23 2 0,10-11-2 0,24-23 1 0,48-38-1 0,23-24 1 0,0 14 0 0,-11 12 2 0,-12 45 6 0,-37 3-4 0,1 10-1 0,-12-23-3 0,-12 12 1 0,12 0-2 0,-23-11-9 0,10 9-33 0,13-34-16 0</inkml:trace>
  <inkml:trace contextRef="#ctx0" brushRef="#br0">21209 13155 29 0,'12'-21'9'0,"-12"21"4"0,0 21 4 0,-12 4-4 0,-1-13-4 0,13 12-6 0,13 12-1 0,22-24-1 0,1 0 0 0,12 11 4 0,-37 1 4 0,-11 0-1 0,-11 0-4 0,-12-12-2 0,-14 11-3 0,-10 2-23 0,-1-14-70 0</inkml:trace>
  <inkml:trace contextRef="#ctx0" brushRef="#br0">21124 13228 36 0,'0'0'0'0,"-10"-23"11"0,45-2 15 0,37 0-6 0,23 15-13 0,-12-1-5 0,-23 11-38 0,-36 0-23 0</inkml:trace>
  <inkml:trace contextRef="#ctx0" brushRef="#br0">21780 12835 45 0,'0'-24'31'0,"-12"37"-2"0,12 46-10 0,-23 37-16 0,23-25-3 0,0 47-51 0,0-70-16 0</inkml:trace>
  <inkml:trace contextRef="#ctx0" brushRef="#br0">21995 13192 72 0,'-36'-12'30'0,"24"12"-6"0,0 0-24 0,12 12-106 0</inkml:trace>
  <inkml:trace contextRef="#ctx0" brushRef="#br0">21221 14763 3 0,'0'0'6'0,"0"-23"2"0,11 12 2 0,1-2 3 0,0-11-1 0,0 11 1 0,-12 3-3 0,0-1-4 0,0-2-2 0,0 1-2 0,-12 0-1 0,-12 12 2 0,13 12-2 0,-1 0 1 0,-12 1 0 0,12-2-2 0,-12 24 1 0,12-10 0 0,-1 9-1 0,13-21 1 0,13-26 1 0,23-10-2 0,12 12 0 0,-13 34 0 0,-11 48 0 0,1-23 3 0,-25-1-1 0,-13-10 0 0,-11-3-12 0,0-9-59 0,24-13 43 0</inkml:trace>
  <inkml:trace contextRef="#ctx0" brushRef="#br0">21650 14752 14 0,'0'0'9'0,"0"-23"2"0,11-2 6 0,-11 13-9 0,0-11 0 0,0-1-3 0,0 0 0 0,-11 0-3 0,-2 12 2 0,-11 12-2 0,13 0 0 0,-14 0 1 0,2 12 1 0,-1 12 1 0,-1 24-2 0,3-13-2 0,22-10 0 0,12-14 0 0,23-22 1 0,12-14-1 0,2 13-1 0,-25 49 4 0,-1 22 2 0,-12-13-3 0,2-21-1 0,-26 11-1 0,2-13-26 0,-1-11-58 0</inkml:trace>
  <inkml:trace contextRef="#ctx0" brushRef="#br0">21865 14729 51 0,'0'0'0'0,"-25"-13"41"0,25 13-12 0,12 0-27 0,12 13-19 0,-1 10-83 0</inkml:trace>
  <inkml:trace contextRef="#ctx0" brushRef="#br0">22114 14503 44 0,'0'-13'13'0,"-24"-11"21"0,24 11-10 0,60 2-22 0,23 11-1 0,-47 11 5 0,-25 62 6 0,-34 9-7 0,23 14-4 0,0-24-5 0,0-14-36 0,-13-33-40 0</inkml:trace>
  <inkml:trace contextRef="#ctx0" brushRef="#br0">22161 14692 24 0,'-11'-13'22'0,"-2"3"20"0,73-26-33 0,23 11-21 0,-23 14-67 0</inkml:trace>
  <inkml:trace contextRef="#ctx0" brushRef="#br0">22495 14395 46 0,'-13'-13'16'0,"13"2"1"0,60 11-57 0,-49 0 8 0</inkml:trace>
  <inkml:trace contextRef="#ctx0" brushRef="#br0">22840 14216 51 0,'0'-12'9'0,"0"-24"52"0,-36 95-46 0,-11 73-13 0,11 46-25 0,12-36-80 0</inkml:trace>
  <inkml:trace contextRef="#ctx0" brushRef="#br0">22888 14763 44 0,'12'-34'53'0,"-12"21"-25"0,-12 13-79 0,12 13-3 0</inkml:trace>
  <inkml:trace contextRef="#ctx0" brushRef="#br0">9682 11560 25 0,'0'-47'18'0,"-13"0"1"0,13 11 3 0,0 48-12 0,36 106 2 0,-12 97 1 0,-12 22-3 0,-12-57-2 0,-12-37-2 0,0-72-2 0,0-34-1 0,-11-87-44 0,10-8-50 0</inkml:trace>
  <inkml:trace contextRef="#ctx0" brushRef="#br0">9633 11610 32 0,'-23'-61'6'0,"35"13"5"0,-1 2 11 0,14 33-3 0,11 49 1 0,-13 35-7 0,-11 24-4 0,12-11-2 0,1-13-1 0,-14-11-3 0,37-37-2 0,11-23 3 0,13-59-2 0,-13-12 1 0,-23-13-2 0,-13-24 1 0,-23 14-1 0,13 33 0 0,-2 38-1 0,-11 23-1 0,0 12 0 0,24 60 1 0,35 83 0 0,-11-95 0 0,12-13 0 0,-12-35 1 0,-2-12 1 0,15-48-1 0,-15 12 0 0,-10-10 0 0,-23 9-2 0,-26 24-124 0</inkml:trace>
  <inkml:trace contextRef="#ctx0" brushRef="#br0">10277 13002 10 0,'0'-36'15'0,"0"12"2"0,24-12 6 0,-12 25-6 0,24 11-5 0,10 11-3 0,3 25-1 0,-2 12-3 0,-23 12-2 0,-12-13 1 0,-24 1-1 0,-12-1 0 0,-23-11-1 0,-13-36 0 0,1 0 0 0,-1-12 0 0,13-24-1 0,22-10 0 0,2-4 2 0,46 3-3 0,25-11 1 0,36-3 1 0,22 14 0 0,1-25-1 0,-11 26 1 0,-24 9 0 0,-48 24 1 0,-12 2 0 0,-1 11-2 0,-11 0-1 0,0 0-23 0,0 0-90 0</inkml:trace>
  <inkml:trace contextRef="#ctx0" brushRef="#br0">11134 12537 42 0,'36'-35'5'0,"-12"-13"1"0,-12-13 17 0,-24 15-6 0,-36 10 4 0,-47 13-11 0,-37 10-1 0,-11 1-3 0,1 24 0 0,-24 24 1 0,-1 36-1 0,-11-1-5 0,11 36 2 0,36 24-1 0,23 12 0 0,37 12-1 0,35 23 0 0,48-11-4 0,48-12 2 0,36-36 0 0,22-37 0 0,36-45 3 0,49-24 0 0,12-13-2 0,11-50 0 0,-12-21 3 0,-24-23-1 0,-45-1-1 0,-52-1 1 0,-22-11 2 0,-46-24-3 0,-25-24 2 0,-71-13 1 0,-24 26 4 0,-25 47-1 0,2 24-4 0,22 35-1 0,47 24-2 0,27 24-14 0,34 35-110 0,-12-34 76 0</inkml:trace>
  <inkml:trace contextRef="#ctx0" brushRef="#br0">11563 11978 83 0,'0'0'0'0,"-24"-96"4"0,48 13 30 0,1 36-9 0,34 47-14 0,12 47-5 0,-11 48-1 0,-50 13 0 0,-20-14 1 0,-26-23-1 0,-12-10-2 0,12-1-10 0,13 35-61 0,10-35-17 0</inkml:trace>
  <inkml:trace contextRef="#ctx0" brushRef="#br0">11885 12799 73 0,'-36'-25'28'0,"24"-9"11"0,-12 22-14 0,-1 12-15 0,15 25-6 0,-2-4-4 0,34 16 2 0,14-24-1 0,0-26 3 0,-23-24-1 0,-13 16 8 0,-13 8-4 0,-10 13-6 0,10 0-3 0,13 34-81 0,-11-21-22 0</inkml:trace>
</inkml:ink>
</file>

<file path=ppt/ink/ink2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6824 11156 70 0,'-24'-48'9'0,"48"25"-6"0,83 23-3 0,61 0 1 0,32-11 1 0,63-2 7 0,47 1 4 0,71 12-9 0,58-12-2 0,14 12-2 0,-23 0 1 0,-49 0-2 0,-60-13 3 0,-83 2-1 0,-95-1-2 0,-95 1 2 0,-60 11 1 0,-60 0-13 0,-59 11-87 0</inkml:trace>
  <inkml:trace contextRef="#ctx0" brushRef="#br0">7099 11132 62 0,'-109'-35'7'0,"50"12"-1"0,82 23-1 0,73 11-1 0,142 12 7 0,48-23-3 0,47 0 0 0,191-34-5 0,-131 21 1 0,119 13-2 0,-179-12 2 0,48 12 2 0,-118 0 2 0,-120 0 1 0,-84 0-1 0,-47 0-5 0,-24 12-3 0,12 1-120 0</inkml:trace>
  <inkml:trace contextRef="#ctx0" brushRef="#br0">2096 18418 0 0,'0'0'2'0,"0"0"-2"0,-12 0 1 0,12 13 1 0,12-13 1 0,-1 0 0 0,2-13 1 0,10 13-2 0,14-11-1 0,-3 11 0 0,15 0 0 0,10 11 1 0,13-11 1 0,11 0 0 0,13 0 0 0,-2 0 1 0,2 13-2 0,-13-1 0 0,13 0 0 0,10-12-2 0,-10 0 1 0,-1 0 0 0,0 0-1 0,-11 12-1 0,-2-12 0 0,3 12 1 0,9-12-1 0,-22 0 0 0,12-12 0 0,-13 12 3 0,-11 0-3 0,-2 0 1 0,3 0 4 0,-37 0 1 0,-1-12-2 0,-11 0-33 0,-12 12 9 0</inkml:trace>
  <inkml:trace contextRef="#ctx0" brushRef="#br0">10670 18550 0 0,'0'0'0'0,"0"-11"0"0,-12-2 1 0,0 1 0 0,12-13-1 0,0 15 3 0,0-2 3 0,0 0 0 0,0 0-2 0,12 12-2 0,0-12 1 0,24-1-1 0,0 13 1 0,11-11-2 0,25-1 0 0,11 1-1 0,12 11 1 0,24 0-1 0,23-13 2 0,14 1 0 0,-1 0-2 0,22 1-1 0,15-1 0 0,-13 1 0 0,10 11 1 0,-21 0 1 0,9-13 1 0,-9 13 0 0,-1 0 0 0,-12 0 1 0,-24 0 0 0,-24 0-1 0,-24 0-1 0,-23 0-1 0,-36 13 3 0,-24-13 2 0,10 0-8 0,-10 0-53 0</inkml:trace>
  <inkml:trace contextRef="#ctx0" brushRef="#br0">19695 18539 0 0,'0'0'0'0,"0"-13"3"0,-10 1 2 0,-14 12 1 0,0 0 4 0,12 0 2 0,12 0-2 0,-12 0-1 0,12 0-5 0,12 0-3 0,0 12 1 0,36-12 2 0,-2 13-3 0,15-13 2 0,-2 0-1 0,0 11 1 0,1-11-1 0,25 0 2 0,-3 0-3 0,13 12 1 0,12-12-2 0,1 0 6 0,-1-12-6 0,11 12 2 0,2 0 0 0,-1 0 0 0,0 0-3 0,11 0 0 0,2 0-2 0,-1 0 6 0,0 0-3 0,-24 0 1 0,12 0-2 0,-11 0 2 0,-25 0-1 0,-25 0 6 0,-33 0 8 0,-14-11-9 0,2-2-4 0,-13 1-18 0,0 0-82 0</inkml:trace>
</inkml:ink>
</file>

<file path=ppt/ink/ink3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10468 17109 10 0,'0'0'0'0,"0"0"42"0,0 11-23 0,0 14-1 0,12-13-6 0,23-12-2 0,37-12-2 0,-1-13-7 0,1 62-1 0,23-37 0 0,48-12 0 0,47-24-1 0,1 24 1 0,-1 1-3 0,1 11 3 0,-25 0-2 0,1 23 2 0,-25 1 1 0,-10 0-2 0,-25-24 2 0,12 0 2 0,1-12-2 0,11-13 2 0,-37 25 0 0,-10-11-1 0,-36 11-2 0,-37 0 2 0,-34 0-1 0,-49 11 0 0,-48 2-1 0,-23-13-3 0,-34 12 3 0,-37-12-1 0,-1 0 1 0,-12 12 0 0,-11-12 2 0,1 13 4 0,34-13-3 0,36 11 1 0,35-22-1 0,25-2 1 0,48-11-2 0,25 0-1 0,9 12 0 0,13 12-1 0,24 0-2 0,24 0 1 0,23 12 0 0,25-12 0 0,34 0-1 0,50-12-1 0,34 1 0 0,24 11-3 0,11-12 5 0,-9 12 0 0,-2 12 0 0,0-12 1 0,12 11 2 0,0 1 1 0,1-1 0 0,-26 14 1 0,2-25 0 0,0-12 0 0,-1-1 1 0,-11 2-1 0,-37 11-3 0,0 0 0 0,-23 0 0 0,0 0 2 0,-23 0-2 0,-13-12-1 0,-12 1 0 0,-47 11 0 0,-37 0 2 0,-22 0 3 0,-37-12-5 0,-36 24 1 0,-34-12-1 0,-49 11-1 0,-23 1-2 0,-37-1 2 0,-35-11-2 0,-24 25-4 0,-11-13 3 0,-2-12-1 0,14 0 0 0,23 0 3 0,0-37 0 0,23 26 4 0,1-1-2 0,25 1 1 0,10 11 2 0,37 0 2 0,-1 0-2 0,36 11-2 0,24-11 1 0,23 0-1 0,37 0 1 0,-1 0 0 0,48 0 0 0,0-11-6 0,36 11-143 0</inkml:trace>
  <inkml:trace contextRef="#ctx0" brushRef="#br0">17161 17228 3 0,'0'-12'4'0,"0"12"5"0,0-12 14 0,0 1 7 0,0 11-14 0,0 0-8 0,59 0-3 0,36 0-4 0,83 0 1 0,37 0-2 0,47 11 1 0,34-11 2 0,15 24 2 0,-1 0 1 0,10-1 3 0,2-10 0 0,0-1 2 0,-25-24-3 0,-11-1-2 0,-12 2-3 0,1-1 1 0,-37 12-3 0,-12 0-3 0,-47 0 1 0,-37 12 2 0,-45-1-3 0,-74 2 4 0,-23-13 4 0,-23-13-3 0,-86-10-2 0,-34 23 3 0,-95 0-2 0,-59 0 1 0,-36 0-3 0,-37 0-2 0,-47 0-8 0,-12 0-2 0,1 0 2 0,23-11 0 0,47-2 6 0,37 1 0 0,59 0 5 0,36 12 0 0,58 0 2 0,38 0-2 0,47-11 2 0,23 11-3 0,37 0 1 0,10 0-3 0,26 11 2 0,46 1-2 0,71-12 0 0,109 0 1 0,59 0 0 0,59 0 3 0,60 0 4 0,0 25 2 0,23-2 2 0,-22 1 2 0,-39-12-4 0,-8 0-3 0,-38-12-4 0,-47 0 0 0,-48 0-5 0,-59 12 1 0,-72-12 3 0,-72 0 1 0,-35 0 4 0,0-24-2 0,0-1-6 0,-12 2-123 0,1 12 80 0</inkml:trace>
  <inkml:trace contextRef="#ctx0" brushRef="#br0">6264 17693 2 0,'0'0'0'0,"0"0"5"0,0 0-3 0,-13 0 2 0,13 0 1 0,0 0-4 0,0 0 2 0,0 12-2 0,0-12 2 0,0 0 0 0,0 12 2 0,13-12 0 0,-1 0 1 0,12 10-3 0,0-10 0 0,-1 0 1 0,1 0 0 0,12 0-2 0,0 0 1 0,-1 0-3 0,1 0 2 0,12 13 0 0,11-13 0 0,1-13-1 0,11 13 1 0,1 13-1 0,11-13 1 0,-11 0-1 0,11-13 0 0,-12 13-1 0,13 13 2 0,-2-13-1 0,2 12 0 0,0-12 2 0,11 0 0 0,0 0-1 0,-11 0 1 0,-2 0 1 0,-10 0-1 0,0 0 0 0,-14 0 0 0,-9 0 0 0,-1-12 0 0,-2 12 0 0,-10 0-1 0,0 0-1 0,12 0 1 0,-12 0 1 0,12 0 0 0,-24 0-2 0,11 0 1 0,1 0-1 0,-12 0 1 0,-12 0 1 0,0 0 4 0,-12-13 0 0,12-9-2 0,-12-2-93 0,0 24 40 0</inkml:trace>
  <inkml:trace contextRef="#ctx0" brushRef="#br0">9408 17824 5 0,'-12'-13'10'0,"12"13"-4"0,0 0-1 0,0 0 1 0,12 0 14 0,24 0-13 0,10 0-2 0,3 0-2 0,22 13 0 0,1-13 0 0,11-13 1 0,-11 13 0 0,23 0-2 0,0 13-2 0,12-13-1 0,12 0 1 0,0 0 0 0,0-13 1 0,0 13-2 0,1-11 0 0,-1 11-1 0,-13 0 0 0,1 0 0 0,13-12 1 0,-13 1 1 0,0-2 0 0,1 1-1 0,-24 0 1 0,-2 12 0 0,-10 0 0 0,10 0 1 0,-10-13-1 0,-12 13 1 0,0-10-1 0,-1 10 0 0,-11 0 0 0,0 0 1 0,-1 0-2 0,-35 0 4 0,0 0 1 0,-12 0 1 0,12-24-9 0</inkml:trace>
  <inkml:trace contextRef="#ctx0" brushRef="#br0">13183 17752 2 0,'0'0'0'0,"0"0"5"0,-12-12-1 0,-12-1 3 0,12 13-1 0,0 0 2 0,-1 0-1 0,26 0 5 0,11-10-6 0,0 10-4 0,0 0 0 0,11 10-2 0,13 3 3 0,23-13 0 0,1 0 0 0,11 0 2 0,1 12-1 0,11 0-1 0,-12 1 0 0,24-13 0 0,-11 0 4 0,23 0-2 0,-13 11-2 0,14-11 0 0,-1 12-1 0,12-12-1 0,0 0 2 0,12-12-2 0,0 12-1 0,-12-11 1 0,-12 11-1 0,-12-13-1 0,-24 13 1 0,-23 0 0 0,-12 0 2 0,-13 0-2 0,-12 0 1 0,-10 0 1 0,-13 0-1 0,0 0 0 0,12 0 5 0,-12-12-3 0,0 0-2 0,0 12-72 0,-25 0 18 0</inkml:trace>
  <inkml:trace contextRef="#ctx0" brushRef="#br0">5371 18371 0 0,'0'0'1'0,"-71"0"6"0,35 0-1 0,0 13-5 0,36-13 1 0,36 11-2 0,46 1 0 0,38-12 1 0,47-12-2 0,23-12 0 0,36 12-2 0,12-11 5 0,14 11-3 0,-16 1 2 0,-21-2-1 0,-49 13-1 0,-70 0 1 0,-60 0 0 0,-12 13-13 0,-24-13 12 0</inkml:trace>
  <inkml:trace contextRef="#ctx0" brushRef="#br0">8455 18633 0 0,'0'0'0'0,"-47"-12"0"0,-12-11 0 0,10-2 2 0,25 14-2 0,36 22 2 0,49 2 2 0,69 11 2 0,48-24-3 0,61 11 0 0,46-34-1 0,24-2 0 0,2 2-3 0,-37-25-1 0,-36 25 2 0,-60-1 0 0,-82 12 1 0,-61 0-1 0,-23 24-18 0,-12-12 14 0</inkml:trace>
  <inkml:trace contextRef="#ctx0" brushRef="#br0">12278 18313 0 0,'0'0'0'0,"0"0"0"0,-24-13 0 0,0 13 2 0,-12-12 1 0,1 24 1 0,24-12-2 0,11 0-2 0,11 0 1 0,35 0-1 0,39 0 1 0,45 0 0 0,61-12 0 0,34 12 0 0,38 0 3 0,23 12-1 0,-12 24 1 0,-11-13 2 0,-2 13-2 0,-11-13-4 0,-24 14-1 0,-35-13 1 0,-48-1-1 0,-48-11 8 0,-71-12 5 0,-12 0-8 0,-12-25-38 0,-12 25 10 0</inkml:trace>
  <inkml:trace contextRef="#ctx0" brushRef="#br0">2418 17288 39 0,'0'-24'2'0,"24"1"15"0,-14 10 17 0,-44 13-10 0,-38 13-14 0,-35 10-8 0,11 1 2 0,60-24 5 0,25-13-4 0,11 2-2 0,0 11-3 0,11 60-2 0,2 23-1 0,-13 36-2 0,12-23 4 0,-1 34-8 0,2 0-1 0,23-9 1 0,-36-50 10 0,11 13-8 0,0 21 1 0,2-9 2 0,-13-37 7 0,0-10-1 0,0-14 0 0,0-11-6 0,12 12 4 0,12-12 5 0,47-24 0 0,26-13 1 0,9-10-2 0,-23-1-1 0,-59 24 1 0,-12-12-7 0,-12 12-100 0</inkml:trace>
</inkml:ink>
</file>

<file path=ppt/ink/ink3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18053 11085 82 0,'0'-95'12'0,"60"213"25"0,-37 133-19 0,-11-13-11 0,0-49-2 0,0-57-3 0,-12-59-4 0,12-98-58 0,12-47-15 0</inkml:trace>
  <inkml:trace contextRef="#ctx0" brushRef="#br0">18422 11275 60 0,'0'-25'10'0,"0"4"9"0,12 92-2 0,-12 34 2 0,11 16-12 0,2-26-2 0,23-24-3 0,-1-35 1 0,1-36 1 0,0-60 1 0,-24-35-3 0,-12 11-1 0,-24-11 1 0,-12-12 0 0,12 24-2 0,-11 58 1 0,-1 38-2 0,-11 58 2 0,23 25-3 0,48-13 1 0,59-24 0 0,24-34 2 0,36-50 0 0,0-58 2 0,-12 24-3 0,-60 11 2 0,-47 37 2 0,-12 11 0 0,-12 47-1 0,0 24-1 0,0 12-4 0,24-11 3 0,11-24 0 0,13-25 0 0,23-36 3 0,-24-21-3 0,-34-26 1 0,-13-35 1 0,-13-13-2 0,-45 24 0 0,-14 26 0 0,13 34-1 0,-1 12 0 0,36 35-2 0,24 27 2 0,36 8 0 0,35 2-1 0,48-25 1 0,24-35 0 0,-1-35 1 0,1-37 0 0,-47 13 0 0,-36 22-1 0,-48 14 1 0,-12 23-2 0,0 36 0 0,0 35 1 0,36 0 0 0,35-11 0 0,12-24-1 0,25-36 2 0,-25-71 1 0,-47-38 0 0,-61 4-1 0,-34 34 0 0,-48 58 1 0,0 26-2 0,-12 33 0 0,47 26-52 0,61-35-43 0</inkml:trace>
  <inkml:trace contextRef="#ctx0" brushRef="#br0">18708 12322 60 0,'0'-34'2'0,"0"-37"0"0,12 21 11 0,-12 27 15 0,-12 46-10 0,-36 73-6 0,14 34-5 0,-15 14-2 0,1-25-2 0,-23-1-1 0,24-34-1 0,10-47 1 0,26-37 2 0,-1-37-1 0,12-22-2 0,12 13 0 0,-12 21 0 0,0 13-2 0,0 49 1 0,0 21 0 0,11-11 0 0,37-22 0 0,-12-25 1 0,35-25 2 0,26-34-2 0,-15 47-57 0,-70 12-32 0</inkml:trace>
  <inkml:trace contextRef="#ctx0" brushRef="#br0">16624 14109 75 0,'-12'-12'2'0,"1"0"-2"0,11-12 13 0,11-23 1 0,25-25-5 0,-24 1-4 0,12 12-2 0,-24 11-2 0,-13 0 2 0,2 12 0 0,-25 13 0 0,-11-1 0 0,11 24-1 0,-13 12 0 0,13 23 0 0,-10 26-1 0,22 21 0 0,0-9 0 0,11-15-1 0,13-34 0 0,25-24 3 0,23-48 0 0,22-23-1 0,-9 47-1 0,-26 48-1 0,1 34 1 0,-25 39 2 0,-11-2-1 0,0-11 1 0,0-25-2 0,0-34 1 0,13-14-8 0,-1-35-119 0</inkml:trace>
  <inkml:trace contextRef="#ctx0" brushRef="#br0">17220 13859 53 0,'0'-24'12'0,"-12"-36"-9"0,35 1 14 0,-11 11 0 0,-12-11-1 0,-23 23-2 0,-2 12-6 0,-9 24-5 0,-3 12-1 0,1 24-1 0,0 12 1 0,0-2-1 0,13 15 0 0,23-14-1 0,23 0 0 0,13 14 0 0,12-26 0 0,24 1 0 0,-13 12 0 0,-36-2 0 0,-34 4 2 0,-37-16 1 0,-11-10 0 0,11-24-1 0,12-24 0 0,25-23-1 0,11-24 0 0,36-13-1 0,23 13 0 0,25 23 0 0,11 0 0 0,-13 48-1 0,-46 59 0 0,0 12 1 0,12-10-1 0,36-38 2 0,11-82 1 0,-47-48 2 0,-60-12-1 0,-72 71 1 0,-35 37-3 0,-24 58-8 0,60 36-130 0</inkml:trace>
  <inkml:trace contextRef="#ctx0" brushRef="#br0">15696 15633 61 0,'-1'0'0'0,"-22"-24"38"0,81-12-37 0,62-46 4 0,34-62-1 0,14-46 1 0,-97 22-1 0,-58 50-2 0,-50-1 0 0,-10 25-1 0,-1 44-1 0,12 39-2 0,12 59 1 0,13 59 1 0,11 48 0 0,11 11 4 0,-11 1-3 0,11-60 0 0,2-59 2 0,-13-60 7 0,0-72-5 0,12-23-3 0,12 48-2 0,24 11 0 0,-13 48-2 0,14 72 0 0,-15 11 1 0,14 0 0 0,24-47 0 0,10-25 1 0,14-45 1 0,12-26 1 0,-25-24-1 0,-46 13 1 0,-26-24 0 0,-35 47-1 0,-24 48-2 0,0 60 0 0,12 35 0 0,36-13 0 0,60-32 1 0,36-50 1 0,35-37-20 0,-1 1-69 0,-118 25 59 0</inkml:trace>
  <inkml:trace contextRef="#ctx0" brushRef="#br0">17469 15133 36 0,'0'0'15'0,"-23"-23"-13"0,23-14 0 0,12 14 0 0,-12-25 3 0,-12 1 1 0,-12-1-2 0,-12 25 0 0,1 10 3 0,-1 37 0 0,-25 23-2 0,-9 25-1 0,34 11-1 0,0-11-3 0,36-37 2 0,36-24 3 0,24-69 1 0,11-14-5 0,-23 25 1 0,-14 35-3 0,-21 46 0 0,-1 16 0 0,24-27 1 0,24 1 1 0,-2-37 1 0,26-10 0 0,0-60 1 0,-1-60-1 0,11-73-1 0,-22 86 0 0,-72 71-1 0,-36 47-2 0,-10 48-1 0,22 71 0 0,0 24 1 0,48 12 0 0,35-36 1 0,1-49 1 0,11-45 2 0,24-84 2 0,13-36-3 0,-14-25 0 0,-34 2 1 0,-36 23 0 0,-12 0-1 0,-12 59-1 0,0 72-4 0,-36 95 5 0,1 46-1 0,23 3-1 0,59-85 2 0,25-58 4 0,23-62-1 0,-11-81-1 0,-1-49-2 0,-35-13 1 0,-38 50-1 0,-20 84-1 0,-14 46-4 0,0 58 3 0,-12 73 1 0,23 11-1 0,-10-10 1 0,12-25-1 0,11-47 2 0,0-49 3 0,11-70 1 0,12-12-3 0,14 12-1 0,-1 9-1 0,11 29 1 0,1 8-2 0,-24 26 0 0,-1 33 0 0,-10 13-2 0,-2-11 3 0,2-25 0 0,34-10 1 0,1-37 0 0,11-11 0 0,-11-13 0 0,-24-13 0 0,-1 3 0 0,13 22-1 0,0 25 1 0,-36 11-2 0,0 23 0 0,0 25 1 0,0-1 0 0,24-23 0 0,23-24 2 0,12-58 0 0,1-15-1 0,-24 49-1 0,-23 48-1 0,-13 83 1 0,-13 24 0 0,13 24 1 0,-12-48-1 0,-12-35-8 0,-47-72-81 0,46-13 50 0</inkml:trace>
  <inkml:trace contextRef="#ctx0" brushRef="#br0">18434 14608 71 0,'-23'-71'26'0,"165"24"-24"0,61 23-1 0,-24 24-2 0,-84 0-81 0</inkml:trace>
  <inkml:trace contextRef="#ctx0" brushRef="#br0">20756 12073 52 0,'-24'-24'5'0,"-36"-34"9"0,49 8 20 0,22 27-5 0,49 46-18 0,36 85-3 0,47 23-5 0,35 0-2 0,25-24-1 0,-37-11 2 0,-82-49-1 0,-49-23 3 0,-22-48 2 0,-2-47-3 0,-11 11-1 0,0 13-1 0,-11 23 0 0,-2 24 0 0,13 34 0 0,13 16-1 0,10 9 1 0,1-13 2 0,-12 4 2 0,-48-27 0 0,-60 25-3 0,2 23-49 0,70-24-90 0</inkml:trace>
  <inkml:trace contextRef="#ctx0" brushRef="#br0">21745 13155 77 0,'-12'-10'2'0,"-24"-38"9"0,59 1 6 0,13 10-1 0,24 26-8 0,12 22 0 0,-25 26-1 0,-23 34-3 0,-24-24-2 0,-12 13 1 0,-24-1-2 0,-23 1 2 0,-1 11-1 0,1-24 0 0,23-22 0 0,23-25 2 0,13 0 0 0,36-12 0 0,60-12-2 0,10 1 0 0,14-2-1 0,-12 2 0 0,-25 11-1 0,-24-12-36 0,-11 12-46 0,-24 0 37 0</inkml:trace>
  <inkml:trace contextRef="#ctx0" brushRef="#br0">22471 13168 9 0,'11'-34'20'0,"-11"21"9"0,-11 47-12 0,-1 39-9 0,12-14-6 0,60-23 1 0,35-24-1 0,12-37 0 0,-35-46 1 0,-49-23 1 0,-58 46 5 0,-61 24-3 0,-23 24-4 0,-1 61-2 0,38 44-17 0,58-21-73 0</inkml:trace>
  <inkml:trace contextRef="#ctx0" brushRef="#br0">22054 14323 14 0,'0'-25'5'0,"-12"-9"-3"0,24 10-1 0,12 11 3 0,-12 2 6 0,24-1 1 0,-1 35-4 0,14 38-2 0,-2-1-2 0,-12-1 0 0,-23 0 2 0,-12-22 2 0,0 9-4 0,0-34 0 0,-12 1-1 0,0-13 0 0,1 0 0 0,-14-13-1 0,25 13 0 0,-11-12-1 0,11 0 1 0,0 1-1 0,0 11 0 0,0 0 0 0,0 0 1 0,11 0-2 0,-11 0 2 0,0 0-1 0,0 0 0 0,0 0 0 0,0 0 0 0,13-12 0 0,-13 12 1 0,0 0-1 0,12-11 0 0,-1-14 0 0,1-11 1 0,0-47 0 0,12-12 0 0,0 24 0 0,24 23-1 0,-2 25 0 0,-10 23-2 0,13 0-57 0,-38 11 25 0</inkml:trace>
  <inkml:trace contextRef="#ctx0" brushRef="#br0">22912 14311 19 0,'0'-34'2'0,"22"-3"0"0,-9-23 2 0,-13 13 1 0,-13 11 1 0,-9 0 1 0,-14 24-1 0,-13 24-1 0,-10 24-3 0,0 12 1 0,11 23-2 0,1-10 0 0,22-3 0 0,25-22-1 0,25-25 2 0,22-22 0 0,1-25 0 0,0-11-2 0,-24 23 1 0,-1-13-1 0,0 14 1 0,2-1-1 0,-25 24 1 0,12 13-1 0,-12 21-1 0,0 16 1 0,12-4-1 0,24-10 1 0,-1-36 0 0,1-11 1 0,23-26 0 0,1 3-1 0,0-3 0 0,-13 24 0 0,-11 13 0 0,0 37-1 0,-23-3 0 0,-13-9 1 0,0 0 0 0,11-38 3 0,12-45-1 0,25-15-1 0,23 25-2 0,1 14-10 0,11 9 4 0,-35 0 6 0,0 14 0 0,-1-1 1 0,1 12 0 0,-12-11 0 0,-1-26 1 0,-24 26-1 0,-47 11 0 0,-34 48 4 0,10 11-1 0,72-11-1 0,60-37 0 0,35-22-8 0,-23-1-56 0</inkml:trace>
  <inkml:trace contextRef="#ctx0" brushRef="#br0">23031 15157 27 0,'-12'-47'3'0,"12"-3"-3"0,0-21 2 0,-36 60 6 0,-47 71 7 0,-13 35-7 0,37 12-3 0,35-36-2 0,60-35-2 0,23-36 0 0,13-48 0 0,-1-47 0 0,-11-49-1 0,-13-32 1 0,-11 21 1 0,-25 71-1 0,-22 72-1 0,-1 37-1 0,-12 57 0 0,24 37 0 0,36 0-1 0,0-12 1 0,-25-59 1 0,25-37 1 0,36-58 0 0,11-24-1 0,-23 34 0 0,-36 62 0 0,-1 21 1 0,-12 4-1 0,25-16-6 0,-36-34-46 0,0 0 35 0</inkml:trace>
  <inkml:trace contextRef="#ctx0" brushRef="#br0">23507 14658 42 0,'-13'-13'14'0,"-57"13"-15"0,104 34-35 0,-9-9 19 0</inkml:trace>
  <inkml:trace contextRef="#ctx0" brushRef="#br0">23805 14811 13 0,'0'-11'4'0,"-24"-37"5"0,0 12 13 0,-24 36-5 0,25 47-12 0,35 49-4 0,35 0-3 0,-23-13 2 0,-61-61 5 0,-22-22-2 0,12-34 0 0,23 10-3 0,48 24-1 0,48-13-1 0,47-21-4 0,11-26 3 0,-23-35 3 0,-35 24 1 0,-48 34 1 0,-36 24-1 0,-24 26 0 0,-12 47-1 0,37-1-1 0,58 1 0 0,25-36 1 0,11-12-2 0,1-24 1 0,-25-36 0 0,-12 1 2 0,-34-1-1 0,-13 0 0 0,-24 23 1 0,12 15-1 0,-1 10 0 0,13 0 0 0,-23 23 0 0,0 25 0 0,-13 0 0 0,24-25 0 0,36-11 1 0,23-1 0 0,1-11-1 0,12-23 0 0,23-12-1 0,0-12 1 0,-35 70-2 0,-36 48 1 0,-24 1 2 0,0-49 2 0,-24-46 0 0,-11-38-2 0,35 38-1 0,35 23-1 0,49 12 0 0,71-1 2 0,35-45-3 0,1-50-7 0,-119 26 8 0,-120 33 6 0,-59 50 9 0,107 9-8 0,107-22-2 0,48-37-18 0,-60 4-50 0</inkml:trace>
  <inkml:trace contextRef="#ctx0" brushRef="#br0">17732 15550 19 0,'-11'-48'4'0,"-2"0"7"0,13 13 12 0,0 23-7 0,0 12-10 0,13 71 6 0,21 72-5 0,-11 36 1 0,-10-25-6 0,-1-35 0 0,-1-35-1 0,2-38-1 0,-1-46-60 0,-24-10 11 0</inkml:trace>
  <inkml:trace contextRef="#ctx0" brushRef="#br0">17482 15931 20 0,'-13'-12'5'0,"2"-12"22"0,11 24 3 0,35 36-17 0,37 23-6 0,23 1-4 0,-11-1-1 0,-14-36-1 0,-21 2 0 0,-37-13-32 0,11 0-30 0,-23-12 45 0</inkml:trace>
  <inkml:trace contextRef="#ctx0" brushRef="#br0">18136 15847 11 0,'0'0'4'0,"-11"-25"24"0,-48 86 15 0,-25 46-27 0,23 24-8 0,15-49-5 0,34-45-1 0,12-24-1 0,0-13-61 0,0 0 8 0</inkml:trace>
  <inkml:trace contextRef="#ctx0" brushRef="#br0">17493 16776 3 0,'-11'0'2'0,"-2"-37"3"0,2 3 8 0,11-3 2 0,11 3-5 0,37-38 3 0,0 48-8 0,-1 24-1 0,1 12-1 0,-12 22-3 0,-24 27 1 0,1-13 3 0,-13 11-5 0,0 1-1 0,-25 11 1 0,-11 1 0 0,0-25 1 0,13-11 0 0,-2-12 3 0,2 0 0 0,10-13 2 0,13-11-1 0,13-11-1 0,46-1-1 0,1 0 0 0,0-1-1 0,-14 2 0 0,-10 11 0 0,1-23 1 0,-3 23-2 0,-9-13-72 0,-14 13 44 0</inkml:trace>
  <inkml:trace contextRef="#ctx0" brushRef="#br0">18148 16693 13 0,'0'-36'9'0,"-23"13"31"0,11 23-23 0,12 47-9 0,12 24-8 0,23-11-1 0,13-1 1 0,0-36 1 0,-2-23 2 0,3-47 2 0,-13-24 0 0,-25-37 0 0,-46 24-6 0,-26 50 3 0,-21 22-2 0,10 36 0 0,1 71-19 0,35-36-53 0</inkml:trace>
  <inkml:trace contextRef="#ctx0" brushRef="#br0">17576 17467 2 0,'-23'0'1'0,"-24"23"14"0,47-23 3 0,47-12-9 0,84-36 1 0,106-23 0 0,74 12 4 0,-49 0-2 0,-84 22-3 0,-94 3-4 0,-60 9-2 0,-72 61-101 0,24-24 88 0</inkml:trace>
  <inkml:trace contextRef="#ctx0" brushRef="#br0">17612 17622 5 0,'-36'11'2'0,"-34"1"24"0,104-35-16 0,134-25-1 0,190-48-5 0,-50 48 9 0,-93 14-2 0,-132-3 0 0,-47 14-5 0,-36 11-3 0,0 0-87 0</inkml:trace>
  <inkml:trace contextRef="#ctx0" brushRef="#br0">25483 17777 0 0,'0'0'0'0,"549"34"0"0,-263-21 0 0,-14-1 0 0</inkml:trace>
  <inkml:trace contextRef="#ctx0" brushRef="#br0">22673 12311 23 0,'-23'11'2'0,"11"2"10"0,12-13 4 0,-13-36-5 0,13-23-6 0,0-14-3 0,13-9 2 0,-1-1-3 0,23-25 2 0,1 25-1 0,-12 24 3 0,-1 22-1 0,-34 62 12 0,-12 21-12 0,-38 4-3 0,13-16 0 0,25-10-2 0,10-24 4 0,2-24-4 0,35-23 1 0,12 10 0 0,-1 26-1 0,26 11 0 0,-27 36 2 0,-9 0 0 0,-25-24-2 0,0 11-53 0,0-23-1 0</inkml:trace>
  <inkml:trace contextRef="#ctx0" brushRef="#br0">22781 10823 0 0,'0'-36'8'0,"0"0"1"0,0 12 0 0,12 24 3 0,11 96 13 0,-12 82-11 0,14-23-8 0,-1-48-2 0,-12-70-3 0,0-37 0 0,0-37-24 0,-12-34-26 0,0 47 32 0</inkml:trace>
  <inkml:trace contextRef="#ctx0" brushRef="#br0">22852 10930 16 0,'-12'0'5'0,"12"-11"4"0,0-14-1 0,24-21-2 0,0-15 0 0,-12 25 2 0,-24 12 1 0,-24 1-2 0,0 12-1 0,1 11-1 0,11 11-3 0,1 12-1 0,10 14 1 0,-11 34 2 0,0 13-1 0,24-25-2 0,24-13-1 0,36-9 0 0,23 10-3 0,-11 13 4 0,-14 1-1 0,-45-15 2 0,-13 13 2 0,-49 1 1 0,-21-24 0 0,10-36-2 0,24-48-2 0,25-23 0 0,11-11-2 0,59-39-1 0,13 3 2 0,23-3-1 0,-23 50-2 0,-37 37 3 0,-23 34-1 0,-12 11 2 0,0 37 1 0,24 11-1 0,-1 12-2 0,37-23 3 0,-12-12-2 0,12-49 1 0,-13-58 1 0,-24-13 0 0,-46-21 2 0,-60 34 4 0,-1 46-4 0,-34 73-2 0,9 34-19 0,73 26-78 0,36-95 72 0</inkml:trace>
  <inkml:trace contextRef="#ctx0" brushRef="#br0">22101 11704 41 0,'-36'0'5'0,"61"-12"10"0,46-49 9 0,72-33-11 0,-1-13-10 0,-35 36-1 0,-58 35-2 0,-62 36-46 0,2 11-7 0</inkml:trace>
  <inkml:trace contextRef="#ctx0" brushRef="#br0">22328 11204 42 0,'0'12'3'0,"12"72"25"0,36 71-3 0,-13 0-13 0,-12-61-7 0,2-46-3 0,-14-37-11 0,2-106-95 0</inkml:trace>
  <inkml:trace contextRef="#ctx0" brushRef="#br0">23055 10299 29 0,'-13'47'8'0,"2"-10"25"0,11-37-2 0,0-71-22 0,71-73-7 0,24 1 1 0,-23 12-1 0,-24 60 1 0,-48 35 2 0,-12 25 0 0,-60 34-3 0,-23 36-2 0,23-11 1 0,61-48 0 0,69-36-2 0,26 13 0 0,-12 46 0 0,-47 13 2 0,-25-24-2 0,0-24-128 0</inkml:trace>
  <inkml:trace contextRef="#ctx0" brushRef="#br0">23317 9192 45 0,'-12'-36'16'0,"35"95"5"0,0 84-5 0,13 12-12 0,13-60-7 0,-14-59-63 0,-35-36 40 0</inkml:trace>
  <inkml:trace contextRef="#ctx0" brushRef="#br0">23590 9119 69 0,'0'-11'9'0,"-24"59"3"0,36 23 7 0,0 37-7 0,12-37-9 0,12-35-2 0,0-24 0 0,10-24 0 0,-21-60 1 0,-25-24 0 0,-25 2-2 0,-21 33 2 0,-14 50-2 0,0 47 5 0,24 23-3 0,36-22-2 0,84-50 0 0,83-82-2 0,-1-12 2 0,-46 83 0 0,-61 84 0 0,-47 35 4 0,12-71-2 0,36-48 2 0,-13-95-1 0,-71 12 1 0,-83 70-1 0,-36 108-5 0,48 26-46 0,95-14-53 0</inkml:trace>
  <inkml:trace contextRef="#ctx0" brushRef="#br0">6347 13549 18 0,'0'-13'2'0,"11"-21"5"0,14-3 10 0,11 3-4 0,-36 9 0 0,0 13-3 0,0 12 2 0,-36 12-10 0,-11 36-1 0,-38 24-1 0,27-1 0 0,22 0 0 0,24-23 0 0,36 0-1 0,35 0 1 0,37-1 0 0,10 1 0 0,-58 12-2 0,-60-1 6 0,-60-13 0 0,-22-9 4 0,9-24 0 0,27-26-2 0,34 1-4 0,0 12-2 0,24 12-21 0,0 1-76 0</inkml:trace>
  <inkml:trace contextRef="#ctx0" brushRef="#br0">6739 13668 3 0,'0'0'1'0,"25"-71"10"0,-14 23 12 0,-11 35 1 0,0 26-16 0,0 71 0 0,13 11 2 0,10-11 5 0,-10-13-8 0,-1-24-5 0,-12-10 0 0,-12-26 3 0,-1-35-1 0,2-34-1 0,-1 8-2 0,12-21-1 0,12-13 1 0,-1-10 0 0,25 12 0 0,-23 57-1 0,-2 25 0 0,25 46 1 0,-12 27 0 0,-1-2 0 0,13-23 0 0,-12-24-1 0,-24-12 3 0,0-24 1 0,12-36-3 0,0-11-1 0,12 0 1 0,13-12-1 0,9 34 0 0,-10 24-1 0,0 63 0 0,-1 21 0 0,-11 11 1 0,12-22 0 0,-24-24-1 0,12-13-2 0,-1-35-29 0,25-35-23 0,0 23 15 0</inkml:trace>
  <inkml:trace contextRef="#ctx0" brushRef="#br0">7550 13586 1 0,'0'0'0'0,"24"-71"18"0,-24 46 11 0,0 13-12 0,0 49-10 0,12 45 0 0,0 1-2 0,24-22-1 0,23-27-2 0,24-22 0 0,-11-12 1 0,-25-35-1 0,-11-37 1 0,-36-22-1 0,-47-2 1 0,-25 24 0 0,1 48 1 0,-1 24-2 0,25 60-2 0,11 22 0 0,24 2-3 0,60 0-42 0,-13-60-19 0</inkml:trace>
  <inkml:trace contextRef="#ctx0" brushRef="#br0">8025 13347 34 0,'-10'-12'6'0,"-1"0"0"0,57-12 11 0,26 1-7 0,35-1-4 0,0 0-3 0,-60 12 0 0,-34-12 2 0,-13-13-1 0,-13 27-2 0,-34-1-1 0,11 57-1 0,12 61 3 0,24 48 4 0,24-36-1 0,0-35-4 0,1-49 0 0,-2 1-11 0,-12-11-90 0</inkml:trace>
  <inkml:trace contextRef="#ctx0" brushRef="#br0">8764 13205 45 0,'-11'-37'21'0,"11"24"-3"0,0 38-3 0,0 59-8 0,0 23 0 0,-12-13 1 0,-1-23 0 0,26 2 1 0,10-37-2 0,2-13-2 0,10-23 0 0,13-11-1 0,23-13-2 0,-23-12-3 0,12 12 1 0,-25 12-8 0,-12-13-33 0,-10-9-52 0</inkml:trace>
  <inkml:trace contextRef="#ctx0" brushRef="#br0">8741 13406 66 0,'-13'-35'21'0,"49"-1"-12"0,60-12 6 0,-1 37-12 0,-35-1-3 0,-24 0 0 0,-60 12-108 0</inkml:trace>
  <inkml:trace contextRef="#ctx0" brushRef="#br0">8705 13168 31 0,'0'0'0'0,"-13"-34"19"0,85-39 7 0,12 37-9 0,11 24-9 0,-23 12-3 0,-36 24 2 0,-14-11-3 0,-9-2-2 0,-1 12-2 0,-1-10 0 0,-11-13 0 0,0 0-2 0,0 12-29 0,-11 0-50 0</inkml:trace>
  <inkml:trace contextRef="#ctx0" brushRef="#br0">7491 15038 26 0,'0'0'0'0,"-13"-49"6"0,2 15 9 0,-12 21-1 0,-14 26-6 0,-22 70-2 0,23 12-1 0,48 0-5 0,83-35 2 0,48-12-1 0,-36 11-1 0,-96 0 2 0,-81 25 4 0,-37-13-4 0,23-34-1 0,60-26-17 0,48-59-59 0</inkml:trace>
  <inkml:trace contextRef="#ctx0" brushRef="#br0">7741 14704 18 0,'-12'-25'11'0,"12"75"6"0,0 92 3 0,12 47-14 0,-1 3-3 0,-11-97 1 0,24-72 2 0,12-82 1 0,36-71-5 0,-13-1-2 0,-35 59 0 0,-36 60-2 0,-36 48 1 0,-11 59 4 0,59-23-1 0,59-13 0 0,49-22 0 0,-1-37 0 0,-36 0-3 0,-47 0-90 0</inkml:trace>
  <inkml:trace contextRef="#ctx0" brushRef="#br0">8467 14658 11 0,'0'-13'4'0,"0"-71"-2"0,0 13 12 0,-12 34 7 0,0 37 0 0,12 61-8 0,0 70-5 0,0 24-6 0,24-25-2 0,36-34 2 0,-2-62 0 0,3-21 0 0,-2-60 1 0,13-49-1 0,-1 13 1 0,-23-1-1 0,-24 0-1 0,-35 13 0 0,-14 60-1 0,1 35-1 0,-12 59 1 0,24 24-2 0,48-34 2 0,48-50-2 0,35-46 4 0,0-27-7 0,-12-32-9 0,-12 9 8 0,-47 2 6 0,-36 0 1 0,-12 24 0 0,-24 10 1 0,-24 37 3 0,-11 25-3 0,10 46 0 0,2 1-1 0,35 11-1 0,0-24 0 0,36-34 2 0,0-25 1 0,24-48-2 0,-12 0 0 0,-13 35-1 0,-11 13-1 0,24 13 1 0,0-26 1 0,11-45 0 0,1-2 0 0,-12 36-1 0,23 36-1 0,0 36 0 0,-11-12 0 0,-36-11 2 0,-24-25 0 0,-36-37 0 0,37-10-1 0,47-1 0 0,59 0-3 0,12-11-12 0,-25 11 7 0,-57 25 8 0,-25 23 3 0,-25 47 5 0,25 11-4 0,25-33 1 0,11-37-1 0,-12-47-1 0,-1 23-3 0,-10 47 0 0,22 49 1 0,49-49 0 0,-1-69-20 0,-46-2-66 0</inkml:trace>
  <inkml:trace contextRef="#ctx0" brushRef="#br0">7074 16240 33 0,'0'0'0'0,"-84"0"6"0,73 0-2 0,131-59 1 0,152-72 9 0,157-47 22 0,154-61-12 0,49 13-8 0,-1-12-4 0,-95 58-9 0,-144 50 1 0,-190 71-5 0,-153 59-2 0,-121 34-19 0,-130 62-58 0,59-24 42 0</inkml:trace>
  <inkml:trace contextRef="#ctx0" brushRef="#br0">7455 16358 29 0,'-60'13'6'0,"36"-26"5"0,97-21-4 0,127-50 3 0,160-58 15 0,127-73-3 0,108-11 1 0,13 10-12 0,-61 27-5 0,-105 22-1 0,-121 48 0 0,-143 37 2 0,-130 57-1 0,-72 25-10 0,-59 59-139 0</inkml:trace>
  <inkml:trace contextRef="#ctx0" brushRef="#br0">21411 13168 17 0,'0'0'0'0,"-24"-59"14"0,1 47 2 0,-25 36-9 0,-36 47 6 0,25-24 2 0,23-22-5 0,13-13-5 0,11 11 0 0,12 1-3 0,0 47 1 0,12 13-2 0,23 35 1 0,25 25-2 0,-1 32 2 0,1 29 2 0,11-4-3 0,1-10 0 0,11-13 2 0,0 1-2 0,-36-24 0 0,-11 0 2 0,-11-60-2 0,10-24 0 0,13-48-1 0,12-46 3 0,35-25-3 0,-36 1 2 0,-36 35-2 0,-23 12-1 0,-11 36-74 0,11-24 36 0</inkml:trace>
  <inkml:trace contextRef="#ctx0" brushRef="#br0">19053 3286 3 0,'0'0'5'0,"-12"0"4"0,1-12 0 0,11 12 2 0,0 0-7 0,0 0 15 0,11-12-17 0,13 12 1 0,0-13-2 0,-12 13 0 0,0 0-1 0,0-10 1 0,12-1-1 0,-2 11 1 0,14 0-1 0,0 0 0 0,13-13 1 0,-2-11 0 0,0 0-1 0,1 12 1 0,0 1 0 0,-12-14 0 0,11 13-1 0,25-11 1 0,-1-1 0 0,13-13-2 0,-2 14 3 0,-10-25 0 0,-24 25-1 0,13-13 3 0,9-10-1 0,-22-4 0 0,11 16-2 0,-23-3 0 0,0 14 0 0,-1-13 1 0,13 0-2 0,12-11 1 0,-1-13 0 0,13 13 0 0,-25 11 0 0,13 0-2 0,0 13 2 0,10-14-2 0,-10 26 2 0,0-1-1 0,-1 12 0 0,-11 0 0 0,24 0 0 0,-1 0-1 0,0 0 2 0,-22 0 0 0,-15 23 0 0,-9 1 0 0,10 12 0 0,1 0 0 0,0-11-2 0,-12 9 1 0,-1 14 1 0,13-12-2 0,12-1 1 0,11-12 0 0,-11 14 0 0,11-13 1 0,-11 11-2 0,1 13 2 0,-15-12-2 0,26 10 1 0,0 4-1 0,11-16 3 0,0 3-3 0,-11-3 3 0,23 3-2 0,1-1 0 0,-1-1 0 0,12-11-1 0,-11 24 1 0,0-23 0 0,-14-4-1 0,14-8 1 0,-13 11 0 0,12-11 1 0,-12-13 0 0,-10 0-1 0,-2 0 0 0,-23-13 0 0,-11 1 1 0,-2 0 1 0,-23-22-16 0,0 21-76 0</inkml:trace>
  <inkml:trace contextRef="#ctx0" brushRef="#br0">19363 3239 7 0,'0'0'0'0,"-24"0"5"0,-12 0 1 0,-11 23 6 0,11-11-3 0,12-12-3 0,-1 0 0 0,3 0 2 0,-2-12 0 0,0 12-2 0,-12 12 2 0,-11 13-1 0,-2-14-1 0,15-11-4 0,-3 0 4 0,-10 0-4 0,11 0 0 0,1 0 1 0,11 12 0 0,0-1-4 0,0 2 3 0,12-13-3 0,12 12 3 0,0-24-2 0,24 12 2 0,12 0-3 0,-2-13 2 0,15 2-1 0,-13-1 3 0,11-12-5 0,13 12 4 0,-12-13-1 0,11 4 0 0,13-4 1 0,-1-11-1 0,-11 13 0 0,-2-14 1 0,3 26-1 0,-14-12 1 0,24-14-2 0,1 1 1 0,0 1 1 0,-14-1-1 0,14 0-2 0,-12-10 3 0,-13 9-1 0,1 1 0 0,24 0 0 0,-1 1 0 0,-24-1 0 0,2 11 0 0,-2-9-1 0,13 10 1 0,-13-12 0 0,2 0-1 0,-2 1 0 0,-1 11 2 0,39-24 0 0,-38 12-3 0,0 1 1 0,2 12 0 0,-2-14 0 0,13 13 0 0,11 1 0 0,-23-1 0 0,-1 11 0 0,-24 2 1 0,2-1-1 0,-1 12 1 0,0 0-1 0,10 0 0 0,2-11 0 0,13-2 0 0,-14 13 0 0,1 0 0 0,0 0 0 0,-13 13 2 0,49-2-1 0,-36 1-1 0,-12 12 0 0,10-12 0 0,-9 0 0 0,-1 11 0 0,-1 13 0 0,-10 0-1 0,10-13 1 0,14 1-1 0,-14 12 1 0,13-12 0 0,0 13 0 0,-13-16 0 0,1 4-1 0,0 11 0 0,0-13 1 0,1 2-1 0,-2-2 2 0,0 0-1 0,1 2 0 0,0-13-2 0,0 12 2 0,12-12 0 0,-13 11 1 0,-11-11-1 0,12 12 0 0,-12-1-1 0,-1 2 2 0,2 11-1 0,10-13 0 0,1 1 2 0,12-11-3 0,11-2 1 0,-11 1 1 0,0-1-1 0,0 2 0 0,12-1 0 0,-13-12-1 0,1 12 1 0,0-1-1 0,10 1 2 0,-10-1-2 0,13-11 1 0,-2 13-1 0,2-1 1 0,10 0-1 0,0 12 1 0,1-1-1 0,-13 1 0 0,0-11 2 0,-11-2 0 0,1 1 0 0,-3-1-1 0,-9 2 0 0,-14-13 0 0,-11 0 1 0,13 12-1 0,-13-12 0 0,0 0 1 0,0 12 0 0,0-12 2 0,0 0-2 0,-13 0 0 0,2 0 0 0,-1-12-15 0,-12 24-98 0</inkml:trace>
  <inkml:trace contextRef="#ctx0" brushRef="#br0">19577 3073 14 0,'0'0'9'0,"-12"-13"5"0,-11 1 2 0,10 12-7 0,13 0-5 0,-11 0 24 0,11 0-17 0,-12 0-8 0,12-12-3 0,12 12-1 0,12-13 0 0,-24 13 3 0,0 0-1 0,-13 0 1 0,2 0-1 0,11-11 1 0,-12 11 3 0,12 0-2 0,0 0-3 0,0 11 1 0,23 2-8 0,2 11-48 0,-14 0 7 0</inkml:trace>
  <inkml:trace contextRef="#ctx0" brushRef="#br0">19720 3441 27 0,'0'-12'5'0,"-12"-24"23"0,-1 24 5 0,-9 1-12 0,10 11-16 0,12 11-4 0,0 12 0 0,12-23 0 0,-12 0 2 0,12 0 2 0,-12-34 0 0,-12 10 1 0,0 24 1 0,-12 12-4 0,12 0-2 0,12-12 0 0,12 11-3 0,46 25-53 0,-33-24-18 0</inkml:trace>
  <inkml:trace contextRef="#ctx0" brushRef="#br0">20530 3322 34 0,'-37'-12'18'0,"26"12"11"0,-1-11-7 0,12 11-15 0,0-13 0 0,12 13-1 0,-12 13 0 0,-12 46 2 0,1-36-3 0,11-23 2 0,0-35-5 0,0 11-2 0,-12 24 2 0,-1 24-11 0,61 0-53 0,0-24-14 0</inkml:trace>
  <inkml:trace contextRef="#ctx0" brushRef="#br0">21066 3274 27 0,'0'0'6'0,"-24"-12"25"0,12-1 2 0,-1 26-21 0,2 11-7 0,22 0-3 0,14-12 2 0,11-48-1 0,-24-1 3 0,-24 27 6 0,-24 10-8 0,11 23-3 0,50-11-21 0,47 0-100 0</inkml:trace>
  <inkml:trace contextRef="#ctx0" brushRef="#br0">21745 3299 12 0,'-25'-13'18'0,"14"-11"1"0,-1 24 7 0,-1 0-9 0,13 24-8 0,0-11-2 0,0-13 1 0,0 11 3 0,-23 1-5 0,-1-1-3 0,24-11-3 0,13 0-43 0,-2 0-33 0</inkml:trace>
  <inkml:trace contextRef="#ctx0" brushRef="#br0">22137 3322 23 0,'-11'0'6'0,"-14"11"22"0,25-11-2 0,0 0-11 0,25-23-6 0,-14 23 1 0,2 12-3 0,-2-24-1 0,13-36-2 0,-12 14-3 0,-12 68-32 0,-12 14-59 0</inkml:trace>
  <inkml:trace contextRef="#ctx0" brushRef="#br0">21865 13896 44 0,'-49'-13'29'0,"1"26"-12"0,36-2-5 0,24-11-2 0,72 0-2 0,47-36-4 0,47 11-2 0,13-22-2 0,-24-11 1 0,-25 8-1 0,-46 4 1 0,-49 21-1 0,-47 14-1 0,-36 11-6 0,-23 11-6 0,-12 37-18 0,-36 0-30 0,95-48 50 0</inkml:trace>
  <inkml:trace contextRef="#ctx0" brushRef="#br0">22161 13835 13 0,'-83'36'22'0,"-12"10"6"0,34-9-8 0,50-24-10 0,35-13 1 0,70-50-7 0,62 4 1 0,23-2-6 0,-36 12 2 0,-48 1-1 0,-36 24 4 0,-35-2-2 0,-12 1 2 0,-12-13-3 0,0 14 1 0,0-12-2 0,12 23 0 0,-12 0 0 0,0 0 1 0,0 0-1 0,0 0 5 0,0 0-2 0,0-12 3 0,0 12-3 0,0 0 0 0,0 12-1 0,0-1-1 0,0 1 0 0,0-12-2 0,-12 0-27 0,24 0-22 0,13 0-21 0</inkml:trace>
  <inkml:trace contextRef="#ctx0" brushRef="#br0">23340 13418 10 0,'0'0'8'0,"-12"13"5"0,12-26 1 0,12-11-3 0,-1-35 5 0,38-24-5 0,-2-14-3 0,13-8-1 0,-1-27-1 0,1-12-1 0,12-45-2 0,-1-13-1 0,-1-1 0 0,-21 14 2 0,-1-27-3 0,-13 1 0 0,12 14 0 0,2-2 0 0,-2 0 0 0,-11 48-2 0,-24 25-1 0,-12 0 2 0,-24 9 1 0,12 39-1 0,-12-2 0 0,12 37 1 0,-11 34 0 0,-26 26-2 0,2 34 1 0,0 25 1 0,-2 11 2 0,13-1-3 0,2 2 1 0,10-36-2 0,12-25 2 0,12-10 1 0,24-60-2 0,12-1 1 0,-1-35 1 0,12 11-3 0,-11 1 1 0,1 11 2 0,-3 13-2 0,2 23-1 0,24 36 3 0,12 59-1 0,-2 0 1 0,-34-12 3 0,-11-9 1 0,-1-39-3 0,-12-11-3 0,-24-36-31 0,0-12-78 0</inkml:trace>
  <inkml:trace contextRef="#ctx0" brushRef="#br0">23732 9763 26 0,'-11'0'4'0,"-71"36"10"0,-14 23 3 0,47-23-2 0,49-36-1 0,96-59-5 0,71-37-9 0,0 1 2 0,-24 12 7 0,-11 11-4 0,-26 37-5 0,-82 10 1 0,-12 25-9 0,-48 0-18 0,-36 60-22 0,25-24 19 0</inkml:trace>
  <inkml:trace contextRef="#ctx0" brushRef="#br0">23650 9931 12 0,'0'0'0'0,"-84"46"30"0,61-21-13 0,35-14 4 0,59-59-10 0,60-36-5 0,48-21-2 0,-13 9 2 0,-35 37-1 0,-35 34-2 0,-62 2 0 0,-9 23-2 0,-25 0 0 0,11 0-1 0,-11 0 0 0,0 0 1 0,13 0-1 0,-1 0 0 0,-12 0 0 0,0 0 1 0,0 0 0 0,0-12-1 0,0 12 0 0,0 0 0 0,0 0 0 0,0-11 1 0,-12 11-1 0,12 0 0 0,0 0 0 0,0 0 0 0,0 23 0 0,12-12 0 0,-12-11-1 0,11 0 1 0,-11 0 1 0,0 0-8 0,-11 0-7 0,-14 0-14 0,2-11-36 0</inkml:trace>
  <inkml:trace contextRef="#ctx0" brushRef="#br0">22734 10572 19 0,'-13'25'11'0,"13"-25"7"0,-12-25 0 0,-24-22-1 0,-23-24-8 0,-36-71-4 0,-14-13-3 0,39 47 1 0,34 36 1 0,-24 1-5 0,1 0 3 0,11 35-1 0,12 13 1 0,0 10-1 0,13 1 0 0,0 12 1 0,11 36 0 0,12 12-1 0,-12 23 2 0,12 0 3 0,-12-12-3 0,12-34-1 0,0-13-1 0,0-12 1 0,0-24 0 0,-12-23-1 0,0-13-1 0,0 12 0 0,12-11 0 0,36 0 1 0,10 22-1 0,26 24 0 0,24 26 2 0,-24 11-1 0,-49 0 1 0,-11-24-1 0,-12-11-24 0,0-60-90 0</inkml:trace>
  <inkml:trace contextRef="#ctx0" brushRef="#br0">21530 9180 10 0,'-12'-36'31'0,"-1"0"-9"0,3 24-4 0,-38 12-5 0,0 36-5 0,-12 59-2 0,26-23-3 0,21-26-3 0,73-33 0 0,59-13 0 0,0 0 0 0,-48 24 0 0,-59 36 4 0,-83-2 4 0,-26-8-4 0,15-50-3 0,58-13-17 0,24-24-21 0,48-9-38 0</inkml:trace>
  <inkml:trace contextRef="#ctx0" brushRef="#br0">21577 9203 14 0,'25'-47'25'0,"10"-1"-6"0,-11 36 1 0,-1 24-9 0,2 36-6 0,11-12-2 0,11-1-3 0,-23-11 1 0,0-35 1 0,-12-49-1 0,-12-12-1 0,0 1 1 0,13 35-2 0,10 12 2 0,0 36-1 0,13 47 0 0,0 49 1 0,10 10-1 0,-21 3 0 0,-14-3 1 0,-22-58 0 0,-24-25 1 0,-25-82 1 0,12-72-2 0,25-24-3 0,34 36 2 0,37 11-2 0,12 25 2 0,-2 23-1 0,-9 48 1 0,-26 37 0 0,-10 22 1 0,-13 0 1 0,0-22-1 0,-13-37 0 0,13-25 0 0,0-46-2 0,0-13 2 0,36 25 1 0,24 22-3 0,-1 50 0 0,-11 35 0 0,-12-13 1 0,-12-35-2 0,-14-25-24 0,3-57-28 0,-13 46 25 0</inkml:trace>
  <inkml:trace contextRef="#ctx0" brushRef="#br0">22340 8430 35 0,'0'-12'14'0,"-24"-12"12"0,48 83-17 0,36 71-3 0,-1 25-3 0,1-59-3 0,-1-37-16 0,-12-59-29 0,-34-34 13 0</inkml:trace>
  <inkml:trace contextRef="#ctx0" brushRef="#br0">22519 8394 14 0,'-12'-60'32'0,"36"37"-20"0,23 58 4 0,13 84-5 0,-37 12-6 0,-11-12-1 0,-24-71 0 0,-11-60-1 0,-1-106-4 0,35 10 1 0,49 84-2 0,36 48 1 0,-1 34 0 0,-12-21-1 0,-11-74 2 0,-24-57-1 0,-14-25 3 0,-34 12-3 0,-23 83 2 0,-36 71 0 0,23 49-1 0,24 11 0 0,48-59-1 0,35-48 0 0,24-48 0 0,-11-34 3 0,-36-50-3 0,-48-35 0 0,-60-23-1 0,36 106 3 0,0 50-2 0,24 68-1 0,12 85 4 0,36 36-2 0,0-24 2 0,11-84 0 0,12-81-2 0,-11-74 1 0,-1 1-1 0,14 107-1 0,-3 71 1 0,-34 2-2 0,-24-52-5 0,-37-55-26 0,-9-50-20 0</inkml:trace>
  <inkml:trace contextRef="#ctx0" brushRef="#br0">23555 7716 9 0,'-12'0'-3'0,"12"11"-3"0</inkml:trace>
  <inkml:trace contextRef="#ctx0" brushRef="#br0">21935 8846 51 0,'-24'0'5'0,"24"-12"-2"0,167-130-12 0,178-132-33 0,-273 213 34 0</inkml:trace>
  <inkml:trace contextRef="#ctx0" brushRef="#br0">23769 7787 73 0,'-24'0'6'0,"-12"24"2"0,-11 59-6 0,-1 24 9 0,36-36 0 0,83-59-9 0,73-95-11 0,-1-24-61 0,-132 84 42 0</inkml:trace>
  <inkml:trace contextRef="#ctx0" brushRef="#br0">23066 8060 94 0,'-11'0'9'0,"46"-47"-6"0,108-48-4 0,48-60-29 0,-85 95-25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a:t>
            </a:fld>
            <a:endParaRPr sz="1200" b="0" i="0" u="none" strike="noStrike" cap="none">
              <a:solidFill>
                <a:schemeClr val="dk1"/>
              </a:solidFill>
              <a:latin typeface="Tahoma"/>
              <a:ea typeface="Tahoma"/>
              <a:cs typeface="Tahoma"/>
              <a:sym typeface="Tahoma"/>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8" name="Google Shape;50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4" name="Google Shape;51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864" name="Google Shape;186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788851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200"/>
              <a:buFont typeface="Times New Roman"/>
              <a:buNone/>
            </a:pPr>
            <a:endParaRPr/>
          </a:p>
        </p:txBody>
      </p:sp>
      <p:sp>
        <p:nvSpPr>
          <p:cNvPr id="1878" name="Google Shape;187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502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9"/>
        <p:cNvGrpSpPr/>
        <p:nvPr/>
      </p:nvGrpSpPr>
      <p:grpSpPr>
        <a:xfrm>
          <a:off x="0" y="0"/>
          <a:ext cx="0" cy="0"/>
          <a:chOff x="0" y="0"/>
          <a:chExt cx="0" cy="0"/>
        </a:xfrm>
      </p:grpSpPr>
      <p:sp>
        <p:nvSpPr>
          <p:cNvPr id="1870" name="Google Shape;1870;p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871" name="Google Shape;187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564763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884" name="Google Shape;188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77076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7"/>
        <p:cNvGrpSpPr/>
        <p:nvPr/>
      </p:nvGrpSpPr>
      <p:grpSpPr>
        <a:xfrm>
          <a:off x="0" y="0"/>
          <a:ext cx="0" cy="0"/>
          <a:chOff x="0" y="0"/>
          <a:chExt cx="0" cy="0"/>
        </a:xfrm>
      </p:grpSpPr>
      <p:sp>
        <p:nvSpPr>
          <p:cNvPr id="1898" name="Google Shape;1898;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899" name="Google Shape;189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382627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0"/>
        <p:cNvGrpSpPr/>
        <p:nvPr/>
      </p:nvGrpSpPr>
      <p:grpSpPr>
        <a:xfrm>
          <a:off x="0" y="0"/>
          <a:ext cx="0" cy="0"/>
          <a:chOff x="0" y="0"/>
          <a:chExt cx="0" cy="0"/>
        </a:xfrm>
      </p:grpSpPr>
      <p:sp>
        <p:nvSpPr>
          <p:cNvPr id="1891" name="Google Shape;1891;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892" name="Google Shape;1892;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60002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906" name="Google Shape;190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941518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p:cNvGrpSpPr/>
        <p:nvPr/>
      </p:nvGrpSpPr>
      <p:grpSpPr>
        <a:xfrm>
          <a:off x="0" y="0"/>
          <a:ext cx="0" cy="0"/>
          <a:chOff x="0" y="0"/>
          <a:chExt cx="0" cy="0"/>
        </a:xfrm>
      </p:grpSpPr>
      <p:sp>
        <p:nvSpPr>
          <p:cNvPr id="1915" name="Google Shape;1915;p4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200"/>
              <a:buFont typeface="Times New Roman"/>
              <a:buNone/>
            </a:pPr>
            <a:endParaRPr/>
          </a:p>
        </p:txBody>
      </p:sp>
      <p:sp>
        <p:nvSpPr>
          <p:cNvPr id="1916" name="Google Shape;191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68884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0"/>
        <p:cNvGrpSpPr/>
        <p:nvPr/>
      </p:nvGrpSpPr>
      <p:grpSpPr>
        <a:xfrm>
          <a:off x="0" y="0"/>
          <a:ext cx="0" cy="0"/>
          <a:chOff x="0" y="0"/>
          <a:chExt cx="0" cy="0"/>
        </a:xfrm>
      </p:grpSpPr>
      <p:sp>
        <p:nvSpPr>
          <p:cNvPr id="1921" name="Google Shape;192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22" name="Google Shape;1922;p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Times New Roman"/>
              <a:buNone/>
            </a:pPr>
            <a:endParaRPr/>
          </a:p>
        </p:txBody>
      </p:sp>
      <p:sp>
        <p:nvSpPr>
          <p:cNvPr id="1923" name="Google Shape;1923;p48: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ahoma"/>
                <a:ea typeface="Tahoma"/>
                <a:cs typeface="Tahoma"/>
                <a:sym typeface="Tahoma"/>
              </a:rPr>
              <a:t>Lecture-1</a:t>
            </a:r>
            <a:endParaRPr kumimoji="0" sz="12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924" name="Google Shape;1924;p4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50866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8"/>
        <p:cNvGrpSpPr/>
        <p:nvPr/>
      </p:nvGrpSpPr>
      <p:grpSpPr>
        <a:xfrm>
          <a:off x="0" y="0"/>
          <a:ext cx="0" cy="0"/>
          <a:chOff x="0" y="0"/>
          <a:chExt cx="0" cy="0"/>
        </a:xfrm>
      </p:grpSpPr>
      <p:sp>
        <p:nvSpPr>
          <p:cNvPr id="1929" name="Google Shape;1929;p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200"/>
              <a:buFont typeface="Times New Roman"/>
              <a:buNone/>
            </a:pPr>
            <a:endParaRPr/>
          </a:p>
        </p:txBody>
      </p:sp>
      <p:sp>
        <p:nvSpPr>
          <p:cNvPr id="1930" name="Google Shape;1930;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199426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3"/>
        <p:cNvGrpSpPr/>
        <p:nvPr/>
      </p:nvGrpSpPr>
      <p:grpSpPr>
        <a:xfrm>
          <a:off x="0" y="0"/>
          <a:ext cx="0" cy="0"/>
          <a:chOff x="0" y="0"/>
          <a:chExt cx="0" cy="0"/>
        </a:xfrm>
      </p:grpSpPr>
      <p:sp>
        <p:nvSpPr>
          <p:cNvPr id="1934" name="Google Shape;1934;p5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35" name="Google Shape;1935;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983360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p:cNvGrpSpPr/>
        <p:nvPr/>
      </p:nvGrpSpPr>
      <p:grpSpPr>
        <a:xfrm>
          <a:off x="0" y="0"/>
          <a:ext cx="0" cy="0"/>
          <a:chOff x="0" y="0"/>
          <a:chExt cx="0" cy="0"/>
        </a:xfrm>
      </p:grpSpPr>
      <p:sp>
        <p:nvSpPr>
          <p:cNvPr id="1940" name="Google Shape;1940;p5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41" name="Google Shape;1941;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645390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5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47" name="Google Shape;1947;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157963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2" name="Google Shape;52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29" name="Google Shape;529;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514350" lvl="0" indent="-400050" algn="l" rtl="0">
              <a:lnSpc>
                <a:spcPct val="150000"/>
              </a:lnSpc>
              <a:spcBef>
                <a:spcPts val="0"/>
              </a:spcBef>
              <a:spcAft>
                <a:spcPts val="0"/>
              </a:spcAft>
              <a:buClr>
                <a:schemeClr val="dk1"/>
              </a:buClr>
              <a:buSzPts val="1800"/>
              <a:buFont typeface="Arial"/>
              <a:buNone/>
            </a:pPr>
            <a:endParaRPr sz="1800"/>
          </a:p>
          <a:p>
            <a:pPr marL="800100" lvl="1" indent="-342900" algn="l" rtl="0">
              <a:lnSpc>
                <a:spcPct val="150000"/>
              </a:lnSpc>
              <a:spcBef>
                <a:spcPts val="540"/>
              </a:spcBef>
              <a:spcAft>
                <a:spcPts val="0"/>
              </a:spcAft>
              <a:buClr>
                <a:schemeClr val="dk1"/>
              </a:buClr>
              <a:buSzPts val="1800"/>
              <a:buFont typeface="Arial"/>
              <a:buChar char="•"/>
            </a:pPr>
            <a:r>
              <a:rPr lang="en-US" sz="1800"/>
              <a:t>Machine Learning, Tom Mitchell</a:t>
            </a:r>
            <a:endParaRPr/>
          </a:p>
          <a:p>
            <a:pPr marL="800100" lvl="1" indent="-342900" algn="l" rtl="0">
              <a:lnSpc>
                <a:spcPct val="150000"/>
              </a:lnSpc>
              <a:spcBef>
                <a:spcPts val="540"/>
              </a:spcBef>
              <a:spcAft>
                <a:spcPts val="0"/>
              </a:spcAft>
              <a:buClr>
                <a:schemeClr val="dk1"/>
              </a:buClr>
              <a:buSzPts val="1800"/>
              <a:buFont typeface="Arial"/>
              <a:buChar char="•"/>
            </a:pPr>
            <a:r>
              <a:rPr lang="en-US" sz="1800"/>
              <a:t>Read Chapter 1, 2 – Introduction to Machine Learning, 2</a:t>
            </a:r>
            <a:r>
              <a:rPr lang="en-US" sz="1800" baseline="30000"/>
              <a:t>nd</a:t>
            </a:r>
            <a:r>
              <a:rPr lang="en-US" sz="1800"/>
              <a:t> edition, Ethem Alpaydin</a:t>
            </a:r>
            <a:endParaRPr/>
          </a:p>
        </p:txBody>
      </p:sp>
      <p:sp>
        <p:nvSpPr>
          <p:cNvPr id="530" name="Google Shape;530;p4: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Lecture-1</a:t>
            </a:r>
            <a:endParaRPr/>
          </a:p>
        </p:txBody>
      </p:sp>
      <p:sp>
        <p:nvSpPr>
          <p:cNvPr id="531" name="Google Shape;531;p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p6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1362" name="Google Shape;1362;p6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812211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3"/>
        <p:cNvGrpSpPr/>
        <p:nvPr/>
      </p:nvGrpSpPr>
      <p:grpSpPr>
        <a:xfrm>
          <a:off x="0" y="0"/>
          <a:ext cx="0" cy="0"/>
          <a:chOff x="0" y="0"/>
          <a:chExt cx="0" cy="0"/>
        </a:xfrm>
      </p:grpSpPr>
      <p:sp>
        <p:nvSpPr>
          <p:cNvPr id="1404" name="Google Shape;1404;p7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1405" name="Google Shape;1405;p7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846204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537" name="Google Shape;53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262063" y="720725"/>
            <a:ext cx="4797425" cy="3598863"/>
          </a:xfrm>
          <a:solidFill>
            <a:srgbClr val="FFFFFF"/>
          </a:solidFill>
          <a:ln/>
        </p:spPr>
      </p:sp>
      <p:sp>
        <p:nvSpPr>
          <p:cNvPr id="87043" name="Rectangle 3"/>
          <p:cNvSpPr>
            <a:spLocks noGrp="1" noChangeArrowheads="1"/>
          </p:cNvSpPr>
          <p:nvPr>
            <p:ph type="body" idx="1"/>
          </p:nvPr>
        </p:nvSpPr>
        <p:spPr>
          <a:xfrm>
            <a:off x="974690" y="4559248"/>
            <a:ext cx="5365820" cy="4321201"/>
          </a:xfrm>
          <a:solidFill>
            <a:srgbClr val="FFFFFF"/>
          </a:solidFill>
          <a:ln>
            <a:solidFill>
              <a:srgbClr val="000000"/>
            </a:solidFill>
          </a:ln>
        </p:spPr>
        <p:txBody>
          <a:bodyPr lIns="95017" tIns="47507" rIns="95017" bIns="47507"/>
          <a:lstStyle/>
          <a:p>
            <a:endParaRPr lang="en-US" dirty="0"/>
          </a:p>
        </p:txBody>
      </p:sp>
    </p:spTree>
    <p:extLst>
      <p:ext uri="{BB962C8B-B14F-4D97-AF65-F5344CB8AC3E}">
        <p14:creationId xmlns:p14="http://schemas.microsoft.com/office/powerpoint/2010/main" val="755172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262063" y="720725"/>
            <a:ext cx="4797425" cy="3598863"/>
          </a:xfrm>
          <a:solidFill>
            <a:srgbClr val="FFFFFF"/>
          </a:solidFill>
          <a:ln/>
        </p:spPr>
      </p:sp>
      <p:sp>
        <p:nvSpPr>
          <p:cNvPr id="89091" name="Rectangle 3"/>
          <p:cNvSpPr>
            <a:spLocks noGrp="1" noChangeArrowheads="1"/>
          </p:cNvSpPr>
          <p:nvPr>
            <p:ph type="body" idx="1"/>
          </p:nvPr>
        </p:nvSpPr>
        <p:spPr>
          <a:xfrm>
            <a:off x="974690" y="4559248"/>
            <a:ext cx="5365820" cy="4321201"/>
          </a:xfrm>
          <a:solidFill>
            <a:srgbClr val="FFFFFF"/>
          </a:solidFill>
          <a:ln>
            <a:solidFill>
              <a:srgbClr val="000000"/>
            </a:solidFill>
          </a:ln>
        </p:spPr>
        <p:txBody>
          <a:bodyPr lIns="95017" tIns="47507" rIns="95017" bIns="47507"/>
          <a:lstStyle/>
          <a:p>
            <a:endParaRPr lang="en-US"/>
          </a:p>
        </p:txBody>
      </p:sp>
    </p:spTree>
    <p:extLst>
      <p:ext uri="{BB962C8B-B14F-4D97-AF65-F5344CB8AC3E}">
        <p14:creationId xmlns:p14="http://schemas.microsoft.com/office/powerpoint/2010/main" val="1694877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262063" y="720725"/>
            <a:ext cx="4797425" cy="3598863"/>
          </a:xfrm>
          <a:ln/>
        </p:spPr>
      </p:sp>
      <p:sp>
        <p:nvSpPr>
          <p:cNvPr id="92163" name="Rectangle 3"/>
          <p:cNvSpPr>
            <a:spLocks noGrp="1" noChangeArrowheads="1"/>
          </p:cNvSpPr>
          <p:nvPr>
            <p:ph type="body" idx="1"/>
          </p:nvPr>
        </p:nvSpPr>
        <p:spPr>
          <a:xfrm>
            <a:off x="974690" y="4559248"/>
            <a:ext cx="5365820" cy="432120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017" tIns="47507" rIns="95017" bIns="47507"/>
          <a:lstStyle/>
          <a:p>
            <a:endParaRPr lang="en-US"/>
          </a:p>
        </p:txBody>
      </p:sp>
    </p:spTree>
    <p:extLst>
      <p:ext uri="{BB962C8B-B14F-4D97-AF65-F5344CB8AC3E}">
        <p14:creationId xmlns:p14="http://schemas.microsoft.com/office/powerpoint/2010/main" val="3745542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262063" y="720725"/>
            <a:ext cx="4797425" cy="3598863"/>
          </a:xfrm>
          <a:ln/>
        </p:spPr>
      </p:sp>
      <p:sp>
        <p:nvSpPr>
          <p:cNvPr id="94211" name="Rectangle 3"/>
          <p:cNvSpPr>
            <a:spLocks noGrp="1" noChangeArrowheads="1"/>
          </p:cNvSpPr>
          <p:nvPr>
            <p:ph type="body" idx="1"/>
          </p:nvPr>
        </p:nvSpPr>
        <p:spPr>
          <a:xfrm>
            <a:off x="974690" y="4559248"/>
            <a:ext cx="5365820" cy="432120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017" tIns="47507" rIns="95017" bIns="47507"/>
          <a:lstStyle/>
          <a:p>
            <a:endParaRPr lang="en-US"/>
          </a:p>
        </p:txBody>
      </p:sp>
    </p:spTree>
    <p:extLst>
      <p:ext uri="{BB962C8B-B14F-4D97-AF65-F5344CB8AC3E}">
        <p14:creationId xmlns:p14="http://schemas.microsoft.com/office/powerpoint/2010/main" val="39396493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07" name="Google Shape;607;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194659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0" name="Google Shape;62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21" name="Google Shape;62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06047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29" name="Google Shape;62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131174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6" name="Google Shape;63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37" name="Google Shape;637;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621568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9" name="Google Shape;64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50" name="Google Shape;650;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243833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58" name="Google Shape;658;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61702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666" name="Google Shape;666;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50219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674" name="Google Shape;67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200"/>
              <a:buFont typeface="Times New Roman"/>
              <a:buNone/>
            </a:pPr>
            <a:endParaRPr/>
          </a:p>
        </p:txBody>
      </p:sp>
      <p:sp>
        <p:nvSpPr>
          <p:cNvPr id="543" name="Google Shape;543;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66339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262063" y="720725"/>
            <a:ext cx="4797425" cy="3598863"/>
          </a:xfrm>
          <a:ln/>
        </p:spPr>
      </p:sp>
      <p:sp>
        <p:nvSpPr>
          <p:cNvPr id="103427" name="Rectangle 3"/>
          <p:cNvSpPr>
            <a:spLocks noGrp="1" noChangeArrowheads="1"/>
          </p:cNvSpPr>
          <p:nvPr>
            <p:ph type="body" idx="1"/>
          </p:nvPr>
        </p:nvSpPr>
        <p:spPr>
          <a:xfrm>
            <a:off x="974690" y="4559248"/>
            <a:ext cx="5365820" cy="4321201"/>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017" tIns="47507" rIns="95017" bIns="47507"/>
          <a:lstStyle/>
          <a:p>
            <a:endParaRPr lang="en-US"/>
          </a:p>
        </p:txBody>
      </p:sp>
    </p:spTree>
    <p:extLst>
      <p:ext uri="{BB962C8B-B14F-4D97-AF65-F5344CB8AC3E}">
        <p14:creationId xmlns:p14="http://schemas.microsoft.com/office/powerpoint/2010/main" val="35354125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681" name="Google Shape;68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11575d78375_0_4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28" name="Google Shape;828;g11575d78375_0_4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2036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0A9BACF-38E1-465D-AE3D-0E82DE160386}" type="slidenum">
              <a:rPr lang="en-US" altLang="en-US" smtClean="0">
                <a:latin typeface="Calibri" panose="020F0502020204030204" pitchFamily="34" charset="0"/>
              </a:rPr>
              <a:pPr/>
              <a:t>43</a:t>
            </a:fld>
            <a:endParaRPr lang="en-US" altLang="en-US">
              <a:latin typeface="Calibri" panose="020F0502020204030204" pitchFamily="34" charset="0"/>
            </a:endParaRPr>
          </a:p>
        </p:txBody>
      </p:sp>
    </p:spTree>
    <p:extLst>
      <p:ext uri="{BB962C8B-B14F-4D97-AF65-F5344CB8AC3E}">
        <p14:creationId xmlns:p14="http://schemas.microsoft.com/office/powerpoint/2010/main" val="1449586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11575d78375_0_5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11575d78375_0_5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13" name="Google Shape;913;g11575d78375_0_5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extLst>
      <p:ext uri="{BB962C8B-B14F-4D97-AF65-F5344CB8AC3E}">
        <p14:creationId xmlns:p14="http://schemas.microsoft.com/office/powerpoint/2010/main" val="2896096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0"/>
          </a:p>
        </p:txBody>
      </p:sp>
      <p:sp>
        <p:nvSpPr>
          <p:cNvPr id="844" name="Google Shape;84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extLst>
      <p:ext uri="{BB962C8B-B14F-4D97-AF65-F5344CB8AC3E}">
        <p14:creationId xmlns:p14="http://schemas.microsoft.com/office/powerpoint/2010/main" val="350896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5" name="Google Shape;85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69048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1575d78375_0_4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11575d78375_0_4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0"/>
          </a:p>
        </p:txBody>
      </p:sp>
      <p:sp>
        <p:nvSpPr>
          <p:cNvPr id="864" name="Google Shape;864;g11575d78375_0_4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Tree>
    <p:extLst>
      <p:ext uri="{BB962C8B-B14F-4D97-AF65-F5344CB8AC3E}">
        <p14:creationId xmlns:p14="http://schemas.microsoft.com/office/powerpoint/2010/main" val="12420666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2" name="Google Shape;88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47287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F8EACB86-9679-4739-8D2B-6381B6AA2E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eaLnBrk="1" fontAlgn="auto" latinLnBrk="0" hangingPunct="1">
              <a:lnSpc>
                <a:spcPct val="100000"/>
              </a:lnSpc>
              <a:spcBef>
                <a:spcPct val="0"/>
              </a:spcBef>
              <a:spcAft>
                <a:spcPts val="0"/>
              </a:spcAft>
              <a:buClrTx/>
              <a:buSzTx/>
              <a:buFontTx/>
              <a:buNone/>
              <a:tabLst/>
              <a:defRPr/>
            </a:pPr>
            <a:fld id="{644945B5-4014-439C-9992-E1FDAB68D16C}" type="slidenum">
              <a:rPr kumimoji="0" lang="en-US" altLang="en-US" sz="1200" b="0" i="0" u="none" strike="noStrike" kern="0" cap="none" spc="0" normalizeH="0" baseline="0" noProof="0">
                <a:ln>
                  <a:noFill/>
                </a:ln>
                <a:solidFill>
                  <a:prstClr val="black"/>
                </a:solidFill>
                <a:effectLst/>
                <a:uLnTx/>
                <a:uFillTx/>
                <a:latin typeface="Times New Roman" panose="02020603050405020304" pitchFamily="18" charset="0"/>
              </a:rPr>
              <a:pPr marL="0" marR="0" lvl="0" indent="0" algn="r" defTabSz="931863" eaLnBrk="1" fontAlgn="auto" latinLnBrk="0" hangingPunct="1">
                <a:lnSpc>
                  <a:spcPct val="100000"/>
                </a:lnSpc>
                <a:spcBef>
                  <a:spcPct val="0"/>
                </a:spcBef>
                <a:spcAft>
                  <a:spcPts val="0"/>
                </a:spcAft>
                <a:buClrTx/>
                <a:buSzTx/>
                <a:buFontTx/>
                <a:buNone/>
                <a:tabLst/>
                <a:defRPr/>
              </a:pPr>
              <a:t>56</a:t>
            </a:fld>
            <a:endParaRPr kumimoji="0" lang="en-US" altLang="en-US" sz="1200" b="0" i="0" u="none" strike="noStrike" kern="0" cap="none" spc="0" normalizeH="0" baseline="0" noProof="0">
              <a:ln>
                <a:noFill/>
              </a:ln>
              <a:solidFill>
                <a:prstClr val="black"/>
              </a:solidFill>
              <a:effectLst/>
              <a:uLnTx/>
              <a:uFillTx/>
              <a:latin typeface="Times New Roman" panose="02020603050405020304" pitchFamily="18" charset="0"/>
            </a:endParaRPr>
          </a:p>
        </p:txBody>
      </p:sp>
      <p:sp>
        <p:nvSpPr>
          <p:cNvPr id="110595" name="Rectangle 2">
            <a:extLst>
              <a:ext uri="{FF2B5EF4-FFF2-40B4-BE49-F238E27FC236}">
                <a16:creationId xmlns:a16="http://schemas.microsoft.com/office/drawing/2014/main" id="{5F37E99F-4F0F-4B7C-BBE9-E2885BD11CA6}"/>
              </a:ext>
            </a:extLst>
          </p:cNvPr>
          <p:cNvSpPr>
            <a:spLocks noGrp="1" noRot="1" noChangeAspect="1" noChangeArrowheads="1" noTextEdit="1"/>
          </p:cNvSpPr>
          <p:nvPr>
            <p:ph type="sldImg"/>
          </p:nvPr>
        </p:nvSpPr>
        <p:spPr>
          <a:xfrm>
            <a:off x="1196975" y="692150"/>
            <a:ext cx="4618038" cy="3463925"/>
          </a:xfrm>
          <a:ln/>
        </p:spPr>
      </p:sp>
      <p:sp>
        <p:nvSpPr>
          <p:cNvPr id="110596" name="Rectangle 3">
            <a:extLst>
              <a:ext uri="{FF2B5EF4-FFF2-40B4-BE49-F238E27FC236}">
                <a16:creationId xmlns:a16="http://schemas.microsoft.com/office/drawing/2014/main" id="{7CD43606-41F8-4A1C-8EA4-070B98DC62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835949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Times New Roman"/>
              <a:buNone/>
            </a:pPr>
            <a:endParaRPr/>
          </a:p>
        </p:txBody>
      </p:sp>
      <p:sp>
        <p:nvSpPr>
          <p:cNvPr id="681" name="Google Shape;68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025716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891781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11575d78375_0_5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11575d78375_0_5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09147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11575d78375_0_6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11575d78375_0_6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44838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31863" rtl="0" eaLnBrk="0" fontAlgn="auto" latinLnBrk="0" hangingPunct="0">
              <a:lnSpc>
                <a:spcPct val="100000"/>
              </a:lnSpc>
              <a:spcBef>
                <a:spcPts val="0"/>
              </a:spcBef>
              <a:spcAft>
                <a:spcPts val="0"/>
              </a:spcAft>
              <a:buClrTx/>
              <a:buSzTx/>
              <a:buFontTx/>
              <a:buNone/>
              <a:tabLst/>
              <a:defRPr/>
            </a:pPr>
            <a:fld id="{8A3DD842-94A4-4A2C-8DA4-BBED29A200B3}"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31863" rtl="0" eaLnBrk="0" fontAlgn="auto" latinLnBrk="0" hangingPunct="0">
                <a:lnSpc>
                  <a:spcPct val="100000"/>
                </a:lnSpc>
                <a:spcBef>
                  <a:spcPts val="0"/>
                </a:spcBef>
                <a:spcAft>
                  <a:spcPts val="0"/>
                </a:spcAft>
                <a:buClrTx/>
                <a:buSzTx/>
                <a:buFontTx/>
                <a:buNone/>
                <a:tabLst/>
                <a:defRPr/>
              </a:pPr>
              <a:t>65</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25955" name="Rectangle 2"/>
          <p:cNvSpPr>
            <a:spLocks noGrp="1" noRot="1" noChangeAspect="1" noChangeArrowheads="1" noTextEdit="1"/>
          </p:cNvSpPr>
          <p:nvPr>
            <p:ph type="sldImg"/>
          </p:nvPr>
        </p:nvSpPr>
        <p:spPr>
          <a:xfrm>
            <a:off x="1117600" y="696913"/>
            <a:ext cx="46482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552635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11575d78375_0_8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11575d78375_0_8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11575d78375_0_8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66</a:t>
            </a:fld>
            <a:endParaRPr/>
          </a:p>
        </p:txBody>
      </p:sp>
    </p:spTree>
    <p:extLst>
      <p:ext uri="{BB962C8B-B14F-4D97-AF65-F5344CB8AC3E}">
        <p14:creationId xmlns:p14="http://schemas.microsoft.com/office/powerpoint/2010/main" val="5108306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0" name="Google Shape;1240;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0" name="Google Shape;1240;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9220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p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0" name="Google Shape;1260;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2.xml" /></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4.xml" /></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Master" Target="../slideMasters/slideMaster4.xml" /></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4.xml" /></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4.xml" /></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jpeg" /><Relationship Id="rId1" Type="http://schemas.openxmlformats.org/officeDocument/2006/relationships/slideMaster" Target="../slideMasters/slideMaster5.xml" /></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10.jpeg" /><Relationship Id="rId1" Type="http://schemas.openxmlformats.org/officeDocument/2006/relationships/slideMaster" Target="../slideMasters/slideMaster5.xml" /></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Master" Target="../slideMasters/slideMaster5.xml" /></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5.xml" /></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6.xml" /></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Master" Target="../slideMasters/slideMaster6.xml" /></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6.xml" /></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6.xml" /></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6.xml" /></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7.xml" /></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7.xml" /></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8.xml" /></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8.xml" /></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0.xml" /></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0.xml" /></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62"/>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7" name="Google Shape;17;p62"/>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18" name="Google Shape;18;p62"/>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19" name="Google Shape;19;p62"/>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pic>
        <p:nvPicPr>
          <p:cNvPr id="20" name="Google Shape;20;p62"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1" name="Google Shape;21;p62"/>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2" name="Google Shape;22;p62"/>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Arial"/>
                <a:ea typeface="Arial"/>
                <a:cs typeface="Arial"/>
                <a:sym typeface="Arial"/>
              </a:rPr>
              <a:t>Pilani Campus</a:t>
            </a:r>
            <a:endParaRPr/>
          </a:p>
        </p:txBody>
      </p:sp>
      <p:sp>
        <p:nvSpPr>
          <p:cNvPr id="23" name="Google Shape;23;p62"/>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24" name="Google Shape;24;p62"/>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5" name="Google Shape;25;p62"/>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6" name="Google Shape;26;p62"/>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pic>
        <p:nvPicPr>
          <p:cNvPr id="27" name="Google Shape;27;p62"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8" name="Google Shape;28;p62"/>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9" name="Google Shape;29;p62"/>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Arial"/>
                <a:ea typeface="Arial"/>
                <a:cs typeface="Arial"/>
                <a:sym typeface="Arial"/>
              </a:rPr>
              <a:t>Pilani Campus</a:t>
            </a:r>
            <a:endParaRPr/>
          </a:p>
        </p:txBody>
      </p:sp>
      <p:sp>
        <p:nvSpPr>
          <p:cNvPr id="30" name="Google Shape;30;p6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1" name="Google Shape;31;p6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63"/>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grpSp>
        <p:nvGrpSpPr>
          <p:cNvPr id="34" name="Google Shape;34;p63"/>
          <p:cNvGrpSpPr/>
          <p:nvPr/>
        </p:nvGrpSpPr>
        <p:grpSpPr>
          <a:xfrm>
            <a:off x="2084388" y="6550025"/>
            <a:ext cx="7059612" cy="49213"/>
            <a:chOff x="2083888" y="6550671"/>
            <a:chExt cx="7060112" cy="48665"/>
          </a:xfrm>
        </p:grpSpPr>
        <p:sp>
          <p:nvSpPr>
            <p:cNvPr id="35" name="Google Shape;35;p63"/>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36" name="Google Shape;36;p63"/>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37" name="Google Shape;37;p63"/>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pic>
        <p:nvPicPr>
          <p:cNvPr id="38" name="Google Shape;38;p63"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39" name="Google Shape;39;p63"/>
          <p:cNvGrpSpPr/>
          <p:nvPr/>
        </p:nvGrpSpPr>
        <p:grpSpPr>
          <a:xfrm>
            <a:off x="2133600" y="6553200"/>
            <a:ext cx="7010400" cy="46038"/>
            <a:chOff x="1905000" y="6553200"/>
            <a:chExt cx="7010400" cy="45719"/>
          </a:xfrm>
        </p:grpSpPr>
        <p:sp>
          <p:nvSpPr>
            <p:cNvPr id="40" name="Google Shape;40;p6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1" name="Google Shape;41;p6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2" name="Google Shape;42;p6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grpSp>
        <p:nvGrpSpPr>
          <p:cNvPr id="43" name="Google Shape;43;p63"/>
          <p:cNvGrpSpPr/>
          <p:nvPr/>
        </p:nvGrpSpPr>
        <p:grpSpPr>
          <a:xfrm>
            <a:off x="0" y="1295400"/>
            <a:ext cx="7010400" cy="46038"/>
            <a:chOff x="1905000" y="6553200"/>
            <a:chExt cx="7010400" cy="45719"/>
          </a:xfrm>
        </p:grpSpPr>
        <p:sp>
          <p:nvSpPr>
            <p:cNvPr id="44" name="Google Shape;44;p6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5" name="Google Shape;45;p6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46" name="Google Shape;46;p6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sp>
        <p:nvSpPr>
          <p:cNvPr id="47" name="Google Shape;47;p6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8" name="Google Shape;48;p6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9"/>
        <p:cNvGrpSpPr/>
        <p:nvPr/>
      </p:nvGrpSpPr>
      <p:grpSpPr>
        <a:xfrm>
          <a:off x="0" y="0"/>
          <a:ext cx="0" cy="0"/>
          <a:chOff x="0" y="0"/>
          <a:chExt cx="0" cy="0"/>
        </a:xfrm>
      </p:grpSpPr>
      <p:sp>
        <p:nvSpPr>
          <p:cNvPr id="50" name="Google Shape;50;p64"/>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grpSp>
        <p:nvGrpSpPr>
          <p:cNvPr id="51" name="Google Shape;51;p64"/>
          <p:cNvGrpSpPr/>
          <p:nvPr/>
        </p:nvGrpSpPr>
        <p:grpSpPr>
          <a:xfrm>
            <a:off x="2084388" y="6550025"/>
            <a:ext cx="7059612" cy="49213"/>
            <a:chOff x="2083888" y="6550671"/>
            <a:chExt cx="7060112" cy="48665"/>
          </a:xfrm>
        </p:grpSpPr>
        <p:sp>
          <p:nvSpPr>
            <p:cNvPr id="52" name="Google Shape;52;p64"/>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3" name="Google Shape;53;p64"/>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4" name="Google Shape;54;p64"/>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pic>
        <p:nvPicPr>
          <p:cNvPr id="55" name="Google Shape;55;p64"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56" name="Google Shape;56;p64"/>
          <p:cNvGrpSpPr/>
          <p:nvPr/>
        </p:nvGrpSpPr>
        <p:grpSpPr>
          <a:xfrm>
            <a:off x="2133600" y="6553200"/>
            <a:ext cx="7010400" cy="46038"/>
            <a:chOff x="1905000" y="6553200"/>
            <a:chExt cx="7010400" cy="45719"/>
          </a:xfrm>
        </p:grpSpPr>
        <p:sp>
          <p:nvSpPr>
            <p:cNvPr id="57" name="Google Shape;57;p64"/>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8" name="Google Shape;58;p64"/>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59" name="Google Shape;59;p64"/>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grpSp>
        <p:nvGrpSpPr>
          <p:cNvPr id="60" name="Google Shape;60;p64"/>
          <p:cNvGrpSpPr/>
          <p:nvPr/>
        </p:nvGrpSpPr>
        <p:grpSpPr>
          <a:xfrm>
            <a:off x="0" y="1295400"/>
            <a:ext cx="7010400" cy="46038"/>
            <a:chOff x="1905000" y="6553200"/>
            <a:chExt cx="7010400" cy="45719"/>
          </a:xfrm>
        </p:grpSpPr>
        <p:sp>
          <p:nvSpPr>
            <p:cNvPr id="61" name="Google Shape;61;p64"/>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62" name="Google Shape;62;p64"/>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63" name="Google Shape;63;p64"/>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sp>
        <p:nvSpPr>
          <p:cNvPr id="64" name="Google Shape;64;p6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 name="Google Shape;65;p6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75"/>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rgbClr val="FFFFFF"/>
              </a:solidFill>
              <a:latin typeface="Arial"/>
              <a:ea typeface="Arial"/>
              <a:cs typeface="Arial"/>
              <a:sym typeface="Arial"/>
            </a:endParaRPr>
          </a:p>
        </p:txBody>
      </p:sp>
      <p:sp>
        <p:nvSpPr>
          <p:cNvPr id="68" name="Google Shape;68;p75"/>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69" name="Google Shape;69;p75"/>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70" name="Google Shape;70;p75"/>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pic>
        <p:nvPicPr>
          <p:cNvPr id="71" name="Google Shape;71;p75"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72" name="Google Shape;72;p75"/>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a:solidFill>
                  <a:srgbClr val="FFFFFF"/>
                </a:solidFill>
                <a:latin typeface="Arial"/>
                <a:ea typeface="Arial"/>
                <a:cs typeface="Arial"/>
                <a:sym typeface="Arial"/>
              </a:rPr>
              <a:t>BITS</a:t>
            </a:r>
            <a:r>
              <a:rPr lang="en-US" sz="2900">
                <a:solidFill>
                  <a:srgbClr val="FFFFFF"/>
                </a:solidFill>
                <a:latin typeface="Arial"/>
                <a:ea typeface="Arial"/>
                <a:cs typeface="Arial"/>
                <a:sym typeface="Arial"/>
              </a:rPr>
              <a:t> Pilani</a:t>
            </a:r>
            <a:endParaRPr/>
          </a:p>
        </p:txBody>
      </p:sp>
      <p:sp>
        <p:nvSpPr>
          <p:cNvPr id="73" name="Google Shape;73;p75"/>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FFFF"/>
                </a:solidFill>
                <a:latin typeface="Arial"/>
                <a:ea typeface="Arial"/>
                <a:cs typeface="Arial"/>
                <a:sym typeface="Arial"/>
              </a:rPr>
              <a:t>Pilani Campus</a:t>
            </a:r>
            <a:endParaRPr/>
          </a:p>
        </p:txBody>
      </p:sp>
      <p:sp>
        <p:nvSpPr>
          <p:cNvPr id="74" name="Google Shape;74;p75"/>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75"/>
        <p:cNvGrpSpPr/>
        <p:nvPr/>
      </p:nvGrpSpPr>
      <p:grpSpPr>
        <a:xfrm>
          <a:off x="0" y="0"/>
          <a:ext cx="0" cy="0"/>
          <a:chOff x="0" y="0"/>
          <a:chExt cx="0" cy="0"/>
        </a:xfrm>
      </p:grpSpPr>
      <p:pic>
        <p:nvPicPr>
          <p:cNvPr id="76" name="Google Shape;76;p76" descr="\\Server\D\jyoti\FI023_BITS_v1\styleguide img\IMG_5627_b.jp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77" name="Google Shape;77;p76"/>
          <p:cNvSpPr/>
          <p:nvPr/>
        </p:nvSpPr>
        <p:spPr>
          <a:xfrm>
            <a:off x="0" y="4281488"/>
            <a:ext cx="9144000" cy="2576512"/>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pic>
        <p:nvPicPr>
          <p:cNvPr id="78" name="Google Shape;78;p76"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sp>
        <p:nvSpPr>
          <p:cNvPr id="79" name="Google Shape;79;p76"/>
          <p:cNvSpPr/>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0" name="Google Shape;80;p76"/>
          <p:cNvSpPr/>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1" name="Google Shape;81;p76"/>
          <p:cNvSpPr/>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2" name="Google Shape;82;p76"/>
          <p:cNvSpPr txBox="1"/>
          <p:nvPr/>
        </p:nvSpPr>
        <p:spPr>
          <a:xfrm>
            <a:off x="6858000" y="7620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a:solidFill>
                  <a:srgbClr val="FFFFFF"/>
                </a:solidFill>
                <a:latin typeface="Arial"/>
                <a:ea typeface="Arial"/>
                <a:cs typeface="Arial"/>
                <a:sym typeface="Arial"/>
              </a:rPr>
              <a:t>BITS</a:t>
            </a:r>
            <a:r>
              <a:rPr lang="en-US" sz="2900">
                <a:solidFill>
                  <a:srgbClr val="FFFFFF"/>
                </a:solidFill>
                <a:latin typeface="Arial"/>
                <a:ea typeface="Arial"/>
                <a:cs typeface="Arial"/>
                <a:sym typeface="Arial"/>
              </a:rPr>
              <a:t> Pilani</a:t>
            </a:r>
            <a:endParaRPr/>
          </a:p>
        </p:txBody>
      </p:sp>
      <p:sp>
        <p:nvSpPr>
          <p:cNvPr id="83" name="Google Shape;83;p76"/>
          <p:cNvSpPr txBox="1"/>
          <p:nvPr/>
        </p:nvSpPr>
        <p:spPr>
          <a:xfrm>
            <a:off x="7086600" y="11715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FFFF"/>
                </a:solidFill>
                <a:latin typeface="Arial"/>
                <a:ea typeface="Arial"/>
                <a:cs typeface="Arial"/>
                <a:sym typeface="Arial"/>
              </a:rPr>
              <a:t>Pilani Campus</a:t>
            </a:r>
            <a:endParaRPr/>
          </a:p>
        </p:txBody>
      </p:sp>
      <p:sp>
        <p:nvSpPr>
          <p:cNvPr id="84" name="Google Shape;84;p76"/>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5"/>
        <p:cNvGrpSpPr/>
        <p:nvPr/>
      </p:nvGrpSpPr>
      <p:grpSpPr>
        <a:xfrm>
          <a:off x="0" y="0"/>
          <a:ext cx="0" cy="0"/>
          <a:chOff x="0" y="0"/>
          <a:chExt cx="0" cy="0"/>
        </a:xfrm>
      </p:grpSpPr>
      <p:pic>
        <p:nvPicPr>
          <p:cNvPr id="86" name="Google Shape;86;p77"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87" name="Google Shape;87;p77"/>
          <p:cNvGrpSpPr/>
          <p:nvPr/>
        </p:nvGrpSpPr>
        <p:grpSpPr>
          <a:xfrm>
            <a:off x="0" y="1295400"/>
            <a:ext cx="7010400" cy="46038"/>
            <a:chOff x="1905000" y="6553200"/>
            <a:chExt cx="7010400" cy="45719"/>
          </a:xfrm>
        </p:grpSpPr>
        <p:sp>
          <p:nvSpPr>
            <p:cNvPr id="88" name="Google Shape;88;p7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89" name="Google Shape;89;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90" name="Google Shape;90;p7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91" name="Google Shape;91;p77"/>
          <p:cNvGrpSpPr/>
          <p:nvPr/>
        </p:nvGrpSpPr>
        <p:grpSpPr>
          <a:xfrm>
            <a:off x="2133600" y="6553200"/>
            <a:ext cx="7010400" cy="46038"/>
            <a:chOff x="1905000" y="6553200"/>
            <a:chExt cx="7010400" cy="45719"/>
          </a:xfrm>
        </p:grpSpPr>
        <p:sp>
          <p:nvSpPr>
            <p:cNvPr id="92" name="Google Shape;92;p7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93" name="Google Shape;93;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94" name="Google Shape;94;p7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sp>
        <p:nvSpPr>
          <p:cNvPr id="95" name="Google Shape;95;p7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96" name="Google Shape;96;p7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7" name="Google Shape;97;p77"/>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8" name="Google Shape;98;p77"/>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99"/>
        <p:cNvGrpSpPr/>
        <p:nvPr/>
      </p:nvGrpSpPr>
      <p:grpSpPr>
        <a:xfrm>
          <a:off x="0" y="0"/>
          <a:ext cx="0" cy="0"/>
          <a:chOff x="0" y="0"/>
          <a:chExt cx="0" cy="0"/>
        </a:xfrm>
      </p:grpSpPr>
      <p:grpSp>
        <p:nvGrpSpPr>
          <p:cNvPr id="100" name="Google Shape;100;p78"/>
          <p:cNvGrpSpPr/>
          <p:nvPr/>
        </p:nvGrpSpPr>
        <p:grpSpPr>
          <a:xfrm>
            <a:off x="0" y="1295400"/>
            <a:ext cx="7010400" cy="46038"/>
            <a:chOff x="1905000" y="6553200"/>
            <a:chExt cx="7010400" cy="45719"/>
          </a:xfrm>
        </p:grpSpPr>
        <p:sp>
          <p:nvSpPr>
            <p:cNvPr id="101" name="Google Shape;101;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2" name="Google Shape;102;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3" name="Google Shape;103;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04" name="Google Shape;104;p78"/>
          <p:cNvGrpSpPr/>
          <p:nvPr/>
        </p:nvGrpSpPr>
        <p:grpSpPr>
          <a:xfrm>
            <a:off x="2133600" y="6553200"/>
            <a:ext cx="7010400" cy="46038"/>
            <a:chOff x="1905000" y="6553200"/>
            <a:chExt cx="7010400" cy="45719"/>
          </a:xfrm>
        </p:grpSpPr>
        <p:sp>
          <p:nvSpPr>
            <p:cNvPr id="105" name="Google Shape;105;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6" name="Google Shape;106;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07" name="Google Shape;107;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08" name="Google Shape;108;p78"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09" name="Google Shape;109;p7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Deemed to be University under Section 3 of UGC Act, 1956</a:t>
            </a:r>
            <a:endParaRPr/>
          </a:p>
        </p:txBody>
      </p:sp>
      <p:sp>
        <p:nvSpPr>
          <p:cNvPr id="110" name="Google Shape;110;p78"/>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1" name="Google Shape;111;p78"/>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2" name="Google Shape;112;p78"/>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3" name="Google Shape;113;p78"/>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4" name="Google Shape;114;p78"/>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15"/>
        <p:cNvGrpSpPr/>
        <p:nvPr/>
      </p:nvGrpSpPr>
      <p:grpSpPr>
        <a:xfrm>
          <a:off x="0" y="0"/>
          <a:ext cx="0" cy="0"/>
          <a:chOff x="0" y="0"/>
          <a:chExt cx="0" cy="0"/>
        </a:xfrm>
      </p:grpSpPr>
      <p:grpSp>
        <p:nvGrpSpPr>
          <p:cNvPr id="116" name="Google Shape;116;p79"/>
          <p:cNvGrpSpPr/>
          <p:nvPr/>
        </p:nvGrpSpPr>
        <p:grpSpPr>
          <a:xfrm>
            <a:off x="0" y="1295400"/>
            <a:ext cx="7010400" cy="46038"/>
            <a:chOff x="1905000" y="6553200"/>
            <a:chExt cx="7010400" cy="45719"/>
          </a:xfrm>
        </p:grpSpPr>
        <p:sp>
          <p:nvSpPr>
            <p:cNvPr id="117" name="Google Shape;117;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18" name="Google Shape;118;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19" name="Google Shape;119;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20" name="Google Shape;120;p79"/>
          <p:cNvGrpSpPr/>
          <p:nvPr/>
        </p:nvGrpSpPr>
        <p:grpSpPr>
          <a:xfrm>
            <a:off x="2133600" y="6553200"/>
            <a:ext cx="7010400" cy="46038"/>
            <a:chOff x="1905000" y="6553200"/>
            <a:chExt cx="7010400" cy="45719"/>
          </a:xfrm>
        </p:grpSpPr>
        <p:sp>
          <p:nvSpPr>
            <p:cNvPr id="121" name="Google Shape;121;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22" name="Google Shape;122;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23" name="Google Shape;123;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24" name="Google Shape;124;p79"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25" name="Google Shape;125;p79"/>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Deemed to be University under Section 3 of UGC Act, 1956</a:t>
            </a:r>
            <a:endParaRPr/>
          </a:p>
        </p:txBody>
      </p:sp>
      <p:sp>
        <p:nvSpPr>
          <p:cNvPr id="126" name="Google Shape;126;p79"/>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27"/>
        <p:cNvGrpSpPr/>
        <p:nvPr/>
      </p:nvGrpSpPr>
      <p:grpSpPr>
        <a:xfrm>
          <a:off x="0" y="0"/>
          <a:ext cx="0" cy="0"/>
          <a:chOff x="0" y="0"/>
          <a:chExt cx="0" cy="0"/>
        </a:xfrm>
      </p:grpSpPr>
      <p:grpSp>
        <p:nvGrpSpPr>
          <p:cNvPr id="128" name="Google Shape;128;p80"/>
          <p:cNvGrpSpPr/>
          <p:nvPr/>
        </p:nvGrpSpPr>
        <p:grpSpPr>
          <a:xfrm>
            <a:off x="0" y="1295400"/>
            <a:ext cx="7010400" cy="46038"/>
            <a:chOff x="1905000" y="6553200"/>
            <a:chExt cx="7010400" cy="45719"/>
          </a:xfrm>
        </p:grpSpPr>
        <p:sp>
          <p:nvSpPr>
            <p:cNvPr id="129" name="Google Shape;129;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0" name="Google Shape;130;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1" name="Google Shape;131;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32" name="Google Shape;132;p80"/>
          <p:cNvGrpSpPr/>
          <p:nvPr/>
        </p:nvGrpSpPr>
        <p:grpSpPr>
          <a:xfrm>
            <a:off x="2133600" y="6553200"/>
            <a:ext cx="7010400" cy="46038"/>
            <a:chOff x="1905000" y="6553200"/>
            <a:chExt cx="7010400" cy="45719"/>
          </a:xfrm>
        </p:grpSpPr>
        <p:sp>
          <p:nvSpPr>
            <p:cNvPr id="133" name="Google Shape;133;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4" name="Google Shape;134;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35" name="Google Shape;135;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36" name="Google Shape;136;p80"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37" name="Google Shape;137;p80"/>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138" name="Google Shape;138;p80"/>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9" name="Google Shape;139;p80"/>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p80"/>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1"/>
        <p:cNvGrpSpPr/>
        <p:nvPr/>
      </p:nvGrpSpPr>
      <p:grpSpPr>
        <a:xfrm>
          <a:off x="0" y="0"/>
          <a:ext cx="0" cy="0"/>
          <a:chOff x="0" y="0"/>
          <a:chExt cx="0" cy="0"/>
        </a:xfrm>
      </p:grpSpPr>
      <p:grpSp>
        <p:nvGrpSpPr>
          <p:cNvPr id="142" name="Google Shape;142;p81"/>
          <p:cNvGrpSpPr/>
          <p:nvPr/>
        </p:nvGrpSpPr>
        <p:grpSpPr>
          <a:xfrm>
            <a:off x="0" y="1295400"/>
            <a:ext cx="7010400" cy="46038"/>
            <a:chOff x="1905000" y="6553200"/>
            <a:chExt cx="7010400" cy="45719"/>
          </a:xfrm>
        </p:grpSpPr>
        <p:sp>
          <p:nvSpPr>
            <p:cNvPr id="143" name="Google Shape;143;p8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4" name="Google Shape;144;p8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5" name="Google Shape;145;p8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46" name="Google Shape;146;p81"/>
          <p:cNvGrpSpPr/>
          <p:nvPr/>
        </p:nvGrpSpPr>
        <p:grpSpPr>
          <a:xfrm>
            <a:off x="2133600" y="6553200"/>
            <a:ext cx="7010400" cy="46038"/>
            <a:chOff x="1905000" y="6553200"/>
            <a:chExt cx="7010400" cy="45719"/>
          </a:xfrm>
        </p:grpSpPr>
        <p:sp>
          <p:nvSpPr>
            <p:cNvPr id="147" name="Google Shape;147;p8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8" name="Google Shape;148;p8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49" name="Google Shape;149;p8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50" name="Google Shape;150;p81"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51" name="Google Shape;151;p81"/>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152" name="Google Shape;152;p81"/>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18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81"/>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154" name="Google Shape;154;p81"/>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5" name="Google Shape;155;p81"/>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56"/>
        <p:cNvGrpSpPr/>
        <p:nvPr/>
      </p:nvGrpSpPr>
      <p:grpSpPr>
        <a:xfrm>
          <a:off x="0" y="0"/>
          <a:ext cx="0" cy="0"/>
          <a:chOff x="0" y="0"/>
          <a:chExt cx="0" cy="0"/>
        </a:xfrm>
      </p:grpSpPr>
      <p:grpSp>
        <p:nvGrpSpPr>
          <p:cNvPr id="157" name="Google Shape;157;p82"/>
          <p:cNvGrpSpPr/>
          <p:nvPr/>
        </p:nvGrpSpPr>
        <p:grpSpPr>
          <a:xfrm>
            <a:off x="0" y="1295400"/>
            <a:ext cx="7010400" cy="46038"/>
            <a:chOff x="1905000" y="6553200"/>
            <a:chExt cx="7010400" cy="45719"/>
          </a:xfrm>
        </p:grpSpPr>
        <p:sp>
          <p:nvSpPr>
            <p:cNvPr id="158" name="Google Shape;158;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59" name="Google Shape;159;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60" name="Google Shape;160;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grpSp>
        <p:nvGrpSpPr>
          <p:cNvPr id="161" name="Google Shape;161;p82"/>
          <p:cNvGrpSpPr/>
          <p:nvPr/>
        </p:nvGrpSpPr>
        <p:grpSpPr>
          <a:xfrm>
            <a:off x="2133600" y="6553200"/>
            <a:ext cx="7010400" cy="46038"/>
            <a:chOff x="1905000" y="6553200"/>
            <a:chExt cx="7010400" cy="45719"/>
          </a:xfrm>
        </p:grpSpPr>
        <p:sp>
          <p:nvSpPr>
            <p:cNvPr id="162" name="Google Shape;162;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63" name="Google Shape;163;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64" name="Google Shape;164;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65" name="Google Shape;165;p82"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66" name="Google Shape;166;p82"/>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 Pilani Campus</a:t>
            </a:r>
            <a:endParaRPr/>
          </a:p>
        </p:txBody>
      </p:sp>
      <p:sp>
        <p:nvSpPr>
          <p:cNvPr id="167" name="Google Shape;167;p8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8" name="Google Shape;168;p8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69"/>
        <p:cNvGrpSpPr/>
        <p:nvPr/>
      </p:nvGrpSpPr>
      <p:grpSpPr>
        <a:xfrm>
          <a:off x="0" y="0"/>
          <a:ext cx="0" cy="0"/>
          <a:chOff x="0" y="0"/>
          <a:chExt cx="0" cy="0"/>
        </a:xfrm>
      </p:grpSpPr>
      <p:grpSp>
        <p:nvGrpSpPr>
          <p:cNvPr id="170" name="Google Shape;170;p83"/>
          <p:cNvGrpSpPr/>
          <p:nvPr/>
        </p:nvGrpSpPr>
        <p:grpSpPr>
          <a:xfrm rot="5400000">
            <a:off x="5006182" y="2567781"/>
            <a:ext cx="5181600" cy="46037"/>
            <a:chOff x="1905000" y="6553200"/>
            <a:chExt cx="7010400" cy="45719"/>
          </a:xfrm>
        </p:grpSpPr>
        <p:sp>
          <p:nvSpPr>
            <p:cNvPr id="171" name="Google Shape;171;p83"/>
            <p:cNvSpPr/>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72" name="Google Shape;172;p83"/>
            <p:cNvSpPr/>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73" name="Google Shape;173;p83"/>
            <p:cNvSpPr/>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grpSp>
      <p:pic>
        <p:nvPicPr>
          <p:cNvPr id="174" name="Google Shape;174;p83" descr="Picture 7.png"/>
          <p:cNvPicPr preferRelativeResize="0"/>
          <p:nvPr/>
        </p:nvPicPr>
        <p:blipFill rotWithShape="1">
          <a:blip r:embed="rId2">
            <a:alphaModFix/>
          </a:blip>
          <a:srcRect l="5336" t="1923"/>
          <a:stretch/>
        </p:blipFill>
        <p:spPr>
          <a:xfrm>
            <a:off x="-7938" y="381000"/>
            <a:ext cx="692151" cy="2193925"/>
          </a:xfrm>
          <a:prstGeom prst="rect">
            <a:avLst/>
          </a:prstGeom>
          <a:noFill/>
          <a:ln>
            <a:noFill/>
          </a:ln>
        </p:spPr>
      </p:pic>
      <p:sp>
        <p:nvSpPr>
          <p:cNvPr id="175" name="Google Shape;175;p83"/>
          <p:cNvSpPr txBox="1"/>
          <p:nvPr/>
        </p:nvSpPr>
        <p:spPr>
          <a:xfrm rot="5400000">
            <a:off x="-2794793" y="3809206"/>
            <a:ext cx="5867400" cy="23018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900" b="1">
                <a:solidFill>
                  <a:srgbClr val="101141"/>
                </a:solidFill>
                <a:latin typeface="Arial"/>
                <a:ea typeface="Arial"/>
                <a:cs typeface="Arial"/>
                <a:sym typeface="Arial"/>
              </a:rPr>
              <a:t>BITS </a:t>
            </a:r>
            <a:r>
              <a:rPr lang="en-US" sz="900">
                <a:solidFill>
                  <a:srgbClr val="101141"/>
                </a:solidFill>
                <a:latin typeface="Arial"/>
                <a:ea typeface="Arial"/>
                <a:cs typeface="Arial"/>
                <a:sym typeface="Arial"/>
              </a:rPr>
              <a:t>Pilani, Pilani Campus</a:t>
            </a:r>
            <a:endParaRPr/>
          </a:p>
        </p:txBody>
      </p:sp>
      <p:sp>
        <p:nvSpPr>
          <p:cNvPr id="176" name="Google Shape;176;p83"/>
          <p:cNvSpPr txBox="1">
            <a:spLocks noGrp="1"/>
          </p:cNvSpPr>
          <p:nvPr>
            <p:ph type="body" idx="1"/>
          </p:nvPr>
        </p:nvSpPr>
        <p:spPr>
          <a:xfrm rot="5400000">
            <a:off x="1303338" y="296862"/>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7" name="Google Shape;177;p83"/>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178"/>
        <p:cNvGrpSpPr/>
        <p:nvPr/>
      </p:nvGrpSpPr>
      <p:grpSpPr>
        <a:xfrm>
          <a:off x="0" y="0"/>
          <a:ext cx="0" cy="0"/>
          <a:chOff x="0" y="0"/>
          <a:chExt cx="0" cy="0"/>
        </a:xfrm>
      </p:grpSpPr>
      <p:sp>
        <p:nvSpPr>
          <p:cNvPr id="179" name="Google Shape;179;p84"/>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a:ea typeface="Arial"/>
              <a:cs typeface="Arial"/>
              <a:sym typeface="Arial"/>
            </a:endParaRPr>
          </a:p>
        </p:txBody>
      </p:sp>
      <p:sp>
        <p:nvSpPr>
          <p:cNvPr id="180" name="Google Shape;180;p84"/>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81" name="Google Shape;181;p84"/>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sp>
        <p:nvSpPr>
          <p:cNvPr id="182" name="Google Shape;182;p84"/>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Tahoma"/>
              <a:ea typeface="Tahoma"/>
              <a:cs typeface="Tahoma"/>
              <a:sym typeface="Tahoma"/>
            </a:endParaRPr>
          </a:p>
        </p:txBody>
      </p:sp>
      <p:pic>
        <p:nvPicPr>
          <p:cNvPr id="183" name="Google Shape;183;p84"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184" name="Google Shape;184;p84"/>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900" b="1">
                <a:solidFill>
                  <a:srgbClr val="FFFFFF"/>
                </a:solidFill>
                <a:latin typeface="Arial"/>
                <a:ea typeface="Arial"/>
                <a:cs typeface="Arial"/>
                <a:sym typeface="Arial"/>
              </a:rPr>
              <a:t>BITS</a:t>
            </a:r>
            <a:r>
              <a:rPr lang="en-US" sz="2900">
                <a:solidFill>
                  <a:srgbClr val="FFFFFF"/>
                </a:solidFill>
                <a:latin typeface="Arial"/>
                <a:ea typeface="Arial"/>
                <a:cs typeface="Arial"/>
                <a:sym typeface="Arial"/>
              </a:rPr>
              <a:t> Pilani</a:t>
            </a:r>
            <a:endParaRPr/>
          </a:p>
        </p:txBody>
      </p:sp>
      <p:sp>
        <p:nvSpPr>
          <p:cNvPr id="185" name="Google Shape;185;p84"/>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FFFFFF"/>
                </a:solidFill>
                <a:latin typeface="Arial"/>
                <a:ea typeface="Arial"/>
                <a:cs typeface="Arial"/>
                <a:sym typeface="Arial"/>
              </a:rPr>
              <a:t>Pilani Campus</a:t>
            </a:r>
            <a:endParaRPr/>
          </a:p>
        </p:txBody>
      </p:sp>
      <p:sp>
        <p:nvSpPr>
          <p:cNvPr id="186" name="Google Shape;186;p84"/>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7" name="Google Shape;187;p84"/>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88"/>
        <p:cNvGrpSpPr/>
        <p:nvPr/>
      </p:nvGrpSpPr>
      <p:grpSpPr>
        <a:xfrm>
          <a:off x="0" y="0"/>
          <a:ext cx="0" cy="0"/>
          <a:chOff x="0" y="0"/>
          <a:chExt cx="0" cy="0"/>
        </a:xfrm>
      </p:grpSpPr>
      <p:sp>
        <p:nvSpPr>
          <p:cNvPr id="189" name="Google Shape;189;p8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8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8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04"/>
        <p:cNvGrpSpPr/>
        <p:nvPr/>
      </p:nvGrpSpPr>
      <p:grpSpPr>
        <a:xfrm>
          <a:off x="0" y="0"/>
          <a:ext cx="0" cy="0"/>
          <a:chOff x="0" y="0"/>
          <a:chExt cx="0" cy="0"/>
        </a:xfrm>
      </p:grpSpPr>
      <p:sp>
        <p:nvSpPr>
          <p:cNvPr id="205" name="Google Shape;205;p6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grpSp>
        <p:nvGrpSpPr>
          <p:cNvPr id="206" name="Google Shape;206;p66"/>
          <p:cNvGrpSpPr/>
          <p:nvPr/>
        </p:nvGrpSpPr>
        <p:grpSpPr>
          <a:xfrm>
            <a:off x="2084388" y="6550025"/>
            <a:ext cx="7059612" cy="49213"/>
            <a:chOff x="2083888" y="6550671"/>
            <a:chExt cx="7060112" cy="48665"/>
          </a:xfrm>
        </p:grpSpPr>
        <p:sp>
          <p:nvSpPr>
            <p:cNvPr id="207" name="Google Shape;207;p66"/>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08" name="Google Shape;208;p66"/>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09" name="Google Shape;209;p66"/>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pic>
        <p:nvPicPr>
          <p:cNvPr id="210" name="Google Shape;210;p66"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211" name="Google Shape;211;p66"/>
          <p:cNvGrpSpPr/>
          <p:nvPr/>
        </p:nvGrpSpPr>
        <p:grpSpPr>
          <a:xfrm>
            <a:off x="2133600" y="6553200"/>
            <a:ext cx="7010400" cy="46038"/>
            <a:chOff x="1905000" y="6553200"/>
            <a:chExt cx="7010400" cy="45719"/>
          </a:xfrm>
        </p:grpSpPr>
        <p:sp>
          <p:nvSpPr>
            <p:cNvPr id="212" name="Google Shape;212;p6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3" name="Google Shape;213;p6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4" name="Google Shape;214;p6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grpSp>
        <p:nvGrpSpPr>
          <p:cNvPr id="215" name="Google Shape;215;p66"/>
          <p:cNvGrpSpPr/>
          <p:nvPr/>
        </p:nvGrpSpPr>
        <p:grpSpPr>
          <a:xfrm>
            <a:off x="0" y="1295400"/>
            <a:ext cx="7010400" cy="46038"/>
            <a:chOff x="1905000" y="6553200"/>
            <a:chExt cx="7010400" cy="45719"/>
          </a:xfrm>
        </p:grpSpPr>
        <p:sp>
          <p:nvSpPr>
            <p:cNvPr id="216" name="Google Shape;216;p6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7" name="Google Shape;217;p6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sp>
          <p:nvSpPr>
            <p:cNvPr id="218" name="Google Shape;218;p6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Tahoma"/>
                <a:ea typeface="Tahoma"/>
                <a:cs typeface="Tahoma"/>
                <a:sym typeface="Tahoma"/>
              </a:endParaRPr>
            </a:p>
          </p:txBody>
        </p:sp>
      </p:grpSp>
      <p:sp>
        <p:nvSpPr>
          <p:cNvPr id="219" name="Google Shape;219;p6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0" name="Google Shape;220;p6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4"/>
        <p:cNvGrpSpPr/>
        <p:nvPr/>
      </p:nvGrpSpPr>
      <p:grpSpPr>
        <a:xfrm>
          <a:off x="0" y="0"/>
          <a:ext cx="0" cy="0"/>
          <a:chOff x="0" y="0"/>
          <a:chExt cx="0" cy="0"/>
        </a:xfrm>
      </p:grpSpPr>
      <p:sp>
        <p:nvSpPr>
          <p:cNvPr id="235" name="Google Shape;235;p7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6" name="Google Shape;236;p7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37" name="Google Shape;237;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38" name="Google Shape;238;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39" name="Google Shape;239;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0"/>
        <p:cNvGrpSpPr/>
        <p:nvPr/>
      </p:nvGrpSpPr>
      <p:grpSpPr>
        <a:xfrm>
          <a:off x="0" y="0"/>
          <a:ext cx="0" cy="0"/>
          <a:chOff x="0" y="0"/>
          <a:chExt cx="0" cy="0"/>
        </a:xfrm>
      </p:grpSpPr>
      <p:sp>
        <p:nvSpPr>
          <p:cNvPr id="241" name="Google Shape;241;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2" name="Google Shape;242;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43" name="Google Shape;243;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44" name="Google Shape;244;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45"/>
        <p:cNvGrpSpPr/>
        <p:nvPr/>
      </p:nvGrpSpPr>
      <p:grpSpPr>
        <a:xfrm>
          <a:off x="0" y="0"/>
          <a:ext cx="0" cy="0"/>
          <a:chOff x="0" y="0"/>
          <a:chExt cx="0" cy="0"/>
        </a:xfrm>
      </p:grpSpPr>
      <p:sp>
        <p:nvSpPr>
          <p:cNvPr id="246" name="Google Shape;246;p86"/>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7" name="Google Shape;247;p8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86"/>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49" name="Google Shape;249;p86"/>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b="1">
                <a:solidFill>
                  <a:schemeClr val="dk1"/>
                </a:solidFill>
                <a:latin typeface="Tahoma"/>
                <a:ea typeface="Tahoma"/>
                <a:cs typeface="Tahoma"/>
                <a:sym typeface="Tahoma"/>
              </a:defRPr>
            </a:lvl1pPr>
            <a:lvl2pPr marL="0" marR="0" lvl="1" indent="0" algn="l" rtl="0">
              <a:spcBef>
                <a:spcPts val="0"/>
              </a:spcBef>
              <a:spcAft>
                <a:spcPts val="0"/>
              </a:spcAft>
              <a:buNone/>
              <a:defRPr sz="1600" b="1">
                <a:solidFill>
                  <a:schemeClr val="dk1"/>
                </a:solidFill>
                <a:latin typeface="Tahoma"/>
                <a:ea typeface="Tahoma"/>
                <a:cs typeface="Tahoma"/>
                <a:sym typeface="Tahoma"/>
              </a:defRPr>
            </a:lvl2pPr>
            <a:lvl3pPr marL="0" marR="0" lvl="2" indent="0" algn="l" rtl="0">
              <a:spcBef>
                <a:spcPts val="0"/>
              </a:spcBef>
              <a:spcAft>
                <a:spcPts val="0"/>
              </a:spcAft>
              <a:buNone/>
              <a:defRPr sz="1600" b="1">
                <a:solidFill>
                  <a:schemeClr val="dk1"/>
                </a:solidFill>
                <a:latin typeface="Tahoma"/>
                <a:ea typeface="Tahoma"/>
                <a:cs typeface="Tahoma"/>
                <a:sym typeface="Tahoma"/>
              </a:defRPr>
            </a:lvl3pPr>
            <a:lvl4pPr marL="0" marR="0" lvl="3" indent="0" algn="l" rtl="0">
              <a:spcBef>
                <a:spcPts val="0"/>
              </a:spcBef>
              <a:spcAft>
                <a:spcPts val="0"/>
              </a:spcAft>
              <a:buNone/>
              <a:defRPr sz="1600" b="1">
                <a:solidFill>
                  <a:schemeClr val="dk1"/>
                </a:solidFill>
                <a:latin typeface="Tahoma"/>
                <a:ea typeface="Tahoma"/>
                <a:cs typeface="Tahoma"/>
                <a:sym typeface="Tahoma"/>
              </a:defRPr>
            </a:lvl4pPr>
            <a:lvl5pPr marL="0" marR="0" lvl="4" indent="0" algn="l" rtl="0">
              <a:spcBef>
                <a:spcPts val="0"/>
              </a:spcBef>
              <a:spcAft>
                <a:spcPts val="0"/>
              </a:spcAft>
              <a:buNone/>
              <a:defRPr sz="1600" b="1">
                <a:solidFill>
                  <a:schemeClr val="dk1"/>
                </a:solidFill>
                <a:latin typeface="Tahoma"/>
                <a:ea typeface="Tahoma"/>
                <a:cs typeface="Tahoma"/>
                <a:sym typeface="Tahoma"/>
              </a:defRPr>
            </a:lvl5pPr>
            <a:lvl6pPr marL="0" marR="0" lvl="5" indent="0" algn="l" rtl="0">
              <a:spcBef>
                <a:spcPts val="0"/>
              </a:spcBef>
              <a:spcAft>
                <a:spcPts val="0"/>
              </a:spcAft>
              <a:buNone/>
              <a:defRPr sz="1600" b="1">
                <a:solidFill>
                  <a:schemeClr val="dk1"/>
                </a:solidFill>
                <a:latin typeface="Tahoma"/>
                <a:ea typeface="Tahoma"/>
                <a:cs typeface="Tahoma"/>
                <a:sym typeface="Tahoma"/>
              </a:defRPr>
            </a:lvl6pPr>
            <a:lvl7pPr marL="0" marR="0" lvl="6" indent="0" algn="l" rtl="0">
              <a:spcBef>
                <a:spcPts val="0"/>
              </a:spcBef>
              <a:spcAft>
                <a:spcPts val="0"/>
              </a:spcAft>
              <a:buNone/>
              <a:defRPr sz="1600" b="1">
                <a:solidFill>
                  <a:schemeClr val="dk1"/>
                </a:solidFill>
                <a:latin typeface="Tahoma"/>
                <a:ea typeface="Tahoma"/>
                <a:cs typeface="Tahoma"/>
                <a:sym typeface="Tahoma"/>
              </a:defRPr>
            </a:lvl7pPr>
            <a:lvl8pPr marL="0" marR="0" lvl="7" indent="0" algn="l" rtl="0">
              <a:spcBef>
                <a:spcPts val="0"/>
              </a:spcBef>
              <a:spcAft>
                <a:spcPts val="0"/>
              </a:spcAft>
              <a:buNone/>
              <a:defRPr sz="1600" b="1">
                <a:solidFill>
                  <a:schemeClr val="dk1"/>
                </a:solidFill>
                <a:latin typeface="Tahoma"/>
                <a:ea typeface="Tahoma"/>
                <a:cs typeface="Tahoma"/>
                <a:sym typeface="Tahoma"/>
              </a:defRPr>
            </a:lvl8pPr>
            <a:lvl9pPr marL="0" marR="0" lvl="8" indent="0" algn="l" rtl="0">
              <a:spcBef>
                <a:spcPts val="0"/>
              </a:spcBef>
              <a:spcAft>
                <a:spcPts val="0"/>
              </a:spcAft>
              <a:buNone/>
              <a:defRPr sz="1600" b="1">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50"/>
        <p:cNvGrpSpPr/>
        <p:nvPr/>
      </p:nvGrpSpPr>
      <p:grpSpPr>
        <a:xfrm>
          <a:off x="0" y="0"/>
          <a:ext cx="0" cy="0"/>
          <a:chOff x="0" y="0"/>
          <a:chExt cx="0" cy="0"/>
        </a:xfrm>
      </p:grpSpPr>
      <p:sp>
        <p:nvSpPr>
          <p:cNvPr id="251" name="Google Shape;251;p87"/>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2" name="Google Shape;252;p8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3" name="Google Shape;253;p87"/>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54" name="Google Shape;254;p87"/>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b="1">
                <a:solidFill>
                  <a:schemeClr val="dk1"/>
                </a:solidFill>
                <a:latin typeface="Tahoma"/>
                <a:ea typeface="Tahoma"/>
                <a:cs typeface="Tahoma"/>
                <a:sym typeface="Tahoma"/>
              </a:defRPr>
            </a:lvl1pPr>
            <a:lvl2pPr marL="0" marR="0" lvl="1" indent="0" algn="l" rtl="0">
              <a:spcBef>
                <a:spcPts val="0"/>
              </a:spcBef>
              <a:spcAft>
                <a:spcPts val="0"/>
              </a:spcAft>
              <a:buNone/>
              <a:defRPr sz="1600" b="1">
                <a:solidFill>
                  <a:schemeClr val="dk1"/>
                </a:solidFill>
                <a:latin typeface="Tahoma"/>
                <a:ea typeface="Tahoma"/>
                <a:cs typeface="Tahoma"/>
                <a:sym typeface="Tahoma"/>
              </a:defRPr>
            </a:lvl2pPr>
            <a:lvl3pPr marL="0" marR="0" lvl="2" indent="0" algn="l" rtl="0">
              <a:spcBef>
                <a:spcPts val="0"/>
              </a:spcBef>
              <a:spcAft>
                <a:spcPts val="0"/>
              </a:spcAft>
              <a:buNone/>
              <a:defRPr sz="1600" b="1">
                <a:solidFill>
                  <a:schemeClr val="dk1"/>
                </a:solidFill>
                <a:latin typeface="Tahoma"/>
                <a:ea typeface="Tahoma"/>
                <a:cs typeface="Tahoma"/>
                <a:sym typeface="Tahoma"/>
              </a:defRPr>
            </a:lvl3pPr>
            <a:lvl4pPr marL="0" marR="0" lvl="3" indent="0" algn="l" rtl="0">
              <a:spcBef>
                <a:spcPts val="0"/>
              </a:spcBef>
              <a:spcAft>
                <a:spcPts val="0"/>
              </a:spcAft>
              <a:buNone/>
              <a:defRPr sz="1600" b="1">
                <a:solidFill>
                  <a:schemeClr val="dk1"/>
                </a:solidFill>
                <a:latin typeface="Tahoma"/>
                <a:ea typeface="Tahoma"/>
                <a:cs typeface="Tahoma"/>
                <a:sym typeface="Tahoma"/>
              </a:defRPr>
            </a:lvl4pPr>
            <a:lvl5pPr marL="0" marR="0" lvl="4" indent="0" algn="l" rtl="0">
              <a:spcBef>
                <a:spcPts val="0"/>
              </a:spcBef>
              <a:spcAft>
                <a:spcPts val="0"/>
              </a:spcAft>
              <a:buNone/>
              <a:defRPr sz="1600" b="1">
                <a:solidFill>
                  <a:schemeClr val="dk1"/>
                </a:solidFill>
                <a:latin typeface="Tahoma"/>
                <a:ea typeface="Tahoma"/>
                <a:cs typeface="Tahoma"/>
                <a:sym typeface="Tahoma"/>
              </a:defRPr>
            </a:lvl5pPr>
            <a:lvl6pPr marL="0" marR="0" lvl="5" indent="0" algn="l" rtl="0">
              <a:spcBef>
                <a:spcPts val="0"/>
              </a:spcBef>
              <a:spcAft>
                <a:spcPts val="0"/>
              </a:spcAft>
              <a:buNone/>
              <a:defRPr sz="1600" b="1">
                <a:solidFill>
                  <a:schemeClr val="dk1"/>
                </a:solidFill>
                <a:latin typeface="Tahoma"/>
                <a:ea typeface="Tahoma"/>
                <a:cs typeface="Tahoma"/>
                <a:sym typeface="Tahoma"/>
              </a:defRPr>
            </a:lvl6pPr>
            <a:lvl7pPr marL="0" marR="0" lvl="6" indent="0" algn="l" rtl="0">
              <a:spcBef>
                <a:spcPts val="0"/>
              </a:spcBef>
              <a:spcAft>
                <a:spcPts val="0"/>
              </a:spcAft>
              <a:buNone/>
              <a:defRPr sz="1600" b="1">
                <a:solidFill>
                  <a:schemeClr val="dk1"/>
                </a:solidFill>
                <a:latin typeface="Tahoma"/>
                <a:ea typeface="Tahoma"/>
                <a:cs typeface="Tahoma"/>
                <a:sym typeface="Tahoma"/>
              </a:defRPr>
            </a:lvl7pPr>
            <a:lvl8pPr marL="0" marR="0" lvl="7" indent="0" algn="l" rtl="0">
              <a:spcBef>
                <a:spcPts val="0"/>
              </a:spcBef>
              <a:spcAft>
                <a:spcPts val="0"/>
              </a:spcAft>
              <a:buNone/>
              <a:defRPr sz="1600" b="1">
                <a:solidFill>
                  <a:schemeClr val="dk1"/>
                </a:solidFill>
                <a:latin typeface="Tahoma"/>
                <a:ea typeface="Tahoma"/>
                <a:cs typeface="Tahoma"/>
                <a:sym typeface="Tahoma"/>
              </a:defRPr>
            </a:lvl8pPr>
            <a:lvl9pPr marL="0" marR="0" lvl="8" indent="0" algn="l" rtl="0">
              <a:spcBef>
                <a:spcPts val="0"/>
              </a:spcBef>
              <a:spcAft>
                <a:spcPts val="0"/>
              </a:spcAft>
              <a:buNone/>
              <a:defRPr sz="1600" b="1">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5"/>
        <p:cNvGrpSpPr/>
        <p:nvPr/>
      </p:nvGrpSpPr>
      <p:grpSpPr>
        <a:xfrm>
          <a:off x="0" y="0"/>
          <a:ext cx="0" cy="0"/>
          <a:chOff x="0" y="0"/>
          <a:chExt cx="0" cy="0"/>
        </a:xfrm>
      </p:grpSpPr>
      <p:sp>
        <p:nvSpPr>
          <p:cNvPr id="256" name="Google Shape;256;p8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7" name="Google Shape;257;p8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58" name="Google Shape;258;p8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59" name="Google Shape;259;p8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60" name="Google Shape;260;p8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1"/>
        <p:cNvGrpSpPr/>
        <p:nvPr/>
      </p:nvGrpSpPr>
      <p:grpSpPr>
        <a:xfrm>
          <a:off x="0" y="0"/>
          <a:ext cx="0" cy="0"/>
          <a:chOff x="0" y="0"/>
          <a:chExt cx="0" cy="0"/>
        </a:xfrm>
      </p:grpSpPr>
      <p:sp>
        <p:nvSpPr>
          <p:cNvPr id="262" name="Google Shape;262;p8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3" name="Google Shape;263;p8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64" name="Google Shape;264;p8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65" name="Google Shape;265;p8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66" name="Google Shape;266;p8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67" name="Google Shape;267;p8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68"/>
        <p:cNvGrpSpPr/>
        <p:nvPr/>
      </p:nvGrpSpPr>
      <p:grpSpPr>
        <a:xfrm>
          <a:off x="0" y="0"/>
          <a:ext cx="0" cy="0"/>
          <a:chOff x="0" y="0"/>
          <a:chExt cx="0" cy="0"/>
        </a:xfrm>
      </p:grpSpPr>
      <p:sp>
        <p:nvSpPr>
          <p:cNvPr id="269" name="Google Shape;269;p9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0" name="Google Shape;270;p9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71" name="Google Shape;271;p9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72" name="Google Shape;272;p9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73" name="Google Shape;273;p9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74" name="Google Shape;274;p9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75" name="Google Shape;275;p9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76" name="Google Shape;276;p9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7"/>
        <p:cNvGrpSpPr/>
        <p:nvPr/>
      </p:nvGrpSpPr>
      <p:grpSpPr>
        <a:xfrm>
          <a:off x="0" y="0"/>
          <a:ext cx="0" cy="0"/>
          <a:chOff x="0" y="0"/>
          <a:chExt cx="0" cy="0"/>
        </a:xfrm>
      </p:grpSpPr>
      <p:sp>
        <p:nvSpPr>
          <p:cNvPr id="278" name="Google Shape;278;p9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79" name="Google Shape;279;p9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80" name="Google Shape;280;p9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81"/>
        <p:cNvGrpSpPr/>
        <p:nvPr/>
      </p:nvGrpSpPr>
      <p:grpSpPr>
        <a:xfrm>
          <a:off x="0" y="0"/>
          <a:ext cx="0" cy="0"/>
          <a:chOff x="0" y="0"/>
          <a:chExt cx="0" cy="0"/>
        </a:xfrm>
      </p:grpSpPr>
      <p:sp>
        <p:nvSpPr>
          <p:cNvPr id="282" name="Google Shape;282;p9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3" name="Google Shape;283;p9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84" name="Google Shape;284;p9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85" name="Google Shape;285;p9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86" name="Google Shape;286;p9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87" name="Google Shape;287;p9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8"/>
        <p:cNvGrpSpPr/>
        <p:nvPr/>
      </p:nvGrpSpPr>
      <p:grpSpPr>
        <a:xfrm>
          <a:off x="0" y="0"/>
          <a:ext cx="0" cy="0"/>
          <a:chOff x="0" y="0"/>
          <a:chExt cx="0" cy="0"/>
        </a:xfrm>
      </p:grpSpPr>
      <p:sp>
        <p:nvSpPr>
          <p:cNvPr id="289" name="Google Shape;289;p9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0" name="Google Shape;290;p93"/>
          <p:cNvSpPr>
            <a:spLocks noGrp="1"/>
          </p:cNvSpPr>
          <p:nvPr>
            <p:ph type="pic" idx="2"/>
          </p:nvPr>
        </p:nvSpPr>
        <p:spPr>
          <a:xfrm>
            <a:off x="1792288" y="612775"/>
            <a:ext cx="5486400" cy="4114800"/>
          </a:xfrm>
          <a:prstGeom prst="rect">
            <a:avLst/>
          </a:prstGeom>
          <a:noFill/>
          <a:ln>
            <a:noFill/>
          </a:ln>
        </p:spPr>
      </p:sp>
      <p:sp>
        <p:nvSpPr>
          <p:cNvPr id="291" name="Google Shape;291;p9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92" name="Google Shape;292;p9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93" name="Google Shape;293;p9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94" name="Google Shape;294;p9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95"/>
        <p:cNvGrpSpPr/>
        <p:nvPr/>
      </p:nvGrpSpPr>
      <p:grpSpPr>
        <a:xfrm>
          <a:off x="0" y="0"/>
          <a:ext cx="0" cy="0"/>
          <a:chOff x="0" y="0"/>
          <a:chExt cx="0" cy="0"/>
        </a:xfrm>
      </p:grpSpPr>
      <p:sp>
        <p:nvSpPr>
          <p:cNvPr id="296" name="Google Shape;296;p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7" name="Google Shape;297;p9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8" name="Google Shape;298;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299" name="Google Shape;299;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300" name="Google Shape;300;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1"/>
        <p:cNvGrpSpPr/>
        <p:nvPr/>
      </p:nvGrpSpPr>
      <p:grpSpPr>
        <a:xfrm>
          <a:off x="0" y="0"/>
          <a:ext cx="0" cy="0"/>
          <a:chOff x="0" y="0"/>
          <a:chExt cx="0" cy="0"/>
        </a:xfrm>
      </p:grpSpPr>
      <p:sp>
        <p:nvSpPr>
          <p:cNvPr id="302" name="Google Shape;302;p9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3" name="Google Shape;303;p9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4" name="Google Shape;304;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305" name="Google Shape;305;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endParaRPr/>
          </a:p>
        </p:txBody>
      </p:sp>
      <p:sp>
        <p:nvSpPr>
          <p:cNvPr id="306" name="Google Shape;306;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036314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13"/>
        <p:cNvGrpSpPr/>
        <p:nvPr/>
      </p:nvGrpSpPr>
      <p:grpSpPr>
        <a:xfrm>
          <a:off x="0" y="0"/>
          <a:ext cx="0" cy="0"/>
          <a:chOff x="0" y="0"/>
          <a:chExt cx="0" cy="0"/>
        </a:xfrm>
      </p:grpSpPr>
      <p:sp>
        <p:nvSpPr>
          <p:cNvPr id="314" name="Google Shape;314;p6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sz="1400" b="0" i="0" u="none" strike="noStrike" cap="none">
              <a:solidFill>
                <a:srgbClr val="000000"/>
              </a:solidFill>
              <a:latin typeface="Arial"/>
              <a:ea typeface="Arial"/>
              <a:cs typeface="Arial"/>
              <a:sym typeface="Arial"/>
            </a:endParaRPr>
          </a:p>
        </p:txBody>
      </p:sp>
      <p:grpSp>
        <p:nvGrpSpPr>
          <p:cNvPr id="315" name="Google Shape;315;p68"/>
          <p:cNvGrpSpPr/>
          <p:nvPr/>
        </p:nvGrpSpPr>
        <p:grpSpPr>
          <a:xfrm>
            <a:off x="2084388" y="6550025"/>
            <a:ext cx="7059612" cy="49213"/>
            <a:chOff x="2083888" y="6550671"/>
            <a:chExt cx="7060112" cy="48665"/>
          </a:xfrm>
        </p:grpSpPr>
        <p:sp>
          <p:nvSpPr>
            <p:cNvPr id="316" name="Google Shape;316;p6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7" name="Google Shape;317;p6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p6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pic>
        <p:nvPicPr>
          <p:cNvPr id="319" name="Google Shape;319;p6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320" name="Google Shape;320;p68"/>
          <p:cNvGrpSpPr/>
          <p:nvPr/>
        </p:nvGrpSpPr>
        <p:grpSpPr>
          <a:xfrm>
            <a:off x="2133600" y="6553200"/>
            <a:ext cx="7010400" cy="46038"/>
            <a:chOff x="1905000" y="6553200"/>
            <a:chExt cx="7010400" cy="45719"/>
          </a:xfrm>
        </p:grpSpPr>
        <p:sp>
          <p:nvSpPr>
            <p:cNvPr id="321" name="Google Shape;321;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324" name="Google Shape;324;p68"/>
          <p:cNvGrpSpPr/>
          <p:nvPr/>
        </p:nvGrpSpPr>
        <p:grpSpPr>
          <a:xfrm>
            <a:off x="0" y="1295400"/>
            <a:ext cx="7010400" cy="46038"/>
            <a:chOff x="1905000" y="6553200"/>
            <a:chExt cx="7010400" cy="45719"/>
          </a:xfrm>
        </p:grpSpPr>
        <p:sp>
          <p:nvSpPr>
            <p:cNvPr id="325" name="Google Shape;325;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328" name="Google Shape;328;p6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9" name="Google Shape;329;p6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330"/>
        <p:cNvGrpSpPr/>
        <p:nvPr/>
      </p:nvGrpSpPr>
      <p:grpSpPr>
        <a:xfrm>
          <a:off x="0" y="0"/>
          <a:ext cx="0" cy="0"/>
          <a:chOff x="0" y="0"/>
          <a:chExt cx="0" cy="0"/>
        </a:xfrm>
      </p:grpSpPr>
      <p:sp>
        <p:nvSpPr>
          <p:cNvPr id="331" name="Google Shape;331;p107"/>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32" name="Google Shape;332;p107"/>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p107"/>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p107"/>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5" name="Google Shape;335;p107"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336" name="Google Shape;336;p107"/>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337" name="Google Shape;337;p107"/>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Pilani Campus</a:t>
            </a:r>
            <a:endParaRPr sz="1400" b="0" i="0" u="none" strike="noStrike" cap="none">
              <a:solidFill>
                <a:srgbClr val="000000"/>
              </a:solidFill>
              <a:latin typeface="Arial"/>
              <a:ea typeface="Arial"/>
              <a:cs typeface="Arial"/>
              <a:sym typeface="Arial"/>
            </a:endParaRPr>
          </a:p>
        </p:txBody>
      </p:sp>
      <p:sp>
        <p:nvSpPr>
          <p:cNvPr id="338" name="Google Shape;338;p107"/>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9" name="Google Shape;339;p107"/>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Clr>
                <a:schemeClr val="lt1"/>
              </a:buClr>
              <a:buSzPts val="4400"/>
              <a:buFont typeface="Calibri"/>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0"/>
        <p:cNvGrpSpPr/>
        <p:nvPr/>
      </p:nvGrpSpPr>
      <p:grpSpPr>
        <a:xfrm>
          <a:off x="0" y="0"/>
          <a:ext cx="0" cy="0"/>
          <a:chOff x="0" y="0"/>
          <a:chExt cx="0" cy="0"/>
        </a:xfrm>
      </p:grpSpPr>
      <p:sp>
        <p:nvSpPr>
          <p:cNvPr id="341" name="Google Shape;341;p10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2" name="Google Shape;342;p10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43" name="Google Shape;343;p10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44" name="Google Shape;344;p10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45" name="Google Shape;345;p10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6"/>
        <p:cNvGrpSpPr/>
        <p:nvPr/>
      </p:nvGrpSpPr>
      <p:grpSpPr>
        <a:xfrm>
          <a:off x="0" y="0"/>
          <a:ext cx="0" cy="0"/>
          <a:chOff x="0" y="0"/>
          <a:chExt cx="0" cy="0"/>
        </a:xfrm>
      </p:grpSpPr>
      <p:sp>
        <p:nvSpPr>
          <p:cNvPr id="347" name="Google Shape;347;p10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8" name="Google Shape;348;p10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49" name="Google Shape;349;p10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0" name="Google Shape;350;p10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1" name="Google Shape;351;p10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2"/>
        <p:cNvGrpSpPr/>
        <p:nvPr/>
      </p:nvGrpSpPr>
      <p:grpSpPr>
        <a:xfrm>
          <a:off x="0" y="0"/>
          <a:ext cx="0" cy="0"/>
          <a:chOff x="0" y="0"/>
          <a:chExt cx="0" cy="0"/>
        </a:xfrm>
      </p:grpSpPr>
      <p:sp>
        <p:nvSpPr>
          <p:cNvPr id="353" name="Google Shape;353;p11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4" name="Google Shape;354;p11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55" name="Google Shape;355;p1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6" name="Google Shape;356;p1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57" name="Google Shape;357;p1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8"/>
        <p:cNvGrpSpPr/>
        <p:nvPr/>
      </p:nvGrpSpPr>
      <p:grpSpPr>
        <a:xfrm>
          <a:off x="0" y="0"/>
          <a:ext cx="0" cy="0"/>
          <a:chOff x="0" y="0"/>
          <a:chExt cx="0" cy="0"/>
        </a:xfrm>
      </p:grpSpPr>
      <p:sp>
        <p:nvSpPr>
          <p:cNvPr id="359" name="Google Shape;359;p1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0" name="Google Shape;360;p1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1" name="Google Shape;361;p1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2" name="Google Shape;362;p1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63" name="Google Shape;363;p1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64" name="Google Shape;364;p1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5"/>
        <p:cNvGrpSpPr/>
        <p:nvPr/>
      </p:nvGrpSpPr>
      <p:grpSpPr>
        <a:xfrm>
          <a:off x="0" y="0"/>
          <a:ext cx="0" cy="0"/>
          <a:chOff x="0" y="0"/>
          <a:chExt cx="0" cy="0"/>
        </a:xfrm>
      </p:grpSpPr>
      <p:sp>
        <p:nvSpPr>
          <p:cNvPr id="366" name="Google Shape;366;p1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7" name="Google Shape;367;p1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68" name="Google Shape;368;p1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369" name="Google Shape;369;p1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70" name="Google Shape;370;p1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371" name="Google Shape;371;p1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2" name="Google Shape;372;p1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3" name="Google Shape;373;p1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4"/>
        <p:cNvGrpSpPr/>
        <p:nvPr/>
      </p:nvGrpSpPr>
      <p:grpSpPr>
        <a:xfrm>
          <a:off x="0" y="0"/>
          <a:ext cx="0" cy="0"/>
          <a:chOff x="0" y="0"/>
          <a:chExt cx="0" cy="0"/>
        </a:xfrm>
      </p:grpSpPr>
      <p:sp>
        <p:nvSpPr>
          <p:cNvPr id="375" name="Google Shape;375;p1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6" name="Google Shape;376;p1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7" name="Google Shape;377;p1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78" name="Google Shape;378;p1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9"/>
        <p:cNvGrpSpPr/>
        <p:nvPr/>
      </p:nvGrpSpPr>
      <p:grpSpPr>
        <a:xfrm>
          <a:off x="0" y="0"/>
          <a:ext cx="0" cy="0"/>
          <a:chOff x="0" y="0"/>
          <a:chExt cx="0" cy="0"/>
        </a:xfrm>
      </p:grpSpPr>
      <p:sp>
        <p:nvSpPr>
          <p:cNvPr id="380" name="Google Shape;380;p1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1" name="Google Shape;381;p1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2" name="Google Shape;382;p1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3"/>
        <p:cNvGrpSpPr/>
        <p:nvPr/>
      </p:nvGrpSpPr>
      <p:grpSpPr>
        <a:xfrm>
          <a:off x="0" y="0"/>
          <a:ext cx="0" cy="0"/>
          <a:chOff x="0" y="0"/>
          <a:chExt cx="0" cy="0"/>
        </a:xfrm>
      </p:grpSpPr>
      <p:sp>
        <p:nvSpPr>
          <p:cNvPr id="384" name="Google Shape;384;p11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5" name="Google Shape;385;p11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386" name="Google Shape;386;p11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87" name="Google Shape;387;p1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8" name="Google Shape;388;p1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89" name="Google Shape;389;p1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0"/>
        <p:cNvGrpSpPr/>
        <p:nvPr/>
      </p:nvGrpSpPr>
      <p:grpSpPr>
        <a:xfrm>
          <a:off x="0" y="0"/>
          <a:ext cx="0" cy="0"/>
          <a:chOff x="0" y="0"/>
          <a:chExt cx="0" cy="0"/>
        </a:xfrm>
      </p:grpSpPr>
      <p:sp>
        <p:nvSpPr>
          <p:cNvPr id="391" name="Google Shape;391;p11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2" name="Google Shape;392;p116"/>
          <p:cNvSpPr>
            <a:spLocks noGrp="1"/>
          </p:cNvSpPr>
          <p:nvPr>
            <p:ph type="pic" idx="2"/>
          </p:nvPr>
        </p:nvSpPr>
        <p:spPr>
          <a:xfrm>
            <a:off x="1792288" y="612775"/>
            <a:ext cx="5486400" cy="4114800"/>
          </a:xfrm>
          <a:prstGeom prst="rect">
            <a:avLst/>
          </a:prstGeom>
          <a:noFill/>
          <a:ln>
            <a:noFill/>
          </a:ln>
        </p:spPr>
      </p:sp>
      <p:sp>
        <p:nvSpPr>
          <p:cNvPr id="393" name="Google Shape;393;p11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94" name="Google Shape;394;p1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95" name="Google Shape;395;p1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396" name="Google Shape;396;p1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97"/>
        <p:cNvGrpSpPr/>
        <p:nvPr/>
      </p:nvGrpSpPr>
      <p:grpSpPr>
        <a:xfrm>
          <a:off x="0" y="0"/>
          <a:ext cx="0" cy="0"/>
          <a:chOff x="0" y="0"/>
          <a:chExt cx="0" cy="0"/>
        </a:xfrm>
      </p:grpSpPr>
      <p:sp>
        <p:nvSpPr>
          <p:cNvPr id="398" name="Google Shape;398;p1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9" name="Google Shape;399;p11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00" name="Google Shape;400;p1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1" name="Google Shape;401;p1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2" name="Google Shape;402;p1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03"/>
        <p:cNvGrpSpPr/>
        <p:nvPr/>
      </p:nvGrpSpPr>
      <p:grpSpPr>
        <a:xfrm>
          <a:off x="0" y="0"/>
          <a:ext cx="0" cy="0"/>
          <a:chOff x="0" y="0"/>
          <a:chExt cx="0" cy="0"/>
        </a:xfrm>
      </p:grpSpPr>
      <p:sp>
        <p:nvSpPr>
          <p:cNvPr id="404" name="Google Shape;404;p11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5" name="Google Shape;405;p11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06" name="Google Shape;406;p1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7" name="Google Shape;407;p1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08" name="Google Shape;408;p1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673561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8634265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3500760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7563527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1391467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76095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2" name="bg object 22"/>
          <p:cNvPicPr/>
          <p:nvPr/>
        </p:nvPicPr>
        <p:blipFill>
          <a:blip r:embed="rId2"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ctrTitle"/>
          </p:nvPr>
        </p:nvSpPr>
        <p:spPr>
          <a:xfrm>
            <a:off x="383540" y="275590"/>
            <a:ext cx="3446145" cy="391159"/>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8924334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50124280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7" name="Holder 7"/>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79767651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29400" y="0"/>
            <a:ext cx="2194559" cy="691896"/>
          </a:xfrm>
          <a:prstGeom prst="rect">
            <a:avLst/>
          </a:prstGeom>
        </p:spPr>
      </p:pic>
      <p:sp>
        <p:nvSpPr>
          <p:cNvPr id="17" name="bg object 1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bg object 2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5" name="Holder 5"/>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309322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4" name="Holder 4"/>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047417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13"/>
        <p:cNvGrpSpPr/>
        <p:nvPr/>
      </p:nvGrpSpPr>
      <p:grpSpPr>
        <a:xfrm>
          <a:off x="0" y="0"/>
          <a:ext cx="0" cy="0"/>
          <a:chOff x="0" y="0"/>
          <a:chExt cx="0" cy="0"/>
        </a:xfrm>
      </p:grpSpPr>
      <p:sp>
        <p:nvSpPr>
          <p:cNvPr id="314" name="Google Shape;314;p6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315" name="Google Shape;315;p68"/>
          <p:cNvGrpSpPr/>
          <p:nvPr/>
        </p:nvGrpSpPr>
        <p:grpSpPr>
          <a:xfrm>
            <a:off x="2084388" y="6550025"/>
            <a:ext cx="7059612" cy="49213"/>
            <a:chOff x="2083888" y="6550671"/>
            <a:chExt cx="7060112" cy="48665"/>
          </a:xfrm>
        </p:grpSpPr>
        <p:sp>
          <p:nvSpPr>
            <p:cNvPr id="316" name="Google Shape;316;p6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7" name="Google Shape;317;p6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8" name="Google Shape;318;p6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319" name="Google Shape;319;p6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320" name="Google Shape;320;p68"/>
          <p:cNvGrpSpPr/>
          <p:nvPr/>
        </p:nvGrpSpPr>
        <p:grpSpPr>
          <a:xfrm>
            <a:off x="2133600" y="6553200"/>
            <a:ext cx="7010400" cy="46038"/>
            <a:chOff x="1905000" y="6553200"/>
            <a:chExt cx="7010400" cy="45719"/>
          </a:xfrm>
        </p:grpSpPr>
        <p:sp>
          <p:nvSpPr>
            <p:cNvPr id="321" name="Google Shape;321;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2" name="Google Shape;322;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3" name="Google Shape;323;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324" name="Google Shape;324;p68"/>
          <p:cNvGrpSpPr/>
          <p:nvPr/>
        </p:nvGrpSpPr>
        <p:grpSpPr>
          <a:xfrm>
            <a:off x="0" y="1295400"/>
            <a:ext cx="7010400" cy="46038"/>
            <a:chOff x="1905000" y="6553200"/>
            <a:chExt cx="7010400" cy="45719"/>
          </a:xfrm>
        </p:grpSpPr>
        <p:sp>
          <p:nvSpPr>
            <p:cNvPr id="325" name="Google Shape;325;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6" name="Google Shape;326;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7" name="Google Shape;327;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328" name="Google Shape;328;p6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9" name="Google Shape;329;p6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836407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BITS </a:t>
            </a:r>
            <a:r>
              <a:rPr kumimoji="0" lang="en-US" altLang="en-US" sz="1100" b="0"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76067778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4"/>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Rectangle 5"/>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2"/>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userDrawn="1"/>
        </p:nvSpPr>
        <p:spPr>
          <a:xfrm>
            <a:off x="-76200" y="52578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p:cNvSpPr txBox="1">
            <a:spLocks noChangeArrowheads="1"/>
          </p:cNvSpPr>
          <p:nvPr userDrawn="1"/>
        </p:nvSpPr>
        <p:spPr bwMode="auto">
          <a:xfrm>
            <a:off x="152400" y="5667376"/>
            <a:ext cx="19050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Pilani</a:t>
            </a:r>
            <a:r>
              <a:rPr kumimoji="0" lang="en-US" altLang="en-US" sz="9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1742389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2"/>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76200" y="52578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11" name="TextBox 10"/>
          <p:cNvSpPr txBox="1">
            <a:spLocks noChangeArrowheads="1"/>
          </p:cNvSpPr>
          <p:nvPr userDrawn="1"/>
        </p:nvSpPr>
        <p:spPr bwMode="auto">
          <a:xfrm>
            <a:off x="152400" y="5667376"/>
            <a:ext cx="19050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161816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grpSp>
        <p:nvGrpSpPr>
          <p:cNvPr id="5" name="Group 11"/>
          <p:cNvGrpSpPr>
            <a:grpSpLocks/>
          </p:cNvGrpSpPr>
          <p:nvPr userDrawn="1"/>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Cambria" panose="02040503050406030204" pitchFamily="18" charset="0"/>
                <a:ea typeface="Cambria" panose="02040503050406030204" pitchFamily="18" charset="0"/>
                <a:cs typeface="Times New Roman" panose="02020603050405020304" pitchFamily="18"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5124538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6"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9"/>
          <p:cNvGrpSpPr>
            <a:grpSpLocks/>
          </p:cNvGrpSpPr>
          <p:nvPr userDrawn="1"/>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172047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7" name="Group 10"/>
          <p:cNvGrpSpPr>
            <a:grpSpLocks/>
          </p:cNvGrpSpPr>
          <p:nvPr userDrawn="1"/>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userDrawn="1"/>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720713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3" name="Group 5"/>
          <p:cNvGrpSpPr>
            <a:grpSpLocks/>
          </p:cNvGrpSpPr>
          <p:nvPr userDrawn="1"/>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solidFill>
                  <a:srgbClr val="C00000"/>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5870377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5" name="Group 8"/>
          <p:cNvGrpSpPr>
            <a:grpSpLocks/>
          </p:cNvGrpSpPr>
          <p:nvPr userDrawn="1"/>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249732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p:cNvGrpSpPr>
            <a:grpSpLocks/>
          </p:cNvGrpSpPr>
          <p:nvPr userDrawn="1"/>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372667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4" name="Group 19"/>
          <p:cNvGrpSpPr>
            <a:grpSpLocks/>
          </p:cNvGrpSpPr>
          <p:nvPr userDrawn="1"/>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849091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4" name="Group 7"/>
          <p:cNvGrpSpPr>
            <a:grpSpLocks/>
          </p:cNvGrpSpPr>
          <p:nvPr userDrawn="1"/>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7" y="381002"/>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userDrawn="1"/>
        </p:nvSpPr>
        <p:spPr bwMode="auto">
          <a:xfrm rot="5400000">
            <a:off x="-2794793" y="3826196"/>
            <a:ext cx="5867400"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67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67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388650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5" name="Rectangle 5"/>
          <p:cNvSpPr>
            <a:spLocks noGrp="1" noChangeArrowheads="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6" name="Rectangle 6"/>
          <p:cNvSpPr>
            <a:spLocks noGrp="1" noChangeArrowheads="1"/>
          </p:cNvSpPr>
          <p:nvPr>
            <p:ph type="sldNum" sz="quarter" idx="12"/>
          </p:nvPr>
        </p:nvSpPr>
        <p:spPr/>
        <p:txBody>
          <a:bodyPr/>
          <a:lstStyle>
            <a:lvl1pPr>
              <a:defRPr/>
            </a:lvl1pPr>
          </a:lstStyle>
          <a:p>
            <a:pPr defTabSz="685800">
              <a:buClrTx/>
              <a:defRPr/>
            </a:pPr>
            <a:fld id="{86E25CF2-4D86-404D-A2CE-7F6006C504FA}"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27669326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2"/>
            <a:ext cx="8229600" cy="4525963"/>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5" name="Rectangle 5"/>
          <p:cNvSpPr>
            <a:spLocks noGrp="1" noChangeArrowheads="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6" name="Rectangle 6"/>
          <p:cNvSpPr>
            <a:spLocks noGrp="1" noChangeArrowheads="1"/>
          </p:cNvSpPr>
          <p:nvPr>
            <p:ph type="sldNum" sz="quarter" idx="12"/>
          </p:nvPr>
        </p:nvSpPr>
        <p:spPr/>
        <p:txBody>
          <a:bodyPr/>
          <a:lstStyle>
            <a:lvl1pPr>
              <a:defRPr/>
            </a:lvl1pPr>
          </a:lstStyle>
          <a:p>
            <a:pPr defTabSz="685800">
              <a:buClrTx/>
              <a:defRPr/>
            </a:pPr>
            <a:fld id="{359740DE-BB37-49E6-961D-4B40E9602EB0}"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16318357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4" name="Rectangle 5"/>
          <p:cNvSpPr>
            <a:spLocks noGrp="1" noChangeArrowheads="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5" name="Rectangle 6"/>
          <p:cNvSpPr>
            <a:spLocks noGrp="1" noChangeArrowheads="1"/>
          </p:cNvSpPr>
          <p:nvPr>
            <p:ph type="sldNum" sz="quarter" idx="12"/>
          </p:nvPr>
        </p:nvSpPr>
        <p:spPr/>
        <p:txBody>
          <a:bodyPr/>
          <a:lstStyle>
            <a:lvl1pPr>
              <a:defRPr/>
            </a:lvl1pPr>
          </a:lstStyle>
          <a:p>
            <a:pPr defTabSz="685800">
              <a:buClrTx/>
              <a:defRPr/>
            </a:pPr>
            <a:fld id="{4C97D8E2-CAD6-499A-B52F-204424DF5D1A}"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71670814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eaLnBrk="1" hangingPunct="1">
              <a:defRPr/>
            </a:lvl1pPr>
          </a:lstStyle>
          <a:p>
            <a:pPr defTabSz="685800">
              <a:buClrTx/>
              <a:defRPr/>
            </a:pPr>
            <a:endParaRPr lang="en-US" kern="1200">
              <a:solidFill>
                <a:prstClr val="black">
                  <a:tint val="75000"/>
                </a:prstClr>
              </a:solidFill>
              <a:ea typeface="+mn-ea"/>
            </a:endParaRPr>
          </a:p>
        </p:txBody>
      </p:sp>
      <p:sp>
        <p:nvSpPr>
          <p:cNvPr id="6" name="Rectangle 5"/>
          <p:cNvSpPr>
            <a:spLocks noGrp="1" noChangeArrowheads="1"/>
          </p:cNvSpPr>
          <p:nvPr>
            <p:ph type="ftr" sz="quarter" idx="11"/>
          </p:nvPr>
        </p:nvSpPr>
        <p:spPr/>
        <p:txBody>
          <a:bodyPr/>
          <a:lstStyle>
            <a:lvl1pPr eaLnBrk="1" hangingPunct="1">
              <a:defRPr/>
            </a:lvl1pPr>
          </a:lstStyle>
          <a:p>
            <a:pPr defTabSz="685800">
              <a:buClrTx/>
              <a:defRPr/>
            </a:pPr>
            <a:endParaRPr lang="en-US" kern="1200">
              <a:solidFill>
                <a:prstClr val="black">
                  <a:tint val="75000"/>
                </a:prstClr>
              </a:solidFill>
              <a:ea typeface="+mn-ea"/>
            </a:endParaRPr>
          </a:p>
        </p:txBody>
      </p:sp>
      <p:sp>
        <p:nvSpPr>
          <p:cNvPr id="7" name="Rectangle 6"/>
          <p:cNvSpPr>
            <a:spLocks noGrp="1" noChangeArrowheads="1"/>
          </p:cNvSpPr>
          <p:nvPr>
            <p:ph type="sldNum" sz="quarter" idx="12"/>
          </p:nvPr>
        </p:nvSpPr>
        <p:spPr/>
        <p:txBody>
          <a:bodyPr/>
          <a:lstStyle>
            <a:lvl1pPr eaLnBrk="1" hangingPunct="1">
              <a:defRPr/>
            </a:lvl1pPr>
          </a:lstStyle>
          <a:p>
            <a:pPr defTabSz="685800">
              <a:buClrTx/>
              <a:defRPr/>
            </a:pPr>
            <a:fld id="{DDEC55B8-50EE-4FF4-AB23-D5DCFBED693F}" type="slidenum">
              <a:rPr lang="en-US" kern="1200" smtClean="0">
                <a:solidFill>
                  <a:prstClr val="black">
                    <a:tint val="75000"/>
                  </a:prstClr>
                </a:solidFill>
                <a:ea typeface="+mn-ea"/>
              </a:rPr>
              <a:pPr defTabSz="685800">
                <a:buClrTx/>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1834357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49" b="0" i="0">
                <a:solidFill>
                  <a:schemeClr val="tx1"/>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sz="1249" b="0" i="0">
                <a:solidFill>
                  <a:schemeClr val="tx1"/>
                </a:solidFill>
                <a:latin typeface="Microsoft Sans Serif"/>
                <a:cs typeface="Microsoft Sans Serif"/>
              </a:defRPr>
            </a:lvl1pPr>
          </a:lstStyle>
          <a:p>
            <a:endParaRPr/>
          </a:p>
        </p:txBody>
      </p:sp>
      <p:sp>
        <p:nvSpPr>
          <p:cNvPr id="4" name="Holder 4"/>
          <p:cNvSpPr>
            <a:spLocks noGrp="1"/>
          </p:cNvSpPr>
          <p:nvPr>
            <p:ph type="ftr" sz="quarter" idx="10"/>
          </p:nvPr>
        </p:nvSpPr>
        <p:spPr/>
        <p:txBody>
          <a:bodyPr lIns="0" tIns="0" rIns="0" bIns="0"/>
          <a:lstStyle>
            <a:lvl1pPr algn="ctr">
              <a:defRPr>
                <a:solidFill>
                  <a:schemeClr val="tx1">
                    <a:tint val="75000"/>
                  </a:schemeClr>
                </a:solidFill>
              </a:defRPr>
            </a:lvl1pPr>
          </a:lstStyle>
          <a:p>
            <a:pPr defTabSz="685800">
              <a:buClrTx/>
              <a:defRPr/>
            </a:pPr>
            <a:endParaRPr lang="en-US" kern="1200">
              <a:solidFill>
                <a:prstClr val="black">
                  <a:tint val="75000"/>
                </a:prstClr>
              </a:solidFill>
              <a:ea typeface="+mn-ea"/>
            </a:endParaRPr>
          </a:p>
        </p:txBody>
      </p:sp>
      <p:sp>
        <p:nvSpPr>
          <p:cNvPr id="5" name="Holder 5"/>
          <p:cNvSpPr>
            <a:spLocks noGrp="1"/>
          </p:cNvSpPr>
          <p:nvPr>
            <p:ph type="dt" sz="half" idx="11"/>
          </p:nvPr>
        </p:nvSpPr>
        <p:spPr/>
        <p:txBody>
          <a:bodyPr lIns="0" tIns="0" rIns="0" bIns="0"/>
          <a:lstStyle>
            <a:lvl1pPr algn="l">
              <a:defRPr>
                <a:solidFill>
                  <a:schemeClr val="tx1">
                    <a:tint val="75000"/>
                  </a:schemeClr>
                </a:solidFill>
              </a:defRPr>
            </a:lvl1pPr>
          </a:lstStyle>
          <a:p>
            <a:pPr defTabSz="685800">
              <a:buClrTx/>
              <a:defRPr/>
            </a:pPr>
            <a:endParaRPr lang="en-US" kern="1200">
              <a:solidFill>
                <a:prstClr val="black">
                  <a:tint val="75000"/>
                </a:prstClr>
              </a:solidFill>
              <a:ea typeface="+mn-ea"/>
            </a:endParaRPr>
          </a:p>
        </p:txBody>
      </p:sp>
      <p:sp>
        <p:nvSpPr>
          <p:cNvPr id="6" name="Holder 6"/>
          <p:cNvSpPr>
            <a:spLocks noGrp="1"/>
          </p:cNvSpPr>
          <p:nvPr>
            <p:ph type="sldNum" sz="quarter" idx="12"/>
          </p:nvPr>
        </p:nvSpPr>
        <p:spPr/>
        <p:txBody>
          <a:bodyPr lIns="0" tIns="0" rIns="0" bIns="0"/>
          <a:lstStyle>
            <a:lvl1pPr marL="45317">
              <a:lnSpc>
                <a:spcPts val="797"/>
              </a:lnSpc>
              <a:defRPr sz="714" b="0" i="0" spc="30">
                <a:solidFill>
                  <a:schemeClr val="tx1"/>
                </a:solidFill>
                <a:latin typeface="Calibri"/>
                <a:cs typeface="Calibri"/>
              </a:defRPr>
            </a:lvl1pPr>
          </a:lstStyle>
          <a:p>
            <a:pPr defTabSz="685800">
              <a:buClrTx/>
              <a:defRPr/>
            </a:pPr>
            <a:fld id="{42FC11DA-09AB-4006-B328-0F59795912AE}" type="slidenum">
              <a:rPr lang="en-IN" kern="1200" smtClean="0">
                <a:solidFill>
                  <a:prstClr val="black"/>
                </a:solidFill>
                <a:ea typeface="+mn-ea"/>
              </a:rPr>
              <a:pPr defTabSz="685800">
                <a:buClrTx/>
                <a:defRPr/>
              </a:pPr>
              <a:t>‹#›</a:t>
            </a:fld>
            <a:r>
              <a:rPr lang="en-IN" kern="1200" spc="65">
                <a:solidFill>
                  <a:prstClr val="black"/>
                </a:solidFill>
                <a:ea typeface="+mn-ea"/>
              </a:rPr>
              <a:t> </a:t>
            </a:r>
            <a:r>
              <a:rPr lang="en-IN" kern="1200" spc="113">
                <a:solidFill>
                  <a:prstClr val="black"/>
                </a:solidFill>
                <a:ea typeface="+mn-ea"/>
              </a:rPr>
              <a:t>/</a:t>
            </a:r>
            <a:r>
              <a:rPr lang="en-IN" kern="1200" spc="71">
                <a:solidFill>
                  <a:prstClr val="black"/>
                </a:solidFill>
                <a:ea typeface="+mn-ea"/>
              </a:rPr>
              <a:t> </a:t>
            </a:r>
            <a:r>
              <a:rPr lang="en-IN" kern="1200">
                <a:solidFill>
                  <a:prstClr val="black"/>
                </a:solidFill>
                <a:ea typeface="+mn-ea"/>
              </a:rPr>
              <a:t>69</a:t>
            </a:r>
            <a:endParaRPr lang="en-IN" kern="1200" dirty="0">
              <a:solidFill>
                <a:prstClr val="black"/>
              </a:solidFill>
              <a:ea typeface="+mn-ea"/>
            </a:endParaRPr>
          </a:p>
        </p:txBody>
      </p:sp>
    </p:spTree>
    <p:extLst>
      <p:ext uri="{BB962C8B-B14F-4D97-AF65-F5344CB8AC3E}">
        <p14:creationId xmlns:p14="http://schemas.microsoft.com/office/powerpoint/2010/main" val="1845809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defTabSz="685800">
              <a:buClrTx/>
              <a:defRPr/>
            </a:pPr>
            <a:endParaRPr lang="en-US" kern="1200" dirty="0">
              <a:solidFill>
                <a:prstClr val="black">
                  <a:tint val="75000"/>
                </a:prstClr>
              </a:solidFill>
              <a:ea typeface="+mn-ea"/>
            </a:endParaRPr>
          </a:p>
        </p:txBody>
      </p:sp>
      <p:sp>
        <p:nvSpPr>
          <p:cNvPr id="3" name="Footer Placeholder 4"/>
          <p:cNvSpPr>
            <a:spLocks noGrp="1"/>
          </p:cNvSpPr>
          <p:nvPr>
            <p:ph type="ftr" sz="quarter" idx="11"/>
          </p:nvPr>
        </p:nvSpPr>
        <p:spPr/>
        <p:txBody>
          <a:bodyPr/>
          <a:lstStyle>
            <a:lvl1pPr>
              <a:defRPr/>
            </a:lvl1pPr>
          </a:lstStyle>
          <a:p>
            <a:pPr defTabSz="685800">
              <a:buClrTx/>
              <a:defRPr/>
            </a:pPr>
            <a:endParaRPr lang="en-US" kern="1200">
              <a:solidFill>
                <a:prstClr val="black">
                  <a:tint val="75000"/>
                </a:prstClr>
              </a:solidFill>
              <a:ea typeface="+mn-ea"/>
            </a:endParaRPr>
          </a:p>
        </p:txBody>
      </p:sp>
      <p:sp>
        <p:nvSpPr>
          <p:cNvPr id="4" name="Slide Number Placeholder 5"/>
          <p:cNvSpPr>
            <a:spLocks noGrp="1"/>
          </p:cNvSpPr>
          <p:nvPr>
            <p:ph type="sldNum" sz="quarter" idx="12"/>
          </p:nvPr>
        </p:nvSpPr>
        <p:spPr/>
        <p:txBody>
          <a:bodyPr/>
          <a:lstStyle>
            <a:lvl1pPr>
              <a:defRPr/>
            </a:lvl1pPr>
          </a:lstStyle>
          <a:p>
            <a:pPr defTabSz="685800">
              <a:buClrTx/>
              <a:defRPr/>
            </a:pPr>
            <a:fld id="{F1D8E372-7E21-47F8-B2D7-46192E5705AD}" type="slidenum">
              <a:rPr lang="en-US" kern="1200" smtClean="0">
                <a:solidFill>
                  <a:prstClr val="black">
                    <a:tint val="75000"/>
                  </a:prstClr>
                </a:solidFill>
                <a:ea typeface="+mn-ea"/>
              </a:rPr>
              <a:pPr defTabSz="685800">
                <a:buClrTx/>
                <a:defRPr/>
              </a:pPr>
              <a:t>‹#›</a:t>
            </a:fld>
            <a:endParaRPr lang="en-US" kern="1200" dirty="0">
              <a:solidFill>
                <a:prstClr val="black">
                  <a:tint val="75000"/>
                </a:prstClr>
              </a:solidFill>
              <a:ea typeface="+mn-ea"/>
            </a:endParaRPr>
          </a:p>
        </p:txBody>
      </p:sp>
    </p:spTree>
    <p:extLst>
      <p:ext uri="{BB962C8B-B14F-4D97-AF65-F5344CB8AC3E}">
        <p14:creationId xmlns:p14="http://schemas.microsoft.com/office/powerpoint/2010/main" val="359533473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6186683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2" name="bg object 22"/>
          <p:cNvPicPr/>
          <p:nvPr/>
        </p:nvPicPr>
        <p:blipFill>
          <a:blip r:embed="rId2"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ctrTitle"/>
          </p:nvPr>
        </p:nvSpPr>
        <p:spPr>
          <a:xfrm>
            <a:off x="383540" y="275590"/>
            <a:ext cx="3446145" cy="391159"/>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51733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853100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7" name="Holder 7"/>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42543945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29400" y="0"/>
            <a:ext cx="2194559" cy="691896"/>
          </a:xfrm>
          <a:prstGeom prst="rect">
            <a:avLst/>
          </a:prstGeom>
        </p:spPr>
      </p:pic>
      <p:sp>
        <p:nvSpPr>
          <p:cNvPr id="17" name="bg object 1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bg object 1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bg object 1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bg object 2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bg object 2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bg object 2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5" name="Holder 5"/>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8829588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4" name="Holder 4"/>
          <p:cNvSpPr>
            <a:spLocks noGrp="1"/>
          </p:cNvSpPr>
          <p:nvPr>
            <p:ph type="sldNum" sz="quarter" idx="7"/>
          </p:nvPr>
        </p:nvSpPr>
        <p:spPr/>
        <p:txBody>
          <a:bodyPr lIns="0" tIns="0" rIns="0" bIns="0"/>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4847132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13"/>
        <p:cNvGrpSpPr/>
        <p:nvPr/>
      </p:nvGrpSpPr>
      <p:grpSpPr>
        <a:xfrm>
          <a:off x="0" y="0"/>
          <a:ext cx="0" cy="0"/>
          <a:chOff x="0" y="0"/>
          <a:chExt cx="0" cy="0"/>
        </a:xfrm>
      </p:grpSpPr>
      <p:sp>
        <p:nvSpPr>
          <p:cNvPr id="314" name="Google Shape;314;p6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315" name="Google Shape;315;p68"/>
          <p:cNvGrpSpPr/>
          <p:nvPr/>
        </p:nvGrpSpPr>
        <p:grpSpPr>
          <a:xfrm>
            <a:off x="2084388" y="6550025"/>
            <a:ext cx="7059612" cy="49213"/>
            <a:chOff x="2083888" y="6550671"/>
            <a:chExt cx="7060112" cy="48665"/>
          </a:xfrm>
        </p:grpSpPr>
        <p:sp>
          <p:nvSpPr>
            <p:cNvPr id="316" name="Google Shape;316;p6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7" name="Google Shape;317;p6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8" name="Google Shape;318;p6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319" name="Google Shape;319;p6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320" name="Google Shape;320;p68"/>
          <p:cNvGrpSpPr/>
          <p:nvPr/>
        </p:nvGrpSpPr>
        <p:grpSpPr>
          <a:xfrm>
            <a:off x="2133600" y="6553200"/>
            <a:ext cx="7010400" cy="46038"/>
            <a:chOff x="1905000" y="6553200"/>
            <a:chExt cx="7010400" cy="45719"/>
          </a:xfrm>
        </p:grpSpPr>
        <p:sp>
          <p:nvSpPr>
            <p:cNvPr id="321" name="Google Shape;321;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2" name="Google Shape;322;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3" name="Google Shape;323;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324" name="Google Shape;324;p68"/>
          <p:cNvGrpSpPr/>
          <p:nvPr/>
        </p:nvGrpSpPr>
        <p:grpSpPr>
          <a:xfrm>
            <a:off x="0" y="1295400"/>
            <a:ext cx="7010400" cy="46038"/>
            <a:chOff x="1905000" y="6553200"/>
            <a:chExt cx="7010400" cy="45719"/>
          </a:xfrm>
        </p:grpSpPr>
        <p:sp>
          <p:nvSpPr>
            <p:cNvPr id="325" name="Google Shape;325;p6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6" name="Google Shape;326;p6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7" name="Google Shape;327;p6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328" name="Google Shape;328;p6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9" name="Google Shape;329;p6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332454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BITS </a:t>
            </a:r>
            <a:r>
              <a:rPr kumimoji="0" lang="en-US" altLang="en-US" sz="1100" b="0" i="0" u="none" strike="noStrike" kern="0" cap="none" spc="0" normalizeH="0" baseline="0" noProof="0">
                <a:ln>
                  <a:noFill/>
                </a:ln>
                <a:solidFill>
                  <a:srgbClr val="101141"/>
                </a:solidFill>
                <a:effectLst/>
                <a:uLnTx/>
                <a:uFillTx/>
                <a:latin typeface="Arial" panose="020B0604020202020204" pitchFamily="34" charset="0"/>
                <a:cs typeface="Arial" panose="020B0604020202020204" pitchFamily="34" charset="0"/>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7841472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5"/>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altLang="en-US" sz="825"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825"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grpSp>
        <p:nvGrpSpPr>
          <p:cNvPr id="5" name="Group 11"/>
          <p:cNvGrpSpPr>
            <a:grpSpLocks/>
          </p:cNvGrpSpPr>
          <p:nvPr userDrawn="1"/>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Cambria" panose="02040503050406030204" pitchFamily="18" charset="0"/>
                <a:ea typeface="Cambria" panose="02040503050406030204" pitchFamily="18" charset="0"/>
                <a:cs typeface="Times New Roman" panose="02020603050405020304" pitchFamily="18"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8709819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04"/>
        <p:cNvGrpSpPr/>
        <p:nvPr/>
      </p:nvGrpSpPr>
      <p:grpSpPr>
        <a:xfrm>
          <a:off x="0" y="0"/>
          <a:ext cx="0" cy="0"/>
          <a:chOff x="0" y="0"/>
          <a:chExt cx="0" cy="0"/>
        </a:xfrm>
      </p:grpSpPr>
      <p:sp>
        <p:nvSpPr>
          <p:cNvPr id="205" name="Google Shape;205;p61"/>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6" name="Google Shape;206;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7" name="Google Shape;207;p61"/>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0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7475279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09"/>
        <p:cNvGrpSpPr/>
        <p:nvPr/>
      </p:nvGrpSpPr>
      <p:grpSpPr>
        <a:xfrm>
          <a:off x="0" y="0"/>
          <a:ext cx="0" cy="0"/>
          <a:chOff x="0" y="0"/>
          <a:chExt cx="0" cy="0"/>
        </a:xfrm>
      </p:grpSpPr>
      <p:sp>
        <p:nvSpPr>
          <p:cNvPr id="210" name="Google Shape;210;p62"/>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211" name="Google Shape;211;p62"/>
          <p:cNvGrpSpPr/>
          <p:nvPr/>
        </p:nvGrpSpPr>
        <p:grpSpPr>
          <a:xfrm>
            <a:off x="2084388" y="6550025"/>
            <a:ext cx="7059612" cy="49213"/>
            <a:chOff x="2083888" y="6550671"/>
            <a:chExt cx="7060112" cy="48665"/>
          </a:xfrm>
        </p:grpSpPr>
        <p:sp>
          <p:nvSpPr>
            <p:cNvPr id="212" name="Google Shape;212;p62"/>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3" name="Google Shape;213;p62"/>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4" name="Google Shape;214;p62"/>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215" name="Google Shape;215;p62"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216" name="Google Shape;216;p62"/>
          <p:cNvGrpSpPr/>
          <p:nvPr/>
        </p:nvGrpSpPr>
        <p:grpSpPr>
          <a:xfrm>
            <a:off x="2133600" y="6553200"/>
            <a:ext cx="7010400" cy="46038"/>
            <a:chOff x="1905000" y="6553200"/>
            <a:chExt cx="7010400" cy="45719"/>
          </a:xfrm>
        </p:grpSpPr>
        <p:sp>
          <p:nvSpPr>
            <p:cNvPr id="217" name="Google Shape;217;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8" name="Google Shape;218;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9" name="Google Shape;219;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20" name="Google Shape;220;p62"/>
          <p:cNvGrpSpPr/>
          <p:nvPr/>
        </p:nvGrpSpPr>
        <p:grpSpPr>
          <a:xfrm>
            <a:off x="0" y="1295400"/>
            <a:ext cx="7010400" cy="46038"/>
            <a:chOff x="1905000" y="6553200"/>
            <a:chExt cx="7010400" cy="45719"/>
          </a:xfrm>
        </p:grpSpPr>
        <p:sp>
          <p:nvSpPr>
            <p:cNvPr id="221" name="Google Shape;221;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2" name="Google Shape;222;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3" name="Google Shape;223;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224" name="Google Shape;224;p6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5" name="Google Shape;225;p6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90976490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226"/>
        <p:cNvGrpSpPr/>
        <p:nvPr/>
      </p:nvGrpSpPr>
      <p:grpSpPr>
        <a:xfrm>
          <a:off x="0" y="0"/>
          <a:ext cx="0" cy="0"/>
          <a:chOff x="0" y="0"/>
          <a:chExt cx="0" cy="0"/>
        </a:xfrm>
      </p:grpSpPr>
      <p:sp>
        <p:nvSpPr>
          <p:cNvPr id="227" name="Google Shape;227;p6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101141"/>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grpSp>
        <p:nvGrpSpPr>
          <p:cNvPr id="228" name="Google Shape;228;p67"/>
          <p:cNvGrpSpPr/>
          <p:nvPr/>
        </p:nvGrpSpPr>
        <p:grpSpPr>
          <a:xfrm>
            <a:off x="2084388" y="6550025"/>
            <a:ext cx="7059612" cy="49213"/>
            <a:chOff x="2083888" y="6550671"/>
            <a:chExt cx="7060112" cy="48665"/>
          </a:xfrm>
        </p:grpSpPr>
        <p:sp>
          <p:nvSpPr>
            <p:cNvPr id="229" name="Google Shape;229;p67"/>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0" name="Google Shape;230;p67"/>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1" name="Google Shape;231;p67"/>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232" name="Google Shape;232;p67" descr="Picture 7.png"/>
          <p:cNvPicPr preferRelativeResize="0"/>
          <p:nvPr/>
        </p:nvPicPr>
        <p:blipFill rotWithShape="1">
          <a:blip r:embed="rId2">
            <a:alphaModFix/>
          </a:blip>
          <a:srcRect l="1923" b="5333"/>
          <a:stretch/>
        </p:blipFill>
        <p:spPr>
          <a:xfrm>
            <a:off x="6629400" y="0"/>
            <a:ext cx="2193925" cy="692150"/>
          </a:xfrm>
          <a:prstGeom prst="rect">
            <a:avLst/>
          </a:prstGeom>
          <a:noFill/>
          <a:ln>
            <a:noFill/>
          </a:ln>
        </p:spPr>
      </p:pic>
      <p:grpSp>
        <p:nvGrpSpPr>
          <p:cNvPr id="233" name="Google Shape;233;p67"/>
          <p:cNvGrpSpPr/>
          <p:nvPr/>
        </p:nvGrpSpPr>
        <p:grpSpPr>
          <a:xfrm>
            <a:off x="2133600" y="6553200"/>
            <a:ext cx="7010400" cy="46038"/>
            <a:chOff x="1905000" y="6553200"/>
            <a:chExt cx="7010400" cy="45719"/>
          </a:xfrm>
        </p:grpSpPr>
        <p:sp>
          <p:nvSpPr>
            <p:cNvPr id="234" name="Google Shape;234;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5" name="Google Shape;235;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6" name="Google Shape;236;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237" name="Google Shape;237;p67"/>
          <p:cNvGrpSpPr/>
          <p:nvPr/>
        </p:nvGrpSpPr>
        <p:grpSpPr>
          <a:xfrm>
            <a:off x="0" y="1295400"/>
            <a:ext cx="7010400" cy="46038"/>
            <a:chOff x="1905000" y="6553200"/>
            <a:chExt cx="7010400" cy="45719"/>
          </a:xfrm>
        </p:grpSpPr>
        <p:sp>
          <p:nvSpPr>
            <p:cNvPr id="238" name="Google Shape;238;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9" name="Google Shape;239;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40" name="Google Shape;240;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241" name="Google Shape;241;p6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2" name="Google Shape;242;p6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7919111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3"/>
        <p:cNvGrpSpPr/>
        <p:nvPr/>
      </p:nvGrpSpPr>
      <p:grpSpPr>
        <a:xfrm>
          <a:off x="0" y="0"/>
          <a:ext cx="0" cy="0"/>
          <a:chOff x="0" y="0"/>
          <a:chExt cx="0" cy="0"/>
        </a:xfrm>
      </p:grpSpPr>
      <p:sp>
        <p:nvSpPr>
          <p:cNvPr id="244" name="Google Shape;244;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5" name="Google Shape;245;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46" name="Google Shape;246;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47" name="Google Shape;247;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01156480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8"/>
        <p:cNvGrpSpPr/>
        <p:nvPr/>
      </p:nvGrpSpPr>
      <p:grpSpPr>
        <a:xfrm>
          <a:off x="0" y="0"/>
          <a:ext cx="0" cy="0"/>
          <a:chOff x="0" y="0"/>
          <a:chExt cx="0" cy="0"/>
        </a:xfrm>
      </p:grpSpPr>
      <p:sp>
        <p:nvSpPr>
          <p:cNvPr id="249" name="Google Shape;249;p8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0" name="Google Shape;250;p8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51" name="Google Shape;251;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2" name="Google Shape;252;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3" name="Google Shape;253;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53838409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54"/>
        <p:cNvGrpSpPr/>
        <p:nvPr/>
      </p:nvGrpSpPr>
      <p:grpSpPr>
        <a:xfrm>
          <a:off x="0" y="0"/>
          <a:ext cx="0" cy="0"/>
          <a:chOff x="0" y="0"/>
          <a:chExt cx="0" cy="0"/>
        </a:xfrm>
      </p:grpSpPr>
      <p:sp>
        <p:nvSpPr>
          <p:cNvPr id="255" name="Google Shape;255;p92"/>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6" name="Google Shape;256;p9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7" name="Google Shape;257;p92"/>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8" name="Google Shape;258;p92"/>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46344103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59"/>
        <p:cNvGrpSpPr/>
        <p:nvPr/>
      </p:nvGrpSpPr>
      <p:grpSpPr>
        <a:xfrm>
          <a:off x="0" y="0"/>
          <a:ext cx="0" cy="0"/>
          <a:chOff x="0" y="0"/>
          <a:chExt cx="0" cy="0"/>
        </a:xfrm>
      </p:grpSpPr>
      <p:sp>
        <p:nvSpPr>
          <p:cNvPr id="260" name="Google Shape;260;p93"/>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1" name="Google Shape;261;p9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62" name="Google Shape;262;p93"/>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3" name="Google Shape;263;p93"/>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77124276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64"/>
        <p:cNvGrpSpPr/>
        <p:nvPr/>
      </p:nvGrpSpPr>
      <p:grpSpPr>
        <a:xfrm>
          <a:off x="0" y="0"/>
          <a:ext cx="0" cy="0"/>
          <a:chOff x="0" y="0"/>
          <a:chExt cx="0" cy="0"/>
        </a:xfrm>
      </p:grpSpPr>
      <p:sp>
        <p:nvSpPr>
          <p:cNvPr id="265" name="Google Shape;265;p9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6" name="Google Shape;266;p9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7" name="Google Shape;267;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8" name="Google Shape;268;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9" name="Google Shape;269;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2559621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70"/>
        <p:cNvGrpSpPr/>
        <p:nvPr/>
      </p:nvGrpSpPr>
      <p:grpSpPr>
        <a:xfrm>
          <a:off x="0" y="0"/>
          <a:ext cx="0" cy="0"/>
          <a:chOff x="0" y="0"/>
          <a:chExt cx="0" cy="0"/>
        </a:xfrm>
      </p:grpSpPr>
      <p:sp>
        <p:nvSpPr>
          <p:cNvPr id="271" name="Google Shape;271;p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2" name="Google Shape;272;p9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3" name="Google Shape;273;p9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4" name="Google Shape;274;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75" name="Google Shape;275;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76" name="Google Shape;276;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80872432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7"/>
        <p:cNvGrpSpPr/>
        <p:nvPr/>
      </p:nvGrpSpPr>
      <p:grpSpPr>
        <a:xfrm>
          <a:off x="0" y="0"/>
          <a:ext cx="0" cy="0"/>
          <a:chOff x="0" y="0"/>
          <a:chExt cx="0" cy="0"/>
        </a:xfrm>
      </p:grpSpPr>
      <p:sp>
        <p:nvSpPr>
          <p:cNvPr id="278" name="Google Shape;278;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9" name="Google Shape;279;p9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0" name="Google Shape;280;p9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1" name="Google Shape;281;p9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2" name="Google Shape;282;p9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3" name="Google Shape;283;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4" name="Google Shape;284;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5" name="Google Shape;285;p9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62978633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6"/>
        <p:cNvGrpSpPr/>
        <p:nvPr/>
      </p:nvGrpSpPr>
      <p:grpSpPr>
        <a:xfrm>
          <a:off x="0" y="0"/>
          <a:ext cx="0" cy="0"/>
          <a:chOff x="0" y="0"/>
          <a:chExt cx="0" cy="0"/>
        </a:xfrm>
      </p:grpSpPr>
      <p:sp>
        <p:nvSpPr>
          <p:cNvPr id="287" name="Google Shape;287;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8" name="Google Shape;288;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9" name="Google Shape;289;p9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07707720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90"/>
        <p:cNvGrpSpPr/>
        <p:nvPr/>
      </p:nvGrpSpPr>
      <p:grpSpPr>
        <a:xfrm>
          <a:off x="0" y="0"/>
          <a:ext cx="0" cy="0"/>
          <a:chOff x="0" y="0"/>
          <a:chExt cx="0" cy="0"/>
        </a:xfrm>
      </p:grpSpPr>
      <p:sp>
        <p:nvSpPr>
          <p:cNvPr id="291" name="Google Shape;291;p9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2" name="Google Shape;292;p9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293" name="Google Shape;293;p9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94" name="Google Shape;294;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95" name="Google Shape;295;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96" name="Google Shape;296;p9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77687961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297"/>
        <p:cNvGrpSpPr/>
        <p:nvPr/>
      </p:nvGrpSpPr>
      <p:grpSpPr>
        <a:xfrm>
          <a:off x="0" y="0"/>
          <a:ext cx="0" cy="0"/>
          <a:chOff x="0" y="0"/>
          <a:chExt cx="0" cy="0"/>
        </a:xfrm>
      </p:grpSpPr>
      <p:sp>
        <p:nvSpPr>
          <p:cNvPr id="298" name="Google Shape;298;p9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9" name="Google Shape;299;p99"/>
          <p:cNvSpPr>
            <a:spLocks noGrp="1"/>
          </p:cNvSpPr>
          <p:nvPr>
            <p:ph type="pic" idx="2"/>
          </p:nvPr>
        </p:nvSpPr>
        <p:spPr>
          <a:xfrm>
            <a:off x="1792288" y="612775"/>
            <a:ext cx="5486400" cy="4114800"/>
          </a:xfrm>
          <a:prstGeom prst="rect">
            <a:avLst/>
          </a:prstGeom>
          <a:noFill/>
          <a:ln>
            <a:noFill/>
          </a:ln>
        </p:spPr>
      </p:sp>
      <p:sp>
        <p:nvSpPr>
          <p:cNvPr id="300" name="Google Shape;300;p9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01" name="Google Shape;301;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2" name="Google Shape;302;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3" name="Google Shape;303;p9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0032265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304"/>
        <p:cNvGrpSpPr/>
        <p:nvPr/>
      </p:nvGrpSpPr>
      <p:grpSpPr>
        <a:xfrm>
          <a:off x="0" y="0"/>
          <a:ext cx="0" cy="0"/>
          <a:chOff x="0" y="0"/>
          <a:chExt cx="0" cy="0"/>
        </a:xfrm>
      </p:grpSpPr>
      <p:sp>
        <p:nvSpPr>
          <p:cNvPr id="305" name="Google Shape;305;p10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6" name="Google Shape;306;p10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7" name="Google Shape;307;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8" name="Google Shape;308;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9" name="Google Shape;309;p10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72239483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310"/>
        <p:cNvGrpSpPr/>
        <p:nvPr/>
      </p:nvGrpSpPr>
      <p:grpSpPr>
        <a:xfrm>
          <a:off x="0" y="0"/>
          <a:ext cx="0" cy="0"/>
          <a:chOff x="0" y="0"/>
          <a:chExt cx="0" cy="0"/>
        </a:xfrm>
      </p:grpSpPr>
      <p:sp>
        <p:nvSpPr>
          <p:cNvPr id="311" name="Google Shape;311;p10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2" name="Google Shape;312;p10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3" name="Google Shape;313;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14" name="Google Shape;314;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15" name="Google Shape;315;p10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36555179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51"/>
        <p:cNvGrpSpPr/>
        <p:nvPr/>
      </p:nvGrpSpPr>
      <p:grpSpPr>
        <a:xfrm>
          <a:off x="0" y="0"/>
          <a:ext cx="0" cy="0"/>
          <a:chOff x="0" y="0"/>
          <a:chExt cx="0" cy="0"/>
        </a:xfrm>
      </p:grpSpPr>
      <p:sp>
        <p:nvSpPr>
          <p:cNvPr id="952" name="Google Shape;952;p7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953" name="Google Shape;953;p76"/>
          <p:cNvGrpSpPr/>
          <p:nvPr/>
        </p:nvGrpSpPr>
        <p:grpSpPr>
          <a:xfrm>
            <a:off x="2084388" y="6550025"/>
            <a:ext cx="7059612" cy="49213"/>
            <a:chOff x="2083888" y="6550671"/>
            <a:chExt cx="7060112" cy="48665"/>
          </a:xfrm>
        </p:grpSpPr>
        <p:sp>
          <p:nvSpPr>
            <p:cNvPr id="954" name="Google Shape;954;p76"/>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55" name="Google Shape;955;p76"/>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56" name="Google Shape;956;p76"/>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957" name="Google Shape;957;p76" descr="Picture 7.png"/>
          <p:cNvPicPr preferRelativeResize="0"/>
          <p:nvPr/>
        </p:nvPicPr>
        <p:blipFill rotWithShape="1">
          <a:blip r:embed="rId2">
            <a:alphaModFix/>
          </a:blip>
          <a:srcRect l="1923" b="5333"/>
          <a:stretch/>
        </p:blipFill>
        <p:spPr>
          <a:xfrm>
            <a:off x="6629400" y="0"/>
            <a:ext cx="2193925" cy="692150"/>
          </a:xfrm>
          <a:prstGeom prst="rect">
            <a:avLst/>
          </a:prstGeom>
          <a:noFill/>
          <a:ln>
            <a:noFill/>
          </a:ln>
        </p:spPr>
      </p:pic>
      <p:grpSp>
        <p:nvGrpSpPr>
          <p:cNvPr id="958" name="Google Shape;958;p76"/>
          <p:cNvGrpSpPr/>
          <p:nvPr/>
        </p:nvGrpSpPr>
        <p:grpSpPr>
          <a:xfrm>
            <a:off x="2133600" y="6553200"/>
            <a:ext cx="7010400" cy="46038"/>
            <a:chOff x="1905000" y="6553200"/>
            <a:chExt cx="7010400" cy="45719"/>
          </a:xfrm>
        </p:grpSpPr>
        <p:sp>
          <p:nvSpPr>
            <p:cNvPr id="959" name="Google Shape;959;p7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0" name="Google Shape;960;p7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1" name="Google Shape;961;p7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962" name="Google Shape;962;p76"/>
          <p:cNvGrpSpPr/>
          <p:nvPr/>
        </p:nvGrpSpPr>
        <p:grpSpPr>
          <a:xfrm>
            <a:off x="0" y="1295400"/>
            <a:ext cx="7010400" cy="46038"/>
            <a:chOff x="1905000" y="6553200"/>
            <a:chExt cx="7010400" cy="45719"/>
          </a:xfrm>
        </p:grpSpPr>
        <p:sp>
          <p:nvSpPr>
            <p:cNvPr id="963" name="Google Shape;963;p7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4" name="Google Shape;964;p7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5" name="Google Shape;965;p7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966" name="Google Shape;966;p7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67" name="Google Shape;967;p7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2431832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968"/>
        <p:cNvGrpSpPr/>
        <p:nvPr/>
      </p:nvGrpSpPr>
      <p:grpSpPr>
        <a:xfrm>
          <a:off x="0" y="0"/>
          <a:ext cx="0" cy="0"/>
          <a:chOff x="0" y="0"/>
          <a:chExt cx="0" cy="0"/>
        </a:xfrm>
      </p:grpSpPr>
      <p:sp>
        <p:nvSpPr>
          <p:cNvPr id="969" name="Google Shape;969;p138"/>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970" name="Google Shape;970;p138"/>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71" name="Google Shape;971;p138"/>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72" name="Google Shape;972;p138"/>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973" name="Google Shape;973;p138"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974" name="Google Shape;974;p138"/>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900"/>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75" name="Google Shape;975;p138"/>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76" name="Google Shape;976;p138"/>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77" name="Google Shape;977;p138"/>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Clr>
                <a:schemeClr val="lt1"/>
              </a:buClr>
              <a:buSzPts val="4400"/>
              <a:buFont typeface="Calibri"/>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16373720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78"/>
        <p:cNvGrpSpPr/>
        <p:nvPr/>
      </p:nvGrpSpPr>
      <p:grpSpPr>
        <a:xfrm>
          <a:off x="0" y="0"/>
          <a:ext cx="0" cy="0"/>
          <a:chOff x="0" y="0"/>
          <a:chExt cx="0" cy="0"/>
        </a:xfrm>
      </p:grpSpPr>
      <p:sp>
        <p:nvSpPr>
          <p:cNvPr id="979" name="Google Shape;979;p13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0" name="Google Shape;980;p13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981" name="Google Shape;981;p1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2" name="Google Shape;982;p1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3" name="Google Shape;983;p1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6339763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984"/>
        <p:cNvGrpSpPr/>
        <p:nvPr/>
      </p:nvGrpSpPr>
      <p:grpSpPr>
        <a:xfrm>
          <a:off x="0" y="0"/>
          <a:ext cx="0" cy="0"/>
          <a:chOff x="0" y="0"/>
          <a:chExt cx="0" cy="0"/>
        </a:xfrm>
      </p:grpSpPr>
      <p:sp>
        <p:nvSpPr>
          <p:cNvPr id="985" name="Google Shape;985;p1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6" name="Google Shape;986;p1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87" name="Google Shape;987;p1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8" name="Google Shape;988;p1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89" name="Google Shape;989;p1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00783717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90"/>
        <p:cNvGrpSpPr/>
        <p:nvPr/>
      </p:nvGrpSpPr>
      <p:grpSpPr>
        <a:xfrm>
          <a:off x="0" y="0"/>
          <a:ext cx="0" cy="0"/>
          <a:chOff x="0" y="0"/>
          <a:chExt cx="0" cy="0"/>
        </a:xfrm>
      </p:grpSpPr>
      <p:sp>
        <p:nvSpPr>
          <p:cNvPr id="991" name="Google Shape;991;p14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2" name="Google Shape;992;p14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993" name="Google Shape;993;p1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94" name="Google Shape;994;p1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95" name="Google Shape;995;p1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4693372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996"/>
        <p:cNvGrpSpPr/>
        <p:nvPr/>
      </p:nvGrpSpPr>
      <p:grpSpPr>
        <a:xfrm>
          <a:off x="0" y="0"/>
          <a:ext cx="0" cy="0"/>
          <a:chOff x="0" y="0"/>
          <a:chExt cx="0" cy="0"/>
        </a:xfrm>
      </p:grpSpPr>
      <p:sp>
        <p:nvSpPr>
          <p:cNvPr id="997" name="Google Shape;997;p1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8" name="Google Shape;998;p14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999" name="Google Shape;999;p14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000" name="Google Shape;1000;p1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01" name="Google Shape;1001;p1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02" name="Google Shape;1002;p1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7876872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03"/>
        <p:cNvGrpSpPr/>
        <p:nvPr/>
      </p:nvGrpSpPr>
      <p:grpSpPr>
        <a:xfrm>
          <a:off x="0" y="0"/>
          <a:ext cx="0" cy="0"/>
          <a:chOff x="0" y="0"/>
          <a:chExt cx="0" cy="0"/>
        </a:xfrm>
      </p:grpSpPr>
      <p:sp>
        <p:nvSpPr>
          <p:cNvPr id="1004" name="Google Shape;1004;p1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5" name="Google Shape;1005;p14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06" name="Google Shape;1006;p14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07" name="Google Shape;1007;p14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08" name="Google Shape;1008;p14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09" name="Google Shape;1009;p1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0" name="Google Shape;1010;p1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1" name="Google Shape;1011;p1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1082305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012"/>
        <p:cNvGrpSpPr/>
        <p:nvPr/>
      </p:nvGrpSpPr>
      <p:grpSpPr>
        <a:xfrm>
          <a:off x="0" y="0"/>
          <a:ext cx="0" cy="0"/>
          <a:chOff x="0" y="0"/>
          <a:chExt cx="0" cy="0"/>
        </a:xfrm>
      </p:grpSpPr>
      <p:sp>
        <p:nvSpPr>
          <p:cNvPr id="1013" name="Google Shape;1013;p1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4" name="Google Shape;1014;p1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5" name="Google Shape;1015;p1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6" name="Google Shape;1016;p1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6635790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17"/>
        <p:cNvGrpSpPr/>
        <p:nvPr/>
      </p:nvGrpSpPr>
      <p:grpSpPr>
        <a:xfrm>
          <a:off x="0" y="0"/>
          <a:ext cx="0" cy="0"/>
          <a:chOff x="0" y="0"/>
          <a:chExt cx="0" cy="0"/>
        </a:xfrm>
      </p:grpSpPr>
      <p:sp>
        <p:nvSpPr>
          <p:cNvPr id="1018" name="Google Shape;1018;p1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19" name="Google Shape;1019;p1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20" name="Google Shape;1020;p1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7502187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021"/>
        <p:cNvGrpSpPr/>
        <p:nvPr/>
      </p:nvGrpSpPr>
      <p:grpSpPr>
        <a:xfrm>
          <a:off x="0" y="0"/>
          <a:ext cx="0" cy="0"/>
          <a:chOff x="0" y="0"/>
          <a:chExt cx="0" cy="0"/>
        </a:xfrm>
      </p:grpSpPr>
      <p:sp>
        <p:nvSpPr>
          <p:cNvPr id="1022" name="Google Shape;1022;p14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3" name="Google Shape;1023;p14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024" name="Google Shape;1024;p14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025" name="Google Shape;1025;p1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26" name="Google Shape;1026;p1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27" name="Google Shape;1027;p1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15889472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028"/>
        <p:cNvGrpSpPr/>
        <p:nvPr/>
      </p:nvGrpSpPr>
      <p:grpSpPr>
        <a:xfrm>
          <a:off x="0" y="0"/>
          <a:ext cx="0" cy="0"/>
          <a:chOff x="0" y="0"/>
          <a:chExt cx="0" cy="0"/>
        </a:xfrm>
      </p:grpSpPr>
      <p:sp>
        <p:nvSpPr>
          <p:cNvPr id="1029" name="Google Shape;1029;p14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0" name="Google Shape;1030;p147"/>
          <p:cNvSpPr>
            <a:spLocks noGrp="1"/>
          </p:cNvSpPr>
          <p:nvPr>
            <p:ph type="pic" idx="2"/>
          </p:nvPr>
        </p:nvSpPr>
        <p:spPr>
          <a:xfrm>
            <a:off x="1792288" y="612775"/>
            <a:ext cx="5486400" cy="4114800"/>
          </a:xfrm>
          <a:prstGeom prst="rect">
            <a:avLst/>
          </a:prstGeom>
          <a:noFill/>
          <a:ln>
            <a:noFill/>
          </a:ln>
        </p:spPr>
      </p:sp>
      <p:sp>
        <p:nvSpPr>
          <p:cNvPr id="1031" name="Google Shape;1031;p14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032" name="Google Shape;1032;p1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33" name="Google Shape;1033;p1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34" name="Google Shape;1034;p1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5772395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035"/>
        <p:cNvGrpSpPr/>
        <p:nvPr/>
      </p:nvGrpSpPr>
      <p:grpSpPr>
        <a:xfrm>
          <a:off x="0" y="0"/>
          <a:ext cx="0" cy="0"/>
          <a:chOff x="0" y="0"/>
          <a:chExt cx="0" cy="0"/>
        </a:xfrm>
      </p:grpSpPr>
      <p:sp>
        <p:nvSpPr>
          <p:cNvPr id="1036" name="Google Shape;1036;p1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7" name="Google Shape;1037;p14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38" name="Google Shape;1038;p1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39" name="Google Shape;1039;p1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40" name="Google Shape;1040;p1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75285146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041"/>
        <p:cNvGrpSpPr/>
        <p:nvPr/>
      </p:nvGrpSpPr>
      <p:grpSpPr>
        <a:xfrm>
          <a:off x="0" y="0"/>
          <a:ext cx="0" cy="0"/>
          <a:chOff x="0" y="0"/>
          <a:chExt cx="0" cy="0"/>
        </a:xfrm>
      </p:grpSpPr>
      <p:sp>
        <p:nvSpPr>
          <p:cNvPr id="1042" name="Google Shape;1042;p14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3" name="Google Shape;1043;p14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44" name="Google Shape;1044;p1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45" name="Google Shape;1045;p1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46" name="Google Shape;1046;p1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00186801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59"/>
        <p:cNvGrpSpPr/>
        <p:nvPr/>
      </p:nvGrpSpPr>
      <p:grpSpPr>
        <a:xfrm>
          <a:off x="0" y="0"/>
          <a:ext cx="0" cy="0"/>
          <a:chOff x="0" y="0"/>
          <a:chExt cx="0" cy="0"/>
        </a:xfrm>
      </p:grpSpPr>
      <p:sp>
        <p:nvSpPr>
          <p:cNvPr id="1060" name="Google Shape;1060;p78"/>
          <p:cNvSpPr txBox="1">
            <a:spLocks noGrp="1"/>
          </p:cNvSpPr>
          <p:nvPr>
            <p:ph type="title"/>
          </p:nvPr>
        </p:nvSpPr>
        <p:spPr>
          <a:xfrm>
            <a:off x="1963229" y="90170"/>
            <a:ext cx="5217541" cy="69596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400"/>
              <a:buFont typeface="Trebuchet MS"/>
              <a:buNone/>
              <a:defRPr sz="44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52399344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1"/>
        <p:cNvGrpSpPr/>
        <p:nvPr/>
      </p:nvGrpSpPr>
      <p:grpSpPr>
        <a:xfrm>
          <a:off x="0" y="0"/>
          <a:ext cx="0" cy="0"/>
          <a:chOff x="0" y="0"/>
          <a:chExt cx="0" cy="0"/>
        </a:xfrm>
      </p:grpSpPr>
      <p:sp>
        <p:nvSpPr>
          <p:cNvPr id="2"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94853936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062"/>
        <p:cNvGrpSpPr/>
        <p:nvPr/>
      </p:nvGrpSpPr>
      <p:grpSpPr>
        <a:xfrm>
          <a:off x="0" y="0"/>
          <a:ext cx="0" cy="0"/>
          <a:chOff x="0" y="0"/>
          <a:chExt cx="0" cy="0"/>
        </a:xfrm>
      </p:grpSpPr>
      <p:sp>
        <p:nvSpPr>
          <p:cNvPr id="1063" name="Google Shape;1063;p173"/>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4" name="Google Shape;1064;p17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37775363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65"/>
        <p:cNvGrpSpPr/>
        <p:nvPr/>
      </p:nvGrpSpPr>
      <p:grpSpPr>
        <a:xfrm>
          <a:off x="0" y="0"/>
          <a:ext cx="0" cy="0"/>
          <a:chOff x="0" y="0"/>
          <a:chExt cx="0" cy="0"/>
        </a:xfrm>
      </p:grpSpPr>
      <p:sp>
        <p:nvSpPr>
          <p:cNvPr id="1066" name="Google Shape;1066;p17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7" name="Google Shape;1067;p17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40880922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1068"/>
        <p:cNvGrpSpPr/>
        <p:nvPr/>
      </p:nvGrpSpPr>
      <p:grpSpPr>
        <a:xfrm>
          <a:off x="0" y="0"/>
          <a:ext cx="0" cy="0"/>
          <a:chOff x="0" y="0"/>
          <a:chExt cx="0" cy="0"/>
        </a:xfrm>
      </p:grpSpPr>
      <p:sp>
        <p:nvSpPr>
          <p:cNvPr id="1069" name="Google Shape;1069;p175"/>
          <p:cNvSpPr txBox="1">
            <a:spLocks noGrp="1"/>
          </p:cNvSpPr>
          <p:nvPr>
            <p:ph type="title"/>
          </p:nvPr>
        </p:nvSpPr>
        <p:spPr>
          <a:xfrm>
            <a:off x="685800" y="228600"/>
            <a:ext cx="7772400" cy="9906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1400"/>
              <a:buFont typeface="Calibri"/>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70" name="Google Shape;1070;p175"/>
          <p:cNvSpPr txBox="1">
            <a:spLocks noGrp="1"/>
          </p:cNvSpPr>
          <p:nvPr>
            <p:ph type="body" idx="1"/>
          </p:nvPr>
        </p:nvSpPr>
        <p:spPr>
          <a:xfrm>
            <a:off x="685800" y="1371600"/>
            <a:ext cx="7772400" cy="4687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07921869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1071"/>
        <p:cNvGrpSpPr/>
        <p:nvPr/>
      </p:nvGrpSpPr>
      <p:grpSpPr>
        <a:xfrm>
          <a:off x="0" y="0"/>
          <a:ext cx="0" cy="0"/>
          <a:chOff x="0" y="0"/>
          <a:chExt cx="0" cy="0"/>
        </a:xfrm>
      </p:grpSpPr>
      <p:sp>
        <p:nvSpPr>
          <p:cNvPr id="1072" name="Google Shape;1072;p1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8401720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073"/>
        <p:cNvGrpSpPr/>
        <p:nvPr/>
      </p:nvGrpSpPr>
      <p:grpSpPr>
        <a:xfrm>
          <a:off x="0" y="0"/>
          <a:ext cx="0" cy="0"/>
          <a:chOff x="0" y="0"/>
          <a:chExt cx="0" cy="0"/>
        </a:xfrm>
      </p:grpSpPr>
      <p:sp>
        <p:nvSpPr>
          <p:cNvPr id="1074" name="Google Shape;1074;p17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75" name="Google Shape;1075;p17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584681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76"/>
        <p:cNvGrpSpPr/>
        <p:nvPr/>
      </p:nvGrpSpPr>
      <p:grpSpPr>
        <a:xfrm>
          <a:off x="0" y="0"/>
          <a:ext cx="0" cy="0"/>
          <a:chOff x="0" y="0"/>
          <a:chExt cx="0" cy="0"/>
        </a:xfrm>
      </p:grpSpPr>
      <p:sp>
        <p:nvSpPr>
          <p:cNvPr id="1077" name="Google Shape;1077;p1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78" name="Google Shape;1078;p17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079" name="Google Shape;1079;p17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3160471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80"/>
        <p:cNvGrpSpPr/>
        <p:nvPr/>
      </p:nvGrpSpPr>
      <p:grpSpPr>
        <a:xfrm>
          <a:off x="0" y="0"/>
          <a:ext cx="0" cy="0"/>
          <a:chOff x="0" y="0"/>
          <a:chExt cx="0" cy="0"/>
        </a:xfrm>
      </p:grpSpPr>
      <p:sp>
        <p:nvSpPr>
          <p:cNvPr id="1081" name="Google Shape;1081;p1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2" name="Google Shape;1082;p17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83" name="Google Shape;1083;p17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84" name="Google Shape;1084;p17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85" name="Google Shape;1085;p17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7"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58247023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086"/>
        <p:cNvGrpSpPr/>
        <p:nvPr/>
      </p:nvGrpSpPr>
      <p:grpSpPr>
        <a:xfrm>
          <a:off x="0" y="0"/>
          <a:ext cx="0" cy="0"/>
          <a:chOff x="0" y="0"/>
          <a:chExt cx="0" cy="0"/>
        </a:xfrm>
      </p:grpSpPr>
      <p:sp>
        <p:nvSpPr>
          <p:cNvPr id="1087" name="Google Shape;1087;p18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8" name="Google Shape;1088;p18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089" name="Google Shape;1089;p18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03653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090"/>
        <p:cNvGrpSpPr/>
        <p:nvPr/>
      </p:nvGrpSpPr>
      <p:grpSpPr>
        <a:xfrm>
          <a:off x="0" y="0"/>
          <a:ext cx="0" cy="0"/>
          <a:chOff x="0" y="0"/>
          <a:chExt cx="0" cy="0"/>
        </a:xfrm>
      </p:grpSpPr>
      <p:sp>
        <p:nvSpPr>
          <p:cNvPr id="1091" name="Google Shape;1091;p18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2" name="Google Shape;1092;p181"/>
          <p:cNvSpPr>
            <a:spLocks noGrp="1"/>
          </p:cNvSpPr>
          <p:nvPr>
            <p:ph type="pic" idx="2"/>
          </p:nvPr>
        </p:nvSpPr>
        <p:spPr>
          <a:xfrm>
            <a:off x="1792288" y="612775"/>
            <a:ext cx="5486400" cy="4114800"/>
          </a:xfrm>
          <a:prstGeom prst="rect">
            <a:avLst/>
          </a:prstGeom>
          <a:noFill/>
          <a:ln>
            <a:noFill/>
          </a:ln>
        </p:spPr>
      </p:sp>
      <p:sp>
        <p:nvSpPr>
          <p:cNvPr id="1093" name="Google Shape;1093;p18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24832272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094"/>
        <p:cNvGrpSpPr/>
        <p:nvPr/>
      </p:nvGrpSpPr>
      <p:grpSpPr>
        <a:xfrm>
          <a:off x="0" y="0"/>
          <a:ext cx="0" cy="0"/>
          <a:chOff x="0" y="0"/>
          <a:chExt cx="0" cy="0"/>
        </a:xfrm>
      </p:grpSpPr>
      <p:sp>
        <p:nvSpPr>
          <p:cNvPr id="1095" name="Google Shape;1095;p1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6" name="Google Shape;1096;p182"/>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60275712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097"/>
        <p:cNvGrpSpPr/>
        <p:nvPr/>
      </p:nvGrpSpPr>
      <p:grpSpPr>
        <a:xfrm>
          <a:off x="0" y="0"/>
          <a:ext cx="0" cy="0"/>
          <a:chOff x="0" y="0"/>
          <a:chExt cx="0" cy="0"/>
        </a:xfrm>
      </p:grpSpPr>
      <p:sp>
        <p:nvSpPr>
          <p:cNvPr id="1098" name="Google Shape;1098;p18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9" name="Google Shape;1099;p18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34250016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04"/>
        <p:cNvGrpSpPr/>
        <p:nvPr/>
      </p:nvGrpSpPr>
      <p:grpSpPr>
        <a:xfrm>
          <a:off x="0" y="0"/>
          <a:ext cx="0" cy="0"/>
          <a:chOff x="0" y="0"/>
          <a:chExt cx="0" cy="0"/>
        </a:xfrm>
      </p:grpSpPr>
      <p:sp>
        <p:nvSpPr>
          <p:cNvPr id="205" name="Google Shape;205;p61"/>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6" name="Google Shape;206;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7" name="Google Shape;207;p61"/>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0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37670828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09"/>
        <p:cNvGrpSpPr/>
        <p:nvPr/>
      </p:nvGrpSpPr>
      <p:grpSpPr>
        <a:xfrm>
          <a:off x="0" y="0"/>
          <a:ext cx="0" cy="0"/>
          <a:chOff x="0" y="0"/>
          <a:chExt cx="0" cy="0"/>
        </a:xfrm>
      </p:grpSpPr>
      <p:sp>
        <p:nvSpPr>
          <p:cNvPr id="210" name="Google Shape;210;p62"/>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211" name="Google Shape;211;p62"/>
          <p:cNvGrpSpPr/>
          <p:nvPr/>
        </p:nvGrpSpPr>
        <p:grpSpPr>
          <a:xfrm>
            <a:off x="2084388" y="6550025"/>
            <a:ext cx="7059612" cy="49213"/>
            <a:chOff x="2083888" y="6550671"/>
            <a:chExt cx="7060112" cy="48665"/>
          </a:xfrm>
        </p:grpSpPr>
        <p:sp>
          <p:nvSpPr>
            <p:cNvPr id="212" name="Google Shape;212;p62"/>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3" name="Google Shape;213;p62"/>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4" name="Google Shape;214;p62"/>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215" name="Google Shape;215;p62"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216" name="Google Shape;216;p62"/>
          <p:cNvGrpSpPr/>
          <p:nvPr/>
        </p:nvGrpSpPr>
        <p:grpSpPr>
          <a:xfrm>
            <a:off x="2133600" y="6553200"/>
            <a:ext cx="7010400" cy="46038"/>
            <a:chOff x="1905000" y="6553200"/>
            <a:chExt cx="7010400" cy="45719"/>
          </a:xfrm>
        </p:grpSpPr>
        <p:sp>
          <p:nvSpPr>
            <p:cNvPr id="217" name="Google Shape;217;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8" name="Google Shape;218;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9" name="Google Shape;219;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20" name="Google Shape;220;p62"/>
          <p:cNvGrpSpPr/>
          <p:nvPr/>
        </p:nvGrpSpPr>
        <p:grpSpPr>
          <a:xfrm>
            <a:off x="0" y="1295400"/>
            <a:ext cx="7010400" cy="46038"/>
            <a:chOff x="1905000" y="6553200"/>
            <a:chExt cx="7010400" cy="45719"/>
          </a:xfrm>
        </p:grpSpPr>
        <p:sp>
          <p:nvSpPr>
            <p:cNvPr id="221" name="Google Shape;221;p6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2" name="Google Shape;222;p6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3" name="Google Shape;223;p6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224" name="Google Shape;224;p6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5" name="Google Shape;225;p6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15029845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226"/>
        <p:cNvGrpSpPr/>
        <p:nvPr/>
      </p:nvGrpSpPr>
      <p:grpSpPr>
        <a:xfrm>
          <a:off x="0" y="0"/>
          <a:ext cx="0" cy="0"/>
          <a:chOff x="0" y="0"/>
          <a:chExt cx="0" cy="0"/>
        </a:xfrm>
      </p:grpSpPr>
      <p:sp>
        <p:nvSpPr>
          <p:cNvPr id="227" name="Google Shape;227;p6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101141"/>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grpSp>
        <p:nvGrpSpPr>
          <p:cNvPr id="228" name="Google Shape;228;p67"/>
          <p:cNvGrpSpPr/>
          <p:nvPr/>
        </p:nvGrpSpPr>
        <p:grpSpPr>
          <a:xfrm>
            <a:off x="2084388" y="6550025"/>
            <a:ext cx="7059612" cy="49213"/>
            <a:chOff x="2083888" y="6550671"/>
            <a:chExt cx="7060112" cy="48665"/>
          </a:xfrm>
        </p:grpSpPr>
        <p:sp>
          <p:nvSpPr>
            <p:cNvPr id="229" name="Google Shape;229;p67"/>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0" name="Google Shape;230;p67"/>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1" name="Google Shape;231;p67"/>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232" name="Google Shape;232;p67" descr="Picture 7.png"/>
          <p:cNvPicPr preferRelativeResize="0"/>
          <p:nvPr/>
        </p:nvPicPr>
        <p:blipFill rotWithShape="1">
          <a:blip r:embed="rId2">
            <a:alphaModFix/>
          </a:blip>
          <a:srcRect l="1923" b="5333"/>
          <a:stretch/>
        </p:blipFill>
        <p:spPr>
          <a:xfrm>
            <a:off x="6629400" y="0"/>
            <a:ext cx="2193925" cy="692150"/>
          </a:xfrm>
          <a:prstGeom prst="rect">
            <a:avLst/>
          </a:prstGeom>
          <a:noFill/>
          <a:ln>
            <a:noFill/>
          </a:ln>
        </p:spPr>
      </p:pic>
      <p:grpSp>
        <p:nvGrpSpPr>
          <p:cNvPr id="233" name="Google Shape;233;p67"/>
          <p:cNvGrpSpPr/>
          <p:nvPr/>
        </p:nvGrpSpPr>
        <p:grpSpPr>
          <a:xfrm>
            <a:off x="2133600" y="6553200"/>
            <a:ext cx="7010400" cy="46038"/>
            <a:chOff x="1905000" y="6553200"/>
            <a:chExt cx="7010400" cy="45719"/>
          </a:xfrm>
        </p:grpSpPr>
        <p:sp>
          <p:nvSpPr>
            <p:cNvPr id="234" name="Google Shape;234;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5" name="Google Shape;235;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6" name="Google Shape;236;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237" name="Google Shape;237;p67"/>
          <p:cNvGrpSpPr/>
          <p:nvPr/>
        </p:nvGrpSpPr>
        <p:grpSpPr>
          <a:xfrm>
            <a:off x="0" y="1295400"/>
            <a:ext cx="7010400" cy="46038"/>
            <a:chOff x="1905000" y="6553200"/>
            <a:chExt cx="7010400" cy="45719"/>
          </a:xfrm>
        </p:grpSpPr>
        <p:sp>
          <p:nvSpPr>
            <p:cNvPr id="238" name="Google Shape;238;p6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9" name="Google Shape;239;p6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40" name="Google Shape;240;p6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Tahoma"/>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241" name="Google Shape;241;p6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2" name="Google Shape;242;p6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388896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3"/>
        <p:cNvGrpSpPr/>
        <p:nvPr/>
      </p:nvGrpSpPr>
      <p:grpSpPr>
        <a:xfrm>
          <a:off x="0" y="0"/>
          <a:ext cx="0" cy="0"/>
          <a:chOff x="0" y="0"/>
          <a:chExt cx="0" cy="0"/>
        </a:xfrm>
      </p:grpSpPr>
      <p:sp>
        <p:nvSpPr>
          <p:cNvPr id="244" name="Google Shape;244;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5" name="Google Shape;245;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46" name="Google Shape;246;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6" name="Google Shape;208;p61"/>
          <p:cNvSpPr txBox="1">
            <a:spLocks/>
          </p:cNvSpPr>
          <p:nvPr userDrawn="1"/>
        </p:nvSpPr>
        <p:spPr>
          <a:xfrm>
            <a:off x="8532440" y="6237312"/>
            <a:ext cx="611560" cy="293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fld id="{00000000-1234-1234-1234-12341234123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80426340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8"/>
        <p:cNvGrpSpPr/>
        <p:nvPr/>
      </p:nvGrpSpPr>
      <p:grpSpPr>
        <a:xfrm>
          <a:off x="0" y="0"/>
          <a:ext cx="0" cy="0"/>
          <a:chOff x="0" y="0"/>
          <a:chExt cx="0" cy="0"/>
        </a:xfrm>
      </p:grpSpPr>
      <p:sp>
        <p:nvSpPr>
          <p:cNvPr id="249" name="Google Shape;249;p8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0" name="Google Shape;250;p8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51" name="Google Shape;251;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2" name="Google Shape;252;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p:cNvSpPr>
          <p:nvPr userDrawn="1"/>
        </p:nvSpPr>
        <p:spPr>
          <a:xfrm>
            <a:off x="8532440" y="6237312"/>
            <a:ext cx="611560" cy="293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fld id="{00000000-1234-1234-1234-12341234123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70211486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54"/>
        <p:cNvGrpSpPr/>
        <p:nvPr/>
      </p:nvGrpSpPr>
      <p:grpSpPr>
        <a:xfrm>
          <a:off x="0" y="0"/>
          <a:ext cx="0" cy="0"/>
          <a:chOff x="0" y="0"/>
          <a:chExt cx="0" cy="0"/>
        </a:xfrm>
      </p:grpSpPr>
      <p:sp>
        <p:nvSpPr>
          <p:cNvPr id="255" name="Google Shape;255;p92"/>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6" name="Google Shape;256;p9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7" name="Google Shape;257;p92"/>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58" name="Google Shape;258;p92"/>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35519656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59"/>
        <p:cNvGrpSpPr/>
        <p:nvPr/>
      </p:nvGrpSpPr>
      <p:grpSpPr>
        <a:xfrm>
          <a:off x="0" y="0"/>
          <a:ext cx="0" cy="0"/>
          <a:chOff x="0" y="0"/>
          <a:chExt cx="0" cy="0"/>
        </a:xfrm>
      </p:grpSpPr>
      <p:sp>
        <p:nvSpPr>
          <p:cNvPr id="260" name="Google Shape;260;p93"/>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1" name="Google Shape;261;p9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62" name="Google Shape;262;p93"/>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3" name="Google Shape;263;p93"/>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50285696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64"/>
        <p:cNvGrpSpPr/>
        <p:nvPr/>
      </p:nvGrpSpPr>
      <p:grpSpPr>
        <a:xfrm>
          <a:off x="0" y="0"/>
          <a:ext cx="0" cy="0"/>
          <a:chOff x="0" y="0"/>
          <a:chExt cx="0" cy="0"/>
        </a:xfrm>
      </p:grpSpPr>
      <p:sp>
        <p:nvSpPr>
          <p:cNvPr id="265" name="Google Shape;265;p9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6" name="Google Shape;266;p9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7" name="Google Shape;267;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68" name="Google Shape;268;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p:cNvSpPr>
          <p:nvPr userDrawn="1"/>
        </p:nvSpPr>
        <p:spPr>
          <a:xfrm>
            <a:off x="8532440" y="6237312"/>
            <a:ext cx="611560" cy="293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fld id="{00000000-1234-1234-1234-123412341234}" type="slidenum">
              <a:rPr lang="en-US" smtClean="0">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32861214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70"/>
        <p:cNvGrpSpPr/>
        <p:nvPr/>
      </p:nvGrpSpPr>
      <p:grpSpPr>
        <a:xfrm>
          <a:off x="0" y="0"/>
          <a:ext cx="0" cy="0"/>
          <a:chOff x="0" y="0"/>
          <a:chExt cx="0" cy="0"/>
        </a:xfrm>
      </p:grpSpPr>
      <p:sp>
        <p:nvSpPr>
          <p:cNvPr id="271" name="Google Shape;271;p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2" name="Google Shape;272;p9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3" name="Google Shape;273;p9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4" name="Google Shape;274;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75" name="Google Shape;275;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55553587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7"/>
        <p:cNvGrpSpPr/>
        <p:nvPr/>
      </p:nvGrpSpPr>
      <p:grpSpPr>
        <a:xfrm>
          <a:off x="0" y="0"/>
          <a:ext cx="0" cy="0"/>
          <a:chOff x="0" y="0"/>
          <a:chExt cx="0" cy="0"/>
        </a:xfrm>
      </p:grpSpPr>
      <p:sp>
        <p:nvSpPr>
          <p:cNvPr id="278" name="Google Shape;278;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9" name="Google Shape;279;p9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0" name="Google Shape;280;p9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1" name="Google Shape;281;p9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82" name="Google Shape;282;p9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83" name="Google Shape;283;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4" name="Google Shape;284;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0"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6118547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6"/>
        <p:cNvGrpSpPr/>
        <p:nvPr/>
      </p:nvGrpSpPr>
      <p:grpSpPr>
        <a:xfrm>
          <a:off x="0" y="0"/>
          <a:ext cx="0" cy="0"/>
          <a:chOff x="0" y="0"/>
          <a:chExt cx="0" cy="0"/>
        </a:xfrm>
      </p:grpSpPr>
      <p:sp>
        <p:nvSpPr>
          <p:cNvPr id="287" name="Google Shape;287;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88" name="Google Shape;288;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5"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9309282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90"/>
        <p:cNvGrpSpPr/>
        <p:nvPr/>
      </p:nvGrpSpPr>
      <p:grpSpPr>
        <a:xfrm>
          <a:off x="0" y="0"/>
          <a:ext cx="0" cy="0"/>
          <a:chOff x="0" y="0"/>
          <a:chExt cx="0" cy="0"/>
        </a:xfrm>
      </p:grpSpPr>
      <p:sp>
        <p:nvSpPr>
          <p:cNvPr id="291" name="Google Shape;291;p9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2" name="Google Shape;292;p9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293" name="Google Shape;293;p9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94" name="Google Shape;294;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95" name="Google Shape;295;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534901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297"/>
        <p:cNvGrpSpPr/>
        <p:nvPr/>
      </p:nvGrpSpPr>
      <p:grpSpPr>
        <a:xfrm>
          <a:off x="0" y="0"/>
          <a:ext cx="0" cy="0"/>
          <a:chOff x="0" y="0"/>
          <a:chExt cx="0" cy="0"/>
        </a:xfrm>
      </p:grpSpPr>
      <p:sp>
        <p:nvSpPr>
          <p:cNvPr id="298" name="Google Shape;298;p9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9" name="Google Shape;299;p99"/>
          <p:cNvSpPr>
            <a:spLocks noGrp="1"/>
          </p:cNvSpPr>
          <p:nvPr>
            <p:ph type="pic" idx="2"/>
          </p:nvPr>
        </p:nvSpPr>
        <p:spPr>
          <a:xfrm>
            <a:off x="1792288" y="612775"/>
            <a:ext cx="5486400" cy="4114800"/>
          </a:xfrm>
          <a:prstGeom prst="rect">
            <a:avLst/>
          </a:prstGeom>
          <a:noFill/>
          <a:ln>
            <a:noFill/>
          </a:ln>
        </p:spPr>
      </p:sp>
      <p:sp>
        <p:nvSpPr>
          <p:cNvPr id="300" name="Google Shape;300;p9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01" name="Google Shape;301;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2" name="Google Shape;302;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8"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33104041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304"/>
        <p:cNvGrpSpPr/>
        <p:nvPr/>
      </p:nvGrpSpPr>
      <p:grpSpPr>
        <a:xfrm>
          <a:off x="0" y="0"/>
          <a:ext cx="0" cy="0"/>
          <a:chOff x="0" y="0"/>
          <a:chExt cx="0" cy="0"/>
        </a:xfrm>
      </p:grpSpPr>
      <p:sp>
        <p:nvSpPr>
          <p:cNvPr id="305" name="Google Shape;305;p10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6" name="Google Shape;306;p10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7" name="Google Shape;307;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08" name="Google Shape;308;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36353962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310"/>
        <p:cNvGrpSpPr/>
        <p:nvPr/>
      </p:nvGrpSpPr>
      <p:grpSpPr>
        <a:xfrm>
          <a:off x="0" y="0"/>
          <a:ext cx="0" cy="0"/>
          <a:chOff x="0" y="0"/>
          <a:chExt cx="0" cy="0"/>
        </a:xfrm>
      </p:grpSpPr>
      <p:sp>
        <p:nvSpPr>
          <p:cNvPr id="311" name="Google Shape;311;p10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2" name="Google Shape;312;p10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3" name="Google Shape;313;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314" name="Google Shape;314;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7" name="Google Shape;208;p61"/>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35491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theme" Target="../theme/theme1.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 /><Relationship Id="rId13" Type="http://schemas.openxmlformats.org/officeDocument/2006/relationships/slideLayout" Target="../slideLayouts/slideLayout27.xml" /><Relationship Id="rId3" Type="http://schemas.openxmlformats.org/officeDocument/2006/relationships/slideLayout" Target="../slideLayouts/slideLayout17.xml" /><Relationship Id="rId7" Type="http://schemas.openxmlformats.org/officeDocument/2006/relationships/slideLayout" Target="../slideLayouts/slideLayout21.xml" /><Relationship Id="rId12" Type="http://schemas.openxmlformats.org/officeDocument/2006/relationships/slideLayout" Target="../slideLayouts/slideLayout26.xml" /><Relationship Id="rId2" Type="http://schemas.openxmlformats.org/officeDocument/2006/relationships/slideLayout" Target="../slideLayouts/slideLayout16.xml" /><Relationship Id="rId16" Type="http://schemas.openxmlformats.org/officeDocument/2006/relationships/image" Target="../media/image3.png" /><Relationship Id="rId1" Type="http://schemas.openxmlformats.org/officeDocument/2006/relationships/slideLayout" Target="../slideLayouts/slideLayout15.xml" /><Relationship Id="rId6" Type="http://schemas.openxmlformats.org/officeDocument/2006/relationships/slideLayout" Target="../slideLayouts/slideLayout20.xml" /><Relationship Id="rId11" Type="http://schemas.openxmlformats.org/officeDocument/2006/relationships/slideLayout" Target="../slideLayouts/slideLayout25.xml" /><Relationship Id="rId5" Type="http://schemas.openxmlformats.org/officeDocument/2006/relationships/slideLayout" Target="../slideLayouts/slideLayout19.xml" /><Relationship Id="rId15" Type="http://schemas.openxmlformats.org/officeDocument/2006/relationships/theme" Target="../theme/theme2.xml" /><Relationship Id="rId10" Type="http://schemas.openxmlformats.org/officeDocument/2006/relationships/slideLayout" Target="../slideLayouts/slideLayout24.xml" /><Relationship Id="rId4" Type="http://schemas.openxmlformats.org/officeDocument/2006/relationships/slideLayout" Target="../slideLayouts/slideLayout18.xml" /><Relationship Id="rId9" Type="http://schemas.openxmlformats.org/officeDocument/2006/relationships/slideLayout" Target="../slideLayouts/slideLayout23.xml" /><Relationship Id="rId14" Type="http://schemas.openxmlformats.org/officeDocument/2006/relationships/slideLayout" Target="../slideLayouts/slideLayout28.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 /><Relationship Id="rId13" Type="http://schemas.openxmlformats.org/officeDocument/2006/relationships/slideLayout" Target="../slideLayouts/slideLayout41.xml" /><Relationship Id="rId18" Type="http://schemas.openxmlformats.org/officeDocument/2006/relationships/slideLayout" Target="../slideLayouts/slideLayout46.xml" /><Relationship Id="rId3" Type="http://schemas.openxmlformats.org/officeDocument/2006/relationships/slideLayout" Target="../slideLayouts/slideLayout31.xml" /><Relationship Id="rId7" Type="http://schemas.openxmlformats.org/officeDocument/2006/relationships/slideLayout" Target="../slideLayouts/slideLayout35.xml" /><Relationship Id="rId12" Type="http://schemas.openxmlformats.org/officeDocument/2006/relationships/slideLayout" Target="../slideLayouts/slideLayout40.xml" /><Relationship Id="rId17" Type="http://schemas.openxmlformats.org/officeDocument/2006/relationships/slideLayout" Target="../slideLayouts/slideLayout45.xml" /><Relationship Id="rId2" Type="http://schemas.openxmlformats.org/officeDocument/2006/relationships/slideLayout" Target="../slideLayouts/slideLayout30.xml" /><Relationship Id="rId16" Type="http://schemas.openxmlformats.org/officeDocument/2006/relationships/slideLayout" Target="../slideLayouts/slideLayout44.xml" /><Relationship Id="rId20" Type="http://schemas.openxmlformats.org/officeDocument/2006/relationships/theme" Target="../theme/theme3.xml" /><Relationship Id="rId1" Type="http://schemas.openxmlformats.org/officeDocument/2006/relationships/slideLayout" Target="../slideLayouts/slideLayout29.xml" /><Relationship Id="rId6" Type="http://schemas.openxmlformats.org/officeDocument/2006/relationships/slideLayout" Target="../slideLayouts/slideLayout34.xml" /><Relationship Id="rId11" Type="http://schemas.openxmlformats.org/officeDocument/2006/relationships/slideLayout" Target="../slideLayouts/slideLayout39.xml" /><Relationship Id="rId5" Type="http://schemas.openxmlformats.org/officeDocument/2006/relationships/slideLayout" Target="../slideLayouts/slideLayout33.xml" /><Relationship Id="rId15" Type="http://schemas.openxmlformats.org/officeDocument/2006/relationships/slideLayout" Target="../slideLayouts/slideLayout43.xml" /><Relationship Id="rId10" Type="http://schemas.openxmlformats.org/officeDocument/2006/relationships/slideLayout" Target="../slideLayouts/slideLayout38.xml" /><Relationship Id="rId19" Type="http://schemas.openxmlformats.org/officeDocument/2006/relationships/slideLayout" Target="../slideLayouts/slideLayout47.xml" /><Relationship Id="rId4" Type="http://schemas.openxmlformats.org/officeDocument/2006/relationships/slideLayout" Target="../slideLayouts/slideLayout32.xml" /><Relationship Id="rId9" Type="http://schemas.openxmlformats.org/officeDocument/2006/relationships/slideLayout" Target="../slideLayouts/slideLayout37.xml" /><Relationship Id="rId14" Type="http://schemas.openxmlformats.org/officeDocument/2006/relationships/slideLayout" Target="../slideLayouts/slideLayout42.xml" /></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 /><Relationship Id="rId3" Type="http://schemas.openxmlformats.org/officeDocument/2006/relationships/slideLayout" Target="../slideLayouts/slideLayout50.xml" /><Relationship Id="rId7" Type="http://schemas.openxmlformats.org/officeDocument/2006/relationships/slideLayout" Target="../slideLayouts/slideLayout54.xml" /><Relationship Id="rId2" Type="http://schemas.openxmlformats.org/officeDocument/2006/relationships/slideLayout" Target="../slideLayouts/slideLayout49.xml" /><Relationship Id="rId1" Type="http://schemas.openxmlformats.org/officeDocument/2006/relationships/slideLayout" Target="../slideLayouts/slideLayout48.xml" /><Relationship Id="rId6" Type="http://schemas.openxmlformats.org/officeDocument/2006/relationships/slideLayout" Target="../slideLayouts/slideLayout53.xml" /><Relationship Id="rId5" Type="http://schemas.openxmlformats.org/officeDocument/2006/relationships/slideLayout" Target="../slideLayouts/slideLayout52.xml" /><Relationship Id="rId4" Type="http://schemas.openxmlformats.org/officeDocument/2006/relationships/slideLayout" Target="../slideLayouts/slideLayout51.xml" /></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 /><Relationship Id="rId13" Type="http://schemas.openxmlformats.org/officeDocument/2006/relationships/slideLayout" Target="../slideLayouts/slideLayout67.xml" /><Relationship Id="rId18" Type="http://schemas.openxmlformats.org/officeDocument/2006/relationships/theme" Target="../theme/theme5.xml" /><Relationship Id="rId3" Type="http://schemas.openxmlformats.org/officeDocument/2006/relationships/slideLayout" Target="../slideLayouts/slideLayout57.xml" /><Relationship Id="rId7" Type="http://schemas.openxmlformats.org/officeDocument/2006/relationships/slideLayout" Target="../slideLayouts/slideLayout61.xml" /><Relationship Id="rId12" Type="http://schemas.openxmlformats.org/officeDocument/2006/relationships/slideLayout" Target="../slideLayouts/slideLayout66.xml" /><Relationship Id="rId17" Type="http://schemas.openxmlformats.org/officeDocument/2006/relationships/slideLayout" Target="../slideLayouts/slideLayout71.xml" /><Relationship Id="rId2" Type="http://schemas.openxmlformats.org/officeDocument/2006/relationships/slideLayout" Target="../slideLayouts/slideLayout56.xml" /><Relationship Id="rId16" Type="http://schemas.openxmlformats.org/officeDocument/2006/relationships/slideLayout" Target="../slideLayouts/slideLayout70.xml" /><Relationship Id="rId1" Type="http://schemas.openxmlformats.org/officeDocument/2006/relationships/slideLayout" Target="../slideLayouts/slideLayout55.xml" /><Relationship Id="rId6" Type="http://schemas.openxmlformats.org/officeDocument/2006/relationships/slideLayout" Target="../slideLayouts/slideLayout60.xml" /><Relationship Id="rId11" Type="http://schemas.openxmlformats.org/officeDocument/2006/relationships/slideLayout" Target="../slideLayouts/slideLayout65.xml" /><Relationship Id="rId5" Type="http://schemas.openxmlformats.org/officeDocument/2006/relationships/slideLayout" Target="../slideLayouts/slideLayout59.xml" /><Relationship Id="rId15" Type="http://schemas.openxmlformats.org/officeDocument/2006/relationships/slideLayout" Target="../slideLayouts/slideLayout69.xml" /><Relationship Id="rId10" Type="http://schemas.openxmlformats.org/officeDocument/2006/relationships/slideLayout" Target="../slideLayouts/slideLayout64.xml" /><Relationship Id="rId4" Type="http://schemas.openxmlformats.org/officeDocument/2006/relationships/slideLayout" Target="../slideLayouts/slideLayout58.xml" /><Relationship Id="rId9" Type="http://schemas.openxmlformats.org/officeDocument/2006/relationships/slideLayout" Target="../slideLayouts/slideLayout63.xml" /><Relationship Id="rId14" Type="http://schemas.openxmlformats.org/officeDocument/2006/relationships/slideLayout" Target="../slideLayouts/slideLayout68.xml" /></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9.xml" /><Relationship Id="rId3" Type="http://schemas.openxmlformats.org/officeDocument/2006/relationships/slideLayout" Target="../slideLayouts/slideLayout74.xml" /><Relationship Id="rId7" Type="http://schemas.openxmlformats.org/officeDocument/2006/relationships/slideLayout" Target="../slideLayouts/slideLayout78.xml" /><Relationship Id="rId2" Type="http://schemas.openxmlformats.org/officeDocument/2006/relationships/slideLayout" Target="../slideLayouts/slideLayout73.xml" /><Relationship Id="rId1" Type="http://schemas.openxmlformats.org/officeDocument/2006/relationships/slideLayout" Target="../slideLayouts/slideLayout72.xml" /><Relationship Id="rId6" Type="http://schemas.openxmlformats.org/officeDocument/2006/relationships/slideLayout" Target="../slideLayouts/slideLayout77.xml" /><Relationship Id="rId5" Type="http://schemas.openxmlformats.org/officeDocument/2006/relationships/slideLayout" Target="../slideLayouts/slideLayout76.xml" /><Relationship Id="rId4" Type="http://schemas.openxmlformats.org/officeDocument/2006/relationships/slideLayout" Target="../slideLayouts/slideLayout75.xml" /><Relationship Id="rId9" Type="http://schemas.openxmlformats.org/officeDocument/2006/relationships/theme" Target="../theme/theme6.xml" /></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7.xml" /><Relationship Id="rId13" Type="http://schemas.openxmlformats.org/officeDocument/2006/relationships/slideLayout" Target="../slideLayouts/slideLayout92.xml" /><Relationship Id="rId3" Type="http://schemas.openxmlformats.org/officeDocument/2006/relationships/slideLayout" Target="../slideLayouts/slideLayout82.xml" /><Relationship Id="rId7" Type="http://schemas.openxmlformats.org/officeDocument/2006/relationships/slideLayout" Target="../slideLayouts/slideLayout86.xml" /><Relationship Id="rId12" Type="http://schemas.openxmlformats.org/officeDocument/2006/relationships/slideLayout" Target="../slideLayouts/slideLayout91.xml" /><Relationship Id="rId17" Type="http://schemas.openxmlformats.org/officeDocument/2006/relationships/image" Target="../media/image3.png" /><Relationship Id="rId2" Type="http://schemas.openxmlformats.org/officeDocument/2006/relationships/slideLayout" Target="../slideLayouts/slideLayout81.xml" /><Relationship Id="rId16" Type="http://schemas.openxmlformats.org/officeDocument/2006/relationships/theme" Target="../theme/theme7.xml" /><Relationship Id="rId1" Type="http://schemas.openxmlformats.org/officeDocument/2006/relationships/slideLayout" Target="../slideLayouts/slideLayout80.xml" /><Relationship Id="rId6" Type="http://schemas.openxmlformats.org/officeDocument/2006/relationships/slideLayout" Target="../slideLayouts/slideLayout85.xml" /><Relationship Id="rId11" Type="http://schemas.openxmlformats.org/officeDocument/2006/relationships/slideLayout" Target="../slideLayouts/slideLayout90.xml" /><Relationship Id="rId5" Type="http://schemas.openxmlformats.org/officeDocument/2006/relationships/slideLayout" Target="../slideLayouts/slideLayout84.xml" /><Relationship Id="rId15" Type="http://schemas.openxmlformats.org/officeDocument/2006/relationships/slideLayout" Target="../slideLayouts/slideLayout94.xml" /><Relationship Id="rId10" Type="http://schemas.openxmlformats.org/officeDocument/2006/relationships/slideLayout" Target="../slideLayouts/slideLayout89.xml" /><Relationship Id="rId4" Type="http://schemas.openxmlformats.org/officeDocument/2006/relationships/slideLayout" Target="../slideLayouts/slideLayout83.xml" /><Relationship Id="rId9" Type="http://schemas.openxmlformats.org/officeDocument/2006/relationships/slideLayout" Target="../slideLayouts/slideLayout88.xml" /><Relationship Id="rId14" Type="http://schemas.openxmlformats.org/officeDocument/2006/relationships/slideLayout" Target="../slideLayouts/slideLayout93.xml" /></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2.xml" /><Relationship Id="rId13" Type="http://schemas.openxmlformats.org/officeDocument/2006/relationships/slideLayout" Target="../slideLayouts/slideLayout107.xml" /><Relationship Id="rId3" Type="http://schemas.openxmlformats.org/officeDocument/2006/relationships/slideLayout" Target="../slideLayouts/slideLayout97.xml" /><Relationship Id="rId7" Type="http://schemas.openxmlformats.org/officeDocument/2006/relationships/slideLayout" Target="../slideLayouts/slideLayout101.xml" /><Relationship Id="rId12" Type="http://schemas.openxmlformats.org/officeDocument/2006/relationships/slideLayout" Target="../slideLayouts/slideLayout106.xml" /><Relationship Id="rId2" Type="http://schemas.openxmlformats.org/officeDocument/2006/relationships/slideLayout" Target="../slideLayouts/slideLayout96.xml" /><Relationship Id="rId1" Type="http://schemas.openxmlformats.org/officeDocument/2006/relationships/slideLayout" Target="../slideLayouts/slideLayout95.xml" /><Relationship Id="rId6" Type="http://schemas.openxmlformats.org/officeDocument/2006/relationships/slideLayout" Target="../slideLayouts/slideLayout100.xml" /><Relationship Id="rId11" Type="http://schemas.openxmlformats.org/officeDocument/2006/relationships/slideLayout" Target="../slideLayouts/slideLayout105.xml" /><Relationship Id="rId5" Type="http://schemas.openxmlformats.org/officeDocument/2006/relationships/slideLayout" Target="../slideLayouts/slideLayout99.xml" /><Relationship Id="rId10" Type="http://schemas.openxmlformats.org/officeDocument/2006/relationships/slideLayout" Target="../slideLayouts/slideLayout104.xml" /><Relationship Id="rId4" Type="http://schemas.openxmlformats.org/officeDocument/2006/relationships/slideLayout" Target="../slideLayouts/slideLayout98.xml" /><Relationship Id="rId9" Type="http://schemas.openxmlformats.org/officeDocument/2006/relationships/slideLayout" Target="../slideLayouts/slideLayout103.xml" /><Relationship Id="rId14" Type="http://schemas.openxmlformats.org/officeDocument/2006/relationships/theme" Target="../theme/theme8.xml" /></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5.xml" /><Relationship Id="rId13" Type="http://schemas.openxmlformats.org/officeDocument/2006/relationships/slideLayout" Target="../slideLayouts/slideLayout120.xml" /><Relationship Id="rId3" Type="http://schemas.openxmlformats.org/officeDocument/2006/relationships/slideLayout" Target="../slideLayouts/slideLayout110.xml" /><Relationship Id="rId7" Type="http://schemas.openxmlformats.org/officeDocument/2006/relationships/slideLayout" Target="../slideLayouts/slideLayout114.xml" /><Relationship Id="rId12" Type="http://schemas.openxmlformats.org/officeDocument/2006/relationships/slideLayout" Target="../slideLayouts/slideLayout119.xml" /><Relationship Id="rId2" Type="http://schemas.openxmlformats.org/officeDocument/2006/relationships/slideLayout" Target="../slideLayouts/slideLayout109.xml" /><Relationship Id="rId1" Type="http://schemas.openxmlformats.org/officeDocument/2006/relationships/slideLayout" Target="../slideLayouts/slideLayout108.xml" /><Relationship Id="rId6" Type="http://schemas.openxmlformats.org/officeDocument/2006/relationships/slideLayout" Target="../slideLayouts/slideLayout113.xml" /><Relationship Id="rId11" Type="http://schemas.openxmlformats.org/officeDocument/2006/relationships/slideLayout" Target="../slideLayouts/slideLayout118.xml" /><Relationship Id="rId5" Type="http://schemas.openxmlformats.org/officeDocument/2006/relationships/slideLayout" Target="../slideLayouts/slideLayout112.xml" /><Relationship Id="rId15" Type="http://schemas.openxmlformats.org/officeDocument/2006/relationships/image" Target="../media/image3.png" /><Relationship Id="rId10" Type="http://schemas.openxmlformats.org/officeDocument/2006/relationships/slideLayout" Target="../slideLayouts/slideLayout117.xml" /><Relationship Id="rId4" Type="http://schemas.openxmlformats.org/officeDocument/2006/relationships/slideLayout" Target="../slideLayouts/slideLayout111.xml" /><Relationship Id="rId9" Type="http://schemas.openxmlformats.org/officeDocument/2006/relationships/slideLayout" Target="../slideLayouts/slideLayout116.xml" /><Relationship Id="rId14" Type="http://schemas.openxmlformats.org/officeDocument/2006/relationships/theme" Target="../theme/theme9.xml" /></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8.xml" /><Relationship Id="rId13" Type="http://schemas.openxmlformats.org/officeDocument/2006/relationships/slideLayout" Target="../slideLayouts/slideLayout133.xml" /><Relationship Id="rId3" Type="http://schemas.openxmlformats.org/officeDocument/2006/relationships/slideLayout" Target="../slideLayouts/slideLayout123.xml" /><Relationship Id="rId7" Type="http://schemas.openxmlformats.org/officeDocument/2006/relationships/slideLayout" Target="../slideLayouts/slideLayout127.xml" /><Relationship Id="rId12" Type="http://schemas.openxmlformats.org/officeDocument/2006/relationships/slideLayout" Target="../slideLayouts/slideLayout132.xml" /><Relationship Id="rId17" Type="http://schemas.openxmlformats.org/officeDocument/2006/relationships/image" Target="../media/image3.png" /><Relationship Id="rId2" Type="http://schemas.openxmlformats.org/officeDocument/2006/relationships/slideLayout" Target="../slideLayouts/slideLayout122.xml" /><Relationship Id="rId16" Type="http://schemas.openxmlformats.org/officeDocument/2006/relationships/theme" Target="../theme/theme10.xml" /><Relationship Id="rId1" Type="http://schemas.openxmlformats.org/officeDocument/2006/relationships/slideLayout" Target="../slideLayouts/slideLayout121.xml" /><Relationship Id="rId6" Type="http://schemas.openxmlformats.org/officeDocument/2006/relationships/slideLayout" Target="../slideLayouts/slideLayout126.xml" /><Relationship Id="rId11" Type="http://schemas.openxmlformats.org/officeDocument/2006/relationships/slideLayout" Target="../slideLayouts/slideLayout131.xml" /><Relationship Id="rId5" Type="http://schemas.openxmlformats.org/officeDocument/2006/relationships/slideLayout" Target="../slideLayouts/slideLayout125.xml" /><Relationship Id="rId15" Type="http://schemas.openxmlformats.org/officeDocument/2006/relationships/slideLayout" Target="../slideLayouts/slideLayout135.xml" /><Relationship Id="rId10" Type="http://schemas.openxmlformats.org/officeDocument/2006/relationships/slideLayout" Target="../slideLayouts/slideLayout130.xml" /><Relationship Id="rId4" Type="http://schemas.openxmlformats.org/officeDocument/2006/relationships/slideLayout" Target="../slideLayouts/slideLayout124.xml" /><Relationship Id="rId9" Type="http://schemas.openxmlformats.org/officeDocument/2006/relationships/slideLayout" Target="../slideLayouts/slideLayout129.xml" /><Relationship Id="rId14" Type="http://schemas.openxmlformats.org/officeDocument/2006/relationships/slideLayout" Target="../slideLayouts/slideLayout13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 name="Google Shape;14;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6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65"/>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Pilani Campus</a:t>
            </a:r>
            <a:endParaRPr/>
          </a:p>
        </p:txBody>
      </p:sp>
      <p:pic>
        <p:nvPicPr>
          <p:cNvPr id="195" name="Google Shape;195;p65" descr="Picture 7.png"/>
          <p:cNvPicPr preferRelativeResize="0"/>
          <p:nvPr/>
        </p:nvPicPr>
        <p:blipFill rotWithShape="1">
          <a:blip r:embed="rId16">
            <a:alphaModFix/>
          </a:blip>
          <a:srcRect l="1923" b="5335"/>
          <a:stretch/>
        </p:blipFill>
        <p:spPr>
          <a:xfrm>
            <a:off x="6629400" y="-1"/>
            <a:ext cx="2193193" cy="692697"/>
          </a:xfrm>
          <a:prstGeom prst="rect">
            <a:avLst/>
          </a:prstGeom>
          <a:noFill/>
          <a:ln>
            <a:noFill/>
          </a:ln>
        </p:spPr>
      </p:pic>
      <p:grpSp>
        <p:nvGrpSpPr>
          <p:cNvPr id="196" name="Google Shape;196;p65"/>
          <p:cNvGrpSpPr/>
          <p:nvPr/>
        </p:nvGrpSpPr>
        <p:grpSpPr>
          <a:xfrm>
            <a:off x="2133600" y="6553200"/>
            <a:ext cx="7010400" cy="45719"/>
            <a:chOff x="1905000" y="6553200"/>
            <a:chExt cx="7010400" cy="45719"/>
          </a:xfrm>
        </p:grpSpPr>
        <p:sp>
          <p:nvSpPr>
            <p:cNvPr id="197" name="Google Shape;197;p65"/>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198" name="Google Shape;198;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199" name="Google Shape;199;p65"/>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grpSp>
        <p:nvGrpSpPr>
          <p:cNvPr id="200" name="Google Shape;200;p65"/>
          <p:cNvGrpSpPr/>
          <p:nvPr/>
        </p:nvGrpSpPr>
        <p:grpSpPr>
          <a:xfrm>
            <a:off x="0" y="1295400"/>
            <a:ext cx="7010400" cy="45719"/>
            <a:chOff x="1905000" y="6553200"/>
            <a:chExt cx="7010400" cy="45719"/>
          </a:xfrm>
        </p:grpSpPr>
        <p:sp>
          <p:nvSpPr>
            <p:cNvPr id="201" name="Google Shape;201;p65"/>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202" name="Google Shape;202;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sp>
          <p:nvSpPr>
            <p:cNvPr id="203" name="Google Shape;203;p65"/>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Tahoma"/>
                <a:ea typeface="Tahoma"/>
                <a:cs typeface="Tahoma"/>
                <a:sym typeface="Tahoma"/>
              </a:endParaRPr>
            </a:p>
          </p:txBody>
        </p:sp>
      </p:grpSp>
    </p:spTree>
  </p:cSld>
  <p:clrMap bg1="lt1" tx1="dk1" bg2="dk2" tx2="lt2" accent1="accent1" accent2="accent2" accent3="accent3" accent4="accent4" accent5="accent5" accent6="accent6" hlink="hlink" folHlink="folHlink"/>
  <p:sldLayoutIdLst>
    <p:sldLayoutId id="2147483664"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71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sp>
        <p:nvSpPr>
          <p:cNvPr id="308" name="Google Shape;308;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9" name="Google Shape;309;p6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0" name="Google Shape;31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11" name="Google Shape;31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12" name="Google Shape;312;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706" r:id="rId14"/>
    <p:sldLayoutId id="2147483707" r:id="rId15"/>
    <p:sldLayoutId id="2147483708" r:id="rId16"/>
    <p:sldLayoutId id="2147483709" r:id="rId17"/>
    <p:sldLayoutId id="2147483710" r:id="rId18"/>
    <p:sldLayoutId id="2147483711"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866" y="275590"/>
            <a:ext cx="6746468" cy="799033"/>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335686" y="1274445"/>
            <a:ext cx="8536305" cy="357886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356729" y="6642478"/>
            <a:ext cx="1709420" cy="182549"/>
          </a:xfrm>
          <a:prstGeom prst="rect">
            <a:avLst/>
          </a:prstGeom>
        </p:spPr>
        <p:txBody>
          <a:bodyPr wrap="square" lIns="0" tIns="0" rIns="0" bIns="0">
            <a:spAutoFit/>
          </a:bodyPr>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a:xfrm>
            <a:off x="7356729" y="6286011"/>
            <a:ext cx="1709420" cy="539115"/>
          </a:xfrm>
          <a:prstGeom prst="rect">
            <a:avLst/>
          </a:prstGeom>
        </p:spPr>
        <p:txBody>
          <a:bodyPr wrap="square" lIns="0" tIns="0" rIns="0" bIns="0">
            <a:spAutoFit/>
          </a:bodyPr>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310898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1" r:id="rId6"/>
    <p:sldLayoutId id="2147483725" r:id="rId7"/>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pPr defTabSz="685800">
              <a:buClrTx/>
              <a:defRPr/>
            </a:pPr>
            <a:endParaRPr lang="en-US" kern="1200" dirty="0">
              <a:solidFill>
                <a:prstClr val="black">
                  <a:tint val="75000"/>
                </a:prstClr>
              </a:solidFill>
              <a:ea typeface="+mn-ea"/>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pPr defTabSz="685800">
              <a:buClrTx/>
              <a:defRPr/>
            </a:pPr>
            <a:endParaRPr lang="en-US" kern="1200">
              <a:solidFill>
                <a:prstClr val="black">
                  <a:tint val="75000"/>
                </a:prstClr>
              </a:solidFill>
              <a:ea typeface="+mn-ea"/>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Arial" pitchFamily="34" charset="0"/>
                <a:cs typeface="Arial" pitchFamily="34" charset="0"/>
              </a:defRPr>
            </a:lvl1pPr>
          </a:lstStyle>
          <a:p>
            <a:pPr defTabSz="685800">
              <a:buClrTx/>
              <a:defRPr/>
            </a:pPr>
            <a:fld id="{F5CC805C-92E3-4A59-BD78-ADED19E05438}" type="slidenum">
              <a:rPr lang="en-US" kern="1200" smtClean="0">
                <a:solidFill>
                  <a:prstClr val="black">
                    <a:tint val="75000"/>
                  </a:prstClr>
                </a:solidFill>
                <a:ea typeface="+mn-ea"/>
              </a:rPr>
              <a:pPr defTabSz="685800">
                <a:buClrTx/>
                <a:defRPr/>
              </a:pPr>
              <a:t>‹#›</a:t>
            </a:fld>
            <a:endParaRPr lang="en-US" kern="1200" dirty="0">
              <a:solidFill>
                <a:prstClr val="black">
                  <a:tint val="75000"/>
                </a:prstClr>
              </a:solidFill>
              <a:ea typeface="+mn-ea"/>
            </a:endParaRPr>
          </a:p>
        </p:txBody>
      </p:sp>
    </p:spTree>
    <p:extLst>
      <p:ext uri="{BB962C8B-B14F-4D97-AF65-F5344CB8AC3E}">
        <p14:creationId xmlns:p14="http://schemas.microsoft.com/office/powerpoint/2010/main" val="31539608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hf hdr="0" ftr="0" dt="0"/>
  <p:txStyles>
    <p:titleStyle>
      <a:lvl1pPr algn="l" rtl="0" eaLnBrk="0" fontAlgn="base" hangingPunct="0">
        <a:spcBef>
          <a:spcPct val="0"/>
        </a:spcBef>
        <a:spcAft>
          <a:spcPct val="0"/>
        </a:spcAft>
        <a:defRPr sz="3000" b="1" kern="1200" spc="-113">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3000" b="1">
          <a:solidFill>
            <a:schemeClr val="tx1"/>
          </a:solidFill>
          <a:latin typeface="Arial" pitchFamily="34" charset="0"/>
          <a:cs typeface="Arial" pitchFamily="34" charset="0"/>
        </a:defRPr>
      </a:lvl2pPr>
      <a:lvl3pPr algn="l" rtl="0" eaLnBrk="0" fontAlgn="base" hangingPunct="0">
        <a:spcBef>
          <a:spcPct val="0"/>
        </a:spcBef>
        <a:spcAft>
          <a:spcPct val="0"/>
        </a:spcAft>
        <a:defRPr sz="3000" b="1">
          <a:solidFill>
            <a:schemeClr val="tx1"/>
          </a:solidFill>
          <a:latin typeface="Arial" pitchFamily="34" charset="0"/>
          <a:cs typeface="Arial" pitchFamily="34" charset="0"/>
        </a:defRPr>
      </a:lvl3pPr>
      <a:lvl4pPr algn="l" rtl="0" eaLnBrk="0" fontAlgn="base" hangingPunct="0">
        <a:spcBef>
          <a:spcPct val="0"/>
        </a:spcBef>
        <a:spcAft>
          <a:spcPct val="0"/>
        </a:spcAft>
        <a:defRPr sz="3000" b="1">
          <a:solidFill>
            <a:schemeClr val="tx1"/>
          </a:solidFill>
          <a:latin typeface="Arial" pitchFamily="34" charset="0"/>
          <a:cs typeface="Arial" pitchFamily="34" charset="0"/>
        </a:defRPr>
      </a:lvl4pPr>
      <a:lvl5pPr algn="l" rtl="0" eaLnBrk="0" fontAlgn="base" hangingPunct="0">
        <a:spcBef>
          <a:spcPct val="0"/>
        </a:spcBef>
        <a:spcAft>
          <a:spcPct val="0"/>
        </a:spcAft>
        <a:defRPr sz="3000" b="1">
          <a:solidFill>
            <a:schemeClr val="tx1"/>
          </a:solidFill>
          <a:latin typeface="Arial" pitchFamily="34" charset="0"/>
          <a:cs typeface="Arial" pitchFamily="34" charset="0"/>
        </a:defRPr>
      </a:lvl5pPr>
      <a:lvl6pPr marL="342900" algn="l" rtl="0" fontAlgn="base">
        <a:spcBef>
          <a:spcPct val="0"/>
        </a:spcBef>
        <a:spcAft>
          <a:spcPct val="0"/>
        </a:spcAft>
        <a:defRPr sz="3000" b="1">
          <a:solidFill>
            <a:schemeClr val="tx1"/>
          </a:solidFill>
          <a:latin typeface="Arial" pitchFamily="34" charset="0"/>
          <a:cs typeface="Arial" pitchFamily="34" charset="0"/>
        </a:defRPr>
      </a:lvl6pPr>
      <a:lvl7pPr marL="685800" algn="l" rtl="0" fontAlgn="base">
        <a:spcBef>
          <a:spcPct val="0"/>
        </a:spcBef>
        <a:spcAft>
          <a:spcPct val="0"/>
        </a:spcAft>
        <a:defRPr sz="3000" b="1">
          <a:solidFill>
            <a:schemeClr val="tx1"/>
          </a:solidFill>
          <a:latin typeface="Arial" pitchFamily="34" charset="0"/>
          <a:cs typeface="Arial" pitchFamily="34" charset="0"/>
        </a:defRPr>
      </a:lvl7pPr>
      <a:lvl8pPr marL="1028700" algn="l" rtl="0" fontAlgn="base">
        <a:spcBef>
          <a:spcPct val="0"/>
        </a:spcBef>
        <a:spcAft>
          <a:spcPct val="0"/>
        </a:spcAft>
        <a:defRPr sz="3000" b="1">
          <a:solidFill>
            <a:schemeClr val="tx1"/>
          </a:solidFill>
          <a:latin typeface="Arial" pitchFamily="34" charset="0"/>
          <a:cs typeface="Arial" pitchFamily="34" charset="0"/>
        </a:defRPr>
      </a:lvl8pPr>
      <a:lvl9pPr marL="1371600" algn="l" rtl="0" fontAlgn="base">
        <a:spcBef>
          <a:spcPct val="0"/>
        </a:spcBef>
        <a:spcAft>
          <a:spcPct val="0"/>
        </a:spcAft>
        <a:defRPr sz="3000" b="1">
          <a:solidFill>
            <a:schemeClr val="tx1"/>
          </a:solidFill>
          <a:latin typeface="Arial" pitchFamily="34" charset="0"/>
          <a:cs typeface="Arial" pitchFamily="34"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Arial" pitchFamily="34" charset="0"/>
          <a:ea typeface="+mn-ea"/>
          <a:cs typeface="Arial" pitchFamily="34" charset="0"/>
        </a:defRPr>
      </a:lvl2pPr>
      <a:lvl3pPr marL="857250" indent="-171450" algn="l" rtl="0" eaLnBrk="0" fontAlgn="base" hangingPunct="0">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866" y="275590"/>
            <a:ext cx="6746468" cy="799033"/>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335686" y="1274445"/>
            <a:ext cx="8536305" cy="357886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356729" y="6642478"/>
            <a:ext cx="1709420" cy="182549"/>
          </a:xfrm>
          <a:prstGeom prst="rect">
            <a:avLst/>
          </a:prstGeom>
        </p:spPr>
        <p:txBody>
          <a:bodyPr wrap="square" lIns="0" tIns="0" rIns="0" bIns="0">
            <a:spAutoFit/>
          </a:bodyPr>
          <a:lstStyle>
            <a:lvl1pPr>
              <a:defRPr sz="1100" b="0" i="0">
                <a:solidFill>
                  <a:srgbClr val="0F1141"/>
                </a:solidFill>
                <a:latin typeface="Arial"/>
                <a:cs typeface="Arial"/>
              </a:defRPr>
            </a:lvl1p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10" normalizeH="0" baseline="0" noProof="0" dirty="0">
              <a:ln>
                <a:noFill/>
              </a:ln>
              <a:solidFill>
                <a:srgbClr val="0F1141"/>
              </a:solidFill>
              <a:effectLst/>
              <a:uLnTx/>
              <a:uFillTx/>
              <a:latin typeface="Arial"/>
              <a:cs typeface="Arial"/>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tint val="75000"/>
                </a:prstClr>
              </a:solidFill>
              <a:effectLst/>
              <a:uLnTx/>
              <a:uFillTx/>
            </a:endParaRPr>
          </a:p>
        </p:txBody>
      </p:sp>
      <p:sp>
        <p:nvSpPr>
          <p:cNvPr id="6" name="Holder 6"/>
          <p:cNvSpPr>
            <a:spLocks noGrp="1"/>
          </p:cNvSpPr>
          <p:nvPr>
            <p:ph type="sldNum" sz="quarter" idx="7"/>
          </p:nvPr>
        </p:nvSpPr>
        <p:spPr>
          <a:xfrm>
            <a:off x="7356729" y="6286011"/>
            <a:ext cx="1709420" cy="539115"/>
          </a:xfrm>
          <a:prstGeom prst="rect">
            <a:avLst/>
          </a:prstGeom>
        </p:spPr>
        <p:txBody>
          <a:bodyPr wrap="square" lIns="0" tIns="0" rIns="0" bIns="0">
            <a:spAutoFit/>
          </a:bodyPr>
          <a:lstStyle>
            <a:lvl1pPr>
              <a:defRPr sz="1600" b="1" i="0">
                <a:solidFill>
                  <a:schemeClr val="tx1"/>
                </a:solidFill>
                <a:latin typeface="Times New Roman"/>
                <a:cs typeface="Times New Roman"/>
              </a:defRPr>
            </a:lvl1pPr>
          </a:lstStyle>
          <a:p>
            <a:pPr marL="0" marR="224154" lvl="0" indent="0" algn="r" defTabSz="914400" eaLnBrk="1" fontAlgn="auto" latinLnBrk="0" hangingPunct="1">
              <a:lnSpc>
                <a:spcPts val="1855"/>
              </a:lnSpc>
              <a:spcBef>
                <a:spcPts val="0"/>
              </a:spcBef>
              <a:spcAft>
                <a:spcPts val="0"/>
              </a:spcAft>
              <a:buClrTx/>
              <a:buSzTx/>
              <a:buFontTx/>
              <a:buNone/>
              <a:tabLst/>
              <a:defRPr/>
            </a:pPr>
            <a:fld id="{81D60167-4931-47E6-BA6A-407CBD079E47}" type="slidenum">
              <a:rPr kumimoji="0" sz="1600" b="1" i="0" u="none" strike="noStrike" kern="0" cap="none" spc="-25" normalizeH="0" baseline="0" noProof="0" dirty="0">
                <a:ln>
                  <a:noFill/>
                </a:ln>
                <a:solidFill>
                  <a:prstClr val="black"/>
                </a:solidFill>
                <a:effectLst/>
                <a:uLnTx/>
                <a:uFillTx/>
                <a:latin typeface="Times New Roman"/>
                <a:cs typeface="Times New Roman"/>
              </a:rPr>
              <a:pPr marL="0" marR="224154" lvl="0" indent="0" algn="r" defTabSz="914400" eaLnBrk="1" fontAlgn="auto" latinLnBrk="0" hangingPunct="1">
                <a:lnSpc>
                  <a:spcPts val="1855"/>
                </a:lnSpc>
                <a:spcBef>
                  <a:spcPts val="0"/>
                </a:spcBef>
                <a:spcAft>
                  <a:spcPts val="0"/>
                </a:spcAft>
                <a:buClrTx/>
                <a:buSzTx/>
                <a:buFontTx/>
                <a:buNone/>
                <a:tabLst/>
                <a:defRPr/>
              </a:pPr>
              <a:t>‹#›</a:t>
            </a:fld>
            <a:endParaRPr kumimoji="0" sz="1600" b="1" i="0" u="none" strike="noStrike" kern="0" cap="none" spc="-25" normalizeH="0" baseline="0" noProof="0" dirty="0">
              <a:ln>
                <a:noFill/>
              </a:ln>
              <a:solidFill>
                <a:prstClr val="black"/>
              </a:solidFill>
              <a:effectLst/>
              <a:uLnTx/>
              <a:uFillTx/>
              <a:latin typeface="Times New Roman"/>
              <a:cs typeface="Times New Roman"/>
            </a:endParaRPr>
          </a:p>
          <a:p>
            <a:pPr marL="12700" marR="0" lvl="0" indent="0" defTabSz="914400" eaLnBrk="1" fontAlgn="auto" latinLnBrk="0" hangingPunct="1">
              <a:lnSpc>
                <a:spcPct val="100000"/>
              </a:lnSpc>
              <a:spcBef>
                <a:spcPts val="950"/>
              </a:spcBef>
              <a:spcAft>
                <a:spcPts val="0"/>
              </a:spcAft>
              <a:buClrTx/>
              <a:buSzTx/>
              <a:buFontTx/>
              <a:buNone/>
              <a:tabLst/>
              <a:defRPr/>
            </a:pPr>
            <a:r>
              <a:rPr kumimoji="0" sz="1100" b="1" i="0" u="none" strike="noStrike" kern="0" cap="none" spc="0" normalizeH="0" baseline="0" noProof="0" dirty="0">
                <a:ln>
                  <a:noFill/>
                </a:ln>
                <a:solidFill>
                  <a:srgbClr val="0F1141"/>
                </a:solidFill>
                <a:effectLst/>
                <a:uLnTx/>
                <a:uFillTx/>
                <a:latin typeface="Arial"/>
                <a:cs typeface="Arial"/>
              </a:rPr>
              <a:t>BITS</a:t>
            </a:r>
            <a:r>
              <a:rPr kumimoji="0" sz="1100" b="1" i="0" u="none" strike="noStrike" kern="0" cap="none" spc="-40"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45" normalizeH="0" baseline="0" noProof="0" dirty="0">
                <a:ln>
                  <a:noFill/>
                </a:ln>
                <a:solidFill>
                  <a:srgbClr val="0F1141"/>
                </a:solidFill>
                <a:effectLst/>
                <a:uLnTx/>
                <a:uFillTx/>
                <a:latin typeface="Arial"/>
                <a:cs typeface="Arial"/>
              </a:rPr>
              <a:t> </a:t>
            </a:r>
            <a:r>
              <a:rPr kumimoji="0" sz="1100" b="0" i="0" u="none" strike="noStrike" kern="0" cap="none" spc="0" normalizeH="0" baseline="0" noProof="0" dirty="0">
                <a:ln>
                  <a:noFill/>
                </a:ln>
                <a:solidFill>
                  <a:srgbClr val="0F1141"/>
                </a:solidFill>
                <a:effectLst/>
                <a:uLnTx/>
                <a:uFillTx/>
                <a:latin typeface="Arial"/>
                <a:cs typeface="Arial"/>
              </a:rPr>
              <a:t>Pilani</a:t>
            </a:r>
            <a:r>
              <a:rPr kumimoji="0" sz="1100" b="0" i="0" u="none" strike="noStrike" kern="0" cap="none" spc="-25" normalizeH="0" baseline="0" noProof="0" dirty="0">
                <a:ln>
                  <a:noFill/>
                </a:ln>
                <a:solidFill>
                  <a:srgbClr val="0F1141"/>
                </a:solidFill>
                <a:effectLst/>
                <a:uLnTx/>
                <a:uFillTx/>
                <a:latin typeface="Arial"/>
                <a:cs typeface="Arial"/>
              </a:rPr>
              <a:t> </a:t>
            </a:r>
            <a:r>
              <a:rPr kumimoji="0" sz="1100" b="0" i="0" u="none" strike="noStrike" kern="0" cap="none" spc="-10" normalizeH="0" baseline="0" noProof="0" dirty="0">
                <a:ln>
                  <a:noFill/>
                </a:ln>
                <a:solidFill>
                  <a:srgbClr val="0F1141"/>
                </a:solidFill>
                <a:effectLst/>
                <a:uLnTx/>
                <a:uFillTx/>
                <a:latin typeface="Arial"/>
                <a:cs typeface="Arial"/>
              </a:rPr>
              <a:t>Campus</a:t>
            </a:r>
            <a:endParaRPr kumimoji="0" sz="1100" b="1" i="0" u="none" strike="noStrike" kern="0" cap="none" spc="0" normalizeH="0" baseline="0" noProof="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62019285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1" r:id="rId6"/>
    <p:sldLayoutId id="2147483755" r:id="rId7"/>
    <p:sldLayoutId id="2147483756" r:id="rId8"/>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60"/>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5" name="Google Shape;195;p60" descr="Picture 7.png"/>
          <p:cNvPicPr preferRelativeResize="0"/>
          <p:nvPr/>
        </p:nvPicPr>
        <p:blipFill rotWithShape="1">
          <a:blip r:embed="rId17">
            <a:alphaModFix/>
          </a:blip>
          <a:srcRect l="1923" b="5334"/>
          <a:stretch/>
        </p:blipFill>
        <p:spPr>
          <a:xfrm>
            <a:off x="6629400" y="-1"/>
            <a:ext cx="2193193" cy="692697"/>
          </a:xfrm>
          <a:prstGeom prst="rect">
            <a:avLst/>
          </a:prstGeom>
          <a:noFill/>
          <a:ln>
            <a:noFill/>
          </a:ln>
        </p:spPr>
      </p:pic>
      <p:grpSp>
        <p:nvGrpSpPr>
          <p:cNvPr id="196" name="Google Shape;196;p60"/>
          <p:cNvGrpSpPr/>
          <p:nvPr/>
        </p:nvGrpSpPr>
        <p:grpSpPr>
          <a:xfrm>
            <a:off x="2133600" y="6553200"/>
            <a:ext cx="7010400" cy="45719"/>
            <a:chOff x="1905000" y="6553200"/>
            <a:chExt cx="7010400" cy="45719"/>
          </a:xfrm>
        </p:grpSpPr>
        <p:sp>
          <p:nvSpPr>
            <p:cNvPr id="197" name="Google Shape;197;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8" name="Google Shape;198;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9" name="Google Shape;199;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00" name="Google Shape;200;p60"/>
          <p:cNvGrpSpPr/>
          <p:nvPr/>
        </p:nvGrpSpPr>
        <p:grpSpPr>
          <a:xfrm>
            <a:off x="0" y="1295400"/>
            <a:ext cx="7010400" cy="45719"/>
            <a:chOff x="1905000" y="6553200"/>
            <a:chExt cx="7010400" cy="45719"/>
          </a:xfrm>
        </p:grpSpPr>
        <p:sp>
          <p:nvSpPr>
            <p:cNvPr id="201" name="Google Shape;201;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2" name="Google Shape;202;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3" name="Google Shape;203;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1597595677"/>
      </p:ext>
    </p:extLst>
  </p:cSld>
  <p:clrMap bg1="lt1" tx1="dk1" bg2="dk2" tx2="lt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5"/>
        <p:cNvGrpSpPr/>
        <p:nvPr/>
      </p:nvGrpSpPr>
      <p:grpSpPr>
        <a:xfrm>
          <a:off x="0" y="0"/>
          <a:ext cx="0" cy="0"/>
          <a:chOff x="0" y="0"/>
          <a:chExt cx="0" cy="0"/>
        </a:xfrm>
      </p:grpSpPr>
      <p:sp>
        <p:nvSpPr>
          <p:cNvPr id="946" name="Google Shape;946;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47" name="Google Shape;947;p7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8" name="Google Shape;948;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49" name="Google Shape;949;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888888"/>
              </a:buClr>
              <a:buSzPts val="1400"/>
              <a:buFont typeface="Calibri"/>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50" name="Google Shape;950;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47630469"/>
      </p:ext>
    </p:extLst>
  </p:cSld>
  <p:clrMap bg1="lt1" tx1="dk1" bg2="dk2" tx2="lt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7"/>
        <p:cNvGrpSpPr/>
        <p:nvPr/>
      </p:nvGrpSpPr>
      <p:grpSpPr>
        <a:xfrm>
          <a:off x="0" y="0"/>
          <a:ext cx="0" cy="0"/>
          <a:chOff x="0" y="0"/>
          <a:chExt cx="0" cy="0"/>
        </a:xfrm>
      </p:grpSpPr>
      <p:sp>
        <p:nvSpPr>
          <p:cNvPr id="1048" name="Google Shape;1048;p7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49" name="Google Shape;1049;p77"/>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100" b="0" i="0" u="none" strike="noStrike" kern="0" cap="none" spc="0" normalizeH="0" baseline="0" noProof="0">
              <a:ln>
                <a:noFill/>
              </a:ln>
              <a:solidFill>
                <a:srgbClr val="101141"/>
              </a:solidFill>
              <a:effectLst/>
              <a:uLnTx/>
              <a:uFillTx/>
              <a:latin typeface="Arial"/>
              <a:ea typeface="Arial"/>
              <a:cs typeface="Arial"/>
              <a:sym typeface="Arial"/>
            </a:endParaRPr>
          </a:p>
        </p:txBody>
      </p:sp>
      <p:pic>
        <p:nvPicPr>
          <p:cNvPr id="1050" name="Google Shape;1050;p77" descr="Picture 7.png"/>
          <p:cNvPicPr preferRelativeResize="0"/>
          <p:nvPr/>
        </p:nvPicPr>
        <p:blipFill rotWithShape="1">
          <a:blip r:embed="rId15">
            <a:alphaModFix/>
          </a:blip>
          <a:srcRect l="1923" b="5333"/>
          <a:stretch/>
        </p:blipFill>
        <p:spPr>
          <a:xfrm>
            <a:off x="6629400" y="-1"/>
            <a:ext cx="2193193" cy="692697"/>
          </a:xfrm>
          <a:prstGeom prst="rect">
            <a:avLst/>
          </a:prstGeom>
          <a:noFill/>
          <a:ln>
            <a:noFill/>
          </a:ln>
        </p:spPr>
      </p:pic>
      <p:grpSp>
        <p:nvGrpSpPr>
          <p:cNvPr id="1051" name="Google Shape;1051;p77"/>
          <p:cNvGrpSpPr/>
          <p:nvPr/>
        </p:nvGrpSpPr>
        <p:grpSpPr>
          <a:xfrm>
            <a:off x="2133600" y="6553200"/>
            <a:ext cx="7010400" cy="45719"/>
            <a:chOff x="1905000" y="6553200"/>
            <a:chExt cx="7010400" cy="45719"/>
          </a:xfrm>
        </p:grpSpPr>
        <p:sp>
          <p:nvSpPr>
            <p:cNvPr id="1052" name="Google Shape;1052;p77"/>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3" name="Google Shape;1053;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4" name="Google Shape;1054;p77"/>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055" name="Google Shape;1055;p77"/>
          <p:cNvGrpSpPr/>
          <p:nvPr/>
        </p:nvGrpSpPr>
        <p:grpSpPr>
          <a:xfrm>
            <a:off x="0" y="1295400"/>
            <a:ext cx="7010400" cy="45719"/>
            <a:chOff x="1905000" y="6553200"/>
            <a:chExt cx="7010400" cy="45719"/>
          </a:xfrm>
        </p:grpSpPr>
        <p:sp>
          <p:nvSpPr>
            <p:cNvPr id="1056" name="Google Shape;1056;p77"/>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7" name="Google Shape;1057;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8" name="Google Shape;1058;p77"/>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13" name="Google Shape;208;p61"/>
          <p:cNvSpPr txBox="1">
            <a:spLocks noGrp="1"/>
          </p:cNvSpPr>
          <p:nvPr>
            <p:ph type="sldNum" idx="4"/>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196842642"/>
      </p:ext>
    </p:extLst>
  </p:cSld>
  <p:clrMap bg1="lt1" tx1="dk1" bg2="dk2" tx2="lt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60"/>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5" name="Google Shape;195;p60" descr="Picture 7.png"/>
          <p:cNvPicPr preferRelativeResize="0"/>
          <p:nvPr/>
        </p:nvPicPr>
        <p:blipFill rotWithShape="1">
          <a:blip r:embed="rId17">
            <a:alphaModFix/>
          </a:blip>
          <a:srcRect l="1923" b="5334"/>
          <a:stretch/>
        </p:blipFill>
        <p:spPr>
          <a:xfrm>
            <a:off x="6629400" y="-1"/>
            <a:ext cx="2193193" cy="692697"/>
          </a:xfrm>
          <a:prstGeom prst="rect">
            <a:avLst/>
          </a:prstGeom>
          <a:noFill/>
          <a:ln>
            <a:noFill/>
          </a:ln>
        </p:spPr>
      </p:pic>
      <p:grpSp>
        <p:nvGrpSpPr>
          <p:cNvPr id="196" name="Google Shape;196;p60"/>
          <p:cNvGrpSpPr/>
          <p:nvPr/>
        </p:nvGrpSpPr>
        <p:grpSpPr>
          <a:xfrm>
            <a:off x="2133600" y="6553200"/>
            <a:ext cx="7010400" cy="45719"/>
            <a:chOff x="1905000" y="6553200"/>
            <a:chExt cx="7010400" cy="45719"/>
          </a:xfrm>
        </p:grpSpPr>
        <p:sp>
          <p:nvSpPr>
            <p:cNvPr id="197" name="Google Shape;197;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8" name="Google Shape;198;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9" name="Google Shape;199;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00" name="Google Shape;200;p60"/>
          <p:cNvGrpSpPr/>
          <p:nvPr/>
        </p:nvGrpSpPr>
        <p:grpSpPr>
          <a:xfrm>
            <a:off x="0" y="1295400"/>
            <a:ext cx="7010400" cy="45719"/>
            <a:chOff x="1905000" y="6553200"/>
            <a:chExt cx="7010400" cy="45719"/>
          </a:xfrm>
        </p:grpSpPr>
        <p:sp>
          <p:nvSpPr>
            <p:cNvPr id="201" name="Google Shape;201;p60"/>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2" name="Google Shape;202;p6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3" name="Google Shape;203;p60"/>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13" name="Google Shape;208;p61"/>
          <p:cNvSpPr txBox="1">
            <a:spLocks noGrp="1"/>
          </p:cNvSpPr>
          <p:nvPr>
            <p:ph type="sldNum" idx="4"/>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290734008"/>
      </p:ext>
    </p:extLst>
  </p:cSld>
  <p:clrMap bg1="lt1" tx1="dk1" bg2="dk2" tx2="lt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2.jp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3.xml" /><Relationship Id="rId1" Type="http://schemas.openxmlformats.org/officeDocument/2006/relationships/slideLayout" Target="../slideLayouts/slideLayout121.xml" /><Relationship Id="rId5" Type="http://schemas.openxmlformats.org/officeDocument/2006/relationships/image" Target="../media/image14.png" /><Relationship Id="rId4" Type="http://schemas.openxmlformats.org/officeDocument/2006/relationships/customXml" Target="../ink/ink1.xml" /></Relationships>
</file>

<file path=ppt/slides/_rels/slide4.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4.xml" /><Relationship Id="rId1" Type="http://schemas.openxmlformats.org/officeDocument/2006/relationships/slideLayout" Target="../slideLayouts/slideLayout83.xml" /></Relationships>
</file>

<file path=ppt/slides/_rels/slide5.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5.xml" /><Relationship Id="rId1" Type="http://schemas.openxmlformats.org/officeDocument/2006/relationships/slideLayout" Target="../slideLayouts/slideLayout80.xml" /></Relationships>
</file>

<file path=ppt/slides/_rels/slide6.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6.xml" /><Relationship Id="rId1" Type="http://schemas.openxmlformats.org/officeDocument/2006/relationships/slideLayout" Target="../slideLayouts/slideLayout95.xml" /></Relationships>
</file>

<file path=ppt/slides/_rels/slide7.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7.xml" /><Relationship Id="rId1" Type="http://schemas.openxmlformats.org/officeDocument/2006/relationships/slideLayout" Target="../slideLayouts/slideLayout95.xml" /><Relationship Id="rId5" Type="http://schemas.openxmlformats.org/officeDocument/2006/relationships/image" Target="../media/image19.png" /><Relationship Id="rId4" Type="http://schemas.openxmlformats.org/officeDocument/2006/relationships/customXml" Target="../ink/ink2.xml" /></Relationships>
</file>

<file path=ppt/slides/_rels/slide8.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8.xml" /><Relationship Id="rId1" Type="http://schemas.openxmlformats.org/officeDocument/2006/relationships/slideLayout" Target="../slideLayouts/slideLayout95.xml" /><Relationship Id="rId5" Type="http://schemas.openxmlformats.org/officeDocument/2006/relationships/image" Target="../media/image21.png" /><Relationship Id="rId4" Type="http://schemas.openxmlformats.org/officeDocument/2006/relationships/customXml" Target="../ink/ink3.xml" /></Relationships>
</file>

<file path=ppt/slides/_rels/slide9.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9.xml" /><Relationship Id="rId1" Type="http://schemas.openxmlformats.org/officeDocument/2006/relationships/slideLayout" Target="../slideLayouts/slideLayout95.xml" /><Relationship Id="rId6" Type="http://schemas.openxmlformats.org/officeDocument/2006/relationships/image" Target="../media/image24.png" /><Relationship Id="rId5" Type="http://schemas.openxmlformats.org/officeDocument/2006/relationships/customXml" Target="../ink/ink4.xml" /><Relationship Id="rId4" Type="http://schemas.openxmlformats.org/officeDocument/2006/relationships/image" Target="../media/image23.png" /></Relationships>
</file>

<file path=ppt/slides/_rels/slide10.xml.rels><?xml version="1.0" encoding="UTF-8" standalone="yes"?>
<Relationships xmlns="http://schemas.openxmlformats.org/package/2006/relationships"><Relationship Id="rId3" Type="http://schemas.openxmlformats.org/officeDocument/2006/relationships/customXml" Target="../ink/ink5.xml" /><Relationship Id="rId2" Type="http://schemas.openxmlformats.org/officeDocument/2006/relationships/notesSlide" Target="../notesSlides/notesSlide10.xml" /><Relationship Id="rId1" Type="http://schemas.openxmlformats.org/officeDocument/2006/relationships/slideLayout" Target="../slideLayouts/slideLayout108.xml" /><Relationship Id="rId4" Type="http://schemas.openxmlformats.org/officeDocument/2006/relationships/image" Target="../media/image25.png"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08.xml" /></Relationships>
</file>

<file path=ppt/slides/_rels/slide12.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12.xml" /><Relationship Id="rId1" Type="http://schemas.openxmlformats.org/officeDocument/2006/relationships/slideLayout" Target="../slideLayouts/slideLayout109.xml" /><Relationship Id="rId5" Type="http://schemas.openxmlformats.org/officeDocument/2006/relationships/image" Target="../media/image27.png" /><Relationship Id="rId4" Type="http://schemas.openxmlformats.org/officeDocument/2006/relationships/customXml" Target="../ink/ink6.xml" /></Relationships>
</file>

<file path=ppt/slides/_rels/slide13.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notesSlide" Target="../notesSlides/notesSlide13.xml" /><Relationship Id="rId1" Type="http://schemas.openxmlformats.org/officeDocument/2006/relationships/slideLayout" Target="../slideLayouts/slideLayout80.xml" /></Relationships>
</file>

<file path=ppt/slides/_rels/slide14.xml.rels><?xml version="1.0" encoding="UTF-8" standalone="yes"?>
<Relationships xmlns="http://schemas.openxmlformats.org/package/2006/relationships"><Relationship Id="rId3" Type="http://schemas.openxmlformats.org/officeDocument/2006/relationships/customXml" Target="../ink/ink7.xml" /><Relationship Id="rId2" Type="http://schemas.openxmlformats.org/officeDocument/2006/relationships/notesSlide" Target="../notesSlides/notesSlide14.xml" /><Relationship Id="rId1" Type="http://schemas.openxmlformats.org/officeDocument/2006/relationships/slideLayout" Target="../slideLayouts/slideLayout80.xml" /><Relationship Id="rId4" Type="http://schemas.openxmlformats.org/officeDocument/2006/relationships/image" Target="../media/image29.png" /></Relationships>
</file>

<file path=ppt/slides/_rels/slide15.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15.xml" /><Relationship Id="rId1" Type="http://schemas.openxmlformats.org/officeDocument/2006/relationships/slideLayout" Target="../slideLayouts/slideLayout80.xml" /><Relationship Id="rId6" Type="http://schemas.openxmlformats.org/officeDocument/2006/relationships/image" Target="../media/image32.png" /><Relationship Id="rId5" Type="http://schemas.openxmlformats.org/officeDocument/2006/relationships/customXml" Target="../ink/ink8.xml" /><Relationship Id="rId4" Type="http://schemas.openxmlformats.org/officeDocument/2006/relationships/image" Target="../media/image31.png"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5.xml" /></Relationships>
</file>

<file path=ppt/slides/_rels/slide18.xml.rels><?xml version="1.0" encoding="UTF-8" standalone="yes"?>
<Relationships xmlns="http://schemas.openxmlformats.org/package/2006/relationships"><Relationship Id="rId3" Type="http://schemas.openxmlformats.org/officeDocument/2006/relationships/customXml" Target="../ink/ink9.xml" /><Relationship Id="rId2" Type="http://schemas.openxmlformats.org/officeDocument/2006/relationships/notesSlide" Target="../notesSlides/notesSlide18.xml" /><Relationship Id="rId1" Type="http://schemas.openxmlformats.org/officeDocument/2006/relationships/slideLayout" Target="../slideLayouts/slideLayout28.xml" /><Relationship Id="rId4" Type="http://schemas.openxmlformats.org/officeDocument/2006/relationships/image" Target="../media/image33.png" /></Relationships>
</file>

<file path=ppt/slides/_rels/slide19.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notesSlide" Target="../notesSlides/notesSlide19.xml" /><Relationship Id="rId1" Type="http://schemas.openxmlformats.org/officeDocument/2006/relationships/slideLayout" Target="../slideLayouts/slideLayout28.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9.xml" /></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 /><Relationship Id="rId2" Type="http://schemas.openxmlformats.org/officeDocument/2006/relationships/notesSlide" Target="../notesSlides/notesSlide21.xml" /><Relationship Id="rId1" Type="http://schemas.openxmlformats.org/officeDocument/2006/relationships/slideLayout" Target="../slideLayouts/slideLayout42.xml" /><Relationship Id="rId4" Type="http://schemas.openxmlformats.org/officeDocument/2006/relationships/image" Target="../media/image35.wmf" /></Relationships>
</file>

<file path=ppt/slides/_rels/slide22.xml.rels><?xml version="1.0" encoding="UTF-8" standalone="yes"?>
<Relationships xmlns="http://schemas.openxmlformats.org/package/2006/relationships"><Relationship Id="rId3" Type="http://schemas.openxmlformats.org/officeDocument/2006/relationships/customXml" Target="../ink/ink10.xml" /><Relationship Id="rId2" Type="http://schemas.openxmlformats.org/officeDocument/2006/relationships/notesSlide" Target="../notesSlides/notesSlide22.xml" /><Relationship Id="rId1" Type="http://schemas.openxmlformats.org/officeDocument/2006/relationships/slideLayout" Target="../slideLayouts/slideLayout42.xml" /><Relationship Id="rId4" Type="http://schemas.openxmlformats.org/officeDocument/2006/relationships/image" Target="../media/image36.png" /></Relationships>
</file>

<file path=ppt/slides/_rels/slide23.xml.rels><?xml version="1.0" encoding="UTF-8" standalone="yes"?>
<Relationships xmlns="http://schemas.openxmlformats.org/package/2006/relationships"><Relationship Id="rId3" Type="http://schemas.openxmlformats.org/officeDocument/2006/relationships/customXml" Target="../ink/ink11.xml" /><Relationship Id="rId2" Type="http://schemas.openxmlformats.org/officeDocument/2006/relationships/notesSlide" Target="../notesSlides/notesSlide23.xml" /><Relationship Id="rId1" Type="http://schemas.openxmlformats.org/officeDocument/2006/relationships/slideLayout" Target="../slideLayouts/slideLayout42.xml" /><Relationship Id="rId4" Type="http://schemas.openxmlformats.org/officeDocument/2006/relationships/image" Target="../media/image37.png" /></Relationships>
</file>

<file path=ppt/slides/_rels/slide24.xml.rels><?xml version="1.0" encoding="UTF-8" standalone="yes"?>
<Relationships xmlns="http://schemas.openxmlformats.org/package/2006/relationships"><Relationship Id="rId3" Type="http://schemas.openxmlformats.org/officeDocument/2006/relationships/customXml" Target="../ink/ink12.xml" /><Relationship Id="rId2" Type="http://schemas.openxmlformats.org/officeDocument/2006/relationships/notesSlide" Target="../notesSlides/notesSlide24.xml" /><Relationship Id="rId1" Type="http://schemas.openxmlformats.org/officeDocument/2006/relationships/slideLayout" Target="../slideLayouts/slideLayout42.xml" /><Relationship Id="rId4" Type="http://schemas.openxmlformats.org/officeDocument/2006/relationships/image" Target="../media/image38.png" /></Relationships>
</file>

<file path=ppt/slides/_rels/slide25.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notesSlide" Target="../notesSlides/notesSlide25.xml" /><Relationship Id="rId1" Type="http://schemas.openxmlformats.org/officeDocument/2006/relationships/slideLayout" Target="../slideLayouts/slideLayout29.xml" /></Relationships>
</file>

<file path=ppt/slides/_rels/slide26.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notesSlide" Target="../notesSlides/notesSlide26.xml" /><Relationship Id="rId1" Type="http://schemas.openxmlformats.org/officeDocument/2006/relationships/slideLayout" Target="../slideLayouts/slideLayout29.xml" /><Relationship Id="rId5" Type="http://schemas.openxmlformats.org/officeDocument/2006/relationships/image" Target="../media/image41.png" /><Relationship Id="rId4" Type="http://schemas.openxmlformats.org/officeDocument/2006/relationships/customXml" Target="../ink/ink13.xml" /></Relationships>
</file>

<file path=ppt/slides/_rels/slide27.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notesSlide" Target="../notesSlides/notesSlide27.xml" /><Relationship Id="rId1" Type="http://schemas.openxmlformats.org/officeDocument/2006/relationships/slideLayout" Target="../slideLayouts/slideLayout29.xml" /><Relationship Id="rId5" Type="http://schemas.openxmlformats.org/officeDocument/2006/relationships/image" Target="../media/image43.png" /><Relationship Id="rId4" Type="http://schemas.openxmlformats.org/officeDocument/2006/relationships/customXml" Target="../ink/ink14.xml" /></Relationships>
</file>

<file path=ppt/slides/_rels/slide28.xml.rels><?xml version="1.0" encoding="UTF-8" standalone="yes"?>
<Relationships xmlns="http://schemas.openxmlformats.org/package/2006/relationships"><Relationship Id="rId3" Type="http://schemas.openxmlformats.org/officeDocument/2006/relationships/image" Target="../media/image44.png" /><Relationship Id="rId2" Type="http://schemas.openxmlformats.org/officeDocument/2006/relationships/notesSlide" Target="../notesSlides/notesSlide28.xml" /><Relationship Id="rId1" Type="http://schemas.openxmlformats.org/officeDocument/2006/relationships/slideLayout" Target="../slideLayouts/slideLayout29.xml" /><Relationship Id="rId4" Type="http://schemas.openxmlformats.org/officeDocument/2006/relationships/image" Target="../media/image45.png" /></Relationships>
</file>

<file path=ppt/slides/_rels/slide29.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notesSlide" Target="../notesSlides/notesSlide29.xml" /><Relationship Id="rId1" Type="http://schemas.openxmlformats.org/officeDocument/2006/relationships/slideLayout" Target="../slideLayouts/slideLayout29.xml" /></Relationships>
</file>

<file path=ppt/slides/_rels/slide30.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notesSlide" Target="../notesSlides/notesSlide30.xml" /><Relationship Id="rId1" Type="http://schemas.openxmlformats.org/officeDocument/2006/relationships/slideLayout" Target="../slideLayouts/slideLayout29.xml" /><Relationship Id="rId5" Type="http://schemas.openxmlformats.org/officeDocument/2006/relationships/image" Target="../media/image48.png" /><Relationship Id="rId4" Type="http://schemas.openxmlformats.org/officeDocument/2006/relationships/customXml" Target="../ink/ink15.xml" /></Relationships>
</file>

<file path=ppt/slides/_rels/slide31.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notesSlide" Target="../notesSlides/notesSlide31.xml" /><Relationship Id="rId1" Type="http://schemas.openxmlformats.org/officeDocument/2006/relationships/slideLayout" Target="../slideLayouts/slideLayout29.xml" /><Relationship Id="rId5" Type="http://schemas.openxmlformats.org/officeDocument/2006/relationships/image" Target="../media/image50.png" /><Relationship Id="rId4" Type="http://schemas.openxmlformats.org/officeDocument/2006/relationships/customXml" Target="../ink/ink16.xml" /></Relationships>
</file>

<file path=ppt/slides/_rels/slide32.xml.rels><?xml version="1.0" encoding="UTF-8" standalone="yes"?>
<Relationships xmlns="http://schemas.openxmlformats.org/package/2006/relationships"><Relationship Id="rId3" Type="http://schemas.openxmlformats.org/officeDocument/2006/relationships/customXml" Target="../ink/ink17.xml" /><Relationship Id="rId2" Type="http://schemas.openxmlformats.org/officeDocument/2006/relationships/notesSlide" Target="../notesSlides/notesSlide32.xml" /><Relationship Id="rId1" Type="http://schemas.openxmlformats.org/officeDocument/2006/relationships/slideLayout" Target="../slideLayouts/slideLayout29.xml" /><Relationship Id="rId4" Type="http://schemas.openxmlformats.org/officeDocument/2006/relationships/image" Target="../media/image51.png" /></Relationships>
</file>

<file path=ppt/slides/_rels/slide33.xml.rels><?xml version="1.0" encoding="UTF-8" standalone="yes"?>
<Relationships xmlns="http://schemas.openxmlformats.org/package/2006/relationships"><Relationship Id="rId3" Type="http://schemas.openxmlformats.org/officeDocument/2006/relationships/customXml" Target="../ink/ink18.xml" /><Relationship Id="rId2" Type="http://schemas.openxmlformats.org/officeDocument/2006/relationships/notesSlide" Target="../notesSlides/notesSlide33.xml" /><Relationship Id="rId1" Type="http://schemas.openxmlformats.org/officeDocument/2006/relationships/slideLayout" Target="../slideLayouts/slideLayout29.xml" /><Relationship Id="rId4" Type="http://schemas.openxmlformats.org/officeDocument/2006/relationships/image" Target="../media/image52.png" /></Relationships>
</file>

<file path=ppt/slides/_rels/slide34.xml.rels><?xml version="1.0" encoding="UTF-8" standalone="yes"?>
<Relationships xmlns="http://schemas.openxmlformats.org/package/2006/relationships"><Relationship Id="rId3" Type="http://schemas.openxmlformats.org/officeDocument/2006/relationships/customXml" Target="../ink/ink19.xml" /><Relationship Id="rId2" Type="http://schemas.openxmlformats.org/officeDocument/2006/relationships/notesSlide" Target="../notesSlides/notesSlide34.xml" /><Relationship Id="rId1" Type="http://schemas.openxmlformats.org/officeDocument/2006/relationships/slideLayout" Target="../slideLayouts/slideLayout43.xml" /><Relationship Id="rId4" Type="http://schemas.openxmlformats.org/officeDocument/2006/relationships/image" Target="../media/image53.png" /></Relationships>
</file>

<file path=ppt/slides/_rels/slide35.xml.rels><?xml version="1.0" encoding="UTF-8" standalone="yes"?>
<Relationships xmlns="http://schemas.openxmlformats.org/package/2006/relationships"><Relationship Id="rId3" Type="http://schemas.openxmlformats.org/officeDocument/2006/relationships/image" Target="../media/image55.emf" /><Relationship Id="rId2" Type="http://schemas.openxmlformats.org/officeDocument/2006/relationships/image" Target="../media/image54.emf" /><Relationship Id="rId1" Type="http://schemas.openxmlformats.org/officeDocument/2006/relationships/slideLayout" Target="../slideLayouts/slideLayout43.xml" /><Relationship Id="rId4" Type="http://schemas.openxmlformats.org/officeDocument/2006/relationships/image" Target="../media/image56.emf" /></Relationships>
</file>

<file path=ppt/slides/_rels/slide36.xml.rels><?xml version="1.0" encoding="UTF-8" standalone="yes"?>
<Relationships xmlns="http://schemas.openxmlformats.org/package/2006/relationships"><Relationship Id="rId2" Type="http://schemas.openxmlformats.org/officeDocument/2006/relationships/image" Target="../media/image57.png" /><Relationship Id="rId1" Type="http://schemas.openxmlformats.org/officeDocument/2006/relationships/slideLayout" Target="../slideLayouts/slideLayout43.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9.xml" /></Relationships>
</file>

<file path=ppt/slides/_rels/slide38.xml.rels><?xml version="1.0" encoding="UTF-8" standalone="yes"?>
<Relationships xmlns="http://schemas.openxmlformats.org/package/2006/relationships"><Relationship Id="rId3" Type="http://schemas.openxmlformats.org/officeDocument/2006/relationships/customXml" Target="../ink/ink20.xml" /><Relationship Id="rId2" Type="http://schemas.openxmlformats.org/officeDocument/2006/relationships/image" Target="../media/image58.png" /><Relationship Id="rId1" Type="http://schemas.openxmlformats.org/officeDocument/2006/relationships/slideLayout" Target="../slideLayouts/slideLayout29.xml" /><Relationship Id="rId4" Type="http://schemas.openxmlformats.org/officeDocument/2006/relationships/image" Target="../media/image59.png" /></Relationships>
</file>

<file path=ppt/slides/_rels/slide39.xml.rels><?xml version="1.0" encoding="UTF-8" standalone="yes"?>
<Relationships xmlns="http://schemas.openxmlformats.org/package/2006/relationships"><Relationship Id="rId3" Type="http://schemas.openxmlformats.org/officeDocument/2006/relationships/customXml" Target="../ink/ink21.xml" /><Relationship Id="rId2" Type="http://schemas.openxmlformats.org/officeDocument/2006/relationships/notesSlide" Target="../notesSlides/notesSlide36.xml" /><Relationship Id="rId1" Type="http://schemas.openxmlformats.org/officeDocument/2006/relationships/slideLayout" Target="../slideLayouts/slideLayout29.xml" /><Relationship Id="rId4" Type="http://schemas.openxmlformats.org/officeDocument/2006/relationships/image" Target="../media/image60.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 /></Relationships>
</file>

<file path=ppt/slides/_rels/slide41.xml.rels><?xml version="1.0" encoding="UTF-8" standalone="yes"?>
<Relationships xmlns="http://schemas.openxmlformats.org/package/2006/relationships"><Relationship Id="rId3" Type="http://schemas.openxmlformats.org/officeDocument/2006/relationships/customXml" Target="../ink/ink22.xml" /><Relationship Id="rId2" Type="http://schemas.openxmlformats.org/officeDocument/2006/relationships/image" Target="../media/image61.png" /><Relationship Id="rId1" Type="http://schemas.openxmlformats.org/officeDocument/2006/relationships/slideLayout" Target="../slideLayouts/slideLayout42.xml" /><Relationship Id="rId4" Type="http://schemas.openxmlformats.org/officeDocument/2006/relationships/image" Target="../media/image62.png" /></Relationships>
</file>

<file path=ppt/slides/_rels/slide42.xml.rels><?xml version="1.0" encoding="UTF-8" standalone="yes"?>
<Relationships xmlns="http://schemas.openxmlformats.org/package/2006/relationships"><Relationship Id="rId2" Type="http://schemas.openxmlformats.org/officeDocument/2006/relationships/image" Target="../media/image63.jpeg" /><Relationship Id="rId1" Type="http://schemas.openxmlformats.org/officeDocument/2006/relationships/slideLayout" Target="../slideLayouts/slideLayout43.xml" /></Relationships>
</file>

<file path=ppt/slides/_rels/slide43.xml.rels><?xml version="1.0" encoding="UTF-8" standalone="yes"?>
<Relationships xmlns="http://schemas.openxmlformats.org/package/2006/relationships"><Relationship Id="rId3" Type="http://schemas.openxmlformats.org/officeDocument/2006/relationships/customXml" Target="../ink/ink23.xml" /><Relationship Id="rId2" Type="http://schemas.openxmlformats.org/officeDocument/2006/relationships/notesSlide" Target="../notesSlides/notesSlide37.xml" /><Relationship Id="rId1" Type="http://schemas.openxmlformats.org/officeDocument/2006/relationships/slideLayout" Target="../slideLayouts/slideLayout44.xml" /><Relationship Id="rId4" Type="http://schemas.openxmlformats.org/officeDocument/2006/relationships/image" Target="../media/image64.png" /></Relationships>
</file>

<file path=ppt/slides/_rels/slide44.xml.rels><?xml version="1.0" encoding="UTF-8" standalone="yes"?>
<Relationships xmlns="http://schemas.openxmlformats.org/package/2006/relationships"><Relationship Id="rId3" Type="http://schemas.openxmlformats.org/officeDocument/2006/relationships/customXml" Target="../ink/ink24.xml" /><Relationship Id="rId2" Type="http://schemas.openxmlformats.org/officeDocument/2006/relationships/image" Target="../media/image65.emf" /><Relationship Id="rId1" Type="http://schemas.openxmlformats.org/officeDocument/2006/relationships/slideLayout" Target="../slideLayouts/slideLayout45.xml" /><Relationship Id="rId4" Type="http://schemas.openxmlformats.org/officeDocument/2006/relationships/image" Target="../media/image66.png" /></Relationships>
</file>

<file path=ppt/slides/_rels/slide45.xml.rels><?xml version="1.0" encoding="UTF-8" standalone="yes"?>
<Relationships xmlns="http://schemas.openxmlformats.org/package/2006/relationships"><Relationship Id="rId3" Type="http://schemas.openxmlformats.org/officeDocument/2006/relationships/image" Target="../media/image67.png" /><Relationship Id="rId2" Type="http://schemas.openxmlformats.org/officeDocument/2006/relationships/notesSlide" Target="../notesSlides/notesSlide38.xml" /><Relationship Id="rId1" Type="http://schemas.openxmlformats.org/officeDocument/2006/relationships/slideLayout" Target="../slideLayouts/slideLayout29.xml" /><Relationship Id="rId5" Type="http://schemas.openxmlformats.org/officeDocument/2006/relationships/image" Target="../media/image68.png" /><Relationship Id="rId4" Type="http://schemas.openxmlformats.org/officeDocument/2006/relationships/customXml" Target="../ink/ink25.xml" /></Relationships>
</file>

<file path=ppt/slides/_rels/slide46.xml.rels><?xml version="1.0" encoding="UTF-8" standalone="yes"?>
<Relationships xmlns="http://schemas.openxmlformats.org/package/2006/relationships"><Relationship Id="rId3" Type="http://schemas.openxmlformats.org/officeDocument/2006/relationships/image" Target="../media/image69.png" /><Relationship Id="rId2" Type="http://schemas.openxmlformats.org/officeDocument/2006/relationships/customXml" Target="../ink/ink26.xml" /><Relationship Id="rId1" Type="http://schemas.openxmlformats.org/officeDocument/2006/relationships/slideLayout" Target="../slideLayouts/slideLayout42.xml" /></Relationships>
</file>

<file path=ppt/slides/_rels/slide47.xml.rels><?xml version="1.0" encoding="UTF-8" standalone="yes"?>
<Relationships xmlns="http://schemas.openxmlformats.org/package/2006/relationships"><Relationship Id="rId3" Type="http://schemas.openxmlformats.org/officeDocument/2006/relationships/image" Target="../media/image70.png" /><Relationship Id="rId2" Type="http://schemas.openxmlformats.org/officeDocument/2006/relationships/customXml" Target="../ink/ink27.xml" /><Relationship Id="rId1" Type="http://schemas.openxmlformats.org/officeDocument/2006/relationships/slideLayout" Target="../slideLayouts/slideLayout42.xml" /></Relationships>
</file>

<file path=ppt/slides/_rels/slide48.xml.rels><?xml version="1.0" encoding="UTF-8" standalone="yes"?>
<Relationships xmlns="http://schemas.openxmlformats.org/package/2006/relationships"><Relationship Id="rId2" Type="http://schemas.openxmlformats.org/officeDocument/2006/relationships/image" Target="../media/image71.jpeg" /><Relationship Id="rId1" Type="http://schemas.openxmlformats.org/officeDocument/2006/relationships/slideLayout" Target="../slideLayouts/slideLayout57.xml" /></Relationships>
</file>

<file path=ppt/slides/_rels/slide49.xml.rels><?xml version="1.0" encoding="UTF-8" standalone="yes"?>
<Relationships xmlns="http://schemas.openxmlformats.org/package/2006/relationships"><Relationship Id="rId3" Type="http://schemas.openxmlformats.org/officeDocument/2006/relationships/customXml" Target="../ink/ink28.xml" /><Relationship Id="rId2" Type="http://schemas.openxmlformats.org/officeDocument/2006/relationships/image" Target="../media/image72.png" /><Relationship Id="rId1" Type="http://schemas.openxmlformats.org/officeDocument/2006/relationships/slideLayout" Target="../slideLayouts/slideLayout71.xml" /><Relationship Id="rId4" Type="http://schemas.openxmlformats.org/officeDocument/2006/relationships/image" Target="../media/image73.png" /></Relationships>
</file>

<file path=ppt/slides/_rels/slide50.xml.rels><?xml version="1.0" encoding="UTF-8" standalone="yes"?>
<Relationships xmlns="http://schemas.openxmlformats.org/package/2006/relationships"><Relationship Id="rId3" Type="http://schemas.openxmlformats.org/officeDocument/2006/relationships/image" Target="../media/image74.png" /><Relationship Id="rId7" Type="http://schemas.openxmlformats.org/officeDocument/2006/relationships/image" Target="../media/image77.png" /><Relationship Id="rId2" Type="http://schemas.openxmlformats.org/officeDocument/2006/relationships/notesSlide" Target="../notesSlides/notesSlide39.xml" /><Relationship Id="rId1" Type="http://schemas.openxmlformats.org/officeDocument/2006/relationships/slideLayout" Target="../slideLayouts/slideLayout29.xml" /><Relationship Id="rId6" Type="http://schemas.openxmlformats.org/officeDocument/2006/relationships/customXml" Target="../ink/ink29.xml" /><Relationship Id="rId5" Type="http://schemas.openxmlformats.org/officeDocument/2006/relationships/image" Target="../media/image76.png" /><Relationship Id="rId4" Type="http://schemas.openxmlformats.org/officeDocument/2006/relationships/image" Target="../media/image75.png" /></Relationships>
</file>

<file path=ppt/slides/_rels/slide51.xml.rels><?xml version="1.0" encoding="UTF-8" standalone="yes"?>
<Relationships xmlns="http://schemas.openxmlformats.org/package/2006/relationships"><Relationship Id="rId3" Type="http://schemas.openxmlformats.org/officeDocument/2006/relationships/image" Target="../media/image78.png" /><Relationship Id="rId2" Type="http://schemas.openxmlformats.org/officeDocument/2006/relationships/notesSlide" Target="../notesSlides/notesSlide40.xml" /><Relationship Id="rId1" Type="http://schemas.openxmlformats.org/officeDocument/2006/relationships/slideLayout" Target="../slideLayouts/slideLayout32.xml" /><Relationship Id="rId5" Type="http://schemas.openxmlformats.org/officeDocument/2006/relationships/image" Target="../media/image79.png" /><Relationship Id="rId4" Type="http://schemas.openxmlformats.org/officeDocument/2006/relationships/customXml" Target="../ink/ink30.xml" /></Relationships>
</file>

<file path=ppt/slides/_rels/slide52.xml.rels><?xml version="1.0" encoding="UTF-8" standalone="yes"?>
<Relationships xmlns="http://schemas.openxmlformats.org/package/2006/relationships"><Relationship Id="rId3" Type="http://schemas.openxmlformats.org/officeDocument/2006/relationships/image" Target="../media/image80.png" /><Relationship Id="rId2" Type="http://schemas.openxmlformats.org/officeDocument/2006/relationships/notesSlide" Target="../notesSlides/notesSlide41.xml" /><Relationship Id="rId1" Type="http://schemas.openxmlformats.org/officeDocument/2006/relationships/slideLayout" Target="../slideLayouts/slideLayout29.xml" /><Relationship Id="rId5" Type="http://schemas.openxmlformats.org/officeDocument/2006/relationships/image" Target="../media/image82.png" /><Relationship Id="rId4" Type="http://schemas.openxmlformats.org/officeDocument/2006/relationships/image" Target="../media/image81.png" /></Relationships>
</file>

<file path=ppt/slides/_rels/slide53.xml.rels><?xml version="1.0" encoding="UTF-8" standalone="yes"?>
<Relationships xmlns="http://schemas.openxmlformats.org/package/2006/relationships"><Relationship Id="rId3" Type="http://schemas.openxmlformats.org/officeDocument/2006/relationships/customXml" Target="../ink/ink31.xml" /><Relationship Id="rId2" Type="http://schemas.openxmlformats.org/officeDocument/2006/relationships/notesSlide" Target="../notesSlides/notesSlide42.xml" /><Relationship Id="rId1" Type="http://schemas.openxmlformats.org/officeDocument/2006/relationships/slideLayout" Target="../slideLayouts/slideLayout43.xml" /><Relationship Id="rId4" Type="http://schemas.openxmlformats.org/officeDocument/2006/relationships/image" Target="../media/image83.png" /></Relationships>
</file>

<file path=ppt/slides/_rels/slide54.xml.rels><?xml version="1.0" encoding="UTF-8" standalone="yes"?>
<Relationships xmlns="http://schemas.openxmlformats.org/package/2006/relationships"><Relationship Id="rId3" Type="http://schemas.openxmlformats.org/officeDocument/2006/relationships/image" Target="../media/image85.png" /><Relationship Id="rId2" Type="http://schemas.openxmlformats.org/officeDocument/2006/relationships/image" Target="../media/image84.png" /><Relationship Id="rId1" Type="http://schemas.openxmlformats.org/officeDocument/2006/relationships/slideLayout" Target="../slideLayouts/slideLayout43.xml" /><Relationship Id="rId4" Type="http://schemas.openxmlformats.org/officeDocument/2006/relationships/image" Target="../media/image86.png"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 /></Relationships>
</file>

<file path=ppt/slides/_rels/slide56.xml.rels><?xml version="1.0" encoding="UTF-8" standalone="yes"?>
<Relationships xmlns="http://schemas.openxmlformats.org/package/2006/relationships"><Relationship Id="rId8" Type="http://schemas.openxmlformats.org/officeDocument/2006/relationships/image" Target="../media/image89.wmf" /><Relationship Id="rId13" Type="http://schemas.openxmlformats.org/officeDocument/2006/relationships/oleObject" Target="../embeddings/oleObject7.bin" /><Relationship Id="rId3" Type="http://schemas.openxmlformats.org/officeDocument/2006/relationships/oleObject" Target="../embeddings/oleObject2.bin" /><Relationship Id="rId7" Type="http://schemas.openxmlformats.org/officeDocument/2006/relationships/oleObject" Target="../embeddings/oleObject4.bin" /><Relationship Id="rId12" Type="http://schemas.openxmlformats.org/officeDocument/2006/relationships/image" Target="../media/image91.wmf" /><Relationship Id="rId2" Type="http://schemas.openxmlformats.org/officeDocument/2006/relationships/notesSlide" Target="../notesSlides/notesSlide43.xml" /><Relationship Id="rId1" Type="http://schemas.openxmlformats.org/officeDocument/2006/relationships/slideLayout" Target="../slideLayouts/slideLayout72.xml" /><Relationship Id="rId6" Type="http://schemas.openxmlformats.org/officeDocument/2006/relationships/image" Target="../media/image88.wmf" /><Relationship Id="rId11" Type="http://schemas.openxmlformats.org/officeDocument/2006/relationships/oleObject" Target="../embeddings/oleObject6.bin" /><Relationship Id="rId5" Type="http://schemas.openxmlformats.org/officeDocument/2006/relationships/oleObject" Target="../embeddings/oleObject3.bin" /><Relationship Id="rId10" Type="http://schemas.openxmlformats.org/officeDocument/2006/relationships/image" Target="../media/image90.wmf" /><Relationship Id="rId4" Type="http://schemas.openxmlformats.org/officeDocument/2006/relationships/image" Target="../media/image87.wmf" /><Relationship Id="rId9" Type="http://schemas.openxmlformats.org/officeDocument/2006/relationships/oleObject" Target="../embeddings/oleObject5.bin" /><Relationship Id="rId14" Type="http://schemas.openxmlformats.org/officeDocument/2006/relationships/image" Target="../media/image92.wmf" /></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 /><Relationship Id="rId1" Type="http://schemas.openxmlformats.org/officeDocument/2006/relationships/slideLayout" Target="../slideLayouts/slideLayout29.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4.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 /></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29.xml" /></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 /><Relationship Id="rId1" Type="http://schemas.openxmlformats.org/officeDocument/2006/relationships/slideLayout" Target="../slideLayouts/slideLayout29.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9.xml" /></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 /><Relationship Id="rId1" Type="http://schemas.openxmlformats.org/officeDocument/2006/relationships/slideLayout" Target="../slideLayouts/slideLayout29.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 /></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 /><Relationship Id="rId1" Type="http://schemas.openxmlformats.org/officeDocument/2006/relationships/slideLayout" Target="../slideLayouts/slideLayout48.xml" /></Relationships>
</file>

<file path=ppt/slides/_rels/slide66.xml.rels><?xml version="1.0" encoding="UTF-8" standalone="yes"?>
<Relationships xmlns="http://schemas.openxmlformats.org/package/2006/relationships"><Relationship Id="rId3" Type="http://schemas.openxmlformats.org/officeDocument/2006/relationships/image" Target="../media/image93.png" /><Relationship Id="rId2" Type="http://schemas.openxmlformats.org/officeDocument/2006/relationships/notesSlide" Target="../notesSlides/notesSlide49.xml" /><Relationship Id="rId1" Type="http://schemas.openxmlformats.org/officeDocument/2006/relationships/slideLayout" Target="../slideLayouts/slideLayout29.xml" /><Relationship Id="rId4" Type="http://schemas.openxmlformats.org/officeDocument/2006/relationships/image" Target="../media/image94.png" /></Relationships>
</file>

<file path=ppt/slides/_rels/slide6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0.xml" /><Relationship Id="rId1" Type="http://schemas.openxmlformats.org/officeDocument/2006/relationships/slideLayout" Target="../slideLayouts/slideLayout16.xml" /><Relationship Id="rId4" Type="http://schemas.openxmlformats.org/officeDocument/2006/relationships/hyperlink" Target="https://www.kaggle.com/datasets/camnugent/california-housing-prices" TargetMode="External" /></Relationships>
</file>

<file path=ppt/slides/_rels/slide6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1.xml" /><Relationship Id="rId1" Type="http://schemas.openxmlformats.org/officeDocument/2006/relationships/slideLayout" Target="../slideLayouts/slideLayout16.xml" /></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 /><Relationship Id="rId1" Type="http://schemas.openxmlformats.org/officeDocument/2006/relationships/slideLayout" Target="../slideLayouts/slideLayout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
          <p:cNvSpPr txBox="1"/>
          <p:nvPr/>
        </p:nvSpPr>
        <p:spPr>
          <a:xfrm>
            <a:off x="838200" y="3380280"/>
            <a:ext cx="7875900" cy="20602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i="0" u="none" strike="noStrike" cap="none">
                <a:solidFill>
                  <a:srgbClr val="FFFFFF"/>
                </a:solidFill>
                <a:latin typeface="Calibri"/>
                <a:ea typeface="Calibri"/>
                <a:cs typeface="Calibri"/>
                <a:sym typeface="Calibri"/>
              </a:rPr>
              <a:t>Machine Learning</a:t>
            </a:r>
            <a:br>
              <a:rPr lang="en-US" sz="3200" b="0" i="0" u="none" strike="noStrike" cap="none">
                <a:solidFill>
                  <a:srgbClr val="000000"/>
                </a:solidFill>
                <a:latin typeface="Calibri"/>
                <a:ea typeface="Calibri"/>
                <a:cs typeface="Calibri"/>
                <a:sym typeface="Calibri"/>
              </a:rPr>
            </a:br>
            <a:r>
              <a:rPr lang="en-US" sz="2400" b="1" i="0" u="none" strike="noStrike" cap="none">
                <a:solidFill>
                  <a:srgbClr val="FFC000"/>
                </a:solidFill>
                <a:latin typeface="Calibri"/>
                <a:ea typeface="Calibri"/>
                <a:cs typeface="Calibri"/>
                <a:sym typeface="Calibri"/>
              </a:rPr>
              <a:t>AIML CZG565</a:t>
            </a:r>
            <a:endParaRPr sz="2400" b="1" i="0" u="none" strike="noStrike" cap="none">
              <a:solidFill>
                <a:srgbClr val="FFC000"/>
              </a:solidFill>
              <a:latin typeface="Calibri"/>
              <a:ea typeface="Calibri"/>
              <a:cs typeface="Calibri"/>
              <a:sym typeface="Calibri"/>
            </a:endParaRPr>
          </a:p>
          <a:p>
            <a:pPr marL="0" marR="0" lvl="0" indent="0" algn="ctr" rtl="0">
              <a:spcBef>
                <a:spcPts val="0"/>
              </a:spcBef>
              <a:spcAft>
                <a:spcPts val="0"/>
              </a:spcAft>
              <a:buNone/>
            </a:pPr>
            <a:r>
              <a:rPr lang="en-US" sz="2400" b="1" i="0" u="none" strike="noStrike" cap="none">
                <a:solidFill>
                  <a:srgbClr val="FFC000"/>
                </a:solidFill>
                <a:latin typeface="Calibri"/>
                <a:ea typeface="Calibri"/>
                <a:cs typeface="Calibri"/>
                <a:sym typeface="Calibri"/>
              </a:rPr>
              <a:t>M2 : Machine Learning Workflow</a:t>
            </a:r>
            <a:endParaRPr/>
          </a:p>
          <a:p>
            <a:pPr marL="0" marR="0" lvl="0" indent="0" algn="r" rtl="0">
              <a:lnSpc>
                <a:spcPct val="100000"/>
              </a:lnSpc>
              <a:spcBef>
                <a:spcPts val="0"/>
              </a:spcBef>
              <a:spcAft>
                <a:spcPts val="0"/>
              </a:spcAft>
              <a:buClr>
                <a:srgbClr val="000000"/>
              </a:buClr>
              <a:buSzPts val="2200"/>
              <a:buFont typeface="Arial"/>
              <a:buNone/>
            </a:pPr>
            <a:endParaRPr sz="3200" b="0" i="0" u="none" strike="noStrike" cap="none">
              <a:solidFill>
                <a:srgbClr val="000000"/>
              </a:solidFill>
              <a:latin typeface="Calibri"/>
              <a:ea typeface="Calibri"/>
              <a:cs typeface="Calibri"/>
              <a:sym typeface="Calibri"/>
            </a:endParaRPr>
          </a:p>
        </p:txBody>
      </p:sp>
      <p:sp>
        <p:nvSpPr>
          <p:cNvPr id="511" name="Google Shape;511;p1"/>
          <p:cNvSpPr txBox="1"/>
          <p:nvPr/>
        </p:nvSpPr>
        <p:spPr>
          <a:xfrm>
            <a:off x="2267640" y="5410080"/>
            <a:ext cx="6266160" cy="533160"/>
          </a:xfrm>
          <a:prstGeom prst="rect">
            <a:avLst/>
          </a:prstGeom>
          <a:noFill/>
          <a:ln>
            <a:noFill/>
          </a:ln>
        </p:spPr>
        <p:txBody>
          <a:bodyPr spcFirstLastPara="1" wrap="square" lIns="91425" tIns="45700" rIns="91425" bIns="45700" anchor="b" anchorCtr="0">
            <a:noAutofit/>
          </a:bodyPr>
          <a:lstStyle/>
          <a:p>
            <a:pPr marL="0" marR="0" lvl="0" indent="0" algn="r" rtl="0">
              <a:lnSpc>
                <a:spcPct val="128000"/>
              </a:lnSpc>
              <a:spcBef>
                <a:spcPts val="0"/>
              </a:spcBef>
              <a:spcAft>
                <a:spcPts val="0"/>
              </a:spcAft>
              <a:buNone/>
            </a:pPr>
            <a:r>
              <a:rPr lang="en-US" sz="1800" b="0" i="0" u="none" strike="noStrike" cap="none">
                <a:solidFill>
                  <a:srgbClr val="FF9900"/>
                </a:solidFill>
                <a:latin typeface="Calibri"/>
                <a:ea typeface="Calibri"/>
                <a:cs typeface="Calibri"/>
                <a:sym typeface="Calibri"/>
              </a:rPr>
              <a:t>Dr. Neha </a:t>
            </a:r>
            <a:r>
              <a:rPr lang="en-US" sz="1800" b="0" i="0" u="none" strike="noStrike" cap="none" dirty="0">
                <a:solidFill>
                  <a:srgbClr val="FF9900"/>
                </a:solidFill>
                <a:latin typeface="Calibri"/>
                <a:ea typeface="Calibri"/>
                <a:cs typeface="Calibri"/>
                <a:sym typeface="Calibri"/>
              </a:rPr>
              <a:t>Vinayak</a:t>
            </a:r>
            <a:endParaRPr dirty="0"/>
          </a:p>
          <a:p>
            <a:pPr marL="0" marR="0" lvl="0" indent="0" algn="r" rtl="0">
              <a:lnSpc>
                <a:spcPct val="128000"/>
              </a:lnSpc>
              <a:spcBef>
                <a:spcPts val="0"/>
              </a:spcBef>
              <a:spcAft>
                <a:spcPts val="0"/>
              </a:spcAft>
              <a:buNone/>
            </a:pPr>
            <a:r>
              <a:rPr lang="en-US" sz="1800" b="0" i="0" u="none" strike="noStrike" cap="none" dirty="0">
                <a:solidFill>
                  <a:srgbClr val="FF9900"/>
                </a:solidFill>
                <a:latin typeface="Calibri"/>
                <a:ea typeface="Calibri"/>
                <a:cs typeface="Calibri"/>
                <a:sym typeface="Calibri"/>
              </a:rPr>
              <a:t>BITS - CSIS</a:t>
            </a:r>
            <a:endParaRPr sz="1800" b="0" i="0" u="none" strike="noStrike" cap="none" dirty="0">
              <a:solidFill>
                <a:srgbClr val="FF99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2"/>
          <p:cNvSpPr txBox="1">
            <a:spLocks noGrp="1"/>
          </p:cNvSpPr>
          <p:nvPr>
            <p:ph type="title" idx="4294967295"/>
          </p:nvPr>
        </p:nvSpPr>
        <p:spPr>
          <a:xfrm>
            <a:off x="173059" y="429320"/>
            <a:ext cx="7926388" cy="461665"/>
          </a:xfrm>
          <a:prstGeom prst="rect">
            <a:avLst/>
          </a:prstGeom>
          <a:noFill/>
          <a:ln>
            <a:noFill/>
          </a:ln>
        </p:spPr>
        <p:txBody>
          <a:bodyPr spcFirstLastPara="1" wrap="square" lIns="91425" tIns="45700" rIns="91425" bIns="45700" anchor="ctr" anchorCtr="0">
            <a:spAutoFit/>
          </a:bodyPr>
          <a:lstStyle/>
          <a:p>
            <a:pPr marL="0" lvl="0" indent="0" algn="l" rtl="0">
              <a:spcBef>
                <a:spcPts val="0"/>
              </a:spcBef>
              <a:spcAft>
                <a:spcPts val="0"/>
              </a:spcAft>
              <a:buNone/>
            </a:pPr>
            <a:r>
              <a:rPr lang="en-US" sz="2400"/>
              <a:t>Machine Learning</a:t>
            </a:r>
            <a:endParaRPr sz="2400"/>
          </a:p>
        </p:txBody>
      </p:sp>
      <p:sp>
        <p:nvSpPr>
          <p:cNvPr id="517" name="Google Shape;517;p2"/>
          <p:cNvSpPr txBox="1"/>
          <p:nvPr/>
        </p:nvSpPr>
        <p:spPr>
          <a:xfrm>
            <a:off x="372177" y="2447300"/>
            <a:ext cx="8642400" cy="4194900"/>
          </a:xfrm>
          <a:prstGeom prst="rect">
            <a:avLst/>
          </a:prstGeom>
          <a:noFill/>
          <a:ln>
            <a:noFill/>
          </a:ln>
        </p:spPr>
        <p:txBody>
          <a:bodyPr spcFirstLastPara="1" wrap="square" lIns="0" tIns="32775" rIns="0" bIns="0" anchor="t" anchorCtr="0">
            <a:spAutoFit/>
          </a:bodyPr>
          <a:lstStyle/>
          <a:p>
            <a:pPr marL="133281" marR="39100" lvl="0" indent="-125292" algn="l" rtl="0">
              <a:lnSpc>
                <a:spcPct val="15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Tahoma"/>
                <a:ea typeface="Tahoma"/>
                <a:cs typeface="Tahoma"/>
                <a:sym typeface="Tahoma"/>
              </a:rPr>
              <a:t>These content of modules &amp; context under topics are prepared by the course owner instructor </a:t>
            </a:r>
            <a:r>
              <a:rPr lang="en-US" sz="1600" b="0" i="0" u="none" strike="noStrike" cap="none" dirty="0" err="1">
                <a:solidFill>
                  <a:schemeClr val="dk1"/>
                </a:solidFill>
                <a:latin typeface="Tahoma"/>
                <a:ea typeface="Tahoma"/>
                <a:cs typeface="Tahoma"/>
                <a:sym typeface="Tahoma"/>
              </a:rPr>
              <a:t>Dr.Sugata</a:t>
            </a:r>
            <a:r>
              <a:rPr lang="en-US" sz="1600" b="0" i="0" u="none" strike="noStrike" cap="none" dirty="0">
                <a:solidFill>
                  <a:schemeClr val="dk1"/>
                </a:solidFill>
                <a:latin typeface="Tahoma"/>
                <a:ea typeface="Tahoma"/>
                <a:cs typeface="Tahoma"/>
                <a:sym typeface="Tahoma"/>
              </a:rPr>
              <a:t>, instructors </a:t>
            </a:r>
            <a:r>
              <a:rPr lang="en-US" sz="1600" b="0" i="0" u="none" strike="noStrike" cap="none" dirty="0" err="1">
                <a:solidFill>
                  <a:schemeClr val="dk1"/>
                </a:solidFill>
                <a:latin typeface="Tahoma"/>
                <a:ea typeface="Tahoma"/>
                <a:cs typeface="Tahoma"/>
                <a:sym typeface="Tahoma"/>
              </a:rPr>
              <a:t>Rajavadhana</a:t>
            </a:r>
            <a:r>
              <a:rPr lang="en-US" sz="1600" b="0" i="0" u="none" strike="noStrike" cap="none" dirty="0">
                <a:solidFill>
                  <a:schemeClr val="dk1"/>
                </a:solidFill>
                <a:latin typeface="Tahoma"/>
                <a:ea typeface="Tahoma"/>
                <a:cs typeface="Tahoma"/>
                <a:sym typeface="Tahoma"/>
              </a:rPr>
              <a:t> , lab material by </a:t>
            </a:r>
            <a:r>
              <a:rPr lang="en-US" sz="1600" b="0" i="0" u="none" strike="noStrike" cap="none" dirty="0" err="1">
                <a:solidFill>
                  <a:schemeClr val="dk1"/>
                </a:solidFill>
                <a:latin typeface="Tahoma"/>
                <a:ea typeface="Tahoma"/>
                <a:cs typeface="Tahoma"/>
                <a:sym typeface="Tahoma"/>
              </a:rPr>
              <a:t>Dr.Pankaj</a:t>
            </a:r>
            <a:r>
              <a:rPr lang="en-US" sz="1600" b="0" i="0" u="none" strike="noStrike" cap="none" dirty="0">
                <a:solidFill>
                  <a:schemeClr val="dk1"/>
                </a:solidFill>
                <a:latin typeface="Tahoma"/>
                <a:ea typeface="Tahoma"/>
                <a:cs typeface="Tahoma"/>
                <a:sym typeface="Tahoma"/>
              </a:rPr>
              <a:t> with grateful acknowledgement to many others who made their course materials freely available online.</a:t>
            </a:r>
            <a:endParaRPr sz="1600" b="0" i="0" u="none" strike="noStrike" cap="none" dirty="0">
              <a:solidFill>
                <a:schemeClr val="dk1"/>
              </a:solidFill>
              <a:latin typeface="Tahoma"/>
              <a:ea typeface="Tahoma"/>
              <a:cs typeface="Tahoma"/>
              <a:sym typeface="Tahoma"/>
            </a:endParaRPr>
          </a:p>
          <a:p>
            <a:pPr marL="133281" marR="39100" lvl="0" indent="-125292" algn="l" rtl="0">
              <a:lnSpc>
                <a:spcPct val="150000"/>
              </a:lnSpc>
              <a:spcBef>
                <a:spcPts val="259"/>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The content for these slides has been obtained from books and various other  source on the Internet</a:t>
            </a:r>
            <a:endParaRPr sz="1600" b="0" i="0" u="none" strike="noStrike" cap="none" dirty="0">
              <a:solidFill>
                <a:schemeClr val="dk1"/>
              </a:solidFill>
              <a:latin typeface="Arial"/>
              <a:ea typeface="Arial"/>
              <a:cs typeface="Arial"/>
              <a:sym typeface="Arial"/>
            </a:endParaRPr>
          </a:p>
          <a:p>
            <a:pPr marL="133281" marR="0" lvl="0" indent="-125292" algn="l" rtl="0">
              <a:lnSpc>
                <a:spcPct val="150000"/>
              </a:lnSpc>
              <a:spcBef>
                <a:spcPts val="344"/>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We here by acknowledge all the contributors for their material and inputs.</a:t>
            </a:r>
            <a:endParaRPr sz="1600" b="0" i="0" u="none" strike="noStrike" cap="none" dirty="0">
              <a:solidFill>
                <a:schemeClr val="dk1"/>
              </a:solidFill>
              <a:latin typeface="Arial"/>
              <a:ea typeface="Arial"/>
              <a:cs typeface="Arial"/>
              <a:sym typeface="Arial"/>
            </a:endParaRPr>
          </a:p>
          <a:p>
            <a:pPr marL="133281" marR="0" lvl="0" indent="-125291" algn="l" rtl="0">
              <a:lnSpc>
                <a:spcPct val="150000"/>
              </a:lnSpc>
              <a:spcBef>
                <a:spcPts val="374"/>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We have provided source information wherever necessary</a:t>
            </a:r>
            <a:endParaRPr sz="1600" dirty="0">
              <a:solidFill>
                <a:schemeClr val="dk1"/>
              </a:solidFill>
            </a:endParaRPr>
          </a:p>
          <a:p>
            <a:pPr marL="133281" marR="0" lvl="0" indent="-125291" algn="l" rtl="0">
              <a:lnSpc>
                <a:spcPct val="150000"/>
              </a:lnSpc>
              <a:spcBef>
                <a:spcPts val="374"/>
              </a:spcBef>
              <a:spcAft>
                <a:spcPts val="0"/>
              </a:spcAft>
              <a:buClr>
                <a:schemeClr val="dk1"/>
              </a:buClr>
              <a:buSzPts val="1600"/>
              <a:buFont typeface="Arial"/>
              <a:buChar char="•"/>
            </a:pPr>
            <a:r>
              <a:rPr lang="en-US" sz="1600" b="0" i="0" u="none" strike="noStrike" cap="none" dirty="0">
                <a:solidFill>
                  <a:srgbClr val="FF0000"/>
                </a:solidFill>
                <a:latin typeface="Tahoma"/>
                <a:ea typeface="Tahoma"/>
                <a:cs typeface="Tahoma"/>
                <a:sym typeface="Tahoma"/>
              </a:rPr>
              <a:t>Students are requested to refer to the textbook w.r.t detailed content of </a:t>
            </a:r>
            <a:r>
              <a:rPr lang="en-US" sz="1600" dirty="0">
                <a:solidFill>
                  <a:srgbClr val="FF0000"/>
                </a:solidFill>
                <a:latin typeface="Tahoma"/>
                <a:ea typeface="Tahoma"/>
                <a:cs typeface="Tahoma"/>
                <a:sym typeface="Tahoma"/>
              </a:rPr>
              <a:t>the </a:t>
            </a:r>
            <a:r>
              <a:rPr lang="en-US" sz="1600" b="0" i="0" u="none" strike="noStrike" cap="none" dirty="0">
                <a:solidFill>
                  <a:srgbClr val="FF0000"/>
                </a:solidFill>
                <a:latin typeface="Tahoma"/>
                <a:ea typeface="Tahoma"/>
                <a:cs typeface="Tahoma"/>
                <a:sym typeface="Tahoma"/>
              </a:rPr>
              <a:t>presentation deck shared over canvas</a:t>
            </a:r>
            <a:endParaRPr sz="1600" dirty="0">
              <a:solidFill>
                <a:srgbClr val="FF0000"/>
              </a:solidFill>
              <a:latin typeface="Tahoma"/>
              <a:ea typeface="Tahoma"/>
              <a:cs typeface="Tahoma"/>
              <a:sym typeface="Tahoma"/>
            </a:endParaRPr>
          </a:p>
          <a:p>
            <a:pPr marL="133281" marR="0" lvl="0" indent="-125291" algn="l" rtl="0">
              <a:lnSpc>
                <a:spcPct val="150000"/>
              </a:lnSpc>
              <a:spcBef>
                <a:spcPts val="374"/>
              </a:spcBef>
              <a:spcAft>
                <a:spcPts val="0"/>
              </a:spcAft>
              <a:buClr>
                <a:schemeClr val="dk1"/>
              </a:buClr>
              <a:buSzPts val="1600"/>
              <a:buFont typeface="Arial"/>
              <a:buChar char="•"/>
            </a:pPr>
            <a:r>
              <a:rPr lang="en-US" sz="1600" dirty="0">
                <a:solidFill>
                  <a:srgbClr val="FF0000"/>
                </a:solidFill>
              </a:rPr>
              <a:t>We have reduced the slides from canvas and modified the content flow to suit the requirements of the course and for ease of class presentation</a:t>
            </a:r>
            <a:endParaRPr sz="1600" dirty="0">
              <a:solidFill>
                <a:srgbClr val="FF0000"/>
              </a:solidFill>
              <a:latin typeface="Tahoma"/>
              <a:ea typeface="Tahoma"/>
              <a:cs typeface="Tahoma"/>
              <a:sym typeface="Tahoma"/>
            </a:endParaRPr>
          </a:p>
        </p:txBody>
      </p:sp>
      <p:sp>
        <p:nvSpPr>
          <p:cNvPr id="518" name="Google Shape;518;p2"/>
          <p:cNvSpPr txBox="1"/>
          <p:nvPr/>
        </p:nvSpPr>
        <p:spPr>
          <a:xfrm>
            <a:off x="2180794" y="1041077"/>
            <a:ext cx="5698800" cy="287100"/>
          </a:xfrm>
          <a:prstGeom prst="rect">
            <a:avLst/>
          </a:prstGeom>
          <a:noFill/>
          <a:ln>
            <a:noFill/>
          </a:ln>
        </p:spPr>
        <p:txBody>
          <a:bodyPr spcFirstLastPara="1" wrap="square" lIns="0" tIns="10075" rIns="0" bIns="0" anchor="t" anchorCtr="0">
            <a:spAutoFit/>
          </a:bodyPr>
          <a:lstStyle/>
          <a:p>
            <a:pPr marL="8408" marR="0" lvl="0" indent="0" algn="l" rtl="0">
              <a:spcBef>
                <a:spcPts val="0"/>
              </a:spcBef>
              <a:spcAft>
                <a:spcPts val="0"/>
              </a:spcAft>
              <a:buNone/>
            </a:pPr>
            <a:r>
              <a:rPr lang="en-US" sz="1800" b="0" i="0" u="none" strike="noStrike" cap="none">
                <a:solidFill>
                  <a:srgbClr val="1C1572"/>
                </a:solidFill>
                <a:latin typeface="Arial"/>
                <a:ea typeface="Arial"/>
                <a:cs typeface="Arial"/>
                <a:sym typeface="Arial"/>
              </a:rPr>
              <a:t>Disclaimer and Acknowledgement</a:t>
            </a:r>
            <a:endParaRPr sz="1800" b="0" i="0" u="none" strike="noStrike" cap="none">
              <a:solidFill>
                <a:schemeClr val="dk1"/>
              </a:solidFill>
              <a:latin typeface="Arial"/>
              <a:ea typeface="Arial"/>
              <a:cs typeface="Arial"/>
              <a:sym typeface="Arial"/>
            </a:endParaRPr>
          </a:p>
        </p:txBody>
      </p:sp>
      <p:pic>
        <p:nvPicPr>
          <p:cNvPr id="519" name="Google Shape;519;p2"/>
          <p:cNvPicPr preferRelativeResize="0"/>
          <p:nvPr/>
        </p:nvPicPr>
        <p:blipFill rotWithShape="1">
          <a:blip r:embed="rId3">
            <a:alphaModFix/>
          </a:blip>
          <a:srcRect/>
          <a:stretch/>
        </p:blipFill>
        <p:spPr>
          <a:xfrm>
            <a:off x="3686826" y="1328176"/>
            <a:ext cx="1087204" cy="1188635"/>
          </a:xfrm>
          <a:prstGeom prst="rect">
            <a:avLst/>
          </a:prstGeom>
          <a:noFill/>
          <a:ln>
            <a:noFill/>
          </a:ln>
        </p:spPr>
      </p:pic>
      <p:sp>
        <p:nvSpPr>
          <p:cNvPr id="12"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6" name="Google Shape;1866;p40"/>
          <p:cNvSpPr txBox="1">
            <a:spLocks noGrp="1"/>
          </p:cNvSpPr>
          <p:nvPr>
            <p:ph type="title"/>
          </p:nvPr>
        </p:nvSpPr>
        <p:spPr>
          <a:xfrm>
            <a:off x="152400" y="533400"/>
            <a:ext cx="5054100" cy="553998"/>
          </a:xfrm>
          <a:prstGeom prst="rect">
            <a:avLst/>
          </a:prstGeom>
          <a:noFill/>
          <a:ln>
            <a:noFill/>
          </a:ln>
        </p:spPr>
        <p:txBody>
          <a:bodyPr spcFirstLastPara="1" wrap="square" lIns="91425" tIns="45700" rIns="91425" bIns="45700" anchor="ctr" anchorCtr="0">
            <a:spAutoFit/>
          </a:bodyPr>
          <a:lstStyle/>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Reinforcement Learning</a:t>
            </a:r>
            <a:endParaRPr sz="2400" b="1">
              <a:latin typeface="Arial"/>
              <a:ea typeface="Arial"/>
              <a:cs typeface="Arial"/>
              <a:sym typeface="Arial"/>
            </a:endParaRPr>
          </a:p>
        </p:txBody>
      </p:sp>
      <p:pic>
        <p:nvPicPr>
          <p:cNvPr id="1868" name="Google Shape;1868;p40"/>
          <p:cNvPicPr preferRelativeResize="0"/>
          <p:nvPr/>
        </p:nvPicPr>
        <p:blipFill rotWithShape="1">
          <a:blip r:embed="rId3">
            <a:alphaModFix/>
          </a:blip>
          <a:srcRect/>
          <a:stretch/>
        </p:blipFill>
        <p:spPr>
          <a:xfrm>
            <a:off x="0" y="1522690"/>
            <a:ext cx="9093543" cy="4801910"/>
          </a:xfrm>
          <a:prstGeom prst="rect">
            <a:avLst/>
          </a:prstGeom>
          <a:noFill/>
          <a:ln>
            <a:noFill/>
          </a:ln>
        </p:spPr>
      </p:pic>
      <p:sp>
        <p:nvSpPr>
          <p:cNvPr id="4" name="Slide Number Placeholder 3"/>
          <p:cNvSpPr>
            <a:spLocks noGrp="1"/>
          </p:cNvSpPr>
          <p:nvPr>
            <p:ph type="sldNum" idx="12"/>
          </p:nvPr>
        </p:nvSpPr>
        <p:spPr>
          <a:xfrm>
            <a:off x="8716776" y="6231989"/>
            <a:ext cx="611560" cy="323557"/>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3</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71AB087-96E9-6FD3-F869-1EE58DF93200}"/>
                  </a:ext>
                </a:extLst>
              </p14:cNvPr>
              <p14:cNvContentPartPr/>
              <p14:nvPr/>
            </p14:nvContentPartPr>
            <p14:xfrm>
              <a:off x="2550960" y="2229120"/>
              <a:ext cx="5307480" cy="3630600"/>
            </p14:xfrm>
          </p:contentPart>
        </mc:Choice>
        <mc:Fallback>
          <p:pic>
            <p:nvPicPr>
              <p:cNvPr id="2" name="Ink 1">
                <a:extLst>
                  <a:ext uri="{FF2B5EF4-FFF2-40B4-BE49-F238E27FC236}">
                    <a16:creationId xmlns:a16="http://schemas.microsoft.com/office/drawing/2014/main" id="{A71AB087-96E9-6FD3-F869-1EE58DF93200}"/>
                  </a:ext>
                </a:extLst>
              </p:cNvPr>
              <p:cNvPicPr/>
              <p:nvPr/>
            </p:nvPicPr>
            <p:blipFill>
              <a:blip r:embed="rId5"/>
              <a:stretch>
                <a:fillRect/>
              </a:stretch>
            </p:blipFill>
            <p:spPr>
              <a:xfrm>
                <a:off x="2541600" y="2219760"/>
                <a:ext cx="5326200" cy="3649320"/>
              </a:xfrm>
              <a:prstGeom prst="rect">
                <a:avLst/>
              </a:prstGeom>
            </p:spPr>
          </p:pic>
        </mc:Fallback>
      </mc:AlternateContent>
    </p:spTree>
    <p:extLst>
      <p:ext uri="{BB962C8B-B14F-4D97-AF65-F5344CB8AC3E}">
        <p14:creationId xmlns:p14="http://schemas.microsoft.com/office/powerpoint/2010/main" val="3247597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sp>
        <p:nvSpPr>
          <p:cNvPr id="1880" name="Google Shape;1880;p42"/>
          <p:cNvSpPr txBox="1">
            <a:spLocks noGrp="1"/>
          </p:cNvSpPr>
          <p:nvPr>
            <p:ph type="title"/>
          </p:nvPr>
        </p:nvSpPr>
        <p:spPr>
          <a:xfrm>
            <a:off x="0" y="152400"/>
            <a:ext cx="6553200" cy="1066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3600"/>
              <a:buFont typeface="Arial"/>
              <a:buNone/>
            </a:pPr>
            <a:r>
              <a:rPr lang="en-US" sz="2400">
                <a:latin typeface="Arial"/>
                <a:ea typeface="Arial"/>
                <a:cs typeface="Arial"/>
                <a:sym typeface="Arial"/>
              </a:rPr>
              <a:t>Comparison :</a:t>
            </a:r>
            <a:br>
              <a:rPr lang="en-US" sz="2400">
                <a:latin typeface="Arial"/>
                <a:ea typeface="Arial"/>
                <a:cs typeface="Arial"/>
                <a:sym typeface="Arial"/>
              </a:rPr>
            </a:br>
            <a:r>
              <a:rPr lang="en-US" sz="2400">
                <a:latin typeface="Arial"/>
                <a:ea typeface="Arial"/>
                <a:cs typeface="Arial"/>
                <a:sym typeface="Arial"/>
              </a:rPr>
              <a:t>Supervised, Unsupervised and Reinforcement Learning</a:t>
            </a:r>
            <a:endParaRPr sz="2400">
              <a:latin typeface="Arial"/>
              <a:ea typeface="Arial"/>
              <a:cs typeface="Arial"/>
              <a:sym typeface="Arial"/>
            </a:endParaRPr>
          </a:p>
        </p:txBody>
      </p:sp>
      <p:pic>
        <p:nvPicPr>
          <p:cNvPr id="1881" name="Google Shape;1881;p42"/>
          <p:cNvPicPr preferRelativeResize="0"/>
          <p:nvPr/>
        </p:nvPicPr>
        <p:blipFill rotWithShape="1">
          <a:blip r:embed="rId3">
            <a:alphaModFix/>
          </a:blip>
          <a:srcRect l="14999" t="3086" r="16666" b="3085"/>
          <a:stretch/>
        </p:blipFill>
        <p:spPr>
          <a:xfrm>
            <a:off x="0" y="1752600"/>
            <a:ext cx="9067799" cy="4202151"/>
          </a:xfrm>
          <a:prstGeom prst="rect">
            <a:avLst/>
          </a:prstGeom>
          <a:noFill/>
          <a:ln>
            <a:noFill/>
          </a:ln>
        </p:spPr>
      </p:pic>
      <p:sp>
        <p:nvSpPr>
          <p:cNvPr id="2" name="Slide Number Placeholder 1"/>
          <p:cNvSpPr>
            <a:spLocks noGrp="1"/>
          </p:cNvSpPr>
          <p:nvPr>
            <p:ph type="sldNum" idx="12"/>
          </p:nvPr>
        </p:nvSpPr>
        <p:spPr>
          <a:xfrm>
            <a:off x="8629356" y="6305588"/>
            <a:ext cx="438443" cy="365125"/>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4</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695050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2"/>
        <p:cNvGrpSpPr/>
        <p:nvPr/>
      </p:nvGrpSpPr>
      <p:grpSpPr>
        <a:xfrm>
          <a:off x="0" y="0"/>
          <a:ext cx="0" cy="0"/>
          <a:chOff x="0" y="0"/>
          <a:chExt cx="0" cy="0"/>
        </a:xfrm>
      </p:grpSpPr>
      <p:sp>
        <p:nvSpPr>
          <p:cNvPr id="1873" name="Google Shape;1873;p41"/>
          <p:cNvSpPr txBox="1">
            <a:spLocks noGrp="1"/>
          </p:cNvSpPr>
          <p:nvPr>
            <p:ph type="title"/>
          </p:nvPr>
        </p:nvSpPr>
        <p:spPr>
          <a:xfrm>
            <a:off x="189685" y="385168"/>
            <a:ext cx="6120680" cy="553998"/>
          </a:xfrm>
          <a:prstGeom prst="rect">
            <a:avLst/>
          </a:prstGeom>
          <a:noFill/>
          <a:ln>
            <a:noFill/>
          </a:ln>
        </p:spPr>
        <p:txBody>
          <a:bodyPr spcFirstLastPara="1" wrap="square" lIns="91425" tIns="45700" rIns="91425" bIns="45700" anchor="ctr" anchorCtr="0">
            <a:spAutoFit/>
          </a:bodyPr>
          <a:lstStyle/>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Summary : Types of Learning</a:t>
            </a:r>
            <a:endParaRPr sz="2400" b="1">
              <a:latin typeface="Arial"/>
              <a:ea typeface="Arial"/>
              <a:cs typeface="Arial"/>
              <a:sym typeface="Arial"/>
            </a:endParaRPr>
          </a:p>
        </p:txBody>
      </p:sp>
      <p:pic>
        <p:nvPicPr>
          <p:cNvPr id="1874" name="Google Shape;1874;p41" descr="https://miro.medium.com/max/700/1*ZCeOEBhvEVLmwCh7vr2RVA.png"/>
          <p:cNvPicPr preferRelativeResize="0">
            <a:picLocks noGrp="1"/>
          </p:cNvPicPr>
          <p:nvPr>
            <p:ph type="body" idx="1"/>
          </p:nvPr>
        </p:nvPicPr>
        <p:blipFill rotWithShape="1">
          <a:blip r:embed="rId3">
            <a:alphaModFix/>
          </a:blip>
          <a:srcRect/>
          <a:stretch/>
        </p:blipFill>
        <p:spPr>
          <a:xfrm>
            <a:off x="-35417" y="1524000"/>
            <a:ext cx="9094032" cy="3962400"/>
          </a:xfrm>
          <a:prstGeom prst="rect">
            <a:avLst/>
          </a:prstGeom>
          <a:noFill/>
          <a:ln>
            <a:noFill/>
          </a:ln>
        </p:spPr>
      </p:pic>
      <p:sp>
        <p:nvSpPr>
          <p:cNvPr id="1875" name="Google Shape;1875;p41"/>
          <p:cNvSpPr/>
          <p:nvPr/>
        </p:nvSpPr>
        <p:spPr>
          <a:xfrm>
            <a:off x="174445" y="6642556"/>
            <a:ext cx="8534400" cy="21544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Tahoma"/>
                <a:ea typeface="Tahoma"/>
                <a:cs typeface="Tahoma"/>
                <a:sym typeface="Tahoma"/>
              </a:rPr>
              <a:t>Image courtesy:  https://towardsdatascience.com/types-of-machine-learning-algorithms-you-should-know-953a08248861</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5</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87344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6" name="Google Shape;1886;p43"/>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Semi supervised Learning</a:t>
            </a:r>
            <a:endParaRPr sz="2000">
              <a:solidFill>
                <a:srgbClr val="C00000"/>
              </a:solidFill>
            </a:endParaRPr>
          </a:p>
        </p:txBody>
      </p:sp>
      <p:sp>
        <p:nvSpPr>
          <p:cNvPr id="1887" name="Google Shape;1887;p43"/>
          <p:cNvSpPr/>
          <p:nvPr/>
        </p:nvSpPr>
        <p:spPr>
          <a:xfrm>
            <a:off x="497597" y="1705902"/>
            <a:ext cx="7162800" cy="872100"/>
          </a:xfrm>
          <a:prstGeom prst="rect">
            <a:avLst/>
          </a:prstGeom>
          <a:noFill/>
          <a:ln>
            <a:noFill/>
          </a:ln>
        </p:spPr>
        <p:txBody>
          <a:bodyPr spcFirstLastPara="1" wrap="square" lIns="91425" tIns="45700" rIns="91425" bIns="45700" anchor="t" anchorCtr="0">
            <a:noAutofit/>
          </a:bodyPr>
          <a:lstStyle/>
          <a:p>
            <a:pPr marL="355600" marR="0" lvl="0" indent="-342900" algn="l" defTabSz="914400" rtl="0" eaLnBrk="1" fontAlgn="auto" latinLnBrk="0" hangingPunct="1">
              <a:lnSpc>
                <a:spcPct val="100000"/>
              </a:lnSpc>
              <a:spcBef>
                <a:spcPts val="0"/>
              </a:spcBef>
              <a:spcAft>
                <a:spcPts val="0"/>
              </a:spcAft>
              <a:buClr>
                <a:srgbClr val="000000"/>
              </a:buClr>
              <a:buSzPts val="3200"/>
              <a:buFont typeface="Arial"/>
              <a:buChar char="•"/>
              <a:tabLst/>
              <a:defRPr/>
            </a:pPr>
            <a:r>
              <a:rPr kumimoji="0" lang="en-US" sz="1800" b="0" i="0" u="none" strike="noStrike" kern="0" cap="none" spc="0" normalizeH="0" baseline="0" noProof="0">
                <a:ln>
                  <a:noFill/>
                </a:ln>
                <a:solidFill>
                  <a:srgbClr val="000000"/>
                </a:solidFill>
                <a:effectLst/>
                <a:uLnTx/>
                <a:uFillTx/>
                <a:latin typeface="Arial"/>
                <a:ea typeface="Arial"/>
                <a:cs typeface="Arial"/>
                <a:sym typeface="Arial"/>
              </a:rPr>
              <a:t>Combines unsupervised and supervised learning algorithms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0" lvl="0" indent="-342900" algn="l" defTabSz="914400" rtl="0" eaLnBrk="1" fontAlgn="auto" latinLnBrk="0" hangingPunct="1">
              <a:lnSpc>
                <a:spcPct val="100000"/>
              </a:lnSpc>
              <a:spcBef>
                <a:spcPts val="0"/>
              </a:spcBef>
              <a:spcAft>
                <a:spcPts val="0"/>
              </a:spcAft>
              <a:buClr>
                <a:srgbClr val="000000"/>
              </a:buClr>
              <a:buSzPts val="3200"/>
              <a:buFont typeface="Arial"/>
              <a:buChar char="•"/>
              <a:tabLst/>
              <a:defRPr/>
            </a:pPr>
            <a:r>
              <a:rPr kumimoji="0" lang="en-US" sz="1800" b="0" i="0" u="none" strike="noStrike" kern="0" cap="none" spc="0" normalizeH="0" baseline="0" noProof="0">
                <a:ln>
                  <a:noFill/>
                </a:ln>
                <a:solidFill>
                  <a:srgbClr val="000000"/>
                </a:solidFill>
                <a:effectLst/>
                <a:uLnTx/>
                <a:uFillTx/>
                <a:latin typeface="Arial"/>
                <a:ea typeface="Arial"/>
                <a:cs typeface="Arial"/>
                <a:sym typeface="Arial"/>
              </a:rPr>
              <a:t>Photo hosting service, e.g., google photos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888" name="Google Shape;1888;p43"/>
          <p:cNvSpPr/>
          <p:nvPr/>
        </p:nvSpPr>
        <p:spPr>
          <a:xfrm>
            <a:off x="497592" y="1400004"/>
            <a:ext cx="9372600" cy="3693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150860"/>
                </a:solidFill>
                <a:effectLst/>
                <a:uLnTx/>
                <a:uFillTx/>
                <a:latin typeface="Helvetica Neue"/>
                <a:ea typeface="Helvetica Neue"/>
                <a:cs typeface="Helvetica Neue"/>
                <a:sym typeface="Helvetica Neue"/>
              </a:rPr>
              <a:t>Partially labelled data – some labelled data and a lot of unlabelled data</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889" name="Google Shape;1889;p43"/>
          <p:cNvPicPr preferRelativeResize="0"/>
          <p:nvPr/>
        </p:nvPicPr>
        <p:blipFill rotWithShape="1">
          <a:blip r:embed="rId3">
            <a:alphaModFix/>
          </a:blip>
          <a:srcRect/>
          <a:stretch/>
        </p:blipFill>
        <p:spPr>
          <a:xfrm>
            <a:off x="1182859" y="2883900"/>
            <a:ext cx="7004204" cy="3412304"/>
          </a:xfrm>
          <a:prstGeom prst="rect">
            <a:avLst/>
          </a:prstGeom>
          <a:noFill/>
          <a:ln>
            <a:noFill/>
          </a:ln>
        </p:spPr>
      </p:pic>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a:t>
            </a:r>
          </a:p>
        </p:txBody>
      </p:sp>
    </p:spTree>
    <p:extLst>
      <p:ext uri="{BB962C8B-B14F-4D97-AF65-F5344CB8AC3E}">
        <p14:creationId xmlns:p14="http://schemas.microsoft.com/office/powerpoint/2010/main" val="61321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0"/>
        <p:cNvGrpSpPr/>
        <p:nvPr/>
      </p:nvGrpSpPr>
      <p:grpSpPr>
        <a:xfrm>
          <a:off x="0" y="0"/>
          <a:ext cx="0" cy="0"/>
          <a:chOff x="0" y="0"/>
          <a:chExt cx="0" cy="0"/>
        </a:xfrm>
      </p:grpSpPr>
      <p:sp>
        <p:nvSpPr>
          <p:cNvPr id="1901" name="Google Shape;1901;p45"/>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Types: Based on how training data is used</a:t>
            </a:r>
            <a:endParaRPr sz="2000">
              <a:solidFill>
                <a:srgbClr val="C00000"/>
              </a:solidFill>
            </a:endParaRPr>
          </a:p>
        </p:txBody>
      </p:sp>
      <p:sp>
        <p:nvSpPr>
          <p:cNvPr id="1902" name="Google Shape;1902;p45"/>
          <p:cNvSpPr/>
          <p:nvPr/>
        </p:nvSpPr>
        <p:spPr>
          <a:xfrm>
            <a:off x="304800" y="1785114"/>
            <a:ext cx="8839200" cy="1938900"/>
          </a:xfrm>
          <a:prstGeom prst="rect">
            <a:avLst/>
          </a:prstGeom>
          <a:noFill/>
          <a:ln>
            <a:noFill/>
          </a:ln>
        </p:spPr>
        <p:txBody>
          <a:bodyPr spcFirstLastPara="1" wrap="square" lIns="91425" tIns="45700" rIns="91425" bIns="45700" anchor="t" anchorCtr="0">
            <a:noAutofit/>
          </a:bodyPr>
          <a:lstStyle/>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Batch learning: Uses all available data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Mini Batch learning: Uses a subset of available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Online (incremental) learning: Uses single training data instance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03" name="Google Shape;1903;p45"/>
          <p:cNvPicPr preferRelativeResize="0"/>
          <p:nvPr/>
        </p:nvPicPr>
        <p:blipFill rotWithShape="1">
          <a:blip r:embed="rId3">
            <a:alphaModFix/>
          </a:blip>
          <a:srcRect/>
          <a:stretch/>
        </p:blipFill>
        <p:spPr>
          <a:xfrm>
            <a:off x="3581400" y="3657600"/>
            <a:ext cx="5105400" cy="2861032"/>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7</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98332E5D-48EA-FFAE-BDA9-B3BF710587D1}"/>
                  </a:ext>
                </a:extLst>
              </p14:cNvPr>
              <p14:cNvContentPartPr/>
              <p14:nvPr/>
            </p14:nvContentPartPr>
            <p14:xfrm>
              <a:off x="1024560" y="3245040"/>
              <a:ext cx="5749200" cy="1739880"/>
            </p14:xfrm>
          </p:contentPart>
        </mc:Choice>
        <mc:Fallback>
          <p:pic>
            <p:nvPicPr>
              <p:cNvPr id="2" name="Ink 1">
                <a:extLst>
                  <a:ext uri="{FF2B5EF4-FFF2-40B4-BE49-F238E27FC236}">
                    <a16:creationId xmlns:a16="http://schemas.microsoft.com/office/drawing/2014/main" id="{98332E5D-48EA-FFAE-BDA9-B3BF710587D1}"/>
                  </a:ext>
                </a:extLst>
              </p:cNvPr>
              <p:cNvPicPr/>
              <p:nvPr/>
            </p:nvPicPr>
            <p:blipFill>
              <a:blip r:embed="rId5"/>
              <a:stretch>
                <a:fillRect/>
              </a:stretch>
            </p:blipFill>
            <p:spPr>
              <a:xfrm>
                <a:off x="1015200" y="3235680"/>
                <a:ext cx="5767920" cy="1758600"/>
              </a:xfrm>
              <a:prstGeom prst="rect">
                <a:avLst/>
              </a:prstGeom>
            </p:spPr>
          </p:pic>
        </mc:Fallback>
      </mc:AlternateContent>
    </p:spTree>
    <p:extLst>
      <p:ext uri="{BB962C8B-B14F-4D97-AF65-F5344CB8AC3E}">
        <p14:creationId xmlns:p14="http://schemas.microsoft.com/office/powerpoint/2010/main" val="4260107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3"/>
        <p:cNvGrpSpPr/>
        <p:nvPr/>
      </p:nvGrpSpPr>
      <p:grpSpPr>
        <a:xfrm>
          <a:off x="0" y="0"/>
          <a:ext cx="0" cy="0"/>
          <a:chOff x="0" y="0"/>
          <a:chExt cx="0" cy="0"/>
        </a:xfrm>
      </p:grpSpPr>
      <p:sp>
        <p:nvSpPr>
          <p:cNvPr id="1894" name="Google Shape;1894;p44"/>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Types: Based on how training data is used</a:t>
            </a:r>
            <a:endParaRPr sz="2000">
              <a:solidFill>
                <a:srgbClr val="C00000"/>
              </a:solidFill>
            </a:endParaRPr>
          </a:p>
        </p:txBody>
      </p:sp>
      <p:sp>
        <p:nvSpPr>
          <p:cNvPr id="1895" name="Google Shape;1895;p44"/>
          <p:cNvSpPr/>
          <p:nvPr/>
        </p:nvSpPr>
        <p:spPr>
          <a:xfrm>
            <a:off x="304800" y="1785114"/>
            <a:ext cx="8839200" cy="1938900"/>
          </a:xfrm>
          <a:prstGeom prst="rect">
            <a:avLst/>
          </a:prstGeom>
          <a:noFill/>
          <a:ln>
            <a:noFill/>
          </a:ln>
        </p:spPr>
        <p:txBody>
          <a:bodyPr spcFirstLastPara="1" wrap="square" lIns="91425" tIns="45700" rIns="91425" bIns="45700" anchor="t" anchorCtr="0">
            <a:noAutofit/>
          </a:bodyPr>
          <a:lstStyle/>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Batch learning: Uses all available data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Mini Batch learning: Uses a subset of available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Online (incremental) learning: Uses single training data instance at a time during training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896" name="Google Shape;1896;p44"/>
          <p:cNvPicPr preferRelativeResize="0"/>
          <p:nvPr/>
        </p:nvPicPr>
        <p:blipFill rotWithShape="1">
          <a:blip r:embed="rId3">
            <a:alphaModFix/>
          </a:blip>
          <a:srcRect/>
          <a:stretch/>
        </p:blipFill>
        <p:spPr>
          <a:xfrm>
            <a:off x="335280" y="3581400"/>
            <a:ext cx="5867399" cy="2978708"/>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8</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EB51FC7-3472-EC1B-DF74-CC5F0D9A0E2C}"/>
                  </a:ext>
                </a:extLst>
              </p14:cNvPr>
              <p14:cNvContentPartPr/>
              <p14:nvPr/>
            </p14:nvContentPartPr>
            <p14:xfrm>
              <a:off x="3592080" y="2683080"/>
              <a:ext cx="2199960" cy="81720"/>
            </p14:xfrm>
          </p:contentPart>
        </mc:Choice>
        <mc:Fallback>
          <p:pic>
            <p:nvPicPr>
              <p:cNvPr id="2" name="Ink 1">
                <a:extLst>
                  <a:ext uri="{FF2B5EF4-FFF2-40B4-BE49-F238E27FC236}">
                    <a16:creationId xmlns:a16="http://schemas.microsoft.com/office/drawing/2014/main" id="{5EB51FC7-3472-EC1B-DF74-CC5F0D9A0E2C}"/>
                  </a:ext>
                </a:extLst>
              </p:cNvPr>
              <p:cNvPicPr/>
              <p:nvPr/>
            </p:nvPicPr>
            <p:blipFill>
              <a:blip r:embed="rId5"/>
              <a:stretch>
                <a:fillRect/>
              </a:stretch>
            </p:blipFill>
            <p:spPr>
              <a:xfrm>
                <a:off x="3582720" y="2673720"/>
                <a:ext cx="2218680" cy="100440"/>
              </a:xfrm>
              <a:prstGeom prst="rect">
                <a:avLst/>
              </a:prstGeom>
            </p:spPr>
          </p:pic>
        </mc:Fallback>
      </mc:AlternateContent>
    </p:spTree>
    <p:extLst>
      <p:ext uri="{BB962C8B-B14F-4D97-AF65-F5344CB8AC3E}">
        <p14:creationId xmlns:p14="http://schemas.microsoft.com/office/powerpoint/2010/main" val="2681172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8" name="Google Shape;1908;p46"/>
          <p:cNvSpPr txBox="1">
            <a:spLocks noGrp="1"/>
          </p:cNvSpPr>
          <p:nvPr>
            <p:ph type="body" idx="2"/>
          </p:nvPr>
        </p:nvSpPr>
        <p:spPr>
          <a:xfrm>
            <a:off x="304800" y="152400"/>
            <a:ext cx="8229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50000"/>
              </a:lnSpc>
              <a:spcBef>
                <a:spcPts val="0"/>
              </a:spcBef>
              <a:spcAft>
                <a:spcPts val="0"/>
              </a:spcAft>
              <a:buClr>
                <a:schemeClr val="dk1"/>
              </a:buClr>
              <a:buSzPts val="2400"/>
              <a:buNone/>
            </a:pPr>
            <a:r>
              <a:rPr lang="en-US" sz="2400"/>
              <a:t>Introduction to Machine Learning</a:t>
            </a:r>
            <a:endParaRPr/>
          </a:p>
          <a:p>
            <a:pPr marL="0" lvl="0" indent="0" algn="l" rtl="0">
              <a:lnSpc>
                <a:spcPct val="180000"/>
              </a:lnSpc>
              <a:spcBef>
                <a:spcPts val="0"/>
              </a:spcBef>
              <a:spcAft>
                <a:spcPts val="0"/>
              </a:spcAft>
              <a:buClr>
                <a:srgbClr val="C00000"/>
              </a:buClr>
              <a:buSzPts val="2000"/>
              <a:buNone/>
            </a:pPr>
            <a:r>
              <a:rPr lang="en-US" sz="2000">
                <a:solidFill>
                  <a:srgbClr val="C00000"/>
                </a:solidFill>
              </a:rPr>
              <a:t>Types: Based on how training data is used</a:t>
            </a:r>
            <a:endParaRPr sz="2000">
              <a:solidFill>
                <a:srgbClr val="C00000"/>
              </a:solidFill>
            </a:endParaRPr>
          </a:p>
        </p:txBody>
      </p:sp>
      <p:sp>
        <p:nvSpPr>
          <p:cNvPr id="1909" name="Google Shape;1909;p46"/>
          <p:cNvSpPr/>
          <p:nvPr/>
        </p:nvSpPr>
        <p:spPr>
          <a:xfrm>
            <a:off x="304800" y="1785114"/>
            <a:ext cx="8839200" cy="1323300"/>
          </a:xfrm>
          <a:prstGeom prst="rect">
            <a:avLst/>
          </a:prstGeom>
          <a:noFill/>
          <a:ln>
            <a:noFill/>
          </a:ln>
        </p:spPr>
        <p:txBody>
          <a:bodyPr spcFirstLastPara="1" wrap="square" lIns="91425" tIns="45700" rIns="91425" bIns="45700" anchor="t" anchorCtr="0">
            <a:noAutofit/>
          </a:bodyPr>
          <a:lstStyle/>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Instance Based Learning: Compare new data points to known data points</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355600" marR="160020" lvl="0" indent="-342900" algn="l" defTabSz="914400" rtl="0" eaLnBrk="1" fontAlgn="auto" latinLnBrk="0" hangingPunct="1">
              <a:lnSpc>
                <a:spcPct val="115000"/>
              </a:lnSpc>
              <a:spcBef>
                <a:spcPts val="0"/>
              </a:spcBef>
              <a:spcAft>
                <a:spcPts val="0"/>
              </a:spcAft>
              <a:buClr>
                <a:srgbClr val="000000"/>
              </a:buClr>
              <a:buSzPts val="2800"/>
              <a:buFont typeface="Arial"/>
              <a:buChar char="•"/>
              <a:tabLst/>
              <a:defRPr/>
            </a:pPr>
            <a:r>
              <a:rPr kumimoji="0" lang="en-US" sz="1600" b="0" i="0" u="none" strike="noStrike" kern="0" cap="none" spc="0" normalizeH="0" baseline="0" noProof="0">
                <a:ln>
                  <a:noFill/>
                </a:ln>
                <a:solidFill>
                  <a:srgbClr val="000000"/>
                </a:solidFill>
                <a:effectLst/>
                <a:uLnTx/>
                <a:uFillTx/>
                <a:latin typeface="Helvetica Neue"/>
                <a:ea typeface="Helvetica Neue"/>
                <a:cs typeface="Helvetica Neue"/>
                <a:sym typeface="Helvetica Neue"/>
              </a:rPr>
              <a:t>Model Based learning </a:t>
            </a:r>
            <a:r>
              <a:rPr kumimoji="0" lang="en-US" sz="1600" b="0" i="0" u="none" strike="noStrike" kern="0" cap="none" spc="0" normalizeH="0" baseline="0" noProof="0">
                <a:ln>
                  <a:noFill/>
                </a:ln>
                <a:solidFill>
                  <a:srgbClr val="000000"/>
                </a:solidFill>
                <a:effectLst/>
                <a:uLnTx/>
                <a:uFillTx/>
                <a:latin typeface="Arial"/>
                <a:ea typeface="Arial"/>
                <a:cs typeface="Arial"/>
                <a:sym typeface="Arial"/>
              </a:rPr>
              <a:t>: Detect patterns in the training data and build a predictive model</a:t>
            </a:r>
            <a:endParaRPr kumimoji="0" sz="16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910" name="Google Shape;1910;p46"/>
          <p:cNvPicPr preferRelativeResize="0"/>
          <p:nvPr/>
        </p:nvPicPr>
        <p:blipFill rotWithShape="1">
          <a:blip r:embed="rId3">
            <a:alphaModFix/>
          </a:blip>
          <a:srcRect/>
          <a:stretch/>
        </p:blipFill>
        <p:spPr>
          <a:xfrm>
            <a:off x="274320" y="3875534"/>
            <a:ext cx="4850431" cy="2315432"/>
          </a:xfrm>
          <a:prstGeom prst="rect">
            <a:avLst/>
          </a:prstGeom>
          <a:noFill/>
          <a:ln>
            <a:noFill/>
          </a:ln>
        </p:spPr>
      </p:pic>
      <p:pic>
        <p:nvPicPr>
          <p:cNvPr id="1911" name="Google Shape;1911;p46"/>
          <p:cNvPicPr preferRelativeResize="0"/>
          <p:nvPr/>
        </p:nvPicPr>
        <p:blipFill rotWithShape="1">
          <a:blip r:embed="rId4">
            <a:alphaModFix/>
          </a:blip>
          <a:srcRect/>
          <a:stretch/>
        </p:blipFill>
        <p:spPr>
          <a:xfrm>
            <a:off x="4450080" y="3684103"/>
            <a:ext cx="4607909" cy="2362200"/>
          </a:xfrm>
          <a:prstGeom prst="rect">
            <a:avLst/>
          </a:prstGeom>
          <a:noFill/>
          <a:ln>
            <a:noFill/>
          </a:ln>
        </p:spPr>
      </p:pic>
      <p:sp>
        <p:nvSpPr>
          <p:cNvPr id="1912" name="Google Shape;1912;p46"/>
          <p:cNvSpPr txBox="1"/>
          <p:nvPr/>
        </p:nvSpPr>
        <p:spPr>
          <a:xfrm>
            <a:off x="1858819" y="3284744"/>
            <a:ext cx="840600" cy="430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rPr>
              <a:t>Instance Based</a:t>
            </a:r>
            <a:endParaRPr kumimoji="0"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endParaRPr>
          </a:p>
        </p:txBody>
      </p:sp>
      <p:sp>
        <p:nvSpPr>
          <p:cNvPr id="1913" name="Google Shape;1913;p46"/>
          <p:cNvSpPr txBox="1"/>
          <p:nvPr/>
        </p:nvSpPr>
        <p:spPr>
          <a:xfrm>
            <a:off x="6318097" y="3248940"/>
            <a:ext cx="725400" cy="430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rPr>
              <a:t>Model Based</a:t>
            </a:r>
            <a:endParaRPr kumimoji="0" sz="1100" b="0" i="0" u="none" strike="noStrike" kern="0" cap="none" spc="0" normalizeH="0" baseline="0" noProof="0">
              <a:ln>
                <a:noFill/>
              </a:ln>
              <a:solidFill>
                <a:srgbClr val="002060"/>
              </a:solidFill>
              <a:effectLst/>
              <a:uLnTx/>
              <a:uFillTx/>
              <a:latin typeface="Helvetica Neue"/>
              <a:ea typeface="Helvetica Neue"/>
              <a:cs typeface="Helvetica Neue"/>
              <a:sym typeface="Helvetica Neue"/>
            </a:endParaRPr>
          </a:p>
        </p:txBody>
      </p:sp>
      <p:sp>
        <p:nvSpPr>
          <p:cNvPr id="8"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9</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43628CD-E683-E716-CD0A-93F44CDA3501}"/>
                  </a:ext>
                </a:extLst>
              </p14:cNvPr>
              <p14:cNvContentPartPr/>
              <p14:nvPr/>
            </p14:nvContentPartPr>
            <p14:xfrm>
              <a:off x="1161720" y="2674800"/>
              <a:ext cx="7168320" cy="2962080"/>
            </p14:xfrm>
          </p:contentPart>
        </mc:Choice>
        <mc:Fallback>
          <p:pic>
            <p:nvPicPr>
              <p:cNvPr id="2" name="Ink 1">
                <a:extLst>
                  <a:ext uri="{FF2B5EF4-FFF2-40B4-BE49-F238E27FC236}">
                    <a16:creationId xmlns:a16="http://schemas.microsoft.com/office/drawing/2014/main" id="{743628CD-E683-E716-CD0A-93F44CDA3501}"/>
                  </a:ext>
                </a:extLst>
              </p:cNvPr>
              <p:cNvPicPr/>
              <p:nvPr/>
            </p:nvPicPr>
            <p:blipFill>
              <a:blip r:embed="rId6"/>
              <a:stretch>
                <a:fillRect/>
              </a:stretch>
            </p:blipFill>
            <p:spPr>
              <a:xfrm>
                <a:off x="1152360" y="2665440"/>
                <a:ext cx="7187040" cy="2980800"/>
              </a:xfrm>
              <a:prstGeom prst="rect">
                <a:avLst/>
              </a:prstGeom>
            </p:spPr>
          </p:pic>
        </mc:Fallback>
      </mc:AlternateContent>
    </p:spTree>
    <p:extLst>
      <p:ext uri="{BB962C8B-B14F-4D97-AF65-F5344CB8AC3E}">
        <p14:creationId xmlns:p14="http://schemas.microsoft.com/office/powerpoint/2010/main" val="3870718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47"/>
          <p:cNvSpPr txBox="1">
            <a:spLocks noGrp="1"/>
          </p:cNvSpPr>
          <p:nvPr>
            <p:ph type="title"/>
          </p:nvPr>
        </p:nvSpPr>
        <p:spPr>
          <a:xfrm>
            <a:off x="0" y="609600"/>
            <a:ext cx="921258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4000"/>
              <a:buFont typeface="Calibri"/>
              <a:buNone/>
            </a:pPr>
            <a:r>
              <a:rPr lang="en-US" sz="2400" b="1">
                <a:latin typeface="Arial"/>
                <a:ea typeface="Arial"/>
                <a:cs typeface="Arial"/>
                <a:sym typeface="Arial"/>
              </a:rPr>
              <a:t>Open source ML programming tools</a:t>
            </a:r>
            <a:endParaRPr sz="2400" b="1">
              <a:latin typeface="Arial"/>
              <a:ea typeface="Arial"/>
              <a:cs typeface="Arial"/>
              <a:sym typeface="Arial"/>
            </a:endParaRPr>
          </a:p>
        </p:txBody>
      </p:sp>
      <p:graphicFrame>
        <p:nvGraphicFramePr>
          <p:cNvPr id="1919" name="Google Shape;1919;p47"/>
          <p:cNvGraphicFramePr/>
          <p:nvPr/>
        </p:nvGraphicFramePr>
        <p:xfrm>
          <a:off x="236740" y="1371602"/>
          <a:ext cx="8678675" cy="5138610"/>
        </p:xfrm>
        <a:graphic>
          <a:graphicData uri="http://schemas.openxmlformats.org/drawingml/2006/table">
            <a:tbl>
              <a:tblPr>
                <a:noFill/>
              </a:tblPr>
              <a:tblGrid>
                <a:gridCol w="1537475">
                  <a:extLst>
                    <a:ext uri="{9D8B030D-6E8A-4147-A177-3AD203B41FA5}">
                      <a16:colId xmlns:a16="http://schemas.microsoft.com/office/drawing/2014/main" val="20000"/>
                    </a:ext>
                  </a:extLst>
                </a:gridCol>
                <a:gridCol w="1578600">
                  <a:extLst>
                    <a:ext uri="{9D8B030D-6E8A-4147-A177-3AD203B41FA5}">
                      <a16:colId xmlns:a16="http://schemas.microsoft.com/office/drawing/2014/main" val="20001"/>
                    </a:ext>
                  </a:extLst>
                </a:gridCol>
                <a:gridCol w="1533075">
                  <a:extLst>
                    <a:ext uri="{9D8B030D-6E8A-4147-A177-3AD203B41FA5}">
                      <a16:colId xmlns:a16="http://schemas.microsoft.com/office/drawing/2014/main" val="20002"/>
                    </a:ext>
                  </a:extLst>
                </a:gridCol>
                <a:gridCol w="4029525">
                  <a:extLst>
                    <a:ext uri="{9D8B030D-6E8A-4147-A177-3AD203B41FA5}">
                      <a16:colId xmlns:a16="http://schemas.microsoft.com/office/drawing/2014/main" val="20003"/>
                    </a:ext>
                  </a:extLst>
                </a:gridCol>
              </a:tblGrid>
              <a:tr h="640600">
                <a:tc>
                  <a:txBody>
                    <a:bodyPr/>
                    <a:lstStyle/>
                    <a:p>
                      <a:pPr marL="0" marR="0" lvl="0" indent="0" algn="l" rtl="0">
                        <a:lnSpc>
                          <a:spcPct val="100000"/>
                        </a:lnSpc>
                        <a:spcBef>
                          <a:spcPts val="0"/>
                        </a:spcBef>
                        <a:spcAft>
                          <a:spcPts val="0"/>
                        </a:spcAft>
                        <a:buClr>
                          <a:srgbClr val="000000"/>
                        </a:buClr>
                        <a:buSzPts val="1800"/>
                        <a:buFont typeface="Arial"/>
                        <a:buNone/>
                      </a:pPr>
                      <a:endParaRPr sz="1800" b="1" u="none" strike="noStrike" cap="none"/>
                    </a:p>
                  </a:txBody>
                  <a:tcPr marL="23275" marR="23275" marT="23275" marB="23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D9EDF7"/>
                    </a:solidFill>
                  </a:tcPr>
                </a:tc>
                <a:tc>
                  <a:txBody>
                    <a:bodyPr/>
                    <a:lstStyle/>
                    <a:p>
                      <a:pPr marL="0" marR="0" lvl="0" indent="0" algn="l" rtl="0">
                        <a:lnSpc>
                          <a:spcPct val="100000"/>
                        </a:lnSpc>
                        <a:spcBef>
                          <a:spcPts val="0"/>
                        </a:spcBef>
                        <a:spcAft>
                          <a:spcPts val="0"/>
                        </a:spcAft>
                        <a:buClr>
                          <a:schemeClr val="dk1"/>
                        </a:buClr>
                        <a:buSzPts val="2000"/>
                        <a:buFont typeface="Calibri"/>
                        <a:buNone/>
                      </a:pPr>
                      <a:r>
                        <a:rPr lang="en-US" sz="1800" b="1" u="none" strike="noStrike" cap="none"/>
                        <a:t>Platform</a:t>
                      </a:r>
                      <a:endParaRPr sz="1800" u="none" strike="noStrike" cap="none"/>
                    </a:p>
                  </a:txBody>
                  <a:tcPr marL="23275" marR="23275" marT="23275" marB="23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D9EDF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23275" marR="23275" marT="23275" marB="23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D9EDF7"/>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Algorithms or Features</a:t>
                      </a:r>
                      <a:endParaRPr sz="1800" u="none" strike="noStrike" cap="none"/>
                    </a:p>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34900" marR="34900" marT="17450" marB="17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AEEF3"/>
                    </a:solidFill>
                  </a:tcPr>
                </a:tc>
                <a:extLst>
                  <a:ext uri="{0D108BD9-81ED-4DB2-BD59-A6C34878D82A}">
                    <a16:rowId xmlns:a16="http://schemas.microsoft.com/office/drawing/2014/main" val="10000"/>
                  </a:ext>
                </a:extLst>
              </a:tr>
              <a:tr h="11983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Scikit Learn</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 Windows</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 C, C++</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Classification, Regression, Clustering</a:t>
                      </a:r>
                      <a:br>
                        <a:rPr lang="en-US" sz="1800" b="0" u="none" strike="noStrike" cap="none"/>
                      </a:br>
                      <a:r>
                        <a:rPr lang="en-US" sz="1800" b="0" u="none" strike="noStrike" cap="none"/>
                        <a:t>Preprocessing, Model Selection</a:t>
                      </a:r>
                      <a:br>
                        <a:rPr lang="en-US" sz="1800" b="0" u="none" strike="noStrike" cap="none"/>
                      </a:br>
                      <a:r>
                        <a:rPr lang="en-US" sz="1800" b="0" u="none" strike="noStrike" cap="none"/>
                        <a:t>Dimensionality reduction.</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1369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PyTorch</a:t>
                      </a: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a:t>
                      </a:r>
                      <a:br>
                        <a:rPr lang="en-US" sz="1800" b="0" u="none" strike="noStrike" cap="none"/>
                      </a:br>
                      <a:r>
                        <a:rPr lang="en-US" sz="1800" b="0" u="none" strike="noStrike" cap="none"/>
                        <a:t>Windows</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 C++</a:t>
                      </a:r>
                      <a:br>
                        <a:rPr lang="en-US" sz="1800" b="0" u="none" strike="noStrike" cap="none"/>
                      </a:b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Autograd Module, Optimization Module</a:t>
                      </a:r>
                      <a:br>
                        <a:rPr lang="en-US" sz="1800" b="0" u="none" strike="noStrike" cap="none"/>
                      </a:br>
                      <a:r>
                        <a:rPr lang="en-US" sz="1800" b="0" u="none" strike="noStrike" cap="none"/>
                        <a:t>NN Module</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2"/>
                  </a:ext>
                </a:extLst>
              </a:tr>
              <a:tr h="11369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TensorFlow</a:t>
                      </a: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a:t>
                      </a:r>
                      <a:br>
                        <a:rPr lang="en-US" sz="1800" b="0" u="none" strike="noStrike" cap="none"/>
                      </a:br>
                      <a:r>
                        <a:rPr lang="en-US" sz="1800" b="0" u="none" strike="noStrike" cap="none"/>
                        <a:t>Windows</a:t>
                      </a: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 C++</a:t>
                      </a:r>
                      <a:br>
                        <a:rPr lang="en-US" sz="1800" b="0" u="none" strike="noStrike" cap="none"/>
                      </a:br>
                      <a:br>
                        <a:rPr lang="en-US" sz="1800" b="0" u="none" strike="noStrike" cap="none"/>
                      </a:b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Provides a library for dataflow programming.</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119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Weka</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Linux, Mac OS,</a:t>
                      </a:r>
                      <a:br>
                        <a:rPr lang="en-US" sz="1800" b="0" u="none" strike="noStrike" cap="none"/>
                      </a:br>
                      <a:r>
                        <a:rPr lang="en-US" sz="1800" b="0" u="none" strike="noStrike" cap="none"/>
                        <a:t>Windows</a:t>
                      </a:r>
                      <a:endParaRPr sz="1800" b="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Java</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1" indent="0" algn="l" rtl="0">
                        <a:lnSpc>
                          <a:spcPct val="100000"/>
                        </a:lnSpc>
                        <a:spcBef>
                          <a:spcPts val="0"/>
                        </a:spcBef>
                        <a:spcAft>
                          <a:spcPts val="0"/>
                        </a:spcAft>
                        <a:buClr>
                          <a:srgbClr val="000000"/>
                        </a:buClr>
                        <a:buSzPts val="1800"/>
                        <a:buFont typeface="Arial"/>
                        <a:buNone/>
                      </a:pPr>
                      <a:r>
                        <a:rPr lang="en-US" sz="1800" b="0" u="none" strike="noStrike" cap="none"/>
                        <a:t>Data preparation, Classification</a:t>
                      </a:r>
                      <a:br>
                        <a:rPr lang="en-US" sz="1800" b="0" u="none" strike="noStrike" cap="none"/>
                      </a:br>
                      <a:r>
                        <a:rPr lang="en-US" sz="1800" b="0" u="none" strike="noStrike" cap="none"/>
                        <a:t>Regression, Clustering, Visualization</a:t>
                      </a:r>
                      <a:br>
                        <a:rPr lang="en-US" sz="1800" b="0" u="none" strike="noStrike" cap="none"/>
                      </a:br>
                      <a:r>
                        <a:rPr lang="en-US" sz="1800" b="0" u="none" strike="noStrike" cap="none"/>
                        <a:t>Association rules mining</a:t>
                      </a:r>
                      <a:endParaRPr sz="1800" u="none" strike="noStrike" cap="none"/>
                    </a:p>
                  </a:txBody>
                  <a:tcPr marL="23275" marR="23275" marT="23275" marB="232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bl>
          </a:graphicData>
        </a:graphic>
      </p:graphicFrame>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10</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E122999-A6CB-A785-6AAB-6BCC2C0A13EF}"/>
                  </a:ext>
                </a:extLst>
              </p14:cNvPr>
              <p14:cNvContentPartPr/>
              <p14:nvPr/>
            </p14:nvContentPartPr>
            <p14:xfrm>
              <a:off x="840240" y="2529000"/>
              <a:ext cx="446040" cy="2353320"/>
            </p14:xfrm>
          </p:contentPart>
        </mc:Choice>
        <mc:Fallback>
          <p:pic>
            <p:nvPicPr>
              <p:cNvPr id="3" name="Ink 2">
                <a:extLst>
                  <a:ext uri="{FF2B5EF4-FFF2-40B4-BE49-F238E27FC236}">
                    <a16:creationId xmlns:a16="http://schemas.microsoft.com/office/drawing/2014/main" id="{0E122999-A6CB-A785-6AAB-6BCC2C0A13EF}"/>
                  </a:ext>
                </a:extLst>
              </p:cNvPr>
              <p:cNvPicPr/>
              <p:nvPr/>
            </p:nvPicPr>
            <p:blipFill>
              <a:blip r:embed="rId4"/>
              <a:stretch>
                <a:fillRect/>
              </a:stretch>
            </p:blipFill>
            <p:spPr>
              <a:xfrm>
                <a:off x="830880" y="2519640"/>
                <a:ext cx="464760" cy="2372040"/>
              </a:xfrm>
              <a:prstGeom prst="rect">
                <a:avLst/>
              </a:prstGeom>
            </p:spPr>
          </p:pic>
        </mc:Fallback>
      </mc:AlternateContent>
    </p:spTree>
    <p:extLst>
      <p:ext uri="{BB962C8B-B14F-4D97-AF65-F5344CB8AC3E}">
        <p14:creationId xmlns:p14="http://schemas.microsoft.com/office/powerpoint/2010/main" val="3941372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graphicFrame>
        <p:nvGraphicFramePr>
          <p:cNvPr id="1926" name="Google Shape;1926;p48"/>
          <p:cNvGraphicFramePr/>
          <p:nvPr/>
        </p:nvGraphicFramePr>
        <p:xfrm>
          <a:off x="148590" y="1524000"/>
          <a:ext cx="8667850" cy="4517055"/>
        </p:xfrm>
        <a:graphic>
          <a:graphicData uri="http://schemas.openxmlformats.org/drawingml/2006/table">
            <a:tbl>
              <a:tblPr>
                <a:noFill/>
              </a:tblPr>
              <a:tblGrid>
                <a:gridCol w="1530075">
                  <a:extLst>
                    <a:ext uri="{9D8B030D-6E8A-4147-A177-3AD203B41FA5}">
                      <a16:colId xmlns:a16="http://schemas.microsoft.com/office/drawing/2014/main" val="20000"/>
                    </a:ext>
                  </a:extLst>
                </a:gridCol>
                <a:gridCol w="2003975">
                  <a:extLst>
                    <a:ext uri="{9D8B030D-6E8A-4147-A177-3AD203B41FA5}">
                      <a16:colId xmlns:a16="http://schemas.microsoft.com/office/drawing/2014/main" val="20001"/>
                    </a:ext>
                  </a:extLst>
                </a:gridCol>
                <a:gridCol w="1039475">
                  <a:extLst>
                    <a:ext uri="{9D8B030D-6E8A-4147-A177-3AD203B41FA5}">
                      <a16:colId xmlns:a16="http://schemas.microsoft.com/office/drawing/2014/main" val="20002"/>
                    </a:ext>
                  </a:extLst>
                </a:gridCol>
                <a:gridCol w="4094325">
                  <a:extLst>
                    <a:ext uri="{9D8B030D-6E8A-4147-A177-3AD203B41FA5}">
                      <a16:colId xmlns:a16="http://schemas.microsoft.com/office/drawing/2014/main" val="20003"/>
                    </a:ext>
                  </a:extLst>
                </a:gridCol>
              </a:tblGrid>
              <a:tr h="7542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Colab</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Cloud Service</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Supports libraries of PyTorch, Keras, TensorFlow, and OpenCV</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9061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Apache Mahout</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Cross-platform</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Java</a:t>
                      </a:r>
                      <a:br>
                        <a:rPr lang="en-US" sz="1800" b="0" u="none" strike="noStrike" cap="none"/>
                      </a:br>
                      <a:r>
                        <a:rPr lang="en-US" sz="1800" b="0" u="none" strike="noStrike" cap="none"/>
                        <a:t>Scala</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Preprocessors,Regression</a:t>
                      </a:r>
                      <a:br>
                        <a:rPr lang="en-US" sz="1800" b="0" u="none" strike="noStrike" cap="none"/>
                      </a:br>
                      <a:r>
                        <a:rPr lang="en-US" sz="1800" b="0" u="none" strike="noStrike" cap="none"/>
                        <a:t>Clustering, Recommenders</a:t>
                      </a:r>
                      <a:br>
                        <a:rPr lang="en-US" sz="1800" b="0" u="none" strike="noStrike" cap="none"/>
                      </a:br>
                      <a:r>
                        <a:rPr lang="en-US" sz="1800" b="0" u="none" strike="noStrike" cap="none"/>
                        <a:t>Distributed Linear Algebra.</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9918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Accors.Net</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Cross-platform</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Classification, Regression, Distribution</a:t>
                      </a:r>
                      <a:br>
                        <a:rPr lang="en-US" sz="1800" b="0" u="none" strike="noStrike" cap="none"/>
                      </a:br>
                      <a:r>
                        <a:rPr lang="en-US" sz="1800" b="0" u="none" strike="noStrike" cap="none"/>
                        <a:t>Clustering, Hypothesis Tests &amp;</a:t>
                      </a:r>
                      <a:br>
                        <a:rPr lang="en-US" sz="1800" b="0" u="none" strike="noStrike" cap="none"/>
                      </a:br>
                      <a:r>
                        <a:rPr lang="en-US" sz="1800" b="0" u="none" strike="noStrike" cap="none"/>
                        <a:t>Kernel Methods, Image, Audio &amp; Signal &amp; Vision</a:t>
                      </a: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9F9F9"/>
                    </a:solidFill>
                  </a:tcPr>
                </a:tc>
                <a:extLst>
                  <a:ext uri="{0D108BD9-81ED-4DB2-BD59-A6C34878D82A}">
                    <a16:rowId xmlns:a16="http://schemas.microsoft.com/office/drawing/2014/main" val="10002"/>
                  </a:ext>
                </a:extLst>
              </a:tr>
              <a:tr h="898375">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Shogun</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Windows</a:t>
                      </a:r>
                      <a:br>
                        <a:rPr lang="en-US" sz="1800" b="0" u="none" strike="noStrike" cap="none"/>
                      </a:br>
                      <a:r>
                        <a:rPr lang="en-US" sz="1800" b="0" u="none" strike="noStrike" cap="none"/>
                        <a:t>Linux, UNIX</a:t>
                      </a:r>
                      <a:br>
                        <a:rPr lang="en-US" sz="1800" b="0" u="none" strike="noStrike" cap="none"/>
                      </a:br>
                      <a:r>
                        <a:rPr lang="en-US" sz="1800" b="0" u="none" strike="noStrike" cap="none"/>
                        <a:t>Mac OS</a:t>
                      </a:r>
                      <a:br>
                        <a:rPr lang="en-US" sz="1800" b="0" u="none" strike="noStrike" cap="none"/>
                      </a:b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Regression, Classification, Clustering</a:t>
                      </a:r>
                      <a:br>
                        <a:rPr lang="en-US" sz="1800" b="0" u="none" strike="noStrike" cap="none"/>
                      </a:br>
                      <a:r>
                        <a:rPr lang="en-US" sz="1800" b="0" u="none" strike="noStrike" cap="none"/>
                        <a:t>Support vector machines. Dimensionality reduction, Online learning etc.</a:t>
                      </a:r>
                      <a:br>
                        <a:rPr lang="en-US" sz="1800" b="0" u="none" strike="noStrike" cap="none"/>
                      </a:br>
                      <a:endParaRPr sz="1800" b="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13600">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Keras.io</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Cross-platform</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Python</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u="none" strike="noStrike" cap="none"/>
                        <a:t>API for neural networks</a:t>
                      </a:r>
                      <a:endParaRPr sz="1800" u="none" strike="noStrike" cap="none"/>
                    </a:p>
                  </a:txBody>
                  <a:tcPr marL="18550" marR="18550" marT="18550" marB="185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bl>
          </a:graphicData>
        </a:graphic>
      </p:graphicFrame>
      <p:sp>
        <p:nvSpPr>
          <p:cNvPr id="1927" name="Google Shape;1927;p48"/>
          <p:cNvSpPr txBox="1">
            <a:spLocks noGrp="1"/>
          </p:cNvSpPr>
          <p:nvPr>
            <p:ph type="title"/>
          </p:nvPr>
        </p:nvSpPr>
        <p:spPr>
          <a:xfrm>
            <a:off x="0" y="609600"/>
            <a:ext cx="9212580" cy="1143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4000"/>
              <a:buFont typeface="Calibri"/>
              <a:buNone/>
            </a:pPr>
            <a:r>
              <a:rPr lang="en-US" sz="2400" b="1">
                <a:latin typeface="Arial"/>
                <a:ea typeface="Arial"/>
                <a:cs typeface="Arial"/>
                <a:sym typeface="Arial"/>
              </a:rPr>
              <a:t>Open source ML programming tools</a:t>
            </a:r>
            <a:endParaRPr sz="2400" b="1">
              <a:latin typeface="Arial"/>
              <a:ea typeface="Arial"/>
              <a:cs typeface="Arial"/>
              <a:sym typeface="Arial"/>
            </a:endParaRPr>
          </a:p>
        </p:txBody>
      </p:sp>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11</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809897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1"/>
        <p:cNvGrpSpPr/>
        <p:nvPr/>
      </p:nvGrpSpPr>
      <p:grpSpPr>
        <a:xfrm>
          <a:off x="0" y="0"/>
          <a:ext cx="0" cy="0"/>
          <a:chOff x="0" y="0"/>
          <a:chExt cx="0" cy="0"/>
        </a:xfrm>
      </p:grpSpPr>
      <p:pic>
        <p:nvPicPr>
          <p:cNvPr id="1932" name="Google Shape;1932;p50"/>
          <p:cNvPicPr preferRelativeResize="0"/>
          <p:nvPr/>
        </p:nvPicPr>
        <p:blipFill rotWithShape="1">
          <a:blip r:embed="rId3">
            <a:alphaModFix/>
          </a:blip>
          <a:srcRect/>
          <a:stretch/>
        </p:blipFill>
        <p:spPr>
          <a:xfrm>
            <a:off x="228600" y="1447800"/>
            <a:ext cx="7239000" cy="5029200"/>
          </a:xfrm>
          <a:prstGeom prst="rect">
            <a:avLst/>
          </a:prstGeom>
          <a:noFill/>
          <a:ln>
            <a:noFill/>
          </a:ln>
        </p:spPr>
      </p:pic>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12</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82F976C-BF6E-98B9-95B5-071DB53A3067}"/>
                  </a:ext>
                </a:extLst>
              </p14:cNvPr>
              <p14:cNvContentPartPr/>
              <p14:nvPr/>
            </p14:nvContentPartPr>
            <p14:xfrm>
              <a:off x="1122840" y="2520360"/>
              <a:ext cx="5689440" cy="3078000"/>
            </p14:xfrm>
          </p:contentPart>
        </mc:Choice>
        <mc:Fallback>
          <p:pic>
            <p:nvPicPr>
              <p:cNvPr id="3" name="Ink 2">
                <a:extLst>
                  <a:ext uri="{FF2B5EF4-FFF2-40B4-BE49-F238E27FC236}">
                    <a16:creationId xmlns:a16="http://schemas.microsoft.com/office/drawing/2014/main" id="{582F976C-BF6E-98B9-95B5-071DB53A3067}"/>
                  </a:ext>
                </a:extLst>
              </p:cNvPr>
              <p:cNvPicPr/>
              <p:nvPr/>
            </p:nvPicPr>
            <p:blipFill>
              <a:blip r:embed="rId5"/>
              <a:stretch>
                <a:fillRect/>
              </a:stretch>
            </p:blipFill>
            <p:spPr>
              <a:xfrm>
                <a:off x="1113480" y="2511000"/>
                <a:ext cx="5708160" cy="3096720"/>
              </a:xfrm>
              <a:prstGeom prst="rect">
                <a:avLst/>
              </a:prstGeom>
            </p:spPr>
          </p:pic>
        </mc:Fallback>
      </mc:AlternateContent>
    </p:spTree>
    <p:extLst>
      <p:ext uri="{BB962C8B-B14F-4D97-AF65-F5344CB8AC3E}">
        <p14:creationId xmlns:p14="http://schemas.microsoft.com/office/powerpoint/2010/main" val="761864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6"/>
        <p:cNvGrpSpPr/>
        <p:nvPr/>
      </p:nvGrpSpPr>
      <p:grpSpPr>
        <a:xfrm>
          <a:off x="0" y="0"/>
          <a:ext cx="0" cy="0"/>
          <a:chOff x="0" y="0"/>
          <a:chExt cx="0" cy="0"/>
        </a:xfrm>
      </p:grpSpPr>
      <p:sp>
        <p:nvSpPr>
          <p:cNvPr id="1937" name="Google Shape;1937;p51"/>
          <p:cNvSpPr txBox="1">
            <a:spLocks noGrp="1"/>
          </p:cNvSpPr>
          <p:nvPr>
            <p:ph type="title"/>
          </p:nvPr>
        </p:nvSpPr>
        <p:spPr>
          <a:xfrm>
            <a:off x="138332" y="1101969"/>
            <a:ext cx="8001000" cy="1752600"/>
          </a:xfrm>
          <a:prstGeom prst="rect">
            <a:avLst/>
          </a:prstGeom>
          <a:noFill/>
          <a:ln>
            <a:noFill/>
          </a:ln>
        </p:spPr>
        <p:txBody>
          <a:bodyPr spcFirstLastPara="1" wrap="square" lIns="91425" tIns="45700" rIns="91425" bIns="45700" anchor="ctr" anchorCtr="0">
            <a:normAutofit/>
          </a:bodyPr>
          <a:lstStyle/>
          <a:p>
            <a:pPr marL="457200" lvl="0" indent="-228600" algn="ctr" rtl="0">
              <a:lnSpc>
                <a:spcPct val="100000"/>
              </a:lnSpc>
              <a:spcBef>
                <a:spcPts val="0"/>
              </a:spcBef>
              <a:spcAft>
                <a:spcPts val="0"/>
              </a:spcAft>
              <a:buClr>
                <a:schemeClr val="dk1"/>
              </a:buClr>
              <a:buSzPts val="3600"/>
              <a:buFont typeface="Arial"/>
              <a:buNone/>
            </a:pPr>
            <a:r>
              <a:rPr lang="en-US" b="1" dirty="0">
                <a:solidFill>
                  <a:srgbClr val="C00000"/>
                </a:solidFill>
                <a:latin typeface="Arial"/>
                <a:ea typeface="Arial"/>
                <a:cs typeface="Arial"/>
                <a:sym typeface="Arial"/>
              </a:rPr>
              <a:t>ML workflow</a:t>
            </a:r>
            <a:endParaRPr b="1" dirty="0">
              <a:solidFill>
                <a:srgbClr val="C00000"/>
              </a:solidFill>
              <a:latin typeface="Arial"/>
              <a:ea typeface="Arial"/>
              <a:cs typeface="Arial"/>
              <a:sym typeface="Arial"/>
            </a:endParaRPr>
          </a:p>
        </p:txBody>
      </p:sp>
      <p:pic>
        <p:nvPicPr>
          <p:cNvPr id="1938" name="Google Shape;1938;p51" descr="What Is Machine Learning - Introduction To Machine Learning - Edureka"/>
          <p:cNvPicPr preferRelativeResize="0"/>
          <p:nvPr/>
        </p:nvPicPr>
        <p:blipFill rotWithShape="1">
          <a:blip r:embed="rId3">
            <a:alphaModFix/>
          </a:blip>
          <a:srcRect/>
          <a:stretch/>
        </p:blipFill>
        <p:spPr>
          <a:xfrm>
            <a:off x="686690" y="2655841"/>
            <a:ext cx="7767994" cy="2971236"/>
          </a:xfrm>
          <a:prstGeom prst="rect">
            <a:avLst/>
          </a:prstGeom>
          <a:noFill/>
          <a:ln>
            <a:noFill/>
          </a:ln>
        </p:spPr>
      </p:pic>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13</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62498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2"/>
        <p:cNvGrpSpPr/>
        <p:nvPr/>
      </p:nvGrpSpPr>
      <p:grpSpPr>
        <a:xfrm>
          <a:off x="0" y="0"/>
          <a:ext cx="0" cy="0"/>
          <a:chOff x="0" y="0"/>
          <a:chExt cx="0" cy="0"/>
        </a:xfrm>
      </p:grpSpPr>
      <p:sp>
        <p:nvSpPr>
          <p:cNvPr id="1943" name="Google Shape;1943;p52"/>
          <p:cNvSpPr txBox="1">
            <a:spLocks noGrp="1"/>
          </p:cNvSpPr>
          <p:nvPr>
            <p:ph type="title"/>
          </p:nvPr>
        </p:nvSpPr>
        <p:spPr>
          <a:xfrm>
            <a:off x="395536" y="422692"/>
            <a:ext cx="6120680" cy="553998"/>
          </a:xfrm>
          <a:prstGeom prst="rect">
            <a:avLst/>
          </a:prstGeom>
          <a:noFill/>
          <a:ln>
            <a:noFill/>
          </a:ln>
        </p:spPr>
        <p:txBody>
          <a:bodyPr spcFirstLastPara="1" wrap="square" lIns="91425" tIns="45700" rIns="91425" bIns="45700" anchor="ctr" anchorCtr="0">
            <a:spAutoFit/>
          </a:bodyPr>
          <a:lstStyle/>
          <a:p>
            <a:pPr marL="457200" lvl="0" indent="-342900" algn="l" rtl="0">
              <a:lnSpc>
                <a:spcPct val="144000"/>
              </a:lnSpc>
              <a:spcBef>
                <a:spcPts val="0"/>
              </a:spcBef>
              <a:spcAft>
                <a:spcPts val="0"/>
              </a:spcAft>
              <a:buClr>
                <a:schemeClr val="dk1"/>
              </a:buClr>
              <a:buSzPts val="3600"/>
              <a:buFont typeface="Arial"/>
              <a:buNone/>
            </a:pPr>
            <a:r>
              <a:rPr lang="en-US" sz="2500" b="1">
                <a:latin typeface="Arial"/>
                <a:ea typeface="Arial"/>
                <a:cs typeface="Arial"/>
                <a:sym typeface="Arial"/>
              </a:rPr>
              <a:t>ML workflow</a:t>
            </a:r>
            <a:endParaRPr sz="2500" b="1">
              <a:latin typeface="Arial"/>
              <a:ea typeface="Arial"/>
              <a:cs typeface="Arial"/>
              <a:sym typeface="Arial"/>
            </a:endParaRPr>
          </a:p>
        </p:txBody>
      </p:sp>
      <p:sp>
        <p:nvSpPr>
          <p:cNvPr id="1944" name="Google Shape;1944;p52"/>
          <p:cNvSpPr txBox="1">
            <a:spLocks noGrp="1"/>
          </p:cNvSpPr>
          <p:nvPr>
            <p:ph type="body" idx="1"/>
          </p:nvPr>
        </p:nvSpPr>
        <p:spPr>
          <a:xfrm>
            <a:off x="76200" y="1524000"/>
            <a:ext cx="8534400" cy="5334000"/>
          </a:xfrm>
          <a:prstGeom prst="rect">
            <a:avLst/>
          </a:prstGeom>
          <a:noFill/>
          <a:ln>
            <a:noFill/>
          </a:ln>
        </p:spPr>
        <p:txBody>
          <a:bodyPr spcFirstLastPara="1" wrap="square" lIns="91425" tIns="45700" rIns="91425" bIns="45700" anchor="t" anchorCtr="0">
            <a:normAutofit/>
          </a:bodyPr>
          <a:lstStyle/>
          <a:p>
            <a:pPr marL="514350" lvl="0" indent="-514350" algn="l" rtl="0">
              <a:lnSpc>
                <a:spcPct val="150000"/>
              </a:lnSpc>
              <a:spcBef>
                <a:spcPts val="0"/>
              </a:spcBef>
              <a:spcAft>
                <a:spcPts val="0"/>
              </a:spcAft>
              <a:buClr>
                <a:schemeClr val="dk1"/>
              </a:buClr>
              <a:buSzPts val="1800"/>
              <a:buFont typeface="Calibri"/>
              <a:buAutoNum type="arabicPeriod"/>
            </a:pPr>
            <a:r>
              <a:rPr lang="en-US" sz="1800">
                <a:latin typeface="Arial"/>
                <a:ea typeface="Arial"/>
                <a:cs typeface="Arial"/>
                <a:sym typeface="Arial"/>
              </a:rPr>
              <a:t>Should I use ML on this problem?</a:t>
            </a:r>
            <a:endParaRPr/>
          </a:p>
          <a:p>
            <a:pPr marL="914400" lvl="1" indent="-5143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Is there a pattern to detect?</a:t>
            </a:r>
            <a:endParaRPr/>
          </a:p>
          <a:p>
            <a:pPr marL="914400" lvl="1" indent="-5143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Can I solve it analytically?</a:t>
            </a:r>
            <a:endParaRPr/>
          </a:p>
          <a:p>
            <a:pPr marL="914400" lvl="1" indent="-5143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Do I have data?</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Gather and organize data. </a:t>
            </a:r>
            <a:endParaRPr sz="1800">
              <a:latin typeface="Arial"/>
              <a:ea typeface="Arial"/>
              <a:cs typeface="Arial"/>
              <a:sym typeface="Arial"/>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Preprocessing, cleaning, visualizing. </a:t>
            </a:r>
            <a:endParaRPr sz="1800">
              <a:latin typeface="Arial"/>
              <a:ea typeface="Arial"/>
              <a:cs typeface="Arial"/>
              <a:sym typeface="Arial"/>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Choosing a model, loss, regularization, ...</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Optimization </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Hyper parameter search.</a:t>
            </a:r>
            <a:endParaRPr/>
          </a:p>
          <a:p>
            <a:pPr marL="514350" lvl="0" indent="-514350" algn="l" rtl="0">
              <a:lnSpc>
                <a:spcPct val="150000"/>
              </a:lnSpc>
              <a:spcBef>
                <a:spcPts val="360"/>
              </a:spcBef>
              <a:spcAft>
                <a:spcPts val="0"/>
              </a:spcAft>
              <a:buClr>
                <a:schemeClr val="dk1"/>
              </a:buClr>
              <a:buSzPts val="1800"/>
              <a:buFont typeface="Calibri"/>
              <a:buAutoNum type="arabicPeriod"/>
            </a:pPr>
            <a:r>
              <a:rPr lang="en-US" sz="1800">
                <a:latin typeface="Arial"/>
                <a:ea typeface="Arial"/>
                <a:cs typeface="Arial"/>
                <a:sym typeface="Arial"/>
              </a:rPr>
              <a:t> Analyze performance and mistakes, and iterate back to step 5 (or 3)</a:t>
            </a:r>
            <a:endParaRPr sz="1800">
              <a:latin typeface="Arial"/>
              <a:ea typeface="Arial"/>
              <a:cs typeface="Arial"/>
              <a:sym typeface="Arial"/>
            </a:endParaRPr>
          </a:p>
        </p:txBody>
      </p:sp>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14</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644B54F-2CE4-D291-3842-1EAE118701E0}"/>
                  </a:ext>
                </a:extLst>
              </p14:cNvPr>
              <p14:cNvContentPartPr/>
              <p14:nvPr/>
            </p14:nvContentPartPr>
            <p14:xfrm>
              <a:off x="540360" y="3480480"/>
              <a:ext cx="7571160" cy="2662200"/>
            </p14:xfrm>
          </p:contentPart>
        </mc:Choice>
        <mc:Fallback>
          <p:pic>
            <p:nvPicPr>
              <p:cNvPr id="3" name="Ink 2">
                <a:extLst>
                  <a:ext uri="{FF2B5EF4-FFF2-40B4-BE49-F238E27FC236}">
                    <a16:creationId xmlns:a16="http://schemas.microsoft.com/office/drawing/2014/main" id="{6644B54F-2CE4-D291-3842-1EAE118701E0}"/>
                  </a:ext>
                </a:extLst>
              </p:cNvPr>
              <p:cNvPicPr/>
              <p:nvPr/>
            </p:nvPicPr>
            <p:blipFill>
              <a:blip r:embed="rId4"/>
              <a:stretch>
                <a:fillRect/>
              </a:stretch>
            </p:blipFill>
            <p:spPr>
              <a:xfrm>
                <a:off x="531000" y="3471120"/>
                <a:ext cx="7589880" cy="2680920"/>
              </a:xfrm>
              <a:prstGeom prst="rect">
                <a:avLst/>
              </a:prstGeom>
            </p:spPr>
          </p:pic>
        </mc:Fallback>
      </mc:AlternateContent>
    </p:spTree>
    <p:extLst>
      <p:ext uri="{BB962C8B-B14F-4D97-AF65-F5344CB8AC3E}">
        <p14:creationId xmlns:p14="http://schemas.microsoft.com/office/powerpoint/2010/main" val="1926304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49" name="Google Shape;1949;p53"/>
          <p:cNvSpPr txBox="1">
            <a:spLocks noGrp="1"/>
          </p:cNvSpPr>
          <p:nvPr>
            <p:ph type="title"/>
          </p:nvPr>
        </p:nvSpPr>
        <p:spPr>
          <a:xfrm>
            <a:off x="350111" y="289792"/>
            <a:ext cx="8443800" cy="1015800"/>
          </a:xfrm>
          <a:prstGeom prst="rect">
            <a:avLst/>
          </a:prstGeom>
          <a:noFill/>
          <a:ln>
            <a:noFill/>
          </a:ln>
        </p:spPr>
        <p:txBody>
          <a:bodyPr spcFirstLastPara="1" wrap="square" lIns="91425" tIns="45700" rIns="91425" bIns="45700" anchor="ctr" anchorCtr="0">
            <a:spAutoFit/>
          </a:bodyPr>
          <a:lstStyle/>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Demo Case Study</a:t>
            </a:r>
            <a:endParaRPr sz="2400" b="1">
              <a:latin typeface="Arial"/>
              <a:ea typeface="Arial"/>
              <a:cs typeface="Arial"/>
              <a:sym typeface="Arial"/>
            </a:endParaRPr>
          </a:p>
          <a:p>
            <a:pPr marL="457200" lvl="0" indent="-342900" algn="l" rtl="0">
              <a:lnSpc>
                <a:spcPct val="150000"/>
              </a:lnSpc>
              <a:spcBef>
                <a:spcPts val="0"/>
              </a:spcBef>
              <a:spcAft>
                <a:spcPts val="0"/>
              </a:spcAft>
              <a:buClr>
                <a:schemeClr val="dk1"/>
              </a:buClr>
              <a:buSzPts val="3600"/>
              <a:buFont typeface="Arial"/>
              <a:buNone/>
            </a:pPr>
            <a:r>
              <a:rPr lang="en-US" sz="2400" b="1">
                <a:latin typeface="Arial"/>
                <a:ea typeface="Arial"/>
                <a:cs typeface="Arial"/>
                <a:sym typeface="Arial"/>
              </a:rPr>
              <a:t>: Car Price prediction based on Mileage</a:t>
            </a:r>
            <a:endParaRPr sz="2400" b="1">
              <a:latin typeface="Arial"/>
              <a:ea typeface="Arial"/>
              <a:cs typeface="Arial"/>
              <a:sym typeface="Arial"/>
            </a:endParaRPr>
          </a:p>
        </p:txBody>
      </p:sp>
      <p:sp>
        <p:nvSpPr>
          <p:cNvPr id="1950" name="Google Shape;1950;p53"/>
          <p:cNvSpPr txBox="1">
            <a:spLocks noGrp="1"/>
          </p:cNvSpPr>
          <p:nvPr>
            <p:ph type="body" idx="1"/>
          </p:nvPr>
        </p:nvSpPr>
        <p:spPr>
          <a:xfrm>
            <a:off x="11" y="1471600"/>
            <a:ext cx="8154000" cy="45261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800"/>
              <a:buChar char="•"/>
            </a:pPr>
            <a:r>
              <a:rPr lang="en-US" sz="1800">
                <a:latin typeface="Arial"/>
                <a:ea typeface="Arial"/>
                <a:cs typeface="Arial"/>
                <a:sym typeface="Arial"/>
              </a:rPr>
              <a:t>Define the Objective</a:t>
            </a:r>
            <a:endParaRPr sz="1800">
              <a:latin typeface="Arial"/>
              <a:ea typeface="Arial"/>
              <a:cs typeface="Arial"/>
              <a:sym typeface="Arial"/>
            </a:endParaRPr>
          </a:p>
          <a:p>
            <a:pPr marL="342900" lvl="0" indent="-342900" algn="l" rtl="0">
              <a:lnSpc>
                <a:spcPct val="150000"/>
              </a:lnSpc>
              <a:spcBef>
                <a:spcPts val="0"/>
              </a:spcBef>
              <a:spcAft>
                <a:spcPts val="0"/>
              </a:spcAft>
              <a:buClr>
                <a:schemeClr val="dk1"/>
              </a:buClr>
              <a:buSzPts val="1800"/>
              <a:buChar char="•"/>
            </a:pPr>
            <a:r>
              <a:rPr lang="en-US" sz="1800">
                <a:latin typeface="Arial"/>
                <a:ea typeface="Arial"/>
                <a:cs typeface="Arial"/>
                <a:sym typeface="Arial"/>
              </a:rPr>
              <a:t>Data Gathering: survey, Past Purchase data </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Data Preprocessing  </a:t>
            </a:r>
            <a:endParaRPr sz="1800">
              <a:latin typeface="Arial"/>
              <a:ea typeface="Arial"/>
              <a:cs typeface="Arial"/>
              <a:sym typeface="Arial"/>
            </a:endParaRPr>
          </a:p>
          <a:p>
            <a:pPr marL="742950" lvl="1" indent="-285750" algn="l" rtl="0">
              <a:lnSpc>
                <a:spcPct val="150000"/>
              </a:lnSpc>
              <a:spcBef>
                <a:spcPts val="360"/>
              </a:spcBef>
              <a:spcAft>
                <a:spcPts val="0"/>
              </a:spcAft>
              <a:buClr>
                <a:srgbClr val="FF0000"/>
              </a:buClr>
              <a:buSzPts val="1800"/>
              <a:buChar char="–"/>
            </a:pPr>
            <a:r>
              <a:rPr lang="en-US" sz="1800">
                <a:solidFill>
                  <a:srgbClr val="FF0000"/>
                </a:solidFill>
                <a:latin typeface="Arial"/>
                <a:ea typeface="Arial"/>
                <a:cs typeface="Arial"/>
                <a:sym typeface="Arial"/>
              </a:rPr>
              <a:t>training set; test set</a:t>
            </a:r>
            <a:endParaRPr/>
          </a:p>
          <a:p>
            <a:pPr marL="742950" lvl="1" indent="-285750" algn="l" rtl="0">
              <a:lnSpc>
                <a:spcPct val="150000"/>
              </a:lnSpc>
              <a:spcBef>
                <a:spcPts val="360"/>
              </a:spcBef>
              <a:spcAft>
                <a:spcPts val="0"/>
              </a:spcAft>
              <a:buClr>
                <a:schemeClr val="dk1"/>
              </a:buClr>
              <a:buSzPts val="1800"/>
              <a:buChar char="–"/>
            </a:pPr>
            <a:r>
              <a:rPr lang="en-US" sz="1800">
                <a:latin typeface="Arial"/>
                <a:ea typeface="Arial"/>
                <a:cs typeface="Arial"/>
                <a:sym typeface="Arial"/>
              </a:rPr>
              <a:t>representation of input features; output </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Exploratory Data Analysis</a:t>
            </a:r>
            <a:endParaRPr sz="1800">
              <a:latin typeface="Arial"/>
              <a:ea typeface="Arial"/>
              <a:cs typeface="Arial"/>
              <a:sym typeface="Arial"/>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Choose form of model: </a:t>
            </a:r>
            <a:r>
              <a:rPr lang="en-US" sz="1800">
                <a:solidFill>
                  <a:srgbClr val="FF0000"/>
                </a:solidFill>
                <a:latin typeface="Arial"/>
                <a:ea typeface="Arial"/>
                <a:cs typeface="Arial"/>
                <a:sym typeface="Arial"/>
              </a:rPr>
              <a:t>linear regression </a:t>
            </a:r>
            <a:endParaRPr sz="1800">
              <a:solidFill>
                <a:srgbClr val="FF0000"/>
              </a:solidFill>
              <a:latin typeface="Arial"/>
              <a:ea typeface="Arial"/>
              <a:cs typeface="Arial"/>
              <a:sym typeface="Arial"/>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System’s performance evaluation: </a:t>
            </a:r>
            <a:r>
              <a:rPr lang="en-US" sz="1800">
                <a:solidFill>
                  <a:srgbClr val="FF0000"/>
                </a:solidFill>
                <a:latin typeface="Arial"/>
                <a:ea typeface="Arial"/>
                <a:cs typeface="Arial"/>
                <a:sym typeface="Arial"/>
              </a:rPr>
              <a:t>objective</a:t>
            </a:r>
            <a:r>
              <a:rPr lang="en-US" sz="1800">
                <a:latin typeface="Arial"/>
                <a:ea typeface="Arial"/>
                <a:cs typeface="Arial"/>
                <a:sym typeface="Arial"/>
              </a:rPr>
              <a:t> </a:t>
            </a:r>
            <a:r>
              <a:rPr lang="en-US" sz="1800">
                <a:solidFill>
                  <a:srgbClr val="FF0000"/>
                </a:solidFill>
                <a:latin typeface="Arial"/>
                <a:ea typeface="Arial"/>
                <a:cs typeface="Arial"/>
                <a:sym typeface="Arial"/>
              </a:rPr>
              <a:t>function</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Optimize performance by setting appropriate parameters: </a:t>
            </a:r>
            <a:r>
              <a:rPr lang="en-US" sz="1800">
                <a:solidFill>
                  <a:srgbClr val="FF0000"/>
                </a:solidFill>
                <a:latin typeface="Arial"/>
                <a:ea typeface="Arial"/>
                <a:cs typeface="Arial"/>
                <a:sym typeface="Arial"/>
              </a:rPr>
              <a:t>Optimization </a:t>
            </a:r>
            <a:endParaRPr/>
          </a:p>
          <a:p>
            <a:pPr marL="342900" lvl="0" indent="-342900" algn="l" rtl="0">
              <a:lnSpc>
                <a:spcPct val="150000"/>
              </a:lnSpc>
              <a:spcBef>
                <a:spcPts val="360"/>
              </a:spcBef>
              <a:spcAft>
                <a:spcPts val="0"/>
              </a:spcAft>
              <a:buClr>
                <a:schemeClr val="dk1"/>
              </a:buClr>
              <a:buSzPts val="1800"/>
              <a:buChar char="•"/>
            </a:pPr>
            <a:r>
              <a:rPr lang="en-US" sz="1800">
                <a:latin typeface="Arial"/>
                <a:ea typeface="Arial"/>
                <a:cs typeface="Arial"/>
                <a:sym typeface="Arial"/>
              </a:rPr>
              <a:t>Evaluate on test set: </a:t>
            </a:r>
            <a:r>
              <a:rPr lang="en-US" sz="1800">
                <a:solidFill>
                  <a:srgbClr val="FF0000"/>
                </a:solidFill>
                <a:latin typeface="Arial"/>
                <a:ea typeface="Arial"/>
                <a:cs typeface="Arial"/>
                <a:sym typeface="Arial"/>
              </a:rPr>
              <a:t>generalization</a:t>
            </a:r>
            <a:endParaRPr sz="1800">
              <a:solidFill>
                <a:srgbClr val="FF0000"/>
              </a:solidFill>
              <a:latin typeface="Arial"/>
              <a:ea typeface="Arial"/>
              <a:cs typeface="Arial"/>
              <a:sym typeface="Arial"/>
            </a:endParaRPr>
          </a:p>
        </p:txBody>
      </p:sp>
      <p:pic>
        <p:nvPicPr>
          <p:cNvPr id="1951" name="Google Shape;1951;p53"/>
          <p:cNvPicPr preferRelativeResize="0"/>
          <p:nvPr/>
        </p:nvPicPr>
        <p:blipFill rotWithShape="1">
          <a:blip r:embed="rId3">
            <a:alphaModFix/>
          </a:blip>
          <a:srcRect/>
          <a:stretch/>
        </p:blipFill>
        <p:spPr>
          <a:xfrm>
            <a:off x="5105400" y="1466850"/>
            <a:ext cx="1981968" cy="1472532"/>
          </a:xfrm>
          <a:prstGeom prst="rect">
            <a:avLst/>
          </a:prstGeom>
          <a:noFill/>
          <a:ln>
            <a:noFill/>
          </a:ln>
        </p:spPr>
      </p:pic>
      <p:pic>
        <p:nvPicPr>
          <p:cNvPr id="1952" name="Google Shape;1952;p53"/>
          <p:cNvPicPr preferRelativeResize="0"/>
          <p:nvPr/>
        </p:nvPicPr>
        <p:blipFill rotWithShape="1">
          <a:blip r:embed="rId4">
            <a:alphaModFix/>
          </a:blip>
          <a:srcRect/>
          <a:stretch/>
        </p:blipFill>
        <p:spPr>
          <a:xfrm>
            <a:off x="7058793" y="1471612"/>
            <a:ext cx="1700029" cy="1472532"/>
          </a:xfrm>
          <a:prstGeom prst="rect">
            <a:avLst/>
          </a:prstGeom>
          <a:noFill/>
          <a:ln>
            <a:noFill/>
          </a:ln>
        </p:spPr>
      </p:pic>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15</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0C6E6ED9-D4E7-F478-D283-727EC35169EA}"/>
                  </a:ext>
                </a:extLst>
              </p14:cNvPr>
              <p14:cNvContentPartPr/>
              <p14:nvPr/>
            </p14:nvContentPartPr>
            <p14:xfrm>
              <a:off x="711720" y="1770120"/>
              <a:ext cx="6649560" cy="4269600"/>
            </p14:xfrm>
          </p:contentPart>
        </mc:Choice>
        <mc:Fallback>
          <p:pic>
            <p:nvPicPr>
              <p:cNvPr id="3" name="Ink 2">
                <a:extLst>
                  <a:ext uri="{FF2B5EF4-FFF2-40B4-BE49-F238E27FC236}">
                    <a16:creationId xmlns:a16="http://schemas.microsoft.com/office/drawing/2014/main" id="{0C6E6ED9-D4E7-F478-D283-727EC35169EA}"/>
                  </a:ext>
                </a:extLst>
              </p:cNvPr>
              <p:cNvPicPr/>
              <p:nvPr/>
            </p:nvPicPr>
            <p:blipFill>
              <a:blip r:embed="rId6"/>
              <a:stretch>
                <a:fillRect/>
              </a:stretch>
            </p:blipFill>
            <p:spPr>
              <a:xfrm>
                <a:off x="702360" y="1760760"/>
                <a:ext cx="6668280" cy="4288320"/>
              </a:xfrm>
              <a:prstGeom prst="rect">
                <a:avLst/>
              </a:prstGeom>
            </p:spPr>
          </p:pic>
        </mc:Fallback>
      </mc:AlternateContent>
    </p:spTree>
    <p:extLst>
      <p:ext uri="{BB962C8B-B14F-4D97-AF65-F5344CB8AC3E}">
        <p14:creationId xmlns:p14="http://schemas.microsoft.com/office/powerpoint/2010/main" val="3724160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graphicFrame>
        <p:nvGraphicFramePr>
          <p:cNvPr id="524" name="Google Shape;524;p3"/>
          <p:cNvGraphicFramePr/>
          <p:nvPr/>
        </p:nvGraphicFramePr>
        <p:xfrm>
          <a:off x="457200" y="1295400"/>
          <a:ext cx="6825125" cy="5168600"/>
        </p:xfrm>
        <a:graphic>
          <a:graphicData uri="http://schemas.openxmlformats.org/drawingml/2006/table">
            <a:tbl>
              <a:tblPr>
                <a:noFill/>
                <a:tableStyleId>{0231D32E-D490-484D-82E9-5BE0951A68A1}</a:tableStyleId>
              </a:tblPr>
              <a:tblGrid>
                <a:gridCol w="1151700">
                  <a:extLst>
                    <a:ext uri="{9D8B030D-6E8A-4147-A177-3AD203B41FA5}">
                      <a16:colId xmlns:a16="http://schemas.microsoft.com/office/drawing/2014/main" val="20000"/>
                    </a:ext>
                  </a:extLst>
                </a:gridCol>
                <a:gridCol w="5673425">
                  <a:extLst>
                    <a:ext uri="{9D8B030D-6E8A-4147-A177-3AD203B41FA5}">
                      <a16:colId xmlns:a16="http://schemas.microsoft.com/office/drawing/2014/main" val="20001"/>
                    </a:ext>
                  </a:extLst>
                </a:gridCol>
              </a:tblGrid>
              <a:tr h="46622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M1 </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solidFill>
                            <a:schemeClr val="dk1"/>
                          </a:solidFill>
                          <a:latin typeface="Arial"/>
                          <a:ea typeface="Arial"/>
                          <a:cs typeface="Arial"/>
                          <a:sym typeface="Arial"/>
                        </a:rPr>
                        <a:t>Introduction</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6622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M2</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u="none" strike="noStrike" cap="none">
                          <a:solidFill>
                            <a:schemeClr val="dk1"/>
                          </a:solidFill>
                          <a:latin typeface="Calibri"/>
                          <a:ea typeface="Calibri"/>
                          <a:cs typeface="Calibri"/>
                          <a:sym typeface="Calibri"/>
                        </a:rPr>
                        <a:t>Machine learning Workflow</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6622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M3</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Linear Models for Regression</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15375">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M4</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Linear Models for Classification</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M5</a:t>
                      </a:r>
                      <a:endParaRPr sz="1600" u="none" strike="noStrike" cap="none">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u="none" strike="noStrike" cap="none">
                          <a:latin typeface="Arial"/>
                          <a:ea typeface="Arial"/>
                          <a:cs typeface="Arial"/>
                          <a:sym typeface="Arial"/>
                        </a:rPr>
                        <a:t>Decision Tree</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M6</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Instance Based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M7</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Support Vector Machine</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M8</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Bayesian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M9</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 Ensemble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M10</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latin typeface="Arial"/>
                          <a:ea typeface="Arial"/>
                          <a:cs typeface="Arial"/>
                          <a:sym typeface="Arial"/>
                        </a:rPr>
                        <a:t>Unsupervised Learning</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466225">
                <a:tc>
                  <a:txBody>
                    <a:bodyPr/>
                    <a:lstStyle/>
                    <a:p>
                      <a:pPr marL="0" marR="0" lvl="0" indent="0" algn="l" rtl="0">
                        <a:spcBef>
                          <a:spcPts val="0"/>
                        </a:spcBef>
                        <a:spcAft>
                          <a:spcPts val="0"/>
                        </a:spcAft>
                        <a:buNone/>
                      </a:pPr>
                      <a:r>
                        <a:rPr lang="en-US" sz="1600">
                          <a:latin typeface="Arial"/>
                          <a:ea typeface="Arial"/>
                          <a:cs typeface="Arial"/>
                          <a:sym typeface="Arial"/>
                        </a:rPr>
                        <a:t>M11</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Machine Learning Model Evaluation/Comparison</a:t>
                      </a:r>
                      <a:endParaRPr sz="1600">
                        <a:latin typeface="Arial"/>
                        <a:ea typeface="Arial"/>
                        <a:cs typeface="Arial"/>
                        <a:sym typeface="Arial"/>
                      </a:endParaRPr>
                    </a:p>
                  </a:txBody>
                  <a:tcPr marL="34925" marR="34925" marT="34925" marB="349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
        <p:nvSpPr>
          <p:cNvPr id="525" name="Google Shape;525;p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Course Plan</a:t>
            </a:r>
            <a:endParaRPr/>
          </a:p>
        </p:txBody>
      </p:sp>
      <p:sp>
        <p:nvSpPr>
          <p:cNvPr id="526" name="Google Shape;526;p3"/>
          <p:cNvSpPr/>
          <p:nvPr/>
        </p:nvSpPr>
        <p:spPr>
          <a:xfrm>
            <a:off x="304800" y="1676400"/>
            <a:ext cx="6553200" cy="481263"/>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Tahoma"/>
              <a:ea typeface="Tahoma"/>
              <a:cs typeface="Tahoma"/>
              <a:sym typeface="Tahoma"/>
            </a:endParaRP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
          <p:cNvSpPr txBox="1">
            <a:spLocks noGrp="1"/>
          </p:cNvSpPr>
          <p:nvPr>
            <p:ph type="body" idx="1"/>
          </p:nvPr>
        </p:nvSpPr>
        <p:spPr>
          <a:xfrm>
            <a:off x="304800" y="1752600"/>
            <a:ext cx="8229600" cy="4267200"/>
          </a:xfrm>
          <a:prstGeom prst="rect">
            <a:avLst/>
          </a:prstGeom>
          <a:noFill/>
          <a:ln>
            <a:noFill/>
          </a:ln>
        </p:spPr>
        <p:txBody>
          <a:bodyPr spcFirstLastPara="1" wrap="square" lIns="91425" tIns="45700" rIns="91425" bIns="45700" anchor="t" anchorCtr="0">
            <a:normAutofit/>
          </a:bodyPr>
          <a:lstStyle/>
          <a:p>
            <a:pPr marL="514350" lvl="0" indent="-514350" algn="l" rtl="0">
              <a:lnSpc>
                <a:spcPct val="150000"/>
              </a:lnSpc>
              <a:spcBef>
                <a:spcPts val="0"/>
              </a:spcBef>
              <a:spcAft>
                <a:spcPts val="0"/>
              </a:spcAft>
              <a:buSzPts val="1800"/>
              <a:buFont typeface="Arial"/>
              <a:buChar char="•"/>
            </a:pPr>
            <a:r>
              <a:rPr lang="en-US" sz="1800" dirty="0"/>
              <a:t>Role of Data </a:t>
            </a:r>
            <a:endParaRPr sz="1800" dirty="0"/>
          </a:p>
          <a:p>
            <a:pPr marL="514350" lvl="0" indent="-514350" algn="l" rtl="0">
              <a:lnSpc>
                <a:spcPct val="150000"/>
              </a:lnSpc>
              <a:spcBef>
                <a:spcPts val="360"/>
              </a:spcBef>
              <a:spcAft>
                <a:spcPts val="0"/>
              </a:spcAft>
              <a:buSzPts val="1800"/>
              <a:buFont typeface="Arial"/>
              <a:buChar char="•"/>
            </a:pPr>
            <a:r>
              <a:rPr lang="en-US" sz="1800" dirty="0"/>
              <a:t>Data Preprocessing / wrangling </a:t>
            </a:r>
            <a:endParaRPr sz="1800" dirty="0"/>
          </a:p>
          <a:p>
            <a:pPr marL="514350" lvl="0" indent="-514350" algn="l" rtl="0">
              <a:lnSpc>
                <a:spcPct val="150000"/>
              </a:lnSpc>
              <a:spcBef>
                <a:spcPts val="360"/>
              </a:spcBef>
              <a:spcAft>
                <a:spcPts val="0"/>
              </a:spcAft>
              <a:buSzPts val="1800"/>
              <a:buFont typeface="Arial"/>
              <a:buChar char="•"/>
            </a:pPr>
            <a:r>
              <a:rPr lang="en-US" sz="1800" dirty="0"/>
              <a:t>Data skewness removal (sampling)</a:t>
            </a:r>
            <a:endParaRPr sz="1800" dirty="0"/>
          </a:p>
          <a:p>
            <a:pPr marL="514350" indent="-514350">
              <a:lnSpc>
                <a:spcPct val="150000"/>
              </a:lnSpc>
              <a:spcBef>
                <a:spcPts val="360"/>
              </a:spcBef>
              <a:buSzPts val="1800"/>
              <a:buFont typeface="Arial"/>
              <a:buChar char="•"/>
            </a:pPr>
            <a:r>
              <a:rPr lang="en-US" sz="1800" dirty="0"/>
              <a:t>Model Training </a:t>
            </a:r>
            <a:r>
              <a:rPr lang="en-US" sz="1800" b="1" i="1" dirty="0">
                <a:solidFill>
                  <a:srgbClr val="FF0000"/>
                </a:solidFill>
              </a:rPr>
              <a:t>(will be covered in subsequent modules)</a:t>
            </a:r>
            <a:endParaRPr sz="1800" b="1" i="1" dirty="0">
              <a:solidFill>
                <a:srgbClr val="FF0000"/>
              </a:solidFill>
            </a:endParaRPr>
          </a:p>
          <a:p>
            <a:pPr marL="514350" lvl="0" indent="-514350">
              <a:lnSpc>
                <a:spcPct val="150000"/>
              </a:lnSpc>
              <a:spcBef>
                <a:spcPts val="360"/>
              </a:spcBef>
              <a:buSzPts val="1800"/>
              <a:buFont typeface="Arial"/>
              <a:buChar char="•"/>
            </a:pPr>
            <a:r>
              <a:rPr lang="en-US" sz="1800" dirty="0"/>
              <a:t>Model Testing and performance metrics </a:t>
            </a:r>
            <a:r>
              <a:rPr lang="en-US" sz="1800" b="1" i="1" dirty="0">
                <a:solidFill>
                  <a:srgbClr val="FF0000"/>
                </a:solidFill>
              </a:rPr>
              <a:t>(will be covered in subsequent modules)</a:t>
            </a:r>
            <a:endParaRPr sz="1800" b="1" i="1" dirty="0">
              <a:solidFill>
                <a:srgbClr val="FF0000"/>
              </a:solidFill>
            </a:endParaRPr>
          </a:p>
          <a:p>
            <a:pPr marL="514350" lvl="0" indent="-400050" algn="l" rtl="0">
              <a:lnSpc>
                <a:spcPct val="150000"/>
              </a:lnSpc>
              <a:spcBef>
                <a:spcPts val="360"/>
              </a:spcBef>
              <a:spcAft>
                <a:spcPts val="0"/>
              </a:spcAft>
              <a:buSzPts val="1800"/>
              <a:buFont typeface="Arial"/>
              <a:buNone/>
            </a:pPr>
            <a:endParaRPr sz="1800" dirty="0"/>
          </a:p>
          <a:p>
            <a:pPr marL="514350" lvl="0" indent="-400050" algn="l" rtl="0">
              <a:lnSpc>
                <a:spcPct val="150000"/>
              </a:lnSpc>
              <a:spcBef>
                <a:spcPts val="360"/>
              </a:spcBef>
              <a:spcAft>
                <a:spcPts val="0"/>
              </a:spcAft>
              <a:buSzPts val="1800"/>
              <a:buFont typeface="Arial"/>
              <a:buNone/>
            </a:pPr>
            <a:endParaRPr sz="1800" dirty="0"/>
          </a:p>
          <a:p>
            <a:pPr marL="514350" lvl="0" indent="-400050" algn="l" rtl="0">
              <a:lnSpc>
                <a:spcPct val="150000"/>
              </a:lnSpc>
              <a:spcBef>
                <a:spcPts val="360"/>
              </a:spcBef>
              <a:spcAft>
                <a:spcPts val="0"/>
              </a:spcAft>
              <a:buSzPts val="1800"/>
              <a:buFont typeface="Arial"/>
              <a:buNone/>
            </a:pPr>
            <a:endParaRPr sz="1800" dirty="0"/>
          </a:p>
          <a:p>
            <a:pPr marL="514350" lvl="0" indent="-400050" algn="l" rtl="0">
              <a:lnSpc>
                <a:spcPct val="150000"/>
              </a:lnSpc>
              <a:spcBef>
                <a:spcPts val="360"/>
              </a:spcBef>
              <a:spcAft>
                <a:spcPts val="0"/>
              </a:spcAft>
              <a:buSzPts val="1800"/>
              <a:buFont typeface="Arial"/>
              <a:buNone/>
            </a:pPr>
            <a:endParaRPr sz="1800" dirty="0"/>
          </a:p>
        </p:txBody>
      </p:sp>
      <p:sp>
        <p:nvSpPr>
          <p:cNvPr id="534" name="Google Shape;534;p4"/>
          <p:cNvSpPr txBox="1">
            <a:spLocks noGrp="1"/>
          </p:cNvSpPr>
          <p:nvPr>
            <p:ph type="body" idx="2"/>
          </p:nvPr>
        </p:nvSpPr>
        <p:spPr>
          <a:xfrm>
            <a:off x="304800" y="469631"/>
            <a:ext cx="6324600" cy="508537"/>
          </a:xfrm>
          <a:prstGeom prst="rect">
            <a:avLst/>
          </a:prstGeom>
          <a:noFill/>
          <a:ln>
            <a:noFill/>
          </a:ln>
        </p:spPr>
        <p:txBody>
          <a:bodyPr spcFirstLastPara="1" wrap="square" lIns="91425" tIns="45700" rIns="91425" bIns="45700" anchor="ctr" anchorCtr="0">
            <a:spAutoFit/>
          </a:bodyPr>
          <a:lstStyle/>
          <a:p>
            <a:pPr marL="0" lvl="0" indent="0" algn="l" rtl="0">
              <a:lnSpc>
                <a:spcPct val="150000"/>
              </a:lnSpc>
              <a:spcBef>
                <a:spcPts val="0"/>
              </a:spcBef>
              <a:spcAft>
                <a:spcPts val="0"/>
              </a:spcAft>
              <a:buClr>
                <a:schemeClr val="dk1"/>
              </a:buClr>
              <a:buSzPts val="2400"/>
              <a:buNone/>
            </a:pPr>
            <a:r>
              <a:rPr lang="en-US" sz="2400"/>
              <a:t>Agenda</a:t>
            </a:r>
            <a:endParaRP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66"/>
          <p:cNvSpPr txBox="1">
            <a:spLocks noGrp="1"/>
          </p:cNvSpPr>
          <p:nvPr>
            <p:ph type="title" idx="4294967295"/>
          </p:nvPr>
        </p:nvSpPr>
        <p:spPr>
          <a:xfrm>
            <a:off x="0" y="381000"/>
            <a:ext cx="4368800" cy="695325"/>
          </a:xfrm>
          <a:prstGeom prst="rect">
            <a:avLst/>
          </a:prstGeom>
          <a:noFill/>
          <a:ln>
            <a:noFill/>
          </a:ln>
        </p:spPr>
        <p:txBody>
          <a:bodyPr spcFirstLastPara="1" wrap="square" lIns="0" tIns="12700" rIns="0" bIns="0" anchor="t" anchorCtr="0">
            <a:noAutofit/>
          </a:bodyPr>
          <a:lstStyle/>
          <a:p>
            <a:pPr marL="12700" lvl="0" indent="0" algn="ctr" rtl="0">
              <a:lnSpc>
                <a:spcPct val="100000"/>
              </a:lnSpc>
              <a:spcBef>
                <a:spcPts val="0"/>
              </a:spcBef>
              <a:spcAft>
                <a:spcPts val="0"/>
              </a:spcAft>
              <a:buClr>
                <a:schemeClr val="dk1"/>
              </a:buClr>
              <a:buSzPts val="3600"/>
              <a:buFont typeface="Calibri"/>
              <a:buNone/>
            </a:pPr>
            <a:r>
              <a:rPr lang="en-US" sz="3600"/>
              <a:t>ML in a Nutshell</a:t>
            </a:r>
            <a:endParaRPr/>
          </a:p>
        </p:txBody>
      </p:sp>
      <p:sp>
        <p:nvSpPr>
          <p:cNvPr id="1365" name="Google Shape;1365;p66"/>
          <p:cNvSpPr txBox="1"/>
          <p:nvPr/>
        </p:nvSpPr>
        <p:spPr>
          <a:xfrm>
            <a:off x="457200" y="1514547"/>
            <a:ext cx="7818120" cy="4505253"/>
          </a:xfrm>
          <a:prstGeom prst="rect">
            <a:avLst/>
          </a:prstGeom>
          <a:noFill/>
          <a:ln>
            <a:noFill/>
          </a:ln>
        </p:spPr>
        <p:txBody>
          <a:bodyPr spcFirstLastPara="1" wrap="square" lIns="0" tIns="33000" rIns="0" bIns="0" anchor="t" anchorCtr="0">
            <a:noAutofit/>
          </a:bodyPr>
          <a:lstStyle/>
          <a:p>
            <a:pPr marL="355600" marR="756920" indent="-342900">
              <a:lnSpc>
                <a:spcPct val="119000"/>
              </a:lnSpc>
              <a:buSzPts val="3200"/>
              <a:buFont typeface="Arial"/>
              <a:buChar char="•"/>
            </a:pPr>
            <a:r>
              <a:rPr lang="en-US" sz="1800" dirty="0">
                <a:latin typeface="+mj-lt"/>
                <a:ea typeface="Trebuchet MS"/>
                <a:cs typeface="Trebuchet MS"/>
                <a:sym typeface="Trebuchet MS"/>
              </a:rPr>
              <a:t>Tens of thousands of machine learning  algorithms</a:t>
            </a:r>
            <a:endParaRPr sz="1800" dirty="0">
              <a:latin typeface="+mj-lt"/>
              <a:ea typeface="Trebuchet MS"/>
              <a:cs typeface="Trebuchet MS"/>
              <a:sym typeface="Trebuchet MS"/>
            </a:endParaRPr>
          </a:p>
          <a:p>
            <a:pPr marL="755650" lvl="1" indent="-285750">
              <a:spcBef>
                <a:spcPts val="640"/>
              </a:spcBef>
              <a:buSzPts val="2800"/>
              <a:buFont typeface="Arial"/>
              <a:buChar char="–"/>
            </a:pPr>
            <a:r>
              <a:rPr lang="en-US" sz="1800" dirty="0">
                <a:latin typeface="+mj-lt"/>
                <a:ea typeface="Trebuchet MS"/>
                <a:cs typeface="Trebuchet MS"/>
                <a:sym typeface="Trebuchet MS"/>
              </a:rPr>
              <a:t>Hundreds new every year</a:t>
            </a:r>
            <a:endParaRPr sz="1800" dirty="0">
              <a:latin typeface="+mj-lt"/>
              <a:ea typeface="Trebuchet MS"/>
              <a:cs typeface="Trebuchet MS"/>
              <a:sym typeface="Trebuchet MS"/>
            </a:endParaRPr>
          </a:p>
          <a:p>
            <a:pPr lvl="1">
              <a:spcBef>
                <a:spcPts val="25"/>
              </a:spcBef>
              <a:buSzPts val="4100"/>
            </a:pPr>
            <a:endParaRPr sz="1800" dirty="0">
              <a:latin typeface="+mj-lt"/>
              <a:ea typeface="Times New Roman"/>
              <a:cs typeface="Times New Roman"/>
              <a:sym typeface="Times New Roman"/>
            </a:endParaRPr>
          </a:p>
          <a:p>
            <a:pPr marL="355600" indent="-342900">
              <a:buSzPts val="3200"/>
              <a:buFont typeface="Arial"/>
              <a:buChar char="•"/>
            </a:pPr>
            <a:r>
              <a:rPr lang="en-US" sz="1800" dirty="0">
                <a:latin typeface="+mj-lt"/>
                <a:ea typeface="Trebuchet MS"/>
                <a:cs typeface="Trebuchet MS"/>
                <a:sym typeface="Trebuchet MS"/>
              </a:rPr>
              <a:t>Every ML algorithm has three components</a:t>
            </a:r>
            <a:endParaRPr sz="1800" dirty="0">
              <a:latin typeface="+mj-lt"/>
              <a:ea typeface="Trebuchet MS"/>
              <a:cs typeface="Trebuchet MS"/>
              <a:sym typeface="Trebuchet MS"/>
            </a:endParaRPr>
          </a:p>
          <a:p>
            <a:pPr marL="755650" lvl="1" indent="-285750">
              <a:spcBef>
                <a:spcPts val="660"/>
              </a:spcBef>
              <a:buClr>
                <a:srgbClr val="4A86E8"/>
              </a:buClr>
              <a:buSzPts val="2800"/>
              <a:buFont typeface="Arial"/>
              <a:buChar char="–"/>
            </a:pPr>
            <a:r>
              <a:rPr lang="en-US" sz="1800" b="1" dirty="0">
                <a:solidFill>
                  <a:srgbClr val="4A86E8"/>
                </a:solidFill>
                <a:latin typeface="+mj-lt"/>
                <a:ea typeface="Trebuchet MS"/>
                <a:cs typeface="Trebuchet MS"/>
                <a:sym typeface="Trebuchet MS"/>
              </a:rPr>
              <a:t>Data Representation</a:t>
            </a:r>
            <a:endParaRPr sz="1800" dirty="0">
              <a:solidFill>
                <a:srgbClr val="4A86E8"/>
              </a:solidFill>
              <a:latin typeface="+mj-lt"/>
              <a:ea typeface="Trebuchet MS"/>
              <a:cs typeface="Trebuchet MS"/>
              <a:sym typeface="Trebuchet MS"/>
            </a:endParaRPr>
          </a:p>
          <a:p>
            <a:pPr marL="755650" lvl="1" indent="-285750">
              <a:spcBef>
                <a:spcPts val="740"/>
              </a:spcBef>
              <a:buClr>
                <a:srgbClr val="4A86E8"/>
              </a:buClr>
              <a:buSzPts val="2800"/>
              <a:buFont typeface="Arial"/>
              <a:buChar char="–"/>
            </a:pPr>
            <a:r>
              <a:rPr lang="en-US" sz="1800" b="1" dirty="0">
                <a:solidFill>
                  <a:srgbClr val="4A86E8"/>
                </a:solidFill>
                <a:latin typeface="+mj-lt"/>
                <a:ea typeface="Trebuchet MS"/>
                <a:cs typeface="Trebuchet MS"/>
                <a:sym typeface="Trebuchet MS"/>
              </a:rPr>
              <a:t>Parameter Optimization</a:t>
            </a:r>
            <a:endParaRPr sz="1800" dirty="0">
              <a:solidFill>
                <a:srgbClr val="4A86E8"/>
              </a:solidFill>
              <a:latin typeface="+mj-lt"/>
              <a:ea typeface="Trebuchet MS"/>
              <a:cs typeface="Trebuchet MS"/>
              <a:sym typeface="Trebuchet MS"/>
            </a:endParaRPr>
          </a:p>
          <a:p>
            <a:pPr marL="755650" lvl="1" indent="-285750">
              <a:spcBef>
                <a:spcPts val="640"/>
              </a:spcBef>
              <a:buClr>
                <a:srgbClr val="4A86E8"/>
              </a:buClr>
              <a:buSzPts val="2800"/>
              <a:buFont typeface="Arial"/>
              <a:buChar char="–"/>
            </a:pPr>
            <a:r>
              <a:rPr lang="en-US" sz="1800" b="1" dirty="0">
                <a:solidFill>
                  <a:srgbClr val="4A86E8"/>
                </a:solidFill>
                <a:latin typeface="+mj-lt"/>
                <a:ea typeface="Trebuchet MS"/>
                <a:cs typeface="Trebuchet MS"/>
                <a:sym typeface="Trebuchet MS"/>
              </a:rPr>
              <a:t>Model Evaluation, Selection</a:t>
            </a:r>
            <a:endParaRPr sz="1800" dirty="0">
              <a:solidFill>
                <a:srgbClr val="4A86E8"/>
              </a:solidFill>
              <a:latin typeface="+mj-lt"/>
              <a:ea typeface="Trebuchet MS"/>
              <a:cs typeface="Trebuchet MS"/>
              <a:sym typeface="Trebuchet MS"/>
            </a:endParaRPr>
          </a:p>
        </p:txBody>
      </p:sp>
      <p:sp>
        <p:nvSpPr>
          <p:cNvPr id="1366" name="Google Shape;1366;p66"/>
          <p:cNvSpPr txBox="1"/>
          <p:nvPr/>
        </p:nvSpPr>
        <p:spPr>
          <a:xfrm>
            <a:off x="78754" y="6569500"/>
            <a:ext cx="2825400" cy="238800"/>
          </a:xfrm>
          <a:prstGeom prst="rect">
            <a:avLst/>
          </a:prstGeom>
          <a:noFill/>
          <a:ln>
            <a:noFill/>
          </a:ln>
        </p:spPr>
        <p:txBody>
          <a:bodyPr spcFirstLastPara="1" wrap="square" lIns="0" tIns="12700" rIns="0" bIns="0" anchor="t" anchorCtr="0">
            <a:noAutofit/>
          </a:bodyPr>
          <a:lstStyle/>
          <a:p>
            <a:pPr marL="12700">
              <a:buSzPts val="1400"/>
            </a:pPr>
            <a:r>
              <a:rPr lang="en-US">
                <a:latin typeface="Trebuchet MS"/>
                <a:ea typeface="Trebuchet MS"/>
                <a:cs typeface="Trebuchet MS"/>
                <a:sym typeface="Trebuchet MS"/>
              </a:rPr>
              <a:t>Slide credit: Pedro Domingos</a:t>
            </a:r>
            <a:endParaRPr>
              <a:latin typeface="Trebuchet MS"/>
              <a:ea typeface="Trebuchet MS"/>
              <a:cs typeface="Trebuchet MS"/>
              <a:sym typeface="Trebuchet MS"/>
            </a:endParaRP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18</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CC41AF9-5CFE-7E2A-09AD-F697A6487608}"/>
                  </a:ext>
                </a:extLst>
              </p14:cNvPr>
              <p14:cNvContentPartPr/>
              <p14:nvPr/>
            </p14:nvContentPartPr>
            <p14:xfrm>
              <a:off x="3601080" y="2974680"/>
              <a:ext cx="909000" cy="1016280"/>
            </p14:xfrm>
          </p:contentPart>
        </mc:Choice>
        <mc:Fallback>
          <p:pic>
            <p:nvPicPr>
              <p:cNvPr id="2" name="Ink 1">
                <a:extLst>
                  <a:ext uri="{FF2B5EF4-FFF2-40B4-BE49-F238E27FC236}">
                    <a16:creationId xmlns:a16="http://schemas.microsoft.com/office/drawing/2014/main" id="{5CC41AF9-5CFE-7E2A-09AD-F697A6487608}"/>
                  </a:ext>
                </a:extLst>
              </p:cNvPr>
              <p:cNvPicPr/>
              <p:nvPr/>
            </p:nvPicPr>
            <p:blipFill>
              <a:blip r:embed="rId4"/>
              <a:stretch>
                <a:fillRect/>
              </a:stretch>
            </p:blipFill>
            <p:spPr>
              <a:xfrm>
                <a:off x="3591720" y="2965320"/>
                <a:ext cx="927720" cy="1035000"/>
              </a:xfrm>
              <a:prstGeom prst="rect">
                <a:avLst/>
              </a:prstGeom>
            </p:spPr>
          </p:pic>
        </mc:Fallback>
      </mc:AlternateContent>
    </p:spTree>
    <p:extLst>
      <p:ext uri="{BB962C8B-B14F-4D97-AF65-F5344CB8AC3E}">
        <p14:creationId xmlns:p14="http://schemas.microsoft.com/office/powerpoint/2010/main" val="3671748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Google Shape;1407;p72"/>
          <p:cNvSpPr txBox="1">
            <a:spLocks noGrp="1"/>
          </p:cNvSpPr>
          <p:nvPr>
            <p:ph type="title" idx="4294967295"/>
          </p:nvPr>
        </p:nvSpPr>
        <p:spPr>
          <a:xfrm>
            <a:off x="304800" y="596474"/>
            <a:ext cx="3651250" cy="695325"/>
          </a:xfrm>
          <a:prstGeom prst="rect">
            <a:avLst/>
          </a:prstGeom>
          <a:noFill/>
          <a:ln>
            <a:noFill/>
          </a:ln>
        </p:spPr>
        <p:txBody>
          <a:bodyPr spcFirstLastPara="1" wrap="square" lIns="0" tIns="12700" rIns="0" bIns="0" anchor="t" anchorCtr="0">
            <a:noAutofit/>
          </a:bodyPr>
          <a:lstStyle/>
          <a:p>
            <a:pPr marL="12700" lvl="0" indent="0" algn="ctr" rtl="0">
              <a:lnSpc>
                <a:spcPct val="100000"/>
              </a:lnSpc>
              <a:spcBef>
                <a:spcPts val="0"/>
              </a:spcBef>
              <a:spcAft>
                <a:spcPts val="0"/>
              </a:spcAft>
              <a:buClr>
                <a:srgbClr val="000000"/>
              </a:buClr>
              <a:buSzPts val="3600"/>
              <a:buFont typeface="Calibri"/>
              <a:buNone/>
            </a:pPr>
            <a:r>
              <a:rPr lang="en-US" sz="3600" dirty="0">
                <a:solidFill>
                  <a:srgbClr val="000000"/>
                </a:solidFill>
              </a:rPr>
              <a:t>ML in Practice</a:t>
            </a:r>
            <a:endParaRPr sz="3600" dirty="0">
              <a:solidFill>
                <a:srgbClr val="000000"/>
              </a:solidFill>
            </a:endParaRPr>
          </a:p>
        </p:txBody>
      </p:sp>
      <p:sp>
        <p:nvSpPr>
          <p:cNvPr id="1408" name="Google Shape;1408;p72"/>
          <p:cNvSpPr txBox="1"/>
          <p:nvPr/>
        </p:nvSpPr>
        <p:spPr>
          <a:xfrm>
            <a:off x="1323339" y="1376680"/>
            <a:ext cx="7375525" cy="2235200"/>
          </a:xfrm>
          <a:prstGeom prst="rect">
            <a:avLst/>
          </a:prstGeom>
          <a:noFill/>
          <a:ln>
            <a:noFill/>
          </a:ln>
        </p:spPr>
        <p:txBody>
          <a:bodyPr spcFirstLastPara="1" wrap="square" lIns="0" tIns="91425" rIns="0" bIns="0" anchor="t" anchorCtr="0">
            <a:noAutofit/>
          </a:bodyPr>
          <a:lstStyle/>
          <a:p>
            <a:pPr marL="355600" marR="0" lvl="0" indent="-342900" algn="l" rtl="0">
              <a:spcBef>
                <a:spcPts val="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Understand domain, prior knowledge, and goals</a:t>
            </a:r>
            <a:endParaRPr sz="2000" dirty="0">
              <a:solidFill>
                <a:srgbClr val="000000"/>
              </a:solidFill>
              <a:latin typeface="+mj-lt"/>
              <a:ea typeface="Trebuchet MS"/>
              <a:cs typeface="Trebuchet MS"/>
              <a:sym typeface="Trebuchet MS"/>
            </a:endParaRPr>
          </a:p>
          <a:p>
            <a:pPr marL="355600" marR="0" lvl="0" indent="-342900" algn="l" rtl="0">
              <a:spcBef>
                <a:spcPts val="6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Data integration, selection, cleaning, pre-processing, etc.</a:t>
            </a:r>
            <a:endParaRPr sz="2000" dirty="0">
              <a:solidFill>
                <a:srgbClr val="000000"/>
              </a:solidFill>
              <a:latin typeface="+mj-lt"/>
              <a:ea typeface="Trebuchet MS"/>
              <a:cs typeface="Trebuchet MS"/>
              <a:sym typeface="Trebuchet MS"/>
            </a:endParaRPr>
          </a:p>
          <a:p>
            <a:pPr marL="355600" marR="0" lvl="0" indent="-342900" algn="l" rtl="0">
              <a:spcBef>
                <a:spcPts val="6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Learn optimal parameter of the models</a:t>
            </a:r>
            <a:endParaRPr sz="2000" dirty="0">
              <a:solidFill>
                <a:srgbClr val="000000"/>
              </a:solidFill>
              <a:latin typeface="+mj-lt"/>
              <a:ea typeface="Trebuchet MS"/>
              <a:cs typeface="Trebuchet MS"/>
              <a:sym typeface="Trebuchet MS"/>
            </a:endParaRPr>
          </a:p>
          <a:p>
            <a:pPr marL="355600" marR="0" lvl="0" indent="-342900" algn="l" rtl="0">
              <a:spcBef>
                <a:spcPts val="5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Interpret results</a:t>
            </a:r>
            <a:endParaRPr sz="2000" dirty="0">
              <a:solidFill>
                <a:srgbClr val="000000"/>
              </a:solidFill>
              <a:latin typeface="+mj-lt"/>
              <a:ea typeface="Trebuchet MS"/>
              <a:cs typeface="Trebuchet MS"/>
              <a:sym typeface="Trebuchet MS"/>
            </a:endParaRPr>
          </a:p>
          <a:p>
            <a:pPr marL="355600" marR="0" lvl="0" indent="-342900" algn="l" rtl="0">
              <a:spcBef>
                <a:spcPts val="620"/>
              </a:spcBef>
              <a:spcAft>
                <a:spcPts val="0"/>
              </a:spcAft>
              <a:buClr>
                <a:srgbClr val="000000"/>
              </a:buClr>
              <a:buSzPts val="2400"/>
              <a:buFont typeface="Arial"/>
              <a:buChar char="•"/>
            </a:pPr>
            <a:r>
              <a:rPr lang="en-US" sz="2000" dirty="0">
                <a:solidFill>
                  <a:srgbClr val="000000"/>
                </a:solidFill>
                <a:latin typeface="+mj-lt"/>
                <a:ea typeface="Trebuchet MS"/>
                <a:cs typeface="Trebuchet MS"/>
                <a:sym typeface="Trebuchet MS"/>
              </a:rPr>
              <a:t>Consolidate and deploy discovered knowledge</a:t>
            </a:r>
            <a:endParaRPr sz="2000" dirty="0">
              <a:solidFill>
                <a:srgbClr val="000000"/>
              </a:solidFill>
              <a:latin typeface="+mj-lt"/>
              <a:ea typeface="Trebuchet MS"/>
              <a:cs typeface="Trebuchet MS"/>
              <a:sym typeface="Trebuchet MS"/>
            </a:endParaRPr>
          </a:p>
        </p:txBody>
      </p:sp>
      <p:sp>
        <p:nvSpPr>
          <p:cNvPr id="1409" name="Google Shape;1409;p72"/>
          <p:cNvSpPr txBox="1"/>
          <p:nvPr/>
        </p:nvSpPr>
        <p:spPr>
          <a:xfrm>
            <a:off x="78752" y="6569500"/>
            <a:ext cx="3093300" cy="238800"/>
          </a:xfrm>
          <a:prstGeom prst="rect">
            <a:avLst/>
          </a:prstGeom>
          <a:noFill/>
          <a:ln>
            <a:noFill/>
          </a:ln>
        </p:spPr>
        <p:txBody>
          <a:bodyPr spcFirstLastPara="1" wrap="square" lIns="0" tIns="12700" rIns="0" bIns="0" anchor="t" anchorCtr="0">
            <a:noAutofit/>
          </a:bodyPr>
          <a:lstStyle/>
          <a:p>
            <a:pPr marL="12700" marR="0" lvl="0" indent="0" algn="l" rtl="0">
              <a:spcBef>
                <a:spcPts val="0"/>
              </a:spcBef>
              <a:spcAft>
                <a:spcPts val="0"/>
              </a:spcAft>
              <a:buClr>
                <a:srgbClr val="000000"/>
              </a:buClr>
              <a:buSzPts val="1400"/>
              <a:buFont typeface="Arial"/>
              <a:buNone/>
            </a:pPr>
            <a:r>
              <a:rPr lang="en-US" sz="1400">
                <a:solidFill>
                  <a:srgbClr val="000000"/>
                </a:solidFill>
                <a:latin typeface="Trebuchet MS"/>
                <a:ea typeface="Trebuchet MS"/>
                <a:cs typeface="Trebuchet MS"/>
                <a:sym typeface="Trebuchet MS"/>
              </a:rPr>
              <a:t>Based on a slide by Pedro Domingos</a:t>
            </a:r>
            <a:endParaRPr sz="1400">
              <a:solidFill>
                <a:srgbClr val="000000"/>
              </a:solidFill>
              <a:latin typeface="Trebuchet MS"/>
              <a:ea typeface="Trebuchet MS"/>
              <a:cs typeface="Trebuchet MS"/>
              <a:sym typeface="Trebuchet MS"/>
            </a:endParaRPr>
          </a:p>
        </p:txBody>
      </p:sp>
      <p:sp>
        <p:nvSpPr>
          <p:cNvPr id="1411" name="Google Shape;1411;p72"/>
          <p:cNvSpPr/>
          <p:nvPr/>
        </p:nvSpPr>
        <p:spPr>
          <a:xfrm>
            <a:off x="203063" y="1476287"/>
            <a:ext cx="1041536" cy="172411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800"/>
              <a:buFont typeface="Arial"/>
              <a:buNone/>
            </a:pPr>
            <a:endParaRPr sz="1800">
              <a:solidFill>
                <a:srgbClr val="000000"/>
              </a:solidFill>
              <a:latin typeface="Arial"/>
              <a:ea typeface="Arial"/>
              <a:cs typeface="Arial"/>
              <a:sym typeface="Arial"/>
            </a:endParaRPr>
          </a:p>
        </p:txBody>
      </p:sp>
      <p:sp>
        <p:nvSpPr>
          <p:cNvPr id="1412" name="Google Shape;1412;p72"/>
          <p:cNvSpPr/>
          <p:nvPr/>
        </p:nvSpPr>
        <p:spPr>
          <a:xfrm>
            <a:off x="203200" y="1476278"/>
            <a:ext cx="1041399" cy="1724123"/>
          </a:xfrm>
          <a:custGeom>
            <a:avLst/>
            <a:gdLst/>
            <a:ahLst/>
            <a:cxnLst/>
            <a:rect l="l" t="t" r="r" b="b"/>
            <a:pathLst>
              <a:path w="1041400" h="2156460" extrusionOk="0">
                <a:moveTo>
                  <a:pt x="0" y="1258983"/>
                </a:moveTo>
                <a:lnTo>
                  <a:pt x="1312" y="1213762"/>
                </a:lnTo>
                <a:lnTo>
                  <a:pt x="5213" y="1169029"/>
                </a:lnTo>
                <a:lnTo>
                  <a:pt x="11647" y="1124846"/>
                </a:lnTo>
                <a:lnTo>
                  <a:pt x="20558" y="1081275"/>
                </a:lnTo>
                <a:lnTo>
                  <a:pt x="31890" y="1038379"/>
                </a:lnTo>
                <a:lnTo>
                  <a:pt x="45588" y="996218"/>
                </a:lnTo>
                <a:lnTo>
                  <a:pt x="61595" y="954856"/>
                </a:lnTo>
                <a:lnTo>
                  <a:pt x="79857" y="914353"/>
                </a:lnTo>
                <a:lnTo>
                  <a:pt x="100317" y="874772"/>
                </a:lnTo>
                <a:lnTo>
                  <a:pt x="122920" y="836174"/>
                </a:lnTo>
                <a:lnTo>
                  <a:pt x="147610" y="798622"/>
                </a:lnTo>
                <a:lnTo>
                  <a:pt x="174331" y="762178"/>
                </a:lnTo>
                <a:lnTo>
                  <a:pt x="203029" y="726904"/>
                </a:lnTo>
                <a:lnTo>
                  <a:pt x="233646" y="692860"/>
                </a:lnTo>
                <a:lnTo>
                  <a:pt x="266127" y="660110"/>
                </a:lnTo>
                <a:lnTo>
                  <a:pt x="300418" y="628715"/>
                </a:lnTo>
                <a:lnTo>
                  <a:pt x="336461" y="598738"/>
                </a:lnTo>
                <a:lnTo>
                  <a:pt x="374201" y="570239"/>
                </a:lnTo>
                <a:lnTo>
                  <a:pt x="413583" y="543282"/>
                </a:lnTo>
                <a:lnTo>
                  <a:pt x="454551" y="517927"/>
                </a:lnTo>
                <a:lnTo>
                  <a:pt x="497049" y="494237"/>
                </a:lnTo>
                <a:lnTo>
                  <a:pt x="541021" y="472275"/>
                </a:lnTo>
                <a:lnTo>
                  <a:pt x="586412" y="452100"/>
                </a:lnTo>
                <a:lnTo>
                  <a:pt x="633166" y="433777"/>
                </a:lnTo>
                <a:lnTo>
                  <a:pt x="681228" y="417366"/>
                </a:lnTo>
                <a:lnTo>
                  <a:pt x="730541" y="402930"/>
                </a:lnTo>
                <a:lnTo>
                  <a:pt x="781050" y="390530"/>
                </a:lnTo>
                <a:lnTo>
                  <a:pt x="781051" y="520700"/>
                </a:lnTo>
                <a:lnTo>
                  <a:pt x="1041400" y="231870"/>
                </a:lnTo>
                <a:lnTo>
                  <a:pt x="781051" y="0"/>
                </a:lnTo>
                <a:lnTo>
                  <a:pt x="781051" y="130180"/>
                </a:lnTo>
                <a:lnTo>
                  <a:pt x="730542" y="142580"/>
                </a:lnTo>
                <a:lnTo>
                  <a:pt x="681229" y="157016"/>
                </a:lnTo>
                <a:lnTo>
                  <a:pt x="633167" y="173427"/>
                </a:lnTo>
                <a:lnTo>
                  <a:pt x="586413" y="191750"/>
                </a:lnTo>
                <a:lnTo>
                  <a:pt x="541022" y="211924"/>
                </a:lnTo>
                <a:lnTo>
                  <a:pt x="497050" y="233887"/>
                </a:lnTo>
                <a:lnTo>
                  <a:pt x="454552" y="257577"/>
                </a:lnTo>
                <a:lnTo>
                  <a:pt x="413584" y="282931"/>
                </a:lnTo>
                <a:lnTo>
                  <a:pt x="374202" y="309889"/>
                </a:lnTo>
                <a:lnTo>
                  <a:pt x="336462" y="338387"/>
                </a:lnTo>
                <a:lnTo>
                  <a:pt x="300419" y="368365"/>
                </a:lnTo>
                <a:lnTo>
                  <a:pt x="266128" y="399760"/>
                </a:lnTo>
                <a:lnTo>
                  <a:pt x="233647" y="432510"/>
                </a:lnTo>
                <a:lnTo>
                  <a:pt x="203030" y="466553"/>
                </a:lnTo>
                <a:lnTo>
                  <a:pt x="174332" y="501828"/>
                </a:lnTo>
                <a:lnTo>
                  <a:pt x="147611" y="538272"/>
                </a:lnTo>
                <a:lnTo>
                  <a:pt x="122921" y="575823"/>
                </a:lnTo>
                <a:lnTo>
                  <a:pt x="100318" y="614421"/>
                </a:lnTo>
                <a:lnTo>
                  <a:pt x="79858" y="654002"/>
                </a:lnTo>
                <a:lnTo>
                  <a:pt x="61596" y="694504"/>
                </a:lnTo>
                <a:lnTo>
                  <a:pt x="45589" y="735867"/>
                </a:lnTo>
                <a:lnTo>
                  <a:pt x="31891" y="778027"/>
                </a:lnTo>
                <a:lnTo>
                  <a:pt x="20559" y="820923"/>
                </a:lnTo>
                <a:lnTo>
                  <a:pt x="11648" y="864494"/>
                </a:lnTo>
                <a:lnTo>
                  <a:pt x="5214" y="908676"/>
                </a:lnTo>
                <a:lnTo>
                  <a:pt x="1313" y="953409"/>
                </a:lnTo>
                <a:lnTo>
                  <a:pt x="0" y="998630"/>
                </a:lnTo>
                <a:lnTo>
                  <a:pt x="0" y="1258983"/>
                </a:lnTo>
                <a:lnTo>
                  <a:pt x="1274" y="1303749"/>
                </a:lnTo>
                <a:lnTo>
                  <a:pt x="5058" y="1347948"/>
                </a:lnTo>
                <a:lnTo>
                  <a:pt x="11291" y="1391526"/>
                </a:lnTo>
                <a:lnTo>
                  <a:pt x="19914" y="1434434"/>
                </a:lnTo>
                <a:lnTo>
                  <a:pt x="30867" y="1476619"/>
                </a:lnTo>
                <a:lnTo>
                  <a:pt x="44091" y="1518031"/>
                </a:lnTo>
                <a:lnTo>
                  <a:pt x="59526" y="1558617"/>
                </a:lnTo>
                <a:lnTo>
                  <a:pt x="77112" y="1598327"/>
                </a:lnTo>
                <a:lnTo>
                  <a:pt x="96790" y="1637110"/>
                </a:lnTo>
                <a:lnTo>
                  <a:pt x="118499" y="1674913"/>
                </a:lnTo>
                <a:lnTo>
                  <a:pt x="142181" y="1711685"/>
                </a:lnTo>
                <a:lnTo>
                  <a:pt x="167776" y="1747375"/>
                </a:lnTo>
                <a:lnTo>
                  <a:pt x="195223" y="1781932"/>
                </a:lnTo>
                <a:lnTo>
                  <a:pt x="224463" y="1815304"/>
                </a:lnTo>
                <a:lnTo>
                  <a:pt x="255438" y="1847440"/>
                </a:lnTo>
                <a:lnTo>
                  <a:pt x="288086" y="1878289"/>
                </a:lnTo>
                <a:lnTo>
                  <a:pt x="322348" y="1907798"/>
                </a:lnTo>
                <a:lnTo>
                  <a:pt x="358165" y="1935917"/>
                </a:lnTo>
                <a:lnTo>
                  <a:pt x="395477" y="1962595"/>
                </a:lnTo>
                <a:lnTo>
                  <a:pt x="434224" y="1987779"/>
                </a:lnTo>
                <a:lnTo>
                  <a:pt x="474347" y="2011419"/>
                </a:lnTo>
                <a:lnTo>
                  <a:pt x="515785" y="2033463"/>
                </a:lnTo>
                <a:lnTo>
                  <a:pt x="558480" y="2053859"/>
                </a:lnTo>
                <a:lnTo>
                  <a:pt x="602372" y="2072557"/>
                </a:lnTo>
                <a:lnTo>
                  <a:pt x="647401" y="2089505"/>
                </a:lnTo>
                <a:lnTo>
                  <a:pt x="693506" y="2104652"/>
                </a:lnTo>
                <a:lnTo>
                  <a:pt x="740630" y="2117945"/>
                </a:lnTo>
                <a:lnTo>
                  <a:pt x="788711" y="2129335"/>
                </a:lnTo>
                <a:lnTo>
                  <a:pt x="837691" y="2138769"/>
                </a:lnTo>
                <a:lnTo>
                  <a:pt x="887510" y="2146196"/>
                </a:lnTo>
                <a:lnTo>
                  <a:pt x="938107" y="2151564"/>
                </a:lnTo>
                <a:lnTo>
                  <a:pt x="989424" y="2154823"/>
                </a:lnTo>
                <a:lnTo>
                  <a:pt x="1041400" y="2155921"/>
                </a:lnTo>
                <a:lnTo>
                  <a:pt x="1041400" y="1895570"/>
                </a:lnTo>
                <a:lnTo>
                  <a:pt x="989994" y="1894489"/>
                </a:lnTo>
                <a:lnTo>
                  <a:pt x="939173" y="1891281"/>
                </a:lnTo>
                <a:lnTo>
                  <a:pt x="888999" y="1885990"/>
                </a:lnTo>
                <a:lnTo>
                  <a:pt x="839537" y="1878666"/>
                </a:lnTo>
                <a:lnTo>
                  <a:pt x="790850" y="1869354"/>
                </a:lnTo>
                <a:lnTo>
                  <a:pt x="743001" y="1858102"/>
                </a:lnTo>
                <a:lnTo>
                  <a:pt x="696054" y="1844958"/>
                </a:lnTo>
                <a:lnTo>
                  <a:pt x="650072" y="1829968"/>
                </a:lnTo>
                <a:lnTo>
                  <a:pt x="605118" y="1813179"/>
                </a:lnTo>
                <a:lnTo>
                  <a:pt x="561257" y="1794640"/>
                </a:lnTo>
                <a:lnTo>
                  <a:pt x="518550" y="1774397"/>
                </a:lnTo>
                <a:lnTo>
                  <a:pt x="477063" y="1752497"/>
                </a:lnTo>
                <a:lnTo>
                  <a:pt x="436858" y="1728987"/>
                </a:lnTo>
                <a:lnTo>
                  <a:pt x="397999" y="1703915"/>
                </a:lnTo>
                <a:lnTo>
                  <a:pt x="360549" y="1677328"/>
                </a:lnTo>
                <a:lnTo>
                  <a:pt x="324571" y="1649274"/>
                </a:lnTo>
                <a:lnTo>
                  <a:pt x="290130" y="1619798"/>
                </a:lnTo>
                <a:lnTo>
                  <a:pt x="257287" y="1588949"/>
                </a:lnTo>
                <a:lnTo>
                  <a:pt x="226108" y="1556774"/>
                </a:lnTo>
                <a:lnTo>
                  <a:pt x="196655" y="1523319"/>
                </a:lnTo>
                <a:lnTo>
                  <a:pt x="168992" y="1488633"/>
                </a:lnTo>
                <a:lnTo>
                  <a:pt x="143182" y="1452762"/>
                </a:lnTo>
                <a:lnTo>
                  <a:pt x="119288" y="1415754"/>
                </a:lnTo>
                <a:lnTo>
                  <a:pt x="97375" y="1377655"/>
                </a:lnTo>
                <a:lnTo>
                  <a:pt x="77505" y="1338513"/>
                </a:lnTo>
                <a:lnTo>
                  <a:pt x="59741" y="1298375"/>
                </a:lnTo>
                <a:lnTo>
                  <a:pt x="44148" y="1257289"/>
                </a:lnTo>
                <a:lnTo>
                  <a:pt x="30789" y="1215301"/>
                </a:lnTo>
                <a:lnTo>
                  <a:pt x="19727" y="1172459"/>
                </a:lnTo>
                <a:lnTo>
                  <a:pt x="11026" y="1128810"/>
                </a:lnTo>
              </a:path>
            </a:pathLst>
          </a:custGeom>
          <a:noFill/>
          <a:ln w="12700" cap="flat" cmpd="sng">
            <a:solidFill>
              <a:srgbClr val="4A7E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Clr>
                <a:srgbClr val="000000"/>
              </a:buClr>
              <a:buSzPts val="1800"/>
              <a:buFont typeface="Arial"/>
              <a:buNone/>
            </a:pPr>
            <a:endParaRPr sz="1800">
              <a:solidFill>
                <a:srgbClr val="000000"/>
              </a:solidFill>
              <a:latin typeface="Arial"/>
              <a:ea typeface="Arial"/>
              <a:cs typeface="Arial"/>
              <a:sym typeface="Arial"/>
            </a:endParaRPr>
          </a:p>
        </p:txBody>
      </p:sp>
      <p:sp>
        <p:nvSpPr>
          <p:cNvPr id="1413" name="Google Shape;1413;p72"/>
          <p:cNvSpPr txBox="1"/>
          <p:nvPr/>
        </p:nvSpPr>
        <p:spPr>
          <a:xfrm>
            <a:off x="356871" y="2429125"/>
            <a:ext cx="1041300" cy="391200"/>
          </a:xfrm>
          <a:prstGeom prst="rect">
            <a:avLst/>
          </a:prstGeom>
          <a:noFill/>
          <a:ln>
            <a:noFill/>
          </a:ln>
        </p:spPr>
        <p:txBody>
          <a:bodyPr spcFirstLastPara="1" wrap="square" lIns="0" tIns="12700" rIns="0" bIns="0" anchor="t" anchorCtr="0">
            <a:noAutofit/>
          </a:bodyPr>
          <a:lstStyle/>
          <a:p>
            <a:pPr marL="12700" marR="0" lvl="0" indent="0" algn="l" rtl="0">
              <a:spcBef>
                <a:spcPts val="0"/>
              </a:spcBef>
              <a:spcAft>
                <a:spcPts val="0"/>
              </a:spcAft>
              <a:buClr>
                <a:srgbClr val="000000"/>
              </a:buClr>
              <a:buSzPts val="2400"/>
              <a:buFont typeface="Arial"/>
              <a:buNone/>
            </a:pPr>
            <a:r>
              <a:rPr lang="en-US" sz="2400">
                <a:solidFill>
                  <a:srgbClr val="000000"/>
                </a:solidFill>
                <a:latin typeface="Trebuchet MS"/>
                <a:ea typeface="Trebuchet MS"/>
                <a:cs typeface="Trebuchet MS"/>
                <a:sym typeface="Trebuchet MS"/>
              </a:rPr>
              <a:t>Loop</a:t>
            </a:r>
            <a:endParaRPr sz="2400">
              <a:solidFill>
                <a:srgbClr val="000000"/>
              </a:solidFill>
              <a:latin typeface="Trebuchet MS"/>
              <a:ea typeface="Trebuchet MS"/>
              <a:cs typeface="Trebuchet MS"/>
              <a:sym typeface="Trebuchet MS"/>
            </a:endParaRPr>
          </a:p>
        </p:txBody>
      </p:sp>
      <p:sp>
        <p:nvSpPr>
          <p:cNvPr id="8"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19</a:t>
            </a:r>
          </a:p>
        </p:txBody>
      </p:sp>
    </p:spTree>
    <p:extLst>
      <p:ext uri="{BB962C8B-B14F-4D97-AF65-F5344CB8AC3E}">
        <p14:creationId xmlns:p14="http://schemas.microsoft.com/office/powerpoint/2010/main" val="3565068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
          <p:cNvSpPr txBox="1">
            <a:spLocks noGrp="1"/>
          </p:cNvSpPr>
          <p:nvPr>
            <p:ph type="body" idx="2"/>
          </p:nvPr>
        </p:nvSpPr>
        <p:spPr>
          <a:xfrm>
            <a:off x="914400" y="3048000"/>
            <a:ext cx="7391400" cy="1219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600"/>
              <a:buNone/>
            </a:pPr>
            <a:r>
              <a:rPr lang="en-US" dirty="0">
                <a:solidFill>
                  <a:srgbClr val="C00000"/>
                </a:solidFill>
              </a:rPr>
              <a:t>Data </a:t>
            </a:r>
            <a:endParaRPr dirty="0">
              <a:solidFill>
                <a:srgbClr val="C00000"/>
              </a:solidFill>
            </a:endParaRPr>
          </a:p>
        </p:txBody>
      </p:sp>
      <p:sp>
        <p:nvSpPr>
          <p:cNvPr id="3"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9"/>
          <p:cNvSpPr>
            <a:spLocks noGrp="1" noChangeArrowheads="1"/>
          </p:cNvSpPr>
          <p:nvPr>
            <p:ph idx="1"/>
          </p:nvPr>
        </p:nvSpPr>
        <p:spPr>
          <a:xfrm>
            <a:off x="304800" y="1493837"/>
            <a:ext cx="4719243" cy="4525963"/>
          </a:xfrm>
        </p:spPr>
        <p:txBody>
          <a:bodyPr>
            <a:normAutofit/>
          </a:bodyPr>
          <a:lstStyle/>
          <a:p>
            <a:r>
              <a:rPr lang="en-US" sz="2000" dirty="0"/>
              <a:t>Collection of </a:t>
            </a:r>
            <a:r>
              <a:rPr lang="en-US" sz="2000" b="1" i="1" dirty="0">
                <a:solidFill>
                  <a:srgbClr val="CC6600"/>
                </a:solidFill>
              </a:rPr>
              <a:t>data objects </a:t>
            </a:r>
            <a:r>
              <a:rPr lang="en-US" sz="2000" dirty="0"/>
              <a:t>and their </a:t>
            </a:r>
            <a:r>
              <a:rPr lang="en-US" sz="2000" b="1" i="1" dirty="0">
                <a:solidFill>
                  <a:srgbClr val="CC6600"/>
                </a:solidFill>
              </a:rPr>
              <a:t>attributes</a:t>
            </a:r>
          </a:p>
          <a:p>
            <a:pPr lvl="4"/>
            <a:endParaRPr lang="en-US" sz="500" dirty="0"/>
          </a:p>
          <a:p>
            <a:r>
              <a:rPr lang="en-US" sz="2000" dirty="0"/>
              <a:t>An </a:t>
            </a:r>
            <a:r>
              <a:rPr lang="en-US" sz="2000" b="1" i="1" dirty="0">
                <a:solidFill>
                  <a:srgbClr val="CC6600"/>
                </a:solidFill>
              </a:rPr>
              <a:t>attribute</a:t>
            </a:r>
            <a:r>
              <a:rPr lang="en-US" sz="2000" dirty="0"/>
              <a:t> is a property or characteristic of an object</a:t>
            </a:r>
          </a:p>
          <a:p>
            <a:pPr lvl="1"/>
            <a:r>
              <a:rPr lang="en-US" sz="1800" dirty="0"/>
              <a:t>Examples: eye color of a person, temperature, etc.</a:t>
            </a:r>
          </a:p>
          <a:p>
            <a:pPr lvl="1"/>
            <a:r>
              <a:rPr lang="en-US" sz="1800" i="1" dirty="0"/>
              <a:t>aka</a:t>
            </a:r>
            <a:r>
              <a:rPr lang="en-US" sz="1800" dirty="0"/>
              <a:t> variable, field, characteristic, dimension, or feature</a:t>
            </a:r>
          </a:p>
          <a:p>
            <a:r>
              <a:rPr lang="en-US" sz="2000" dirty="0"/>
              <a:t>A collection of attributes describe an </a:t>
            </a:r>
            <a:r>
              <a:rPr lang="en-US" sz="2000" b="1" i="1" dirty="0">
                <a:solidFill>
                  <a:srgbClr val="CC6600"/>
                </a:solidFill>
              </a:rPr>
              <a:t>object</a:t>
            </a:r>
          </a:p>
          <a:p>
            <a:pPr lvl="1"/>
            <a:r>
              <a:rPr lang="en-US" sz="1800" dirty="0"/>
              <a:t>Object is also known as record, point, case, sample, entity, or instance</a:t>
            </a:r>
          </a:p>
          <a:p>
            <a:pPr lvl="4"/>
            <a:endParaRPr lang="en-US" dirty="0"/>
          </a:p>
        </p:txBody>
      </p:sp>
      <p:sp>
        <p:nvSpPr>
          <p:cNvPr id="4098" name="Rectangle 8"/>
          <p:cNvSpPr>
            <a:spLocks noGrp="1" noChangeArrowheads="1"/>
          </p:cNvSpPr>
          <p:nvPr>
            <p:ph type="title" idx="4294967295"/>
          </p:nvPr>
        </p:nvSpPr>
        <p:spPr>
          <a:xfrm>
            <a:off x="-1051560" y="614143"/>
            <a:ext cx="5334000" cy="533400"/>
          </a:xfrm>
        </p:spPr>
        <p:txBody>
          <a:bodyPr>
            <a:normAutofit fontScale="90000"/>
          </a:bodyPr>
          <a:lstStyle/>
          <a:p>
            <a:r>
              <a:rPr lang="en-US" sz="3200" dirty="0"/>
              <a:t>Definition of Data</a:t>
            </a:r>
          </a:p>
        </p:txBody>
      </p:sp>
      <p:grpSp>
        <p:nvGrpSpPr>
          <p:cNvPr id="4100" name="Group 16"/>
          <p:cNvGrpSpPr>
            <a:grpSpLocks/>
          </p:cNvGrpSpPr>
          <p:nvPr/>
        </p:nvGrpSpPr>
        <p:grpSpPr bwMode="auto">
          <a:xfrm>
            <a:off x="5630859" y="1794133"/>
            <a:ext cx="3513136" cy="4755278"/>
            <a:chOff x="3403" y="1205"/>
            <a:chExt cx="2213" cy="2497"/>
          </a:xfrm>
        </p:grpSpPr>
        <p:graphicFrame>
          <p:nvGraphicFramePr>
            <p:cNvPr id="4107" name="Object 10"/>
            <p:cNvGraphicFramePr>
              <a:graphicFrameLocks noChangeAspect="1"/>
            </p:cNvGraphicFramePr>
            <p:nvPr/>
          </p:nvGraphicFramePr>
          <p:xfrm>
            <a:off x="3403" y="1336"/>
            <a:ext cx="2213" cy="2366"/>
          </p:xfrm>
          <a:graphic>
            <a:graphicData uri="http://schemas.openxmlformats.org/presentationml/2006/ole">
              <mc:AlternateContent xmlns:mc="http://schemas.openxmlformats.org/markup-compatibility/2006">
                <mc:Choice xmlns:v="urn:schemas-microsoft-com:vml" Requires="v">
                  <p:oleObj name="Document" r:id="rId3" imgW="5405628" imgH="5779008" progId="Word.Document.8">
                    <p:embed/>
                  </p:oleObj>
                </mc:Choice>
                <mc:Fallback>
                  <p:oleObj name="Document" r:id="rId3" imgW="5405628" imgH="5779008" progId="Word.Document.8">
                    <p:embed/>
                    <p:pic>
                      <p:nvPicPr>
                        <p:cNvPr id="4107"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3" y="1336"/>
                          <a:ext cx="2213" cy="2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8" name="AutoShape 12"/>
            <p:cNvSpPr>
              <a:spLocks/>
            </p:cNvSpPr>
            <p:nvPr/>
          </p:nvSpPr>
          <p:spPr bwMode="auto">
            <a:xfrm rot="5400000">
              <a:off x="4386" y="222"/>
              <a:ext cx="84" cy="2050"/>
            </a:xfrm>
            <a:prstGeom prst="leftBrace">
              <a:avLst>
                <a:gd name="adj1" fmla="val 62361"/>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101" name="Text Box 14"/>
          <p:cNvSpPr txBox="1">
            <a:spLocks noChangeArrowheads="1"/>
          </p:cNvSpPr>
          <p:nvPr/>
        </p:nvSpPr>
        <p:spPr bwMode="auto">
          <a:xfrm>
            <a:off x="6534145" y="1397258"/>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dirty="0">
                <a:solidFill>
                  <a:srgbClr val="FF0000"/>
                </a:solidFill>
              </a:rPr>
              <a:t>Attributes</a:t>
            </a:r>
          </a:p>
        </p:txBody>
      </p:sp>
      <p:sp>
        <p:nvSpPr>
          <p:cNvPr id="4102" name="AutoShape 15"/>
          <p:cNvSpPr>
            <a:spLocks/>
          </p:cNvSpPr>
          <p:nvPr/>
        </p:nvSpPr>
        <p:spPr bwMode="auto">
          <a:xfrm>
            <a:off x="5432421" y="2674961"/>
            <a:ext cx="206378" cy="3753135"/>
          </a:xfrm>
          <a:prstGeom prst="leftBrace">
            <a:avLst>
              <a:gd name="adj1" fmla="val 83299"/>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3" name="Text Box 17"/>
          <p:cNvSpPr txBox="1">
            <a:spLocks noChangeArrowheads="1"/>
          </p:cNvSpPr>
          <p:nvPr/>
        </p:nvSpPr>
        <p:spPr bwMode="auto">
          <a:xfrm rot="16200000">
            <a:off x="4656732" y="4366174"/>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dirty="0">
                <a:solidFill>
                  <a:srgbClr val="FF0000"/>
                </a:solidFill>
              </a:rPr>
              <a:t>Objects</a:t>
            </a:r>
          </a:p>
        </p:txBody>
      </p:sp>
      <p:sp>
        <p:nvSpPr>
          <p:cNvPr id="10" name="Slide Number Placeholder 3"/>
          <p:cNvSpPr txBox="1">
            <a:spLocks/>
          </p:cNvSpPr>
          <p:nvPr/>
        </p:nvSpPr>
        <p:spPr>
          <a:xfrm>
            <a:off x="8758980" y="630232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21</a:t>
            </a:r>
          </a:p>
        </p:txBody>
      </p:sp>
    </p:spTree>
    <p:extLst>
      <p:ext uri="{BB962C8B-B14F-4D97-AF65-F5344CB8AC3E}">
        <p14:creationId xmlns:p14="http://schemas.microsoft.com/office/powerpoint/2010/main" val="1017531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10"/>
          <p:cNvSpPr>
            <a:spLocks noGrp="1" noChangeArrowheads="1"/>
          </p:cNvSpPr>
          <p:nvPr>
            <p:ph idx="1"/>
          </p:nvPr>
        </p:nvSpPr>
        <p:spPr/>
        <p:txBody>
          <a:bodyPr>
            <a:normAutofit/>
          </a:bodyPr>
          <a:lstStyle/>
          <a:p>
            <a:r>
              <a:rPr lang="en-US" sz="1800" dirty="0">
                <a:latin typeface="+mj-lt"/>
              </a:rPr>
              <a:t> There are different types of attributes</a:t>
            </a:r>
          </a:p>
          <a:p>
            <a:pPr marL="749300" lvl="1">
              <a:spcBef>
                <a:spcPts val="300"/>
              </a:spcBef>
            </a:pPr>
            <a:r>
              <a:rPr lang="en-US" sz="1800" dirty="0">
                <a:solidFill>
                  <a:srgbClr val="FF0000"/>
                </a:solidFill>
                <a:latin typeface="+mj-lt"/>
              </a:rPr>
              <a:t>Nominal</a:t>
            </a:r>
            <a:endParaRPr lang="en-US" sz="1800" dirty="0">
              <a:latin typeface="+mj-lt"/>
            </a:endParaRPr>
          </a:p>
          <a:p>
            <a:pPr marL="1257300" lvl="2" indent="-393700">
              <a:spcBef>
                <a:spcPts val="300"/>
              </a:spcBef>
            </a:pPr>
            <a:r>
              <a:rPr lang="en-US" sz="1800" dirty="0">
                <a:latin typeface="+mj-lt"/>
              </a:rPr>
              <a:t>Examples: ID numbers, zip codes</a:t>
            </a:r>
          </a:p>
          <a:p>
            <a:pPr marL="749300" lvl="1">
              <a:spcBef>
                <a:spcPts val="300"/>
              </a:spcBef>
            </a:pPr>
            <a:r>
              <a:rPr lang="en-US" sz="1800" dirty="0">
                <a:solidFill>
                  <a:srgbClr val="FF0000"/>
                </a:solidFill>
                <a:latin typeface="+mj-lt"/>
              </a:rPr>
              <a:t>Ordinal</a:t>
            </a:r>
            <a:endParaRPr lang="en-US" sz="1800" dirty="0">
              <a:latin typeface="+mj-lt"/>
            </a:endParaRPr>
          </a:p>
          <a:p>
            <a:pPr marL="1257300" lvl="2" indent="-393700">
              <a:spcBef>
                <a:spcPts val="300"/>
              </a:spcBef>
            </a:pPr>
            <a:r>
              <a:rPr lang="en-US" sz="1800" dirty="0">
                <a:latin typeface="+mj-lt"/>
              </a:rPr>
              <a:t>Examples: rankings (e.g., taste of potato chips on a scale from 1-10), grades, height {tall, medium, short}</a:t>
            </a:r>
          </a:p>
          <a:p>
            <a:pPr marL="749300" lvl="1">
              <a:spcBef>
                <a:spcPts val="300"/>
              </a:spcBef>
            </a:pPr>
            <a:r>
              <a:rPr lang="en-US" sz="1800" dirty="0">
                <a:solidFill>
                  <a:srgbClr val="FF0000"/>
                </a:solidFill>
                <a:latin typeface="+mj-lt"/>
              </a:rPr>
              <a:t>Interval</a:t>
            </a:r>
            <a:endParaRPr lang="en-US" sz="1800" dirty="0">
              <a:latin typeface="+mj-lt"/>
            </a:endParaRPr>
          </a:p>
          <a:p>
            <a:pPr marL="1257300" lvl="2" indent="-393700">
              <a:spcBef>
                <a:spcPts val="300"/>
              </a:spcBef>
            </a:pPr>
            <a:r>
              <a:rPr lang="en-US" sz="1800" dirty="0">
                <a:latin typeface="+mj-lt"/>
              </a:rPr>
              <a:t>Examples: calendar dates, temperatures in Celsius or Fahrenheit.</a:t>
            </a:r>
          </a:p>
          <a:p>
            <a:pPr marL="749300" lvl="1">
              <a:spcBef>
                <a:spcPts val="300"/>
              </a:spcBef>
            </a:pPr>
            <a:r>
              <a:rPr lang="en-US" sz="1800" dirty="0">
                <a:solidFill>
                  <a:srgbClr val="FF0000"/>
                </a:solidFill>
                <a:latin typeface="+mj-lt"/>
              </a:rPr>
              <a:t>Ratio</a:t>
            </a:r>
            <a:endParaRPr lang="en-US" sz="1800" dirty="0">
              <a:latin typeface="+mj-lt"/>
            </a:endParaRPr>
          </a:p>
          <a:p>
            <a:pPr marL="1257300" lvl="2" indent="-393700">
              <a:spcBef>
                <a:spcPts val="300"/>
              </a:spcBef>
            </a:pPr>
            <a:r>
              <a:rPr lang="en-US" sz="1800" dirty="0">
                <a:latin typeface="+mj-lt"/>
              </a:rPr>
              <a:t>Examples: temperature in Kelvin, length, counts, elapsed time (e.g., time to run a race) </a:t>
            </a:r>
          </a:p>
        </p:txBody>
      </p:sp>
      <p:sp>
        <p:nvSpPr>
          <p:cNvPr id="7170" name="Rectangle 9"/>
          <p:cNvSpPr>
            <a:spLocks noGrp="1" noChangeArrowheads="1"/>
          </p:cNvSpPr>
          <p:nvPr>
            <p:ph type="title" idx="4294967295"/>
          </p:nvPr>
        </p:nvSpPr>
        <p:spPr>
          <a:xfrm>
            <a:off x="0" y="350837"/>
            <a:ext cx="4602480" cy="1143000"/>
          </a:xfrm>
        </p:spPr>
        <p:txBody>
          <a:bodyPr/>
          <a:lstStyle/>
          <a:p>
            <a:r>
              <a:rPr lang="en-US" dirty="0"/>
              <a:t>Types of Attributes </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22</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03A8FF8-2B48-294D-B46F-7587F3895BC8}"/>
                  </a:ext>
                </a:extLst>
              </p14:cNvPr>
              <p14:cNvContentPartPr/>
              <p14:nvPr/>
            </p14:nvContentPartPr>
            <p14:xfrm>
              <a:off x="806040" y="3287520"/>
              <a:ext cx="6250680" cy="1281960"/>
            </p14:xfrm>
          </p:contentPart>
        </mc:Choice>
        <mc:Fallback>
          <p:pic>
            <p:nvPicPr>
              <p:cNvPr id="2" name="Ink 1">
                <a:extLst>
                  <a:ext uri="{FF2B5EF4-FFF2-40B4-BE49-F238E27FC236}">
                    <a16:creationId xmlns:a16="http://schemas.microsoft.com/office/drawing/2014/main" id="{703A8FF8-2B48-294D-B46F-7587F3895BC8}"/>
                  </a:ext>
                </a:extLst>
              </p:cNvPr>
              <p:cNvPicPr/>
              <p:nvPr/>
            </p:nvPicPr>
            <p:blipFill>
              <a:blip r:embed="rId4"/>
              <a:stretch>
                <a:fillRect/>
              </a:stretch>
            </p:blipFill>
            <p:spPr>
              <a:xfrm>
                <a:off x="796680" y="3278160"/>
                <a:ext cx="6269400" cy="1300680"/>
              </a:xfrm>
              <a:prstGeom prst="rect">
                <a:avLst/>
              </a:prstGeom>
            </p:spPr>
          </p:pic>
        </mc:Fallback>
      </mc:AlternateContent>
    </p:spTree>
    <p:extLst>
      <p:ext uri="{BB962C8B-B14F-4D97-AF65-F5344CB8AC3E}">
        <p14:creationId xmlns:p14="http://schemas.microsoft.com/office/powerpoint/2010/main" val="3493480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5"/>
          <p:cNvSpPr>
            <a:spLocks noGrp="1" noChangeArrowheads="1"/>
          </p:cNvSpPr>
          <p:nvPr>
            <p:ph idx="1"/>
          </p:nvPr>
        </p:nvSpPr>
        <p:spPr/>
        <p:txBody>
          <a:bodyPr>
            <a:normAutofit fontScale="92500"/>
          </a:bodyPr>
          <a:lstStyle/>
          <a:p>
            <a:pPr>
              <a:lnSpc>
                <a:spcPct val="90000"/>
              </a:lnSpc>
            </a:pPr>
            <a:r>
              <a:rPr lang="en-US" dirty="0"/>
              <a:t>Discrete Attribute</a:t>
            </a:r>
          </a:p>
          <a:p>
            <a:pPr lvl="1">
              <a:lnSpc>
                <a:spcPct val="90000"/>
              </a:lnSpc>
            </a:pPr>
            <a:r>
              <a:rPr lang="en-US" sz="2200" dirty="0"/>
              <a:t>Has only a finite or </a:t>
            </a:r>
            <a:r>
              <a:rPr lang="en-US" sz="2200" dirty="0" err="1"/>
              <a:t>countably</a:t>
            </a:r>
            <a:r>
              <a:rPr lang="en-US" sz="2200" dirty="0"/>
              <a:t> infinite set of values</a:t>
            </a:r>
          </a:p>
          <a:p>
            <a:pPr lvl="1">
              <a:lnSpc>
                <a:spcPct val="90000"/>
              </a:lnSpc>
            </a:pPr>
            <a:r>
              <a:rPr lang="en-US" sz="2200" dirty="0"/>
              <a:t>Examples: zip codes, counts, or the set of words in a collection of documents </a:t>
            </a:r>
          </a:p>
          <a:p>
            <a:pPr lvl="1">
              <a:lnSpc>
                <a:spcPct val="90000"/>
              </a:lnSpc>
            </a:pPr>
            <a:r>
              <a:rPr lang="en-US" sz="2200" dirty="0"/>
              <a:t>Often represented as integer variables.   </a:t>
            </a:r>
          </a:p>
          <a:p>
            <a:pPr lvl="1">
              <a:lnSpc>
                <a:spcPct val="90000"/>
              </a:lnSpc>
            </a:pPr>
            <a:r>
              <a:rPr lang="en-US" sz="2200" dirty="0"/>
              <a:t>Note: </a:t>
            </a:r>
            <a:r>
              <a:rPr lang="en-US" sz="2200" dirty="0">
                <a:solidFill>
                  <a:srgbClr val="CC3300"/>
                </a:solidFill>
              </a:rPr>
              <a:t>binary attributes</a:t>
            </a:r>
            <a:r>
              <a:rPr lang="en-US" sz="2200" dirty="0"/>
              <a:t> are a special case of discrete attributes </a:t>
            </a:r>
          </a:p>
          <a:p>
            <a:pPr>
              <a:lnSpc>
                <a:spcPct val="90000"/>
              </a:lnSpc>
            </a:pPr>
            <a:r>
              <a:rPr lang="en-US" dirty="0"/>
              <a:t>Continuous Attribute </a:t>
            </a:r>
          </a:p>
          <a:p>
            <a:pPr lvl="1">
              <a:lnSpc>
                <a:spcPct val="90000"/>
              </a:lnSpc>
            </a:pPr>
            <a:r>
              <a:rPr lang="en-US" sz="2200" dirty="0"/>
              <a:t>Has real numbers as attribute values</a:t>
            </a:r>
          </a:p>
          <a:p>
            <a:pPr lvl="1">
              <a:lnSpc>
                <a:spcPct val="90000"/>
              </a:lnSpc>
            </a:pPr>
            <a:r>
              <a:rPr lang="en-US" sz="2200" dirty="0"/>
              <a:t>Examples: temperature, height, or weight.  </a:t>
            </a:r>
          </a:p>
          <a:p>
            <a:pPr lvl="1">
              <a:lnSpc>
                <a:spcPct val="90000"/>
              </a:lnSpc>
            </a:pPr>
            <a:r>
              <a:rPr lang="en-US" sz="2200" dirty="0"/>
              <a:t>Practically, real values can only be measured and represented using a finite number of digits.</a:t>
            </a:r>
          </a:p>
          <a:p>
            <a:pPr lvl="1">
              <a:lnSpc>
                <a:spcPct val="90000"/>
              </a:lnSpc>
            </a:pPr>
            <a:r>
              <a:rPr lang="en-US" sz="2200" dirty="0"/>
              <a:t>Continuous attributes are typically represented as floating-point variables.  </a:t>
            </a:r>
          </a:p>
        </p:txBody>
      </p:sp>
      <p:sp>
        <p:nvSpPr>
          <p:cNvPr id="12290" name="Rectangle 4"/>
          <p:cNvSpPr>
            <a:spLocks noGrp="1" noChangeArrowheads="1"/>
          </p:cNvSpPr>
          <p:nvPr>
            <p:ph type="title" idx="4294967295"/>
          </p:nvPr>
        </p:nvSpPr>
        <p:spPr>
          <a:xfrm>
            <a:off x="0" y="274638"/>
            <a:ext cx="8229600" cy="1143000"/>
          </a:xfrm>
        </p:spPr>
        <p:txBody>
          <a:bodyPr/>
          <a:lstStyle/>
          <a:p>
            <a:r>
              <a:rPr lang="en-US"/>
              <a:t>Discrete and Continuous Attributes </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a:t>
            </a:r>
            <a:fld id="{00000000-1234-1234-1234-123412341234}" type="slidenum">
              <a:rPr lang="en-US" sz="1600" b="1" smtClean="0">
                <a:latin typeface="Tahoma"/>
                <a:ea typeface="Tahoma"/>
                <a:cs typeface="Tahoma"/>
                <a:sym typeface="Tahoma"/>
              </a:rPr>
              <a:pPr>
                <a:buSzPts val="1600"/>
              </a:pPr>
              <a:t>23</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D429FD3-C805-A8C1-1F2E-84A9FB4BB3F0}"/>
                  </a:ext>
                </a:extLst>
              </p14:cNvPr>
              <p14:cNvContentPartPr/>
              <p14:nvPr/>
            </p14:nvContentPartPr>
            <p14:xfrm>
              <a:off x="102960" y="1577520"/>
              <a:ext cx="4587480" cy="2572200"/>
            </p14:xfrm>
          </p:contentPart>
        </mc:Choice>
        <mc:Fallback>
          <p:pic>
            <p:nvPicPr>
              <p:cNvPr id="2" name="Ink 1">
                <a:extLst>
                  <a:ext uri="{FF2B5EF4-FFF2-40B4-BE49-F238E27FC236}">
                    <a16:creationId xmlns:a16="http://schemas.microsoft.com/office/drawing/2014/main" id="{8D429FD3-C805-A8C1-1F2E-84A9FB4BB3F0}"/>
                  </a:ext>
                </a:extLst>
              </p:cNvPr>
              <p:cNvPicPr/>
              <p:nvPr/>
            </p:nvPicPr>
            <p:blipFill>
              <a:blip r:embed="rId4"/>
              <a:stretch>
                <a:fillRect/>
              </a:stretch>
            </p:blipFill>
            <p:spPr>
              <a:xfrm>
                <a:off x="93600" y="1568160"/>
                <a:ext cx="4606200" cy="2590920"/>
              </a:xfrm>
              <a:prstGeom prst="rect">
                <a:avLst/>
              </a:prstGeom>
            </p:spPr>
          </p:pic>
        </mc:Fallback>
      </mc:AlternateContent>
    </p:spTree>
    <p:extLst>
      <p:ext uri="{BB962C8B-B14F-4D97-AF65-F5344CB8AC3E}">
        <p14:creationId xmlns:p14="http://schemas.microsoft.com/office/powerpoint/2010/main" val="4083095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noFill/>
        </p:spPr>
        <p:txBody>
          <a:bodyPr>
            <a:normAutofit/>
          </a:bodyPr>
          <a:lstStyle/>
          <a:p>
            <a:pPr lvl="1">
              <a:lnSpc>
                <a:spcPct val="95000"/>
              </a:lnSpc>
              <a:spcBef>
                <a:spcPct val="20000"/>
              </a:spcBef>
            </a:pPr>
            <a:r>
              <a:rPr lang="en-US" sz="1800" dirty="0">
                <a:latin typeface="+mj-lt"/>
              </a:rPr>
              <a:t>Dimensionality (number of attributes)</a:t>
            </a:r>
          </a:p>
          <a:p>
            <a:pPr lvl="2">
              <a:lnSpc>
                <a:spcPct val="95000"/>
              </a:lnSpc>
              <a:spcBef>
                <a:spcPct val="20000"/>
              </a:spcBef>
            </a:pPr>
            <a:r>
              <a:rPr lang="en-US" sz="1800" dirty="0">
                <a:latin typeface="+mj-lt"/>
              </a:rPr>
              <a:t> High dimensional data brings a number of challenges</a:t>
            </a:r>
          </a:p>
          <a:p>
            <a:pPr lvl="1">
              <a:lnSpc>
                <a:spcPct val="95000"/>
              </a:lnSpc>
              <a:spcBef>
                <a:spcPct val="20000"/>
              </a:spcBef>
            </a:pPr>
            <a:endParaRPr lang="en-US" sz="1800" dirty="0">
              <a:latin typeface="+mj-lt"/>
            </a:endParaRPr>
          </a:p>
          <a:p>
            <a:pPr lvl="1">
              <a:lnSpc>
                <a:spcPct val="95000"/>
              </a:lnSpc>
              <a:spcBef>
                <a:spcPct val="20000"/>
              </a:spcBef>
            </a:pPr>
            <a:r>
              <a:rPr lang="en-US" sz="1800" dirty="0" err="1">
                <a:latin typeface="+mj-lt"/>
              </a:rPr>
              <a:t>Sparsity</a:t>
            </a:r>
            <a:endParaRPr lang="en-US" sz="1800" dirty="0">
              <a:latin typeface="+mj-lt"/>
            </a:endParaRPr>
          </a:p>
          <a:p>
            <a:pPr lvl="2">
              <a:lnSpc>
                <a:spcPct val="95000"/>
              </a:lnSpc>
              <a:spcBef>
                <a:spcPct val="20000"/>
              </a:spcBef>
            </a:pPr>
            <a:r>
              <a:rPr lang="en-US" sz="1800" dirty="0">
                <a:latin typeface="+mj-lt"/>
              </a:rPr>
              <a:t> Only presence counts</a:t>
            </a:r>
          </a:p>
          <a:p>
            <a:pPr lvl="1">
              <a:lnSpc>
                <a:spcPct val="95000"/>
              </a:lnSpc>
              <a:spcBef>
                <a:spcPct val="20000"/>
              </a:spcBef>
            </a:pPr>
            <a:endParaRPr lang="en-US" sz="1800" dirty="0">
              <a:latin typeface="+mj-lt"/>
            </a:endParaRPr>
          </a:p>
          <a:p>
            <a:pPr lvl="1">
              <a:lnSpc>
                <a:spcPct val="95000"/>
              </a:lnSpc>
              <a:spcBef>
                <a:spcPct val="20000"/>
              </a:spcBef>
            </a:pPr>
            <a:r>
              <a:rPr lang="en-US" sz="1800" dirty="0">
                <a:latin typeface="+mj-lt"/>
              </a:rPr>
              <a:t>Resolution</a:t>
            </a:r>
          </a:p>
          <a:p>
            <a:pPr lvl="2" indent="-342900">
              <a:lnSpc>
                <a:spcPct val="105000"/>
              </a:lnSpc>
              <a:spcBef>
                <a:spcPct val="20000"/>
              </a:spcBef>
            </a:pPr>
            <a:r>
              <a:rPr lang="en-US" sz="1800" dirty="0">
                <a:latin typeface="+mj-lt"/>
              </a:rPr>
              <a:t> Patterns depend on the scale </a:t>
            </a:r>
          </a:p>
          <a:p>
            <a:pPr lvl="2">
              <a:lnSpc>
                <a:spcPct val="95000"/>
              </a:lnSpc>
              <a:spcBef>
                <a:spcPct val="20000"/>
              </a:spcBef>
            </a:pPr>
            <a:endParaRPr lang="en-US" sz="1800" dirty="0">
              <a:latin typeface="+mj-lt"/>
            </a:endParaRPr>
          </a:p>
          <a:p>
            <a:pPr lvl="1">
              <a:lnSpc>
                <a:spcPct val="95000"/>
              </a:lnSpc>
              <a:spcBef>
                <a:spcPct val="20000"/>
              </a:spcBef>
            </a:pPr>
            <a:r>
              <a:rPr lang="en-US" sz="1800" dirty="0">
                <a:latin typeface="+mj-lt"/>
              </a:rPr>
              <a:t>Size</a:t>
            </a:r>
          </a:p>
          <a:p>
            <a:pPr lvl="2" indent="-342900">
              <a:lnSpc>
                <a:spcPct val="115000"/>
              </a:lnSpc>
              <a:spcBef>
                <a:spcPct val="20000"/>
              </a:spcBef>
            </a:pPr>
            <a:r>
              <a:rPr lang="en-US" sz="1800" dirty="0">
                <a:latin typeface="+mj-lt"/>
              </a:rPr>
              <a:t>Type of analysis may depend on size of data</a:t>
            </a:r>
          </a:p>
          <a:p>
            <a:pPr lvl="1">
              <a:lnSpc>
                <a:spcPct val="95000"/>
              </a:lnSpc>
              <a:spcBef>
                <a:spcPct val="20000"/>
              </a:spcBef>
            </a:pPr>
            <a:endParaRPr lang="en-US" sz="1800" dirty="0">
              <a:latin typeface="+mj-lt"/>
            </a:endParaRPr>
          </a:p>
          <a:p>
            <a:pPr lvl="1">
              <a:lnSpc>
                <a:spcPct val="95000"/>
              </a:lnSpc>
              <a:spcBef>
                <a:spcPct val="20000"/>
              </a:spcBef>
            </a:pPr>
            <a:endParaRPr lang="en-US" sz="1800" dirty="0">
              <a:latin typeface="+mj-lt"/>
            </a:endParaRPr>
          </a:p>
          <a:p>
            <a:pPr lvl="1">
              <a:lnSpc>
                <a:spcPct val="95000"/>
              </a:lnSpc>
              <a:spcBef>
                <a:spcPct val="20000"/>
              </a:spcBef>
            </a:pPr>
            <a:endParaRPr lang="en-US" sz="1800" b="1" dirty="0">
              <a:latin typeface="+mj-lt"/>
            </a:endParaRPr>
          </a:p>
        </p:txBody>
      </p:sp>
      <p:sp>
        <p:nvSpPr>
          <p:cNvPr id="15362" name="Rectangle 2"/>
          <p:cNvSpPr>
            <a:spLocks noGrp="1" noChangeArrowheads="1"/>
          </p:cNvSpPr>
          <p:nvPr>
            <p:ph type="title" idx="4294967295"/>
          </p:nvPr>
        </p:nvSpPr>
        <p:spPr>
          <a:xfrm>
            <a:off x="-858520" y="617855"/>
            <a:ext cx="8585200" cy="685800"/>
          </a:xfrm>
        </p:spPr>
        <p:txBody>
          <a:bodyPr>
            <a:normAutofit/>
          </a:bodyPr>
          <a:lstStyle/>
          <a:p>
            <a:r>
              <a:rPr lang="en-US" sz="3200" b="1" dirty="0">
                <a:latin typeface="+mj-lt"/>
              </a:rPr>
              <a:t>Important Characteristics of Data</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24</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220C70A-AAC2-12E8-39A6-5718C8A3F0C4}"/>
                  </a:ext>
                </a:extLst>
              </p14:cNvPr>
              <p14:cNvContentPartPr/>
              <p14:nvPr/>
            </p14:nvContentPartPr>
            <p14:xfrm>
              <a:off x="4317120" y="1534320"/>
              <a:ext cx="2105280" cy="1586160"/>
            </p14:xfrm>
          </p:contentPart>
        </mc:Choice>
        <mc:Fallback>
          <p:pic>
            <p:nvPicPr>
              <p:cNvPr id="2" name="Ink 1">
                <a:extLst>
                  <a:ext uri="{FF2B5EF4-FFF2-40B4-BE49-F238E27FC236}">
                    <a16:creationId xmlns:a16="http://schemas.microsoft.com/office/drawing/2014/main" id="{2220C70A-AAC2-12E8-39A6-5718C8A3F0C4}"/>
                  </a:ext>
                </a:extLst>
              </p:cNvPr>
              <p:cNvPicPr/>
              <p:nvPr/>
            </p:nvPicPr>
            <p:blipFill>
              <a:blip r:embed="rId4"/>
              <a:stretch>
                <a:fillRect/>
              </a:stretch>
            </p:blipFill>
            <p:spPr>
              <a:xfrm>
                <a:off x="4307760" y="1524960"/>
                <a:ext cx="2124000" cy="1604880"/>
              </a:xfrm>
              <a:prstGeom prst="rect">
                <a:avLst/>
              </a:prstGeom>
            </p:spPr>
          </p:pic>
        </mc:Fallback>
      </mc:AlternateContent>
    </p:spTree>
    <p:extLst>
      <p:ext uri="{BB962C8B-B14F-4D97-AF65-F5344CB8AC3E}">
        <p14:creationId xmlns:p14="http://schemas.microsoft.com/office/powerpoint/2010/main" val="2708570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10" name="Google Shape;610;p8"/>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dirty="0">
                <a:solidFill>
                  <a:srgbClr val="7030A0"/>
                </a:solidFill>
              </a:rPr>
              <a:t>Relational/Object</a:t>
            </a:r>
            <a:endParaRPr dirty="0"/>
          </a:p>
          <a:p>
            <a:pPr marL="342900" lvl="0" indent="-342900" algn="l" rtl="0">
              <a:lnSpc>
                <a:spcPct val="150000"/>
              </a:lnSpc>
              <a:spcBef>
                <a:spcPts val="360"/>
              </a:spcBef>
              <a:spcAft>
                <a:spcPts val="0"/>
              </a:spcAft>
              <a:buSzPts val="1800"/>
              <a:buFont typeface="Arial"/>
              <a:buChar char="•"/>
            </a:pPr>
            <a:r>
              <a:rPr lang="en-US" sz="1800" dirty="0"/>
              <a:t>Transactional Data</a:t>
            </a:r>
            <a:endParaRPr dirty="0"/>
          </a:p>
          <a:p>
            <a:pPr marL="342900" lvl="0" indent="-342900" algn="l" rtl="0">
              <a:lnSpc>
                <a:spcPct val="150000"/>
              </a:lnSpc>
              <a:spcBef>
                <a:spcPts val="360"/>
              </a:spcBef>
              <a:spcAft>
                <a:spcPts val="0"/>
              </a:spcAft>
              <a:buSzPts val="1800"/>
              <a:buFont typeface="Arial"/>
              <a:buChar char="•"/>
            </a:pPr>
            <a:r>
              <a:rPr lang="en-US" sz="1800" dirty="0"/>
              <a:t>Document Data</a:t>
            </a:r>
            <a:endParaRPr sz="1800" dirty="0"/>
          </a:p>
          <a:p>
            <a:pPr marL="342900" lvl="0" indent="-342900" algn="l" rtl="0">
              <a:lnSpc>
                <a:spcPct val="150000"/>
              </a:lnSpc>
              <a:spcBef>
                <a:spcPts val="360"/>
              </a:spcBef>
              <a:spcAft>
                <a:spcPts val="0"/>
              </a:spcAft>
              <a:buSzPts val="1800"/>
              <a:buFont typeface="Arial"/>
              <a:buChar char="•"/>
            </a:pPr>
            <a:r>
              <a:rPr lang="en-US" sz="1800" dirty="0"/>
              <a:t>Web &amp; Social Network Data</a:t>
            </a:r>
            <a:endParaRPr dirty="0"/>
          </a:p>
          <a:p>
            <a:pPr marL="342900" lvl="0" indent="-342900" algn="l" rtl="0">
              <a:lnSpc>
                <a:spcPct val="150000"/>
              </a:lnSpc>
              <a:spcBef>
                <a:spcPts val="360"/>
              </a:spcBef>
              <a:spcAft>
                <a:spcPts val="0"/>
              </a:spcAft>
              <a:buSzPts val="1800"/>
              <a:buFont typeface="Arial"/>
              <a:buChar char="•"/>
            </a:pPr>
            <a:r>
              <a:rPr lang="en-US" sz="1800" dirty="0"/>
              <a:t>Spatial Data</a:t>
            </a:r>
            <a:endParaRPr sz="1800" dirty="0"/>
          </a:p>
          <a:p>
            <a:pPr marL="342900" lvl="0" indent="-342900" algn="l" rtl="0">
              <a:lnSpc>
                <a:spcPct val="150000"/>
              </a:lnSpc>
              <a:spcBef>
                <a:spcPts val="360"/>
              </a:spcBef>
              <a:spcAft>
                <a:spcPts val="0"/>
              </a:spcAft>
              <a:buSzPts val="1800"/>
              <a:buFont typeface="Arial"/>
              <a:buChar char="•"/>
            </a:pPr>
            <a:r>
              <a:rPr lang="en-US" sz="1800" dirty="0"/>
              <a:t>Time Series</a:t>
            </a:r>
            <a:endParaRPr dirty="0"/>
          </a:p>
          <a:p>
            <a:pPr marL="342900" lvl="0" indent="-342900" algn="l" rtl="0">
              <a:lnSpc>
                <a:spcPct val="150000"/>
              </a:lnSpc>
              <a:spcBef>
                <a:spcPts val="360"/>
              </a:spcBef>
              <a:spcAft>
                <a:spcPts val="0"/>
              </a:spcAft>
              <a:buSzPts val="1800"/>
              <a:buFont typeface="Arial"/>
              <a:buChar char="•"/>
            </a:pPr>
            <a:r>
              <a:rPr lang="en-US" sz="1800" dirty="0"/>
              <a:t>Sequence Data</a:t>
            </a:r>
            <a:endParaRPr sz="1800" dirty="0"/>
          </a:p>
          <a:p>
            <a:pPr marL="342900" lvl="0" indent="-228600" algn="l" rtl="0">
              <a:lnSpc>
                <a:spcPct val="150000"/>
              </a:lnSpc>
              <a:spcBef>
                <a:spcPts val="360"/>
              </a:spcBef>
              <a:spcAft>
                <a:spcPts val="0"/>
              </a:spcAft>
              <a:buSzPts val="1800"/>
              <a:buFont typeface="Arial"/>
              <a:buNone/>
            </a:pPr>
            <a:endParaRPr sz="1800" dirty="0"/>
          </a:p>
          <a:p>
            <a:pPr marL="342900" lvl="0" indent="-228600" algn="l" rtl="0">
              <a:lnSpc>
                <a:spcPct val="150000"/>
              </a:lnSpc>
              <a:spcBef>
                <a:spcPts val="360"/>
              </a:spcBef>
              <a:spcAft>
                <a:spcPts val="0"/>
              </a:spcAft>
              <a:buSzPts val="1800"/>
              <a:buFont typeface="Arial"/>
              <a:buNone/>
            </a:pPr>
            <a:endParaRPr sz="1800" dirty="0"/>
          </a:p>
        </p:txBody>
      </p:sp>
      <p:pic>
        <p:nvPicPr>
          <p:cNvPr id="611" name="Google Shape;611;p8"/>
          <p:cNvPicPr preferRelativeResize="0"/>
          <p:nvPr/>
        </p:nvPicPr>
        <p:blipFill rotWithShape="1">
          <a:blip r:embed="rId3">
            <a:alphaModFix/>
          </a:blip>
          <a:srcRect/>
          <a:stretch/>
        </p:blipFill>
        <p:spPr>
          <a:xfrm>
            <a:off x="2790628" y="4343399"/>
            <a:ext cx="6381421" cy="1630363"/>
          </a:xfrm>
          <a:prstGeom prst="rect">
            <a:avLst/>
          </a:prstGeom>
          <a:noFill/>
          <a:ln>
            <a:noFill/>
          </a:ln>
        </p:spPr>
      </p:pic>
      <p:sp>
        <p:nvSpPr>
          <p:cNvPr id="612" name="Google Shape;612;p8"/>
          <p:cNvSpPr txBox="1"/>
          <p:nvPr/>
        </p:nvSpPr>
        <p:spPr>
          <a:xfrm>
            <a:off x="2546243" y="3387615"/>
            <a:ext cx="6597757" cy="83099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C00000"/>
                </a:solidFill>
                <a:latin typeface="Calibri"/>
                <a:ea typeface="Calibri"/>
                <a:cs typeface="Calibri"/>
                <a:sym typeface="Calibri"/>
              </a:rPr>
              <a:t>Discrete Numeric                                                                            </a:t>
            </a:r>
            <a:r>
              <a:rPr lang="en-US" sz="1600" dirty="0">
                <a:solidFill>
                  <a:srgbClr val="C00000"/>
                </a:solidFill>
                <a:latin typeface="Calibri"/>
                <a:ea typeface="Calibri"/>
                <a:cs typeface="Calibri"/>
                <a:sym typeface="Calibri"/>
              </a:rPr>
              <a:t>                </a:t>
            </a:r>
            <a:r>
              <a:rPr lang="en-US" sz="1600" b="0" i="0" u="none" strike="noStrike" cap="none" dirty="0">
                <a:solidFill>
                  <a:srgbClr val="C00000"/>
                </a:solidFill>
                <a:latin typeface="Calibri"/>
                <a:ea typeface="Calibri"/>
                <a:cs typeface="Calibri"/>
                <a:sym typeface="Calibri"/>
              </a:rPr>
              <a:t>Binary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C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C00000"/>
                </a:solidFill>
                <a:latin typeface="Calibri"/>
                <a:ea typeface="Calibri"/>
                <a:cs typeface="Calibri"/>
                <a:sym typeface="Calibri"/>
              </a:rPr>
              <a:t>                               </a:t>
            </a:r>
            <a:r>
              <a:rPr lang="en-US" sz="1600" dirty="0">
                <a:solidFill>
                  <a:srgbClr val="C00000"/>
                </a:solidFill>
                <a:latin typeface="Calibri"/>
                <a:ea typeface="Calibri"/>
                <a:cs typeface="Calibri"/>
                <a:sym typeface="Calibri"/>
              </a:rPr>
              <a:t>             </a:t>
            </a:r>
            <a:r>
              <a:rPr lang="en-US" sz="1600" b="0" i="0" u="none" strike="noStrike" cap="none" dirty="0">
                <a:solidFill>
                  <a:srgbClr val="C00000"/>
                </a:solidFill>
                <a:latin typeface="Calibri"/>
                <a:ea typeface="Calibri"/>
                <a:cs typeface="Calibri"/>
                <a:sym typeface="Calibri"/>
              </a:rPr>
              <a:t>Binary    Ordinal        Continuous Numeric</a:t>
            </a:r>
            <a:endParaRPr sz="1600" b="0" i="0" u="none" strike="noStrike" cap="none" dirty="0">
              <a:solidFill>
                <a:srgbClr val="C00000"/>
              </a:solidFill>
              <a:latin typeface="Calibri"/>
              <a:ea typeface="Calibri"/>
              <a:cs typeface="Calibri"/>
              <a:sym typeface="Calibri"/>
            </a:endParaRPr>
          </a:p>
        </p:txBody>
      </p:sp>
      <p:cxnSp>
        <p:nvCxnSpPr>
          <p:cNvPr id="613" name="Google Shape;613;p8"/>
          <p:cNvCxnSpPr/>
          <p:nvPr/>
        </p:nvCxnSpPr>
        <p:spPr>
          <a:xfrm rot="10800000">
            <a:off x="3200400" y="3710781"/>
            <a:ext cx="419100" cy="708819"/>
          </a:xfrm>
          <a:prstGeom prst="straightConnector1">
            <a:avLst/>
          </a:prstGeom>
          <a:noFill/>
          <a:ln w="9525" cap="flat" cmpd="sng">
            <a:solidFill>
              <a:srgbClr val="4A7DBA"/>
            </a:solidFill>
            <a:prstDash val="solid"/>
            <a:round/>
            <a:headEnd type="none" w="sm" len="sm"/>
            <a:tailEnd type="triangle" w="med" len="med"/>
          </a:ln>
        </p:spPr>
      </p:cxnSp>
      <p:cxnSp>
        <p:nvCxnSpPr>
          <p:cNvPr id="614" name="Google Shape;614;p8"/>
          <p:cNvCxnSpPr/>
          <p:nvPr/>
        </p:nvCxnSpPr>
        <p:spPr>
          <a:xfrm rot="10800000">
            <a:off x="5009756" y="4128606"/>
            <a:ext cx="95644" cy="242407"/>
          </a:xfrm>
          <a:prstGeom prst="straightConnector1">
            <a:avLst/>
          </a:prstGeom>
          <a:noFill/>
          <a:ln w="9525" cap="flat" cmpd="sng">
            <a:solidFill>
              <a:srgbClr val="4A7DBA"/>
            </a:solidFill>
            <a:prstDash val="solid"/>
            <a:round/>
            <a:headEnd type="none" w="sm" len="sm"/>
            <a:tailEnd type="triangle" w="med" len="med"/>
          </a:ln>
        </p:spPr>
      </p:cxnSp>
      <p:cxnSp>
        <p:nvCxnSpPr>
          <p:cNvPr id="615" name="Google Shape;615;p8"/>
          <p:cNvCxnSpPr/>
          <p:nvPr/>
        </p:nvCxnSpPr>
        <p:spPr>
          <a:xfrm rot="10800000">
            <a:off x="6105328" y="4142413"/>
            <a:ext cx="143072" cy="429587"/>
          </a:xfrm>
          <a:prstGeom prst="straightConnector1">
            <a:avLst/>
          </a:prstGeom>
          <a:noFill/>
          <a:ln w="9525" cap="flat" cmpd="sng">
            <a:solidFill>
              <a:srgbClr val="4A7DBA"/>
            </a:solidFill>
            <a:prstDash val="solid"/>
            <a:round/>
            <a:headEnd type="none" w="sm" len="sm"/>
            <a:tailEnd type="triangle" w="med" len="med"/>
          </a:ln>
        </p:spPr>
      </p:cxnSp>
      <p:cxnSp>
        <p:nvCxnSpPr>
          <p:cNvPr id="616" name="Google Shape;616;p8"/>
          <p:cNvCxnSpPr/>
          <p:nvPr/>
        </p:nvCxnSpPr>
        <p:spPr>
          <a:xfrm rot="10800000">
            <a:off x="7239000" y="4065190"/>
            <a:ext cx="104972" cy="506810"/>
          </a:xfrm>
          <a:prstGeom prst="straightConnector1">
            <a:avLst/>
          </a:prstGeom>
          <a:noFill/>
          <a:ln w="9525" cap="flat" cmpd="sng">
            <a:solidFill>
              <a:srgbClr val="4A7DBA"/>
            </a:solidFill>
            <a:prstDash val="solid"/>
            <a:round/>
            <a:headEnd type="none" w="sm" len="sm"/>
            <a:tailEnd type="triangle" w="med" len="med"/>
          </a:ln>
        </p:spPr>
      </p:cxnSp>
      <p:cxnSp>
        <p:nvCxnSpPr>
          <p:cNvPr id="617" name="Google Shape;617;p8"/>
          <p:cNvCxnSpPr/>
          <p:nvPr/>
        </p:nvCxnSpPr>
        <p:spPr>
          <a:xfrm rot="10800000">
            <a:off x="8734228" y="3710781"/>
            <a:ext cx="0" cy="861219"/>
          </a:xfrm>
          <a:prstGeom prst="straightConnector1">
            <a:avLst/>
          </a:prstGeom>
          <a:noFill/>
          <a:ln w="9525" cap="flat" cmpd="sng">
            <a:solidFill>
              <a:srgbClr val="4A7DBA"/>
            </a:solidFill>
            <a:prstDash val="solid"/>
            <a:round/>
            <a:headEnd type="none" w="sm" len="sm"/>
            <a:tailEnd type="triangle" w="med" len="med"/>
          </a:ln>
        </p:spPr>
      </p:cxnSp>
      <p:sp>
        <p:nvSpPr>
          <p:cNvPr id="11"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25</a:t>
            </a:r>
          </a:p>
        </p:txBody>
      </p:sp>
    </p:spTree>
    <p:extLst>
      <p:ext uri="{BB962C8B-B14F-4D97-AF65-F5344CB8AC3E}">
        <p14:creationId xmlns:p14="http://schemas.microsoft.com/office/powerpoint/2010/main" val="136360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24" name="Google Shape;624;p9"/>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Relational/Object</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a:t>
            </a:r>
            <a:endParaRPr sz="1800"/>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25" name="Google Shape;625;p9"/>
          <p:cNvPicPr preferRelativeResize="0"/>
          <p:nvPr/>
        </p:nvPicPr>
        <p:blipFill rotWithShape="1">
          <a:blip r:embed="rId3">
            <a:alphaModFix/>
          </a:blip>
          <a:srcRect/>
          <a:stretch/>
        </p:blipFill>
        <p:spPr>
          <a:xfrm>
            <a:off x="3467100" y="1447800"/>
            <a:ext cx="5638800" cy="3429000"/>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26</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020B1AC-D779-FFDD-79BA-17506F151507}"/>
                  </a:ext>
                </a:extLst>
              </p14:cNvPr>
              <p14:cNvContentPartPr/>
              <p14:nvPr/>
            </p14:nvContentPartPr>
            <p14:xfrm>
              <a:off x="2893680" y="2134440"/>
              <a:ext cx="5582160" cy="3048120"/>
            </p14:xfrm>
          </p:contentPart>
        </mc:Choice>
        <mc:Fallback>
          <p:pic>
            <p:nvPicPr>
              <p:cNvPr id="2" name="Ink 1">
                <a:extLst>
                  <a:ext uri="{FF2B5EF4-FFF2-40B4-BE49-F238E27FC236}">
                    <a16:creationId xmlns:a16="http://schemas.microsoft.com/office/drawing/2014/main" id="{4020B1AC-D779-FFDD-79BA-17506F151507}"/>
                  </a:ext>
                </a:extLst>
              </p:cNvPr>
              <p:cNvPicPr/>
              <p:nvPr/>
            </p:nvPicPr>
            <p:blipFill>
              <a:blip r:embed="rId5"/>
              <a:stretch>
                <a:fillRect/>
              </a:stretch>
            </p:blipFill>
            <p:spPr>
              <a:xfrm>
                <a:off x="2884320" y="2125080"/>
                <a:ext cx="5600880" cy="3066840"/>
              </a:xfrm>
              <a:prstGeom prst="rect">
                <a:avLst/>
              </a:prstGeom>
            </p:spPr>
          </p:pic>
        </mc:Fallback>
      </mc:AlternateContent>
    </p:spTree>
    <p:extLst>
      <p:ext uri="{BB962C8B-B14F-4D97-AF65-F5344CB8AC3E}">
        <p14:creationId xmlns:p14="http://schemas.microsoft.com/office/powerpoint/2010/main" val="2965307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32" name="Google Shape;632;p10"/>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Document Data</a:t>
            </a:r>
            <a:endParaRPr sz="1800">
              <a:solidFill>
                <a:srgbClr val="7030A0"/>
              </a:solidFill>
            </a:endParaRPr>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33" name="Google Shape;633;p10"/>
          <p:cNvPicPr preferRelativeResize="0"/>
          <p:nvPr/>
        </p:nvPicPr>
        <p:blipFill rotWithShape="1">
          <a:blip r:embed="rId3">
            <a:alphaModFix/>
          </a:blip>
          <a:srcRect/>
          <a:stretch/>
        </p:blipFill>
        <p:spPr>
          <a:xfrm>
            <a:off x="2743200" y="4419600"/>
            <a:ext cx="6531425" cy="1371600"/>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27</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D13BC94-2EB5-E3FD-413C-F578684263D4}"/>
                  </a:ext>
                </a:extLst>
              </p14:cNvPr>
              <p14:cNvContentPartPr/>
              <p14:nvPr/>
            </p14:nvContentPartPr>
            <p14:xfrm>
              <a:off x="2512440" y="2640600"/>
              <a:ext cx="364680" cy="154440"/>
            </p14:xfrm>
          </p:contentPart>
        </mc:Choice>
        <mc:Fallback>
          <p:pic>
            <p:nvPicPr>
              <p:cNvPr id="2" name="Ink 1">
                <a:extLst>
                  <a:ext uri="{FF2B5EF4-FFF2-40B4-BE49-F238E27FC236}">
                    <a16:creationId xmlns:a16="http://schemas.microsoft.com/office/drawing/2014/main" id="{7D13BC94-2EB5-E3FD-413C-F578684263D4}"/>
                  </a:ext>
                </a:extLst>
              </p:cNvPr>
              <p:cNvPicPr/>
              <p:nvPr/>
            </p:nvPicPr>
            <p:blipFill>
              <a:blip r:embed="rId5"/>
              <a:stretch>
                <a:fillRect/>
              </a:stretch>
            </p:blipFill>
            <p:spPr>
              <a:xfrm>
                <a:off x="2503080" y="2631240"/>
                <a:ext cx="383400" cy="173160"/>
              </a:xfrm>
              <a:prstGeom prst="rect">
                <a:avLst/>
              </a:prstGeom>
            </p:spPr>
          </p:pic>
        </mc:Fallback>
      </mc:AlternateContent>
    </p:spTree>
    <p:extLst>
      <p:ext uri="{BB962C8B-B14F-4D97-AF65-F5344CB8AC3E}">
        <p14:creationId xmlns:p14="http://schemas.microsoft.com/office/powerpoint/2010/main" val="2660473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1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40" name="Google Shape;640;p11"/>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solidFill>
                  <a:srgbClr val="7030A0"/>
                </a:solidFill>
              </a:rPr>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41" name="Google Shape;641;p11"/>
          <p:cNvPicPr preferRelativeResize="0"/>
          <p:nvPr/>
        </p:nvPicPr>
        <p:blipFill rotWithShape="1">
          <a:blip r:embed="rId3">
            <a:alphaModFix/>
          </a:blip>
          <a:srcRect/>
          <a:stretch/>
        </p:blipFill>
        <p:spPr>
          <a:xfrm>
            <a:off x="3619500" y="1447800"/>
            <a:ext cx="5295900" cy="2593910"/>
          </a:xfrm>
          <a:prstGeom prst="rect">
            <a:avLst/>
          </a:prstGeom>
          <a:noFill/>
          <a:ln>
            <a:noFill/>
          </a:ln>
        </p:spPr>
      </p:pic>
      <p:pic>
        <p:nvPicPr>
          <p:cNvPr id="642" name="Google Shape;642;p11"/>
          <p:cNvPicPr preferRelativeResize="0"/>
          <p:nvPr/>
        </p:nvPicPr>
        <p:blipFill rotWithShape="1">
          <a:blip r:embed="rId4">
            <a:alphaModFix/>
          </a:blip>
          <a:srcRect/>
          <a:stretch/>
        </p:blipFill>
        <p:spPr>
          <a:xfrm>
            <a:off x="1184484" y="5257800"/>
            <a:ext cx="7959516" cy="1249363"/>
          </a:xfrm>
          <a:prstGeom prst="rect">
            <a:avLst/>
          </a:prstGeom>
          <a:noFill/>
          <a:ln>
            <a:noFill/>
          </a:ln>
        </p:spPr>
      </p:pic>
      <p:sp>
        <p:nvSpPr>
          <p:cNvPr id="643" name="Google Shape;643;p11"/>
          <p:cNvSpPr txBox="1"/>
          <p:nvPr/>
        </p:nvSpPr>
        <p:spPr>
          <a:xfrm>
            <a:off x="2546243" y="4178870"/>
            <a:ext cx="1949557"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C00000"/>
                </a:solidFill>
                <a:latin typeface="Calibri"/>
                <a:ea typeface="Calibri"/>
                <a:cs typeface="Calibri"/>
                <a:sym typeface="Calibri"/>
              </a:rPr>
              <a:t>Categorical Nominal</a:t>
            </a:r>
            <a:endParaRPr sz="1600" b="0" i="0" u="none" strike="noStrike" cap="none">
              <a:solidFill>
                <a:srgbClr val="C00000"/>
              </a:solidFill>
              <a:latin typeface="Calibri"/>
              <a:ea typeface="Calibri"/>
              <a:cs typeface="Calibri"/>
              <a:sym typeface="Calibri"/>
            </a:endParaRPr>
          </a:p>
        </p:txBody>
      </p:sp>
      <p:cxnSp>
        <p:nvCxnSpPr>
          <p:cNvPr id="644" name="Google Shape;644;p11"/>
          <p:cNvCxnSpPr/>
          <p:nvPr/>
        </p:nvCxnSpPr>
        <p:spPr>
          <a:xfrm rot="10800000">
            <a:off x="3505200" y="4572000"/>
            <a:ext cx="228600" cy="685800"/>
          </a:xfrm>
          <a:prstGeom prst="straightConnector1">
            <a:avLst/>
          </a:prstGeom>
          <a:noFill/>
          <a:ln w="9525" cap="flat" cmpd="sng">
            <a:solidFill>
              <a:srgbClr val="4A7DBA"/>
            </a:solidFill>
            <a:prstDash val="solid"/>
            <a:round/>
            <a:headEnd type="none" w="sm" len="sm"/>
            <a:tailEnd type="triangle" w="med" len="med"/>
          </a:ln>
        </p:spPr>
      </p:cxnSp>
      <p:cxnSp>
        <p:nvCxnSpPr>
          <p:cNvPr id="645" name="Google Shape;645;p11"/>
          <p:cNvCxnSpPr/>
          <p:nvPr/>
        </p:nvCxnSpPr>
        <p:spPr>
          <a:xfrm rot="10800000" flipH="1">
            <a:off x="2546243" y="4517424"/>
            <a:ext cx="501757" cy="740376"/>
          </a:xfrm>
          <a:prstGeom prst="straightConnector1">
            <a:avLst/>
          </a:prstGeom>
          <a:noFill/>
          <a:ln w="9525" cap="flat" cmpd="sng">
            <a:solidFill>
              <a:srgbClr val="4A7DBA"/>
            </a:solidFill>
            <a:prstDash val="solid"/>
            <a:round/>
            <a:headEnd type="none" w="sm" len="sm"/>
            <a:tailEnd type="triangle" w="med" len="med"/>
          </a:ln>
        </p:spPr>
      </p:cxnSp>
      <p:cxnSp>
        <p:nvCxnSpPr>
          <p:cNvPr id="646" name="Google Shape;646;p11"/>
          <p:cNvCxnSpPr/>
          <p:nvPr/>
        </p:nvCxnSpPr>
        <p:spPr>
          <a:xfrm rot="10800000">
            <a:off x="3733800" y="4572000"/>
            <a:ext cx="1641684" cy="838200"/>
          </a:xfrm>
          <a:prstGeom prst="straightConnector1">
            <a:avLst/>
          </a:prstGeom>
          <a:noFill/>
          <a:ln w="9525" cap="flat" cmpd="sng">
            <a:solidFill>
              <a:srgbClr val="4A7DBA"/>
            </a:solidFill>
            <a:prstDash val="solid"/>
            <a:round/>
            <a:headEnd type="none" w="sm" len="sm"/>
            <a:tailEnd type="triangle" w="med" len="med"/>
          </a:ln>
        </p:spPr>
      </p:cxnSp>
      <p:sp>
        <p:nvSpPr>
          <p:cNvPr id="10"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28</a:t>
            </a:r>
          </a:p>
        </p:txBody>
      </p:sp>
    </p:spTree>
    <p:extLst>
      <p:ext uri="{BB962C8B-B14F-4D97-AF65-F5344CB8AC3E}">
        <p14:creationId xmlns:p14="http://schemas.microsoft.com/office/powerpoint/2010/main" val="3216672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53" name="Google Shape;653;p12"/>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Spatial Data</a:t>
            </a:r>
            <a:endParaRPr sz="1800">
              <a:solidFill>
                <a:srgbClr val="7030A0"/>
              </a:solidFill>
            </a:endParaRPr>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54" name="Google Shape;654;p12"/>
          <p:cNvPicPr preferRelativeResize="0"/>
          <p:nvPr/>
        </p:nvPicPr>
        <p:blipFill rotWithShape="1">
          <a:blip r:embed="rId3">
            <a:alphaModFix/>
          </a:blip>
          <a:srcRect/>
          <a:stretch/>
        </p:blipFill>
        <p:spPr>
          <a:xfrm>
            <a:off x="2499357" y="4602163"/>
            <a:ext cx="6644643" cy="1524000"/>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29</a:t>
            </a:r>
          </a:p>
        </p:txBody>
      </p:sp>
    </p:spTree>
    <p:extLst>
      <p:ext uri="{BB962C8B-B14F-4D97-AF65-F5344CB8AC3E}">
        <p14:creationId xmlns:p14="http://schemas.microsoft.com/office/powerpoint/2010/main" val="4174998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Types</a:t>
            </a:r>
            <a:endParaRPr sz="2400"/>
          </a:p>
        </p:txBody>
      </p:sp>
      <p:sp>
        <p:nvSpPr>
          <p:cNvPr id="661" name="Google Shape;661;p13"/>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solidFill>
                  <a:srgbClr val="7030A0"/>
                </a:solidFill>
              </a:rPr>
              <a:t>Time Series</a:t>
            </a:r>
            <a:endParaRPr/>
          </a:p>
          <a:p>
            <a:pPr marL="342900" lvl="0" indent="-342900" algn="l" rtl="0">
              <a:lnSpc>
                <a:spcPct val="150000"/>
              </a:lnSpc>
              <a:spcBef>
                <a:spcPts val="360"/>
              </a:spcBef>
              <a:spcAft>
                <a:spcPts val="0"/>
              </a:spcAft>
              <a:buSzPts val="1800"/>
              <a:buFont typeface="Arial"/>
              <a:buChar char="•"/>
            </a:pPr>
            <a:r>
              <a:rPr lang="en-US" sz="1800"/>
              <a:t>Sequence Data</a:t>
            </a:r>
            <a:endParaRPr sz="1800"/>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62" name="Google Shape;662;p13"/>
          <p:cNvPicPr preferRelativeResize="0"/>
          <p:nvPr/>
        </p:nvPicPr>
        <p:blipFill rotWithShape="1">
          <a:blip r:embed="rId3">
            <a:alphaModFix/>
          </a:blip>
          <a:srcRect/>
          <a:stretch/>
        </p:blipFill>
        <p:spPr>
          <a:xfrm>
            <a:off x="5102107" y="1447800"/>
            <a:ext cx="4041893" cy="4932332"/>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30</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A0DAD8E-6895-F23D-2777-037F3D670230}"/>
                  </a:ext>
                </a:extLst>
              </p14:cNvPr>
              <p14:cNvContentPartPr/>
              <p14:nvPr/>
            </p14:nvContentPartPr>
            <p14:xfrm>
              <a:off x="2323800" y="3943080"/>
              <a:ext cx="488880" cy="356040"/>
            </p14:xfrm>
          </p:contentPart>
        </mc:Choice>
        <mc:Fallback>
          <p:pic>
            <p:nvPicPr>
              <p:cNvPr id="2" name="Ink 1">
                <a:extLst>
                  <a:ext uri="{FF2B5EF4-FFF2-40B4-BE49-F238E27FC236}">
                    <a16:creationId xmlns:a16="http://schemas.microsoft.com/office/drawing/2014/main" id="{7A0DAD8E-6895-F23D-2777-037F3D670230}"/>
                  </a:ext>
                </a:extLst>
              </p:cNvPr>
              <p:cNvPicPr/>
              <p:nvPr/>
            </p:nvPicPr>
            <p:blipFill>
              <a:blip r:embed="rId5"/>
              <a:stretch>
                <a:fillRect/>
              </a:stretch>
            </p:blipFill>
            <p:spPr>
              <a:xfrm>
                <a:off x="2314440" y="3933720"/>
                <a:ext cx="507600" cy="374760"/>
              </a:xfrm>
              <a:prstGeom prst="rect">
                <a:avLst/>
              </a:prstGeom>
            </p:spPr>
          </p:pic>
        </mc:Fallback>
      </mc:AlternateContent>
    </p:spTree>
    <p:extLst>
      <p:ext uri="{BB962C8B-B14F-4D97-AF65-F5344CB8AC3E}">
        <p14:creationId xmlns:p14="http://schemas.microsoft.com/office/powerpoint/2010/main" val="532990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1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dirty="0"/>
              <a:t>Data Types</a:t>
            </a:r>
            <a:endParaRPr sz="2400" dirty="0"/>
          </a:p>
        </p:txBody>
      </p:sp>
      <p:sp>
        <p:nvSpPr>
          <p:cNvPr id="669" name="Google Shape;669;p14"/>
          <p:cNvSpPr txBox="1">
            <a:spLocks noGrp="1"/>
          </p:cNvSpPr>
          <p:nvPr>
            <p:ph type="body" idx="1"/>
          </p:nvPr>
        </p:nvSpPr>
        <p:spPr>
          <a:xfrm>
            <a:off x="304800" y="1447800"/>
            <a:ext cx="66294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Font typeface="Arial"/>
              <a:buChar char="•"/>
            </a:pPr>
            <a:r>
              <a:rPr lang="en-US" sz="1800"/>
              <a:t>Relational/Objec</a:t>
            </a:r>
            <a:r>
              <a:rPr lang="en-US" sz="1800">
                <a:solidFill>
                  <a:srgbClr val="7030A0"/>
                </a:solidFill>
              </a:rPr>
              <a:t>t</a:t>
            </a:r>
            <a:endParaRPr/>
          </a:p>
          <a:p>
            <a:pPr marL="342900" lvl="0" indent="-342900" algn="l" rtl="0">
              <a:lnSpc>
                <a:spcPct val="150000"/>
              </a:lnSpc>
              <a:spcBef>
                <a:spcPts val="360"/>
              </a:spcBef>
              <a:spcAft>
                <a:spcPts val="0"/>
              </a:spcAft>
              <a:buSzPts val="1800"/>
              <a:buFont typeface="Arial"/>
              <a:buChar char="•"/>
            </a:pPr>
            <a:r>
              <a:rPr lang="en-US" sz="1800"/>
              <a:t>Transactional Data</a:t>
            </a:r>
            <a:endParaRPr/>
          </a:p>
          <a:p>
            <a:pPr marL="342900" lvl="0" indent="-342900" algn="l" rtl="0">
              <a:lnSpc>
                <a:spcPct val="150000"/>
              </a:lnSpc>
              <a:spcBef>
                <a:spcPts val="360"/>
              </a:spcBef>
              <a:spcAft>
                <a:spcPts val="0"/>
              </a:spcAft>
              <a:buSzPts val="1800"/>
              <a:buFont typeface="Arial"/>
              <a:buChar char="•"/>
            </a:pPr>
            <a:r>
              <a:rPr lang="en-US" sz="1800"/>
              <a:t>Document Data</a:t>
            </a:r>
            <a:endParaRPr sz="1800"/>
          </a:p>
          <a:p>
            <a:pPr marL="342900" lvl="0" indent="-342900" algn="l" rtl="0">
              <a:lnSpc>
                <a:spcPct val="150000"/>
              </a:lnSpc>
              <a:spcBef>
                <a:spcPts val="360"/>
              </a:spcBef>
              <a:spcAft>
                <a:spcPts val="0"/>
              </a:spcAft>
              <a:buSzPts val="1800"/>
              <a:buFont typeface="Arial"/>
              <a:buChar char="•"/>
            </a:pPr>
            <a:r>
              <a:rPr lang="en-US" sz="1800"/>
              <a:t>Web &amp; Social Network Data</a:t>
            </a:r>
            <a:endParaRPr/>
          </a:p>
          <a:p>
            <a:pPr marL="342900" lvl="0" indent="-342900" algn="l" rtl="0">
              <a:lnSpc>
                <a:spcPct val="150000"/>
              </a:lnSpc>
              <a:spcBef>
                <a:spcPts val="360"/>
              </a:spcBef>
              <a:spcAft>
                <a:spcPts val="0"/>
              </a:spcAft>
              <a:buSzPts val="1800"/>
              <a:buFont typeface="Arial"/>
              <a:buChar char="•"/>
            </a:pPr>
            <a:r>
              <a:rPr lang="en-US" sz="1800"/>
              <a:t>Spatial Data</a:t>
            </a:r>
            <a:endParaRPr sz="1800"/>
          </a:p>
          <a:p>
            <a:pPr marL="342900" lvl="0" indent="-342900" algn="l" rtl="0">
              <a:lnSpc>
                <a:spcPct val="150000"/>
              </a:lnSpc>
              <a:spcBef>
                <a:spcPts val="360"/>
              </a:spcBef>
              <a:spcAft>
                <a:spcPts val="0"/>
              </a:spcAft>
              <a:buSzPts val="1800"/>
              <a:buFont typeface="Arial"/>
              <a:buChar char="•"/>
            </a:pPr>
            <a:r>
              <a:rPr lang="en-US" sz="1800"/>
              <a:t>Time Series</a:t>
            </a:r>
            <a:endParaRPr/>
          </a:p>
          <a:p>
            <a:pPr marL="342900" lvl="0" indent="-342900" algn="l" rtl="0">
              <a:lnSpc>
                <a:spcPct val="150000"/>
              </a:lnSpc>
              <a:spcBef>
                <a:spcPts val="360"/>
              </a:spcBef>
              <a:spcAft>
                <a:spcPts val="0"/>
              </a:spcAft>
              <a:buSzPts val="1800"/>
              <a:buFont typeface="Arial"/>
              <a:buChar char="•"/>
            </a:pPr>
            <a:r>
              <a:rPr lang="en-US" sz="1800">
                <a:solidFill>
                  <a:srgbClr val="7030A0"/>
                </a:solidFill>
              </a:rPr>
              <a:t>Sequence Data</a:t>
            </a:r>
            <a:endParaRPr sz="1800">
              <a:solidFill>
                <a:srgbClr val="7030A0"/>
              </a:solidFill>
            </a:endParaRPr>
          </a:p>
          <a:p>
            <a:pPr marL="342900" lvl="0" indent="-228600" algn="l" rtl="0">
              <a:lnSpc>
                <a:spcPct val="150000"/>
              </a:lnSpc>
              <a:spcBef>
                <a:spcPts val="360"/>
              </a:spcBef>
              <a:spcAft>
                <a:spcPts val="0"/>
              </a:spcAft>
              <a:buSzPts val="1800"/>
              <a:buFont typeface="Arial"/>
              <a:buNone/>
            </a:pPr>
            <a:endParaRPr sz="1800"/>
          </a:p>
          <a:p>
            <a:pPr marL="342900" lvl="0" indent="-228600" algn="l" rtl="0">
              <a:lnSpc>
                <a:spcPct val="150000"/>
              </a:lnSpc>
              <a:spcBef>
                <a:spcPts val="360"/>
              </a:spcBef>
              <a:spcAft>
                <a:spcPts val="0"/>
              </a:spcAft>
              <a:buSzPts val="1800"/>
              <a:buFont typeface="Arial"/>
              <a:buNone/>
            </a:pPr>
            <a:endParaRPr sz="1800"/>
          </a:p>
        </p:txBody>
      </p:sp>
      <p:pic>
        <p:nvPicPr>
          <p:cNvPr id="670" name="Google Shape;670;p14"/>
          <p:cNvPicPr preferRelativeResize="0"/>
          <p:nvPr/>
        </p:nvPicPr>
        <p:blipFill rotWithShape="1">
          <a:blip r:embed="rId3">
            <a:alphaModFix/>
          </a:blip>
          <a:srcRect/>
          <a:stretch/>
        </p:blipFill>
        <p:spPr>
          <a:xfrm>
            <a:off x="3619500" y="3810000"/>
            <a:ext cx="5524500" cy="2688679"/>
          </a:xfrm>
          <a:prstGeom prst="rect">
            <a:avLst/>
          </a:prstGeom>
          <a:noFill/>
          <a:ln>
            <a:noFill/>
          </a:ln>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31</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E90B867-4ED4-C67D-DE82-3B4D9CA25D1C}"/>
                  </a:ext>
                </a:extLst>
              </p14:cNvPr>
              <p14:cNvContentPartPr/>
              <p14:nvPr/>
            </p14:nvContentPartPr>
            <p14:xfrm>
              <a:off x="2443680" y="1517760"/>
              <a:ext cx="707760" cy="1221480"/>
            </p14:xfrm>
          </p:contentPart>
        </mc:Choice>
        <mc:Fallback>
          <p:pic>
            <p:nvPicPr>
              <p:cNvPr id="2" name="Ink 1">
                <a:extLst>
                  <a:ext uri="{FF2B5EF4-FFF2-40B4-BE49-F238E27FC236}">
                    <a16:creationId xmlns:a16="http://schemas.microsoft.com/office/drawing/2014/main" id="{AE90B867-4ED4-C67D-DE82-3B4D9CA25D1C}"/>
                  </a:ext>
                </a:extLst>
              </p:cNvPr>
              <p:cNvPicPr/>
              <p:nvPr/>
            </p:nvPicPr>
            <p:blipFill>
              <a:blip r:embed="rId5"/>
              <a:stretch>
                <a:fillRect/>
              </a:stretch>
            </p:blipFill>
            <p:spPr>
              <a:xfrm>
                <a:off x="2434320" y="1508400"/>
                <a:ext cx="726480" cy="1240200"/>
              </a:xfrm>
              <a:prstGeom prst="rect">
                <a:avLst/>
              </a:prstGeom>
            </p:spPr>
          </p:pic>
        </mc:Fallback>
      </mc:AlternateContent>
    </p:spTree>
    <p:extLst>
      <p:ext uri="{BB962C8B-B14F-4D97-AF65-F5344CB8AC3E}">
        <p14:creationId xmlns:p14="http://schemas.microsoft.com/office/powerpoint/2010/main" val="637013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15"/>
          <p:cNvSpPr txBox="1">
            <a:spLocks noGrp="1"/>
          </p:cNvSpPr>
          <p:nvPr>
            <p:ph type="body" idx="1"/>
          </p:nvPr>
        </p:nvSpPr>
        <p:spPr>
          <a:xfrm>
            <a:off x="304800" y="1493837"/>
            <a:ext cx="8229600" cy="4526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US" sz="1800" dirty="0"/>
              <a:t>A bank wishes to analyze its customer base for targeted marketing and needs to segment the customers based on its account information with its branch. Post analysis it might be interested to target potential customers of high income level possessing Titanium card types.</a:t>
            </a:r>
            <a:endParaRPr dirty="0"/>
          </a:p>
          <a:p>
            <a:pPr marL="0" lvl="0" indent="0" algn="l" rtl="0">
              <a:lnSpc>
                <a:spcPct val="100000"/>
              </a:lnSpc>
              <a:spcBef>
                <a:spcPts val="360"/>
              </a:spcBef>
              <a:spcAft>
                <a:spcPts val="0"/>
              </a:spcAft>
              <a:buSzPts val="1800"/>
              <a:buNone/>
            </a:pPr>
            <a:endParaRPr sz="1800" dirty="0"/>
          </a:p>
          <a:p>
            <a:pPr marL="342900" lvl="0" indent="-228600" algn="l" rtl="0">
              <a:lnSpc>
                <a:spcPct val="100000"/>
              </a:lnSpc>
              <a:spcBef>
                <a:spcPts val="360"/>
              </a:spcBef>
              <a:spcAft>
                <a:spcPts val="0"/>
              </a:spcAft>
              <a:buSzPts val="1800"/>
              <a:buFont typeface="Arial"/>
              <a:buNone/>
            </a:pPr>
            <a:endParaRPr sz="1800" dirty="0"/>
          </a:p>
          <a:p>
            <a:pPr marL="342900" lvl="0" indent="-228600" algn="l" rtl="0">
              <a:lnSpc>
                <a:spcPct val="100000"/>
              </a:lnSpc>
              <a:spcBef>
                <a:spcPts val="360"/>
              </a:spcBef>
              <a:spcAft>
                <a:spcPts val="0"/>
              </a:spcAft>
              <a:buSzPts val="1800"/>
              <a:buFont typeface="Arial"/>
              <a:buNone/>
            </a:pPr>
            <a:endParaRPr sz="1800" dirty="0"/>
          </a:p>
          <a:p>
            <a:pPr marL="342900" lvl="0" indent="-228600" algn="l" rtl="0">
              <a:lnSpc>
                <a:spcPct val="100000"/>
              </a:lnSpc>
              <a:spcBef>
                <a:spcPts val="360"/>
              </a:spcBef>
              <a:spcAft>
                <a:spcPts val="0"/>
              </a:spcAft>
              <a:buSzPts val="1800"/>
              <a:buNone/>
            </a:pPr>
            <a:endParaRPr sz="1800" dirty="0"/>
          </a:p>
          <a:p>
            <a:pPr marL="342900" marR="0" lvl="0" indent="-342900" algn="l" rtl="0">
              <a:lnSpc>
                <a:spcPct val="100000"/>
              </a:lnSpc>
              <a:spcBef>
                <a:spcPts val="360"/>
              </a:spcBef>
              <a:spcAft>
                <a:spcPts val="0"/>
              </a:spcAft>
              <a:buClr>
                <a:srgbClr val="101141"/>
              </a:buClr>
              <a:buSzPts val="1800"/>
              <a:buFont typeface="Arial"/>
              <a:buNone/>
            </a:pPr>
            <a:endParaRPr sz="1800" dirty="0"/>
          </a:p>
          <a:p>
            <a:pPr marL="342900" marR="0" lvl="0" indent="-342900" algn="l" rtl="0">
              <a:lnSpc>
                <a:spcPct val="100000"/>
              </a:lnSpc>
              <a:spcBef>
                <a:spcPts val="360"/>
              </a:spcBef>
              <a:spcAft>
                <a:spcPts val="0"/>
              </a:spcAft>
              <a:buClr>
                <a:srgbClr val="101141"/>
              </a:buClr>
              <a:buSzPts val="1800"/>
              <a:buFont typeface="Arial"/>
              <a:buNone/>
            </a:pPr>
            <a:endParaRPr sz="1800" dirty="0"/>
          </a:p>
        </p:txBody>
      </p:sp>
      <p:sp>
        <p:nvSpPr>
          <p:cNvPr id="677" name="Google Shape;677;p1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80000"/>
              </a:lnSpc>
              <a:spcBef>
                <a:spcPts val="0"/>
              </a:spcBef>
              <a:spcAft>
                <a:spcPts val="0"/>
              </a:spcAft>
              <a:buClr>
                <a:srgbClr val="C00000"/>
              </a:buClr>
              <a:buSzPts val="2000"/>
              <a:buNone/>
            </a:pPr>
            <a:r>
              <a:rPr lang="en-US" sz="2000" dirty="0">
                <a:solidFill>
                  <a:srgbClr val="C00000"/>
                </a:solidFill>
              </a:rPr>
              <a:t>Case Study – 1 </a:t>
            </a:r>
            <a:endParaRPr dirty="0"/>
          </a:p>
          <a:p>
            <a:pPr marL="0" lvl="0" indent="0" algn="l" rtl="0">
              <a:lnSpc>
                <a:spcPct val="180000"/>
              </a:lnSpc>
              <a:spcBef>
                <a:spcPts val="0"/>
              </a:spcBef>
              <a:spcAft>
                <a:spcPts val="0"/>
              </a:spcAft>
              <a:buClr>
                <a:srgbClr val="C00000"/>
              </a:buClr>
              <a:buSzPts val="2000"/>
              <a:buNone/>
            </a:pPr>
            <a:r>
              <a:rPr lang="en-US" sz="2000" dirty="0">
                <a:solidFill>
                  <a:srgbClr val="C00000"/>
                </a:solidFill>
              </a:rPr>
              <a:t>Identify the Data Types and attribute types</a:t>
            </a:r>
            <a:endParaRPr sz="2400" dirty="0"/>
          </a:p>
        </p:txBody>
      </p:sp>
      <p:graphicFrame>
        <p:nvGraphicFramePr>
          <p:cNvPr id="678" name="Google Shape;678;p15"/>
          <p:cNvGraphicFramePr/>
          <p:nvPr/>
        </p:nvGraphicFramePr>
        <p:xfrm>
          <a:off x="304800" y="3870960"/>
          <a:ext cx="8386075" cy="2316530"/>
        </p:xfrm>
        <a:graphic>
          <a:graphicData uri="http://schemas.openxmlformats.org/drawingml/2006/table">
            <a:tbl>
              <a:tblPr>
                <a:noFill/>
                <a:tableStyleId>{C8DF1355-4C04-498C-9A8F-13253D5AC197}</a:tableStyleId>
              </a:tblPr>
              <a:tblGrid>
                <a:gridCol w="660725">
                  <a:extLst>
                    <a:ext uri="{9D8B030D-6E8A-4147-A177-3AD203B41FA5}">
                      <a16:colId xmlns:a16="http://schemas.microsoft.com/office/drawing/2014/main" val="20000"/>
                    </a:ext>
                  </a:extLst>
                </a:gridCol>
                <a:gridCol w="863275">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04275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1524000">
                  <a:extLst>
                    <a:ext uri="{9D8B030D-6E8A-4147-A177-3AD203B41FA5}">
                      <a16:colId xmlns:a16="http://schemas.microsoft.com/office/drawing/2014/main" val="20006"/>
                    </a:ext>
                  </a:extLst>
                </a:gridCol>
                <a:gridCol w="1083675">
                  <a:extLst>
                    <a:ext uri="{9D8B030D-6E8A-4147-A177-3AD203B41FA5}">
                      <a16:colId xmlns:a16="http://schemas.microsoft.com/office/drawing/2014/main" val="20007"/>
                    </a:ext>
                  </a:extLst>
                </a:gridCol>
                <a:gridCol w="925650">
                  <a:extLst>
                    <a:ext uri="{9D8B030D-6E8A-4147-A177-3AD203B41FA5}">
                      <a16:colId xmlns:a16="http://schemas.microsoft.com/office/drawing/2014/main" val="20008"/>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Name</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Gender</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Service Rating</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Is Priority Customer?</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Card Type</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Credit Score</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Is Multiple  Account Holder</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Income Level </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300" b="1" u="none" strike="noStrike" cap="none" dirty="0"/>
                        <a:t>Region</a:t>
                      </a:r>
                      <a:endParaRPr sz="1300" b="1"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Jack</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Yes</a:t>
                      </a:r>
                      <a:endParaRPr sz="1400"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Platinum</a:t>
                      </a:r>
                      <a:endParaRPr sz="1400"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7.5</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Yes</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Upper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BGLR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Jill</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Female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Yes</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Gold</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8.2</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Middle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DELHI</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John</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9</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Gold</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7</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Yes</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Lower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BGLR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Mary</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Male</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6</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Gold</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6.0</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No</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Lower</a:t>
                      </a:r>
                      <a:endParaRPr sz="1400" u="none" strike="noStrike" cap="none"/>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BGLR</a:t>
                      </a:r>
                      <a:endParaRPr sz="1400" u="none" strike="noStrike" cap="none" dirty="0"/>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32</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F06D4A3-A83E-0847-E69D-84486514DB65}"/>
                  </a:ext>
                </a:extLst>
              </p14:cNvPr>
              <p14:cNvContentPartPr/>
              <p14:nvPr/>
            </p14:nvContentPartPr>
            <p14:xfrm>
              <a:off x="523080" y="2426040"/>
              <a:ext cx="7836840" cy="1419120"/>
            </p14:xfrm>
          </p:contentPart>
        </mc:Choice>
        <mc:Fallback>
          <p:pic>
            <p:nvPicPr>
              <p:cNvPr id="2" name="Ink 1">
                <a:extLst>
                  <a:ext uri="{FF2B5EF4-FFF2-40B4-BE49-F238E27FC236}">
                    <a16:creationId xmlns:a16="http://schemas.microsoft.com/office/drawing/2014/main" id="{0F06D4A3-A83E-0847-E69D-84486514DB65}"/>
                  </a:ext>
                </a:extLst>
              </p:cNvPr>
              <p:cNvPicPr/>
              <p:nvPr/>
            </p:nvPicPr>
            <p:blipFill>
              <a:blip r:embed="rId4"/>
              <a:stretch>
                <a:fillRect/>
              </a:stretch>
            </p:blipFill>
            <p:spPr>
              <a:xfrm>
                <a:off x="513720" y="2416680"/>
                <a:ext cx="7855560" cy="143784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50000"/>
              </a:lnSpc>
              <a:spcBef>
                <a:spcPts val="0"/>
              </a:spcBef>
              <a:spcAft>
                <a:spcPts val="0"/>
              </a:spcAft>
              <a:buClr>
                <a:schemeClr val="dk1"/>
              </a:buClr>
              <a:buSzPts val="2400"/>
              <a:buNone/>
            </a:pPr>
            <a:r>
              <a:rPr lang="en-US" sz="2400"/>
              <a:t>Data Quality</a:t>
            </a:r>
            <a:endParaRPr/>
          </a:p>
          <a:p>
            <a:pPr marL="0" lvl="0" indent="0" algn="l" rtl="0">
              <a:lnSpc>
                <a:spcPct val="150000"/>
              </a:lnSpc>
              <a:spcBef>
                <a:spcPts val="0"/>
              </a:spcBef>
              <a:spcAft>
                <a:spcPts val="0"/>
              </a:spcAft>
              <a:buClr>
                <a:schemeClr val="dk1"/>
              </a:buClr>
              <a:buSzPts val="2400"/>
              <a:buNone/>
            </a:pPr>
            <a:endParaRPr sz="2400"/>
          </a:p>
        </p:txBody>
      </p:sp>
      <p:grpSp>
        <p:nvGrpSpPr>
          <p:cNvPr id="546" name="Google Shape;546;p6"/>
          <p:cNvGrpSpPr/>
          <p:nvPr/>
        </p:nvGrpSpPr>
        <p:grpSpPr>
          <a:xfrm>
            <a:off x="2372621" y="1496972"/>
            <a:ext cx="4083740" cy="4519693"/>
            <a:chOff x="2067821" y="3134"/>
            <a:chExt cx="4083740" cy="4519693"/>
          </a:xfrm>
        </p:grpSpPr>
        <p:sp>
          <p:nvSpPr>
            <p:cNvPr id="547" name="Google Shape;547;p6"/>
            <p:cNvSpPr/>
            <p:nvPr/>
          </p:nvSpPr>
          <p:spPr>
            <a:xfrm>
              <a:off x="3520082" y="1668263"/>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6"/>
            <p:cNvSpPr txBox="1"/>
            <p:nvPr/>
          </p:nvSpPr>
          <p:spPr>
            <a:xfrm>
              <a:off x="3694271" y="1842452"/>
              <a:ext cx="841056" cy="841056"/>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rgbClr val="000000"/>
                </a:buClr>
                <a:buSzPts val="2100"/>
                <a:buFont typeface="Arial"/>
                <a:buNone/>
              </a:pPr>
              <a:r>
                <a:rPr lang="en-US" sz="2100" b="0" i="0" u="none" strike="noStrike" cap="none">
                  <a:solidFill>
                    <a:srgbClr val="FFFFFF"/>
                  </a:solidFill>
                  <a:latin typeface="Calibri"/>
                  <a:ea typeface="Calibri"/>
                  <a:cs typeface="Calibri"/>
                  <a:sym typeface="Calibri"/>
                </a:rPr>
                <a:t>Quality</a:t>
              </a:r>
              <a:endParaRPr sz="2100" b="0" i="0" u="none" strike="noStrike" cap="none">
                <a:solidFill>
                  <a:srgbClr val="FFFFFF"/>
                </a:solidFill>
                <a:latin typeface="Calibri"/>
                <a:ea typeface="Calibri"/>
                <a:cs typeface="Calibri"/>
                <a:sym typeface="Calibri"/>
              </a:endParaRPr>
            </a:p>
          </p:txBody>
        </p:sp>
        <p:sp>
          <p:nvSpPr>
            <p:cNvPr id="549" name="Google Shape;549;p6"/>
            <p:cNvSpPr/>
            <p:nvPr/>
          </p:nvSpPr>
          <p:spPr>
            <a:xfrm rot="-5400000">
              <a:off x="3988740" y="1235347"/>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6"/>
            <p:cNvSpPr txBox="1"/>
            <p:nvPr/>
          </p:nvSpPr>
          <p:spPr>
            <a:xfrm rot="-5400000">
              <a:off x="4026558" y="1354046"/>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51" name="Google Shape;551;p6"/>
            <p:cNvSpPr/>
            <p:nvPr/>
          </p:nvSpPr>
          <p:spPr>
            <a:xfrm>
              <a:off x="3520082" y="3134"/>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6"/>
            <p:cNvSpPr txBox="1"/>
            <p:nvPr/>
          </p:nvSpPr>
          <p:spPr>
            <a:xfrm>
              <a:off x="3694271" y="177323"/>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Correct</a:t>
              </a:r>
              <a:endParaRPr sz="1100" b="0" i="0" u="none" strike="noStrike" cap="none">
                <a:solidFill>
                  <a:srgbClr val="FFFFFF"/>
                </a:solidFill>
                <a:latin typeface="Calibri"/>
                <a:ea typeface="Calibri"/>
                <a:cs typeface="Calibri"/>
                <a:sym typeface="Calibri"/>
              </a:endParaRPr>
            </a:p>
          </p:txBody>
        </p:sp>
        <p:sp>
          <p:nvSpPr>
            <p:cNvPr id="553" name="Google Shape;553;p6"/>
            <p:cNvSpPr/>
            <p:nvPr/>
          </p:nvSpPr>
          <p:spPr>
            <a:xfrm rot="-1800000">
              <a:off x="4703583" y="1648062"/>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6"/>
            <p:cNvSpPr txBox="1"/>
            <p:nvPr/>
          </p:nvSpPr>
          <p:spPr>
            <a:xfrm rot="-1800000">
              <a:off x="4708650" y="1747852"/>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55" name="Google Shape;555;p6"/>
            <p:cNvSpPr/>
            <p:nvPr/>
          </p:nvSpPr>
          <p:spPr>
            <a:xfrm>
              <a:off x="4962127" y="835698"/>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6"/>
            <p:cNvSpPr txBox="1"/>
            <p:nvPr/>
          </p:nvSpPr>
          <p:spPr>
            <a:xfrm>
              <a:off x="5136316" y="1009887"/>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Interpretable</a:t>
              </a:r>
              <a:endParaRPr sz="1100" b="0" i="0" u="none" strike="noStrike" cap="none">
                <a:solidFill>
                  <a:srgbClr val="FFFFFF"/>
                </a:solidFill>
                <a:latin typeface="Calibri"/>
                <a:ea typeface="Calibri"/>
                <a:cs typeface="Calibri"/>
                <a:sym typeface="Calibri"/>
              </a:endParaRPr>
            </a:p>
          </p:txBody>
        </p:sp>
        <p:sp>
          <p:nvSpPr>
            <p:cNvPr id="557" name="Google Shape;557;p6"/>
            <p:cNvSpPr/>
            <p:nvPr/>
          </p:nvSpPr>
          <p:spPr>
            <a:xfrm rot="1800000">
              <a:off x="4703583" y="2473491"/>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6"/>
            <p:cNvSpPr txBox="1"/>
            <p:nvPr/>
          </p:nvSpPr>
          <p:spPr>
            <a:xfrm rot="1800000">
              <a:off x="4708650" y="2535463"/>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59" name="Google Shape;559;p6"/>
            <p:cNvSpPr/>
            <p:nvPr/>
          </p:nvSpPr>
          <p:spPr>
            <a:xfrm>
              <a:off x="4962127" y="2500828"/>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6"/>
            <p:cNvSpPr txBox="1"/>
            <p:nvPr/>
          </p:nvSpPr>
          <p:spPr>
            <a:xfrm>
              <a:off x="5136316" y="2675017"/>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Usable on Demand</a:t>
              </a:r>
              <a:endParaRPr sz="1100" b="0" i="0" u="none" strike="noStrike" cap="none">
                <a:solidFill>
                  <a:srgbClr val="FFFFFF"/>
                </a:solidFill>
                <a:latin typeface="Calibri"/>
                <a:ea typeface="Calibri"/>
                <a:cs typeface="Calibri"/>
                <a:sym typeface="Calibri"/>
              </a:endParaRPr>
            </a:p>
          </p:txBody>
        </p:sp>
        <p:sp>
          <p:nvSpPr>
            <p:cNvPr id="561" name="Google Shape;561;p6"/>
            <p:cNvSpPr/>
            <p:nvPr/>
          </p:nvSpPr>
          <p:spPr>
            <a:xfrm rot="5400000">
              <a:off x="3988740" y="2886206"/>
              <a:ext cx="252118"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2" name="Google Shape;562;p6"/>
            <p:cNvSpPr txBox="1"/>
            <p:nvPr/>
          </p:nvSpPr>
          <p:spPr>
            <a:xfrm rot="5400000">
              <a:off x="4026558" y="2929270"/>
              <a:ext cx="176483"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63" name="Google Shape;563;p6"/>
            <p:cNvSpPr/>
            <p:nvPr/>
          </p:nvSpPr>
          <p:spPr>
            <a:xfrm>
              <a:off x="3520082" y="3333393"/>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p6"/>
            <p:cNvSpPr txBox="1"/>
            <p:nvPr/>
          </p:nvSpPr>
          <p:spPr>
            <a:xfrm>
              <a:off x="3694271" y="3507582"/>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Complete</a:t>
              </a:r>
              <a:endParaRPr sz="1100" b="0" i="0" u="none" strike="noStrike" cap="none">
                <a:solidFill>
                  <a:srgbClr val="FFFFFF"/>
                </a:solidFill>
                <a:latin typeface="Calibri"/>
                <a:ea typeface="Calibri"/>
                <a:cs typeface="Calibri"/>
                <a:sym typeface="Calibri"/>
              </a:endParaRPr>
            </a:p>
          </p:txBody>
        </p:sp>
        <p:sp>
          <p:nvSpPr>
            <p:cNvPr id="565" name="Google Shape;565;p6"/>
            <p:cNvSpPr/>
            <p:nvPr/>
          </p:nvSpPr>
          <p:spPr>
            <a:xfrm rot="9020808">
              <a:off x="3289645" y="2462784"/>
              <a:ext cx="238042"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6"/>
            <p:cNvSpPr txBox="1"/>
            <p:nvPr/>
          </p:nvSpPr>
          <p:spPr>
            <a:xfrm rot="-1779192">
              <a:off x="3356382" y="2525999"/>
              <a:ext cx="166629"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67" name="Google Shape;567;p6"/>
            <p:cNvSpPr/>
            <p:nvPr/>
          </p:nvSpPr>
          <p:spPr>
            <a:xfrm>
              <a:off x="2096105" y="2478945"/>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6"/>
            <p:cNvSpPr txBox="1"/>
            <p:nvPr/>
          </p:nvSpPr>
          <p:spPr>
            <a:xfrm>
              <a:off x="2270294" y="2653134"/>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Trustable</a:t>
              </a:r>
              <a:endParaRPr sz="1100" b="0" i="0" u="none" strike="noStrike" cap="none">
                <a:solidFill>
                  <a:srgbClr val="FFFFFF"/>
                </a:solidFill>
                <a:latin typeface="Calibri"/>
                <a:ea typeface="Calibri"/>
                <a:cs typeface="Calibri"/>
                <a:sym typeface="Calibri"/>
              </a:endParaRPr>
            </a:p>
          </p:txBody>
        </p:sp>
        <p:sp>
          <p:nvSpPr>
            <p:cNvPr id="569" name="Google Shape;569;p6"/>
            <p:cNvSpPr/>
            <p:nvPr/>
          </p:nvSpPr>
          <p:spPr>
            <a:xfrm rot="-8948646">
              <a:off x="3262035" y="1630819"/>
              <a:ext cx="266203" cy="404407"/>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6"/>
            <p:cNvSpPr txBox="1"/>
            <p:nvPr/>
          </p:nvSpPr>
          <p:spPr>
            <a:xfrm rot="1851354">
              <a:off x="3336244" y="1732180"/>
              <a:ext cx="186342" cy="24264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100"/>
                <a:buFont typeface="Arial"/>
                <a:buNone/>
              </a:pPr>
              <a:endParaRPr sz="1100" b="0" i="0" u="none" strike="noStrike" cap="none">
                <a:solidFill>
                  <a:srgbClr val="FFFFFF"/>
                </a:solidFill>
                <a:latin typeface="Calibri"/>
                <a:ea typeface="Calibri"/>
                <a:cs typeface="Calibri"/>
                <a:sym typeface="Calibri"/>
              </a:endParaRPr>
            </a:p>
          </p:txBody>
        </p:sp>
        <p:sp>
          <p:nvSpPr>
            <p:cNvPr id="571" name="Google Shape;571;p6"/>
            <p:cNvSpPr/>
            <p:nvPr/>
          </p:nvSpPr>
          <p:spPr>
            <a:xfrm>
              <a:off x="2067821" y="800620"/>
              <a:ext cx="1189434" cy="1189434"/>
            </a:xfrm>
            <a:prstGeom prst="ellipse">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6"/>
            <p:cNvSpPr txBox="1"/>
            <p:nvPr/>
          </p:nvSpPr>
          <p:spPr>
            <a:xfrm>
              <a:off x="2242010" y="974809"/>
              <a:ext cx="841056" cy="841056"/>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US" sz="1100" b="0" i="0" u="none" strike="noStrike" cap="none">
                  <a:solidFill>
                    <a:srgbClr val="FFFFFF"/>
                  </a:solidFill>
                  <a:latin typeface="Calibri"/>
                  <a:ea typeface="Calibri"/>
                  <a:cs typeface="Calibri"/>
                  <a:sym typeface="Calibri"/>
                </a:rPr>
                <a:t>Consistent</a:t>
              </a:r>
              <a:endParaRPr sz="1100" b="0" i="0" u="none" strike="noStrike" cap="none">
                <a:solidFill>
                  <a:srgbClr val="FFFFFF"/>
                </a:solidFill>
                <a:latin typeface="Calibri"/>
                <a:ea typeface="Calibri"/>
                <a:cs typeface="Calibri"/>
                <a:sym typeface="Calibri"/>
              </a:endParaRPr>
            </a:p>
          </p:txBody>
        </p:sp>
      </p:grpSp>
      <p:sp>
        <p:nvSpPr>
          <p:cNvPr id="30"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33</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79CA009-F13B-9858-FABA-A557D45AEE0A}"/>
                  </a:ext>
                </a:extLst>
              </p14:cNvPr>
              <p14:cNvContentPartPr/>
              <p14:nvPr/>
            </p14:nvContentPartPr>
            <p14:xfrm>
              <a:off x="1967760" y="1616040"/>
              <a:ext cx="4565880" cy="896040"/>
            </p14:xfrm>
          </p:contentPart>
        </mc:Choice>
        <mc:Fallback>
          <p:pic>
            <p:nvPicPr>
              <p:cNvPr id="2" name="Ink 1">
                <a:extLst>
                  <a:ext uri="{FF2B5EF4-FFF2-40B4-BE49-F238E27FC236}">
                    <a16:creationId xmlns:a16="http://schemas.microsoft.com/office/drawing/2014/main" id="{B79CA009-F13B-9858-FABA-A557D45AEE0A}"/>
                  </a:ext>
                </a:extLst>
              </p:cNvPr>
              <p:cNvPicPr/>
              <p:nvPr/>
            </p:nvPicPr>
            <p:blipFill>
              <a:blip r:embed="rId4"/>
              <a:stretch>
                <a:fillRect/>
              </a:stretch>
            </p:blipFill>
            <p:spPr>
              <a:xfrm>
                <a:off x="1958400" y="1606680"/>
                <a:ext cx="4584600" cy="914760"/>
              </a:xfrm>
              <a:prstGeom prst="rect">
                <a:avLst/>
              </a:prstGeom>
            </p:spPr>
          </p:pic>
        </mc:Fallback>
      </mc:AlternateContent>
    </p:spTree>
    <p:extLst>
      <p:ext uri="{BB962C8B-B14F-4D97-AF65-F5344CB8AC3E}">
        <p14:creationId xmlns:p14="http://schemas.microsoft.com/office/powerpoint/2010/main" val="815631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6"/>
          <p:cNvSpPr>
            <a:spLocks noGrp="1" noChangeArrowheads="1"/>
          </p:cNvSpPr>
          <p:nvPr>
            <p:ph idx="1"/>
          </p:nvPr>
        </p:nvSpPr>
        <p:spPr/>
        <p:txBody>
          <a:bodyPr>
            <a:normAutofit/>
          </a:bodyPr>
          <a:lstStyle/>
          <a:p>
            <a:r>
              <a:rPr lang="en-US" dirty="0"/>
              <a:t>What kinds of data quality problems?</a:t>
            </a:r>
          </a:p>
          <a:p>
            <a:r>
              <a:rPr lang="en-US" dirty="0"/>
              <a:t>How can we detect problems with the data? </a:t>
            </a:r>
          </a:p>
          <a:p>
            <a:r>
              <a:rPr lang="en-US" dirty="0"/>
              <a:t>What can we do about these problems? </a:t>
            </a:r>
          </a:p>
          <a:p>
            <a:pPr lvl="4"/>
            <a:endParaRPr lang="en-US" dirty="0"/>
          </a:p>
          <a:p>
            <a:pPr lvl="4"/>
            <a:endParaRPr lang="en-US" dirty="0"/>
          </a:p>
          <a:p>
            <a:r>
              <a:rPr lang="en-US" dirty="0"/>
              <a:t>Examples of data quality problems: </a:t>
            </a:r>
          </a:p>
          <a:p>
            <a:pPr lvl="1"/>
            <a:r>
              <a:rPr lang="en-US" dirty="0"/>
              <a:t>Noise and outliers </a:t>
            </a:r>
          </a:p>
          <a:p>
            <a:pPr lvl="1"/>
            <a:r>
              <a:rPr lang="en-US" dirty="0"/>
              <a:t>Wrong data </a:t>
            </a:r>
          </a:p>
          <a:p>
            <a:pPr lvl="1"/>
            <a:r>
              <a:rPr lang="en-US" dirty="0"/>
              <a:t>Fake data </a:t>
            </a:r>
          </a:p>
          <a:p>
            <a:pPr lvl="1"/>
            <a:r>
              <a:rPr lang="en-US" dirty="0"/>
              <a:t>Missing values </a:t>
            </a:r>
          </a:p>
          <a:p>
            <a:pPr lvl="1"/>
            <a:r>
              <a:rPr lang="en-US" dirty="0"/>
              <a:t>Duplicate data </a:t>
            </a:r>
          </a:p>
        </p:txBody>
      </p:sp>
      <p:sp>
        <p:nvSpPr>
          <p:cNvPr id="25602" name="Rectangle 5"/>
          <p:cNvSpPr>
            <a:spLocks noGrp="1" noChangeArrowheads="1"/>
          </p:cNvSpPr>
          <p:nvPr>
            <p:ph type="title" idx="4294967295"/>
          </p:nvPr>
        </p:nvSpPr>
        <p:spPr>
          <a:xfrm>
            <a:off x="0" y="274638"/>
            <a:ext cx="8229600" cy="1143000"/>
          </a:xfrm>
        </p:spPr>
        <p:txBody>
          <a:bodyPr/>
          <a:lstStyle/>
          <a:p>
            <a:r>
              <a:rPr lang="en-US"/>
              <a:t>Data Quality …</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34</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CDF72F2-0B02-42B2-8783-F15DE31FA8C5}"/>
                  </a:ext>
                </a:extLst>
              </p14:cNvPr>
              <p14:cNvContentPartPr/>
              <p14:nvPr/>
            </p14:nvContentPartPr>
            <p14:xfrm>
              <a:off x="2820960" y="4230720"/>
              <a:ext cx="231840" cy="137520"/>
            </p14:xfrm>
          </p:contentPart>
        </mc:Choice>
        <mc:Fallback>
          <p:pic>
            <p:nvPicPr>
              <p:cNvPr id="2" name="Ink 1">
                <a:extLst>
                  <a:ext uri="{FF2B5EF4-FFF2-40B4-BE49-F238E27FC236}">
                    <a16:creationId xmlns:a16="http://schemas.microsoft.com/office/drawing/2014/main" id="{7CDF72F2-0B02-42B2-8783-F15DE31FA8C5}"/>
                  </a:ext>
                </a:extLst>
              </p:cNvPr>
              <p:cNvPicPr/>
              <p:nvPr/>
            </p:nvPicPr>
            <p:blipFill>
              <a:blip r:embed="rId4"/>
              <a:stretch>
                <a:fillRect/>
              </a:stretch>
            </p:blipFill>
            <p:spPr>
              <a:xfrm>
                <a:off x="2811600" y="4221360"/>
                <a:ext cx="250560" cy="156240"/>
              </a:xfrm>
              <a:prstGeom prst="rect">
                <a:avLst/>
              </a:prstGeom>
            </p:spPr>
          </p:pic>
        </mc:Fallback>
      </mc:AlternateContent>
    </p:spTree>
    <p:extLst>
      <p:ext uri="{BB962C8B-B14F-4D97-AF65-F5344CB8AC3E}">
        <p14:creationId xmlns:p14="http://schemas.microsoft.com/office/powerpoint/2010/main" val="749762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9"/>
          <p:cNvSpPr>
            <a:spLocks noGrp="1" noChangeArrowheads="1"/>
          </p:cNvSpPr>
          <p:nvPr>
            <p:ph idx="1"/>
          </p:nvPr>
        </p:nvSpPr>
        <p:spPr>
          <a:xfrm>
            <a:off x="304800" y="1417638"/>
            <a:ext cx="8229600" cy="4525963"/>
          </a:xfrm>
        </p:spPr>
        <p:txBody>
          <a:bodyPr>
            <a:normAutofit/>
          </a:bodyPr>
          <a:lstStyle/>
          <a:p>
            <a:r>
              <a:rPr lang="en-US" sz="2000" dirty="0">
                <a:latin typeface="+mj-lt"/>
              </a:rPr>
              <a:t>For objects, noise is an extraneous object</a:t>
            </a:r>
          </a:p>
          <a:p>
            <a:r>
              <a:rPr lang="en-US" sz="2000" dirty="0">
                <a:latin typeface="+mj-lt"/>
              </a:rPr>
              <a:t>For attributes, noise refers to modification of original values</a:t>
            </a:r>
          </a:p>
          <a:p>
            <a:pPr lvl="1"/>
            <a:r>
              <a:rPr lang="en-US" sz="1800" dirty="0">
                <a:latin typeface="+mj-lt"/>
              </a:rPr>
              <a:t>Examples: distortion of a person’s voice when talking on a poor phone and “snow” on television screen</a:t>
            </a:r>
          </a:p>
          <a:p>
            <a:pPr lvl="1"/>
            <a:r>
              <a:rPr lang="en-US" sz="1800" dirty="0">
                <a:latin typeface="+mj-lt"/>
              </a:rPr>
              <a:t>The figures below show two sine waves of the same magnitude and different frequencies, the waves combined, and the two sine waves with random noise</a:t>
            </a:r>
          </a:p>
          <a:p>
            <a:pPr lvl="2"/>
            <a:r>
              <a:rPr lang="en-US" sz="1400" dirty="0">
                <a:latin typeface="+mj-lt"/>
              </a:rPr>
              <a:t> The magnitude and shape of the original signal is distorted </a:t>
            </a:r>
          </a:p>
          <a:p>
            <a:pPr lvl="1"/>
            <a:endParaRPr lang="en-US" sz="1200" dirty="0"/>
          </a:p>
          <a:p>
            <a:pPr lvl="1"/>
            <a:endParaRPr lang="en-US" sz="1200" dirty="0"/>
          </a:p>
        </p:txBody>
      </p:sp>
      <p:sp>
        <p:nvSpPr>
          <p:cNvPr id="26626" name="Rectangle 8"/>
          <p:cNvSpPr>
            <a:spLocks noGrp="1" noChangeArrowheads="1"/>
          </p:cNvSpPr>
          <p:nvPr>
            <p:ph type="title" idx="4294967295"/>
          </p:nvPr>
        </p:nvSpPr>
        <p:spPr>
          <a:xfrm>
            <a:off x="0" y="274638"/>
            <a:ext cx="8229600" cy="1143000"/>
          </a:xfrm>
        </p:spPr>
        <p:txBody>
          <a:bodyPr/>
          <a:lstStyle/>
          <a:p>
            <a:r>
              <a:rPr lang="en-US" dirty="0"/>
              <a:t>Noise</a:t>
            </a:r>
          </a:p>
        </p:txBody>
      </p:sp>
      <p:pic>
        <p:nvPicPr>
          <p:cNvPr id="4" name="Picture 3">
            <a:extLst>
              <a:ext uri="{FF2B5EF4-FFF2-40B4-BE49-F238E27FC236}">
                <a16:creationId xmlns:a16="http://schemas.microsoft.com/office/drawing/2014/main" id="{9AB54409-6EE6-4A1C-9D0B-7CD3AF6E4659}"/>
              </a:ext>
            </a:extLst>
          </p:cNvPr>
          <p:cNvPicPr>
            <a:picLocks noChangeAspect="1"/>
          </p:cNvPicPr>
          <p:nvPr/>
        </p:nvPicPr>
        <p:blipFill>
          <a:blip r:embed="rId2"/>
          <a:stretch>
            <a:fillRect/>
          </a:stretch>
        </p:blipFill>
        <p:spPr>
          <a:xfrm>
            <a:off x="54592" y="3952168"/>
            <a:ext cx="3045649" cy="2286000"/>
          </a:xfrm>
          <a:prstGeom prst="rect">
            <a:avLst/>
          </a:prstGeom>
        </p:spPr>
      </p:pic>
      <p:pic>
        <p:nvPicPr>
          <p:cNvPr id="9" name="Picture 8">
            <a:extLst>
              <a:ext uri="{FF2B5EF4-FFF2-40B4-BE49-F238E27FC236}">
                <a16:creationId xmlns:a16="http://schemas.microsoft.com/office/drawing/2014/main" id="{681AF5E1-14E2-4B56-A568-ADB4A4652A48}"/>
              </a:ext>
            </a:extLst>
          </p:cNvPr>
          <p:cNvPicPr>
            <a:picLocks noChangeAspect="1"/>
          </p:cNvPicPr>
          <p:nvPr/>
        </p:nvPicPr>
        <p:blipFill>
          <a:blip r:embed="rId3"/>
          <a:stretch>
            <a:fillRect/>
          </a:stretch>
        </p:blipFill>
        <p:spPr>
          <a:xfrm>
            <a:off x="6076273" y="3952168"/>
            <a:ext cx="3045649" cy="2286000"/>
          </a:xfrm>
          <a:prstGeom prst="rect">
            <a:avLst/>
          </a:prstGeom>
        </p:spPr>
      </p:pic>
      <p:pic>
        <p:nvPicPr>
          <p:cNvPr id="11" name="Picture 10">
            <a:extLst>
              <a:ext uri="{FF2B5EF4-FFF2-40B4-BE49-F238E27FC236}">
                <a16:creationId xmlns:a16="http://schemas.microsoft.com/office/drawing/2014/main" id="{B986DA59-19B3-4F8E-A616-32746CC7069A}"/>
              </a:ext>
            </a:extLst>
          </p:cNvPr>
          <p:cNvPicPr>
            <a:picLocks noChangeAspect="1"/>
          </p:cNvPicPr>
          <p:nvPr/>
        </p:nvPicPr>
        <p:blipFill>
          <a:blip r:embed="rId4"/>
          <a:stretch>
            <a:fillRect/>
          </a:stretch>
        </p:blipFill>
        <p:spPr>
          <a:xfrm>
            <a:off x="3104473" y="3952168"/>
            <a:ext cx="3045649" cy="2286000"/>
          </a:xfrm>
          <a:prstGeom prst="rect">
            <a:avLst/>
          </a:prstGeom>
        </p:spPr>
      </p:pic>
      <p:sp>
        <p:nvSpPr>
          <p:cNvPr id="7" name="Slide Number Placeholder 3"/>
          <p:cNvSpPr txBox="1">
            <a:spLocks/>
          </p:cNvSpPr>
          <p:nvPr/>
        </p:nvSpPr>
        <p:spPr>
          <a:xfrm>
            <a:off x="8707898" y="6238168"/>
            <a:ext cx="579124"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35</a:t>
            </a:fld>
            <a:endParaRPr lang="en-US" sz="1600" b="1" dirty="0">
              <a:latin typeface="Tahoma"/>
              <a:ea typeface="Tahoma"/>
              <a:cs typeface="Tahoma"/>
              <a:sym typeface="Tahoma"/>
            </a:endParaRPr>
          </a:p>
        </p:txBody>
      </p:sp>
    </p:spTree>
    <p:extLst>
      <p:ext uri="{BB962C8B-B14F-4D97-AF65-F5344CB8AC3E}">
        <p14:creationId xmlns:p14="http://schemas.microsoft.com/office/powerpoint/2010/main" val="3891043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1" name="Group 4"/>
          <p:cNvGrpSpPr>
            <a:grpSpLocks/>
          </p:cNvGrpSpPr>
          <p:nvPr/>
        </p:nvGrpSpPr>
        <p:grpSpPr bwMode="auto">
          <a:xfrm>
            <a:off x="4080164" y="2173995"/>
            <a:ext cx="4267200" cy="3884612"/>
            <a:chOff x="3648" y="2448"/>
            <a:chExt cx="2112" cy="1872"/>
          </a:xfrm>
        </p:grpSpPr>
        <p:pic>
          <p:nvPicPr>
            <p:cNvPr id="276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 y="2448"/>
              <a:ext cx="2112"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7654" name="Oval 6"/>
            <p:cNvSpPr>
              <a:spLocks noChangeArrowheads="1"/>
            </p:cNvSpPr>
            <p:nvPr/>
          </p:nvSpPr>
          <p:spPr bwMode="auto">
            <a:xfrm>
              <a:off x="3766" y="2961"/>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5" name="Oval 7"/>
            <p:cNvSpPr>
              <a:spLocks noChangeArrowheads="1"/>
            </p:cNvSpPr>
            <p:nvPr/>
          </p:nvSpPr>
          <p:spPr bwMode="auto">
            <a:xfrm>
              <a:off x="3907" y="3224"/>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6" name="Oval 8"/>
            <p:cNvSpPr>
              <a:spLocks noChangeArrowheads="1"/>
            </p:cNvSpPr>
            <p:nvPr/>
          </p:nvSpPr>
          <p:spPr bwMode="auto">
            <a:xfrm>
              <a:off x="5612" y="3871"/>
              <a:ext cx="86" cy="85"/>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7" name="Oval 9"/>
            <p:cNvSpPr>
              <a:spLocks noChangeArrowheads="1"/>
            </p:cNvSpPr>
            <p:nvPr/>
          </p:nvSpPr>
          <p:spPr bwMode="auto">
            <a:xfrm>
              <a:off x="4319" y="3937"/>
              <a:ext cx="86" cy="84"/>
            </a:xfrm>
            <a:prstGeom prst="ellipse">
              <a:avLst/>
            </a:pr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58" name="Rectangle 10"/>
            <p:cNvSpPr>
              <a:spLocks noChangeArrowheads="1"/>
            </p:cNvSpPr>
            <p:nvPr/>
          </p:nvSpPr>
          <p:spPr bwMode="auto">
            <a:xfrm>
              <a:off x="4944" y="3072"/>
              <a:ext cx="192" cy="24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27659" name="Rectangle 11"/>
            <p:cNvSpPr>
              <a:spLocks noChangeArrowheads="1"/>
            </p:cNvSpPr>
            <p:nvPr/>
          </p:nvSpPr>
          <p:spPr bwMode="auto">
            <a:xfrm>
              <a:off x="3888" y="3120"/>
              <a:ext cx="192" cy="24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grpSp>
      <p:sp>
        <p:nvSpPr>
          <p:cNvPr id="27650" name="Rectangle 3"/>
          <p:cNvSpPr>
            <a:spLocks noGrp="1" noChangeArrowheads="1"/>
          </p:cNvSpPr>
          <p:nvPr>
            <p:ph idx="1"/>
          </p:nvPr>
        </p:nvSpPr>
        <p:spPr/>
        <p:txBody>
          <a:bodyPr>
            <a:noAutofit/>
          </a:bodyPr>
          <a:lstStyle/>
          <a:p>
            <a:r>
              <a:rPr lang="en-US" sz="2400" b="1" i="1" dirty="0">
                <a:solidFill>
                  <a:srgbClr val="CC6600"/>
                </a:solidFill>
              </a:rPr>
              <a:t>Outliers</a:t>
            </a:r>
            <a:r>
              <a:rPr lang="en-US" sz="2400" dirty="0"/>
              <a:t> are data objects with characteristics that are considerably different than most of the other data objects in the data set</a:t>
            </a:r>
          </a:p>
          <a:p>
            <a:pPr lvl="1"/>
            <a:r>
              <a:rPr lang="en-US" sz="2000" b="1" dirty="0"/>
              <a:t>Case 1:</a:t>
            </a:r>
            <a:r>
              <a:rPr lang="en-US" sz="2000" dirty="0"/>
              <a:t> Outliers are </a:t>
            </a:r>
            <a:br>
              <a:rPr lang="en-US" sz="2000" dirty="0"/>
            </a:br>
            <a:r>
              <a:rPr lang="en-US" sz="2000" dirty="0"/>
              <a:t>noise that interferes</a:t>
            </a:r>
            <a:br>
              <a:rPr lang="en-US" sz="2000" dirty="0"/>
            </a:br>
            <a:r>
              <a:rPr lang="en-US" sz="2000" dirty="0"/>
              <a:t>with data analysis </a:t>
            </a:r>
            <a:br>
              <a:rPr lang="en-US" sz="2000" dirty="0"/>
            </a:br>
            <a:endParaRPr lang="en-US" sz="900" dirty="0"/>
          </a:p>
          <a:p>
            <a:pPr lvl="1"/>
            <a:r>
              <a:rPr lang="en-US" sz="2000" b="1" dirty="0"/>
              <a:t>Case 2: </a:t>
            </a:r>
            <a:r>
              <a:rPr lang="en-US" sz="2000" dirty="0"/>
              <a:t>Outliers are </a:t>
            </a:r>
            <a:br>
              <a:rPr lang="en-US" sz="2000" dirty="0"/>
            </a:br>
            <a:r>
              <a:rPr lang="en-US" sz="2000" dirty="0"/>
              <a:t>the goal of our analysis</a:t>
            </a:r>
          </a:p>
          <a:p>
            <a:pPr lvl="2"/>
            <a:r>
              <a:rPr lang="en-US" sz="1800" dirty="0"/>
              <a:t> </a:t>
            </a:r>
            <a:r>
              <a:rPr lang="en-US" sz="1600" dirty="0"/>
              <a:t>Credit card fraud</a:t>
            </a:r>
          </a:p>
          <a:p>
            <a:pPr lvl="2"/>
            <a:r>
              <a:rPr lang="en-US" sz="1600" dirty="0"/>
              <a:t> Intrusion detection</a:t>
            </a:r>
            <a:r>
              <a:rPr lang="en-US" sz="1800" dirty="0"/>
              <a:t> </a:t>
            </a:r>
          </a:p>
          <a:p>
            <a:pPr lvl="2"/>
            <a:endParaRPr lang="en-US" sz="900" dirty="0"/>
          </a:p>
          <a:p>
            <a:endParaRPr lang="en-US" sz="2400" dirty="0"/>
          </a:p>
        </p:txBody>
      </p:sp>
      <p:sp>
        <p:nvSpPr>
          <p:cNvPr id="27652" name="Rectangle 2"/>
          <p:cNvSpPr>
            <a:spLocks noGrp="1" noChangeArrowheads="1"/>
          </p:cNvSpPr>
          <p:nvPr>
            <p:ph type="title" idx="4294967295"/>
          </p:nvPr>
        </p:nvSpPr>
        <p:spPr>
          <a:xfrm>
            <a:off x="0" y="274638"/>
            <a:ext cx="8229600" cy="1143000"/>
          </a:xfrm>
        </p:spPr>
        <p:txBody>
          <a:bodyPr/>
          <a:lstStyle/>
          <a:p>
            <a:r>
              <a:rPr lang="en-US"/>
              <a:t>Outliers</a:t>
            </a:r>
          </a:p>
        </p:txBody>
      </p:sp>
      <p:sp>
        <p:nvSpPr>
          <p:cNvPr id="12"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36</a:t>
            </a:fld>
            <a:endParaRPr lang="en-US" sz="1600" b="1" dirty="0">
              <a:latin typeface="Tahoma"/>
              <a:ea typeface="Tahoma"/>
              <a:cs typeface="Tahoma"/>
              <a:sym typeface="Tahoma"/>
            </a:endParaRPr>
          </a:p>
        </p:txBody>
      </p:sp>
    </p:spTree>
    <p:extLst>
      <p:ext uri="{BB962C8B-B14F-4D97-AF65-F5344CB8AC3E}">
        <p14:creationId xmlns:p14="http://schemas.microsoft.com/office/powerpoint/2010/main" val="650607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6"/>
          <p:cNvSpPr txBox="1">
            <a:spLocks noGrp="1"/>
          </p:cNvSpPr>
          <p:nvPr>
            <p:ph type="body" idx="2"/>
          </p:nvPr>
        </p:nvSpPr>
        <p:spPr>
          <a:xfrm>
            <a:off x="914400" y="3048000"/>
            <a:ext cx="7391400" cy="1219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600"/>
              <a:buNone/>
            </a:pPr>
            <a:r>
              <a:rPr lang="en-US" dirty="0">
                <a:solidFill>
                  <a:srgbClr val="C00000"/>
                </a:solidFill>
              </a:rPr>
              <a:t>Data Pre Processing</a:t>
            </a:r>
            <a:endParaRPr dirty="0">
              <a:solidFill>
                <a:srgbClr val="C00000"/>
              </a:solidFill>
            </a:endParaRPr>
          </a:p>
        </p:txBody>
      </p:sp>
      <p:sp>
        <p:nvSpPr>
          <p:cNvPr id="3"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37</a:t>
            </a:fld>
            <a:endParaRPr lang="en-US" sz="1600" b="1" dirty="0">
              <a:latin typeface="Tahoma"/>
              <a:ea typeface="Tahoma"/>
              <a:cs typeface="Tahoma"/>
              <a:sym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2"/>
          </p:nvPr>
        </p:nvSpPr>
        <p:spPr/>
        <p:txBody>
          <a:bodyPr/>
          <a:lstStyle/>
          <a:p>
            <a:r>
              <a:rPr lang="en-US" b="0" dirty="0">
                <a:solidFill>
                  <a:srgbClr val="202124"/>
                </a:solidFill>
                <a:latin typeface="Cambria" panose="02040503050406030204" pitchFamily="18" charset="0"/>
                <a:ea typeface="Cambria" panose="02040503050406030204" pitchFamily="18" charset="0"/>
              </a:rPr>
              <a:t>Preprocessing</a:t>
            </a:r>
            <a:endParaRPr lang="en-IN" b="0" dirty="0">
              <a:latin typeface="Cambria" panose="02040503050406030204" pitchFamily="18" charset="0"/>
              <a:ea typeface="Cambria" panose="02040503050406030204" pitchFamily="18" charset="0"/>
            </a:endParaRPr>
          </a:p>
        </p:txBody>
      </p:sp>
      <p:pic>
        <p:nvPicPr>
          <p:cNvPr id="9" name="Picture 8"/>
          <p:cNvPicPr>
            <a:picLocks noChangeAspect="1"/>
          </p:cNvPicPr>
          <p:nvPr/>
        </p:nvPicPr>
        <p:blipFill>
          <a:blip r:embed="rId2"/>
          <a:stretch>
            <a:fillRect/>
          </a:stretch>
        </p:blipFill>
        <p:spPr>
          <a:xfrm>
            <a:off x="0" y="3048119"/>
            <a:ext cx="8735160" cy="3461861"/>
          </a:xfrm>
          <a:prstGeom prst="rect">
            <a:avLst/>
          </a:prstGeom>
        </p:spPr>
      </p:pic>
      <p:sp>
        <p:nvSpPr>
          <p:cNvPr id="10" name="Rectangle 9"/>
          <p:cNvSpPr/>
          <p:nvPr/>
        </p:nvSpPr>
        <p:spPr>
          <a:xfrm>
            <a:off x="0" y="1321558"/>
            <a:ext cx="8993875" cy="1726561"/>
          </a:xfrm>
          <a:prstGeom prst="rect">
            <a:avLst/>
          </a:prstGeom>
          <a:noFill/>
          <a:ln>
            <a:noFill/>
          </a:ln>
        </p:spPr>
        <p:txBody>
          <a:bodyPr spcFirstLastPara="1" wrap="square" lIns="91425" tIns="45700" rIns="91425" bIns="45700" anchor="t" anchorCtr="0">
            <a:normAutofit/>
          </a:bodyPr>
          <a:lstStyle/>
          <a:p>
            <a:pPr marL="571500" indent="-457200">
              <a:lnSpc>
                <a:spcPct val="90000"/>
              </a:lnSpc>
              <a:spcBef>
                <a:spcPts val="360"/>
              </a:spcBef>
              <a:buClr>
                <a:srgbClr val="101141"/>
              </a:buClr>
              <a:buSzPts val="1800"/>
              <a:buFont typeface="Arial" panose="020B0604020202020204" pitchFamily="34" charset="0"/>
              <a:buChar char="•"/>
            </a:pPr>
            <a:r>
              <a:rPr lang="en-US" sz="2000" dirty="0">
                <a:solidFill>
                  <a:schemeClr val="dk1"/>
                </a:solidFill>
                <a:latin typeface="Cambria" panose="02040503050406030204" pitchFamily="18" charset="0"/>
                <a:ea typeface="Cambria" panose="02040503050406030204" pitchFamily="18" charset="0"/>
                <a:cs typeface="Calibri"/>
              </a:rPr>
              <a:t>Preprocessing the data for ML involves both data engineering and feature engineering</a:t>
            </a:r>
          </a:p>
          <a:p>
            <a:pPr marL="571500" indent="-457200">
              <a:lnSpc>
                <a:spcPct val="90000"/>
              </a:lnSpc>
              <a:spcBef>
                <a:spcPts val="360"/>
              </a:spcBef>
              <a:buClr>
                <a:srgbClr val="101141"/>
              </a:buClr>
              <a:buSzPts val="1800"/>
              <a:buFont typeface="Arial" panose="020B0604020202020204" pitchFamily="34" charset="0"/>
              <a:buChar char="•"/>
            </a:pPr>
            <a:r>
              <a:rPr lang="en-US" sz="2000" dirty="0">
                <a:solidFill>
                  <a:schemeClr val="dk1"/>
                </a:solidFill>
                <a:latin typeface="Cambria" panose="02040503050406030204" pitchFamily="18" charset="0"/>
                <a:ea typeface="Cambria" panose="02040503050406030204" pitchFamily="18" charset="0"/>
                <a:cs typeface="Calibri"/>
              </a:rPr>
              <a:t> Data engineering : process of converting raw data into prepared data.</a:t>
            </a:r>
          </a:p>
          <a:p>
            <a:pPr marL="571500" indent="-457200">
              <a:lnSpc>
                <a:spcPct val="90000"/>
              </a:lnSpc>
              <a:spcBef>
                <a:spcPts val="360"/>
              </a:spcBef>
              <a:buClr>
                <a:srgbClr val="101141"/>
              </a:buClr>
              <a:buSzPts val="1800"/>
              <a:buFont typeface="Arial" panose="020B0604020202020204" pitchFamily="34" charset="0"/>
              <a:buChar char="•"/>
            </a:pPr>
            <a:r>
              <a:rPr lang="en-US" sz="2000" dirty="0">
                <a:solidFill>
                  <a:schemeClr val="dk1"/>
                </a:solidFill>
                <a:latin typeface="Cambria" panose="02040503050406030204" pitchFamily="18" charset="0"/>
                <a:ea typeface="Cambria" panose="02040503050406030204" pitchFamily="18" charset="0"/>
                <a:cs typeface="Calibri"/>
              </a:rPr>
              <a:t> Feature engineering : tunes the prepared data to create the features that are expected by the ML model</a:t>
            </a:r>
            <a:endParaRPr lang="en-IN" sz="2000" dirty="0">
              <a:solidFill>
                <a:schemeClr val="dk1"/>
              </a:solidFill>
              <a:latin typeface="Cambria" panose="02040503050406030204" pitchFamily="18" charset="0"/>
              <a:ea typeface="Cambria" panose="02040503050406030204" pitchFamily="18" charset="0"/>
              <a:cs typeface="Calibri"/>
            </a:endParaRPr>
          </a:p>
        </p:txBody>
      </p:sp>
      <p:sp>
        <p:nvSpPr>
          <p:cNvPr id="11" name="Rectangle 10"/>
          <p:cNvSpPr/>
          <p:nvPr/>
        </p:nvSpPr>
        <p:spPr>
          <a:xfrm>
            <a:off x="0" y="6550223"/>
            <a:ext cx="3161443" cy="246221"/>
          </a:xfrm>
          <a:prstGeom prst="rect">
            <a:avLst/>
          </a:prstGeom>
        </p:spPr>
        <p:txBody>
          <a:bodyPr wrap="none">
            <a:spAutoFit/>
          </a:bodyPr>
          <a:lstStyle/>
          <a:p>
            <a:r>
              <a:rPr lang="en-IN" sz="1000" dirty="0"/>
              <a:t>https://www.tensorflow.org/tfx/guide/tft_bestpractices</a:t>
            </a: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38</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4459F45-9BE2-31F5-3A21-10D6FE8D6A52}"/>
                  </a:ext>
                </a:extLst>
              </p14:cNvPr>
              <p14:cNvContentPartPr/>
              <p14:nvPr/>
            </p14:nvContentPartPr>
            <p14:xfrm>
              <a:off x="424440" y="2053080"/>
              <a:ext cx="6602400" cy="3802320"/>
            </p14:xfrm>
          </p:contentPart>
        </mc:Choice>
        <mc:Fallback>
          <p:pic>
            <p:nvPicPr>
              <p:cNvPr id="2" name="Ink 1">
                <a:extLst>
                  <a:ext uri="{FF2B5EF4-FFF2-40B4-BE49-F238E27FC236}">
                    <a16:creationId xmlns:a16="http://schemas.microsoft.com/office/drawing/2014/main" id="{84459F45-9BE2-31F5-3A21-10D6FE8D6A52}"/>
                  </a:ext>
                </a:extLst>
              </p:cNvPr>
              <p:cNvPicPr/>
              <p:nvPr/>
            </p:nvPicPr>
            <p:blipFill>
              <a:blip r:embed="rId4"/>
              <a:stretch>
                <a:fillRect/>
              </a:stretch>
            </p:blipFill>
            <p:spPr>
              <a:xfrm>
                <a:off x="415080" y="2043720"/>
                <a:ext cx="6621120" cy="3821040"/>
              </a:xfrm>
              <a:prstGeom prst="rect">
                <a:avLst/>
              </a:prstGeom>
            </p:spPr>
          </p:pic>
        </mc:Fallback>
      </mc:AlternateContent>
    </p:spTree>
    <p:extLst>
      <p:ext uri="{BB962C8B-B14F-4D97-AF65-F5344CB8AC3E}">
        <p14:creationId xmlns:p14="http://schemas.microsoft.com/office/powerpoint/2010/main" val="1194078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11575d78375_0_477"/>
          <p:cNvSpPr txBox="1">
            <a:spLocks noGrp="1"/>
          </p:cNvSpPr>
          <p:nvPr>
            <p:ph type="body" idx="1"/>
          </p:nvPr>
        </p:nvSpPr>
        <p:spPr>
          <a:xfrm>
            <a:off x="141027" y="1295400"/>
            <a:ext cx="6019800" cy="5159991"/>
          </a:xfrm>
          <a:prstGeom prst="rect">
            <a:avLst/>
          </a:prstGeom>
          <a:noFill/>
          <a:ln>
            <a:noFill/>
          </a:ln>
        </p:spPr>
        <p:txBody>
          <a:bodyPr spcFirstLastPara="1" wrap="square" lIns="91425" tIns="45700" rIns="91425" bIns="45700" anchor="t" anchorCtr="0">
            <a:normAutofit/>
          </a:bodyPr>
          <a:lstStyle/>
          <a:p>
            <a:pPr marL="0" lvl="0" indent="20637" algn="l" rtl="0">
              <a:lnSpc>
                <a:spcPct val="100000"/>
              </a:lnSpc>
              <a:spcBef>
                <a:spcPts val="306"/>
              </a:spcBef>
              <a:spcAft>
                <a:spcPts val="0"/>
              </a:spcAft>
              <a:buSzPct val="100000"/>
              <a:buNone/>
            </a:pPr>
            <a:r>
              <a:rPr lang="en-US" sz="1600" i="1" dirty="0">
                <a:latin typeface="Cambria" panose="02040503050406030204" pitchFamily="18" charset="0"/>
                <a:ea typeface="Cambria" panose="02040503050406030204" pitchFamily="18" charset="0"/>
              </a:rPr>
              <a:t>BITS WILP is in collaboration with multiple IT companies interested to upskill and level skill their employee through inducting them in tailored </a:t>
            </a:r>
            <a:r>
              <a:rPr lang="en-US" sz="1600" i="1" dirty="0" err="1">
                <a:latin typeface="Cambria" panose="02040503050406030204" pitchFamily="18" charset="0"/>
                <a:ea typeface="Cambria" panose="02040503050406030204" pitchFamily="18" charset="0"/>
              </a:rPr>
              <a:t>Mtech</a:t>
            </a:r>
            <a:r>
              <a:rPr lang="en-US" sz="1600" i="1" dirty="0">
                <a:latin typeface="Cambria" panose="02040503050406030204" pitchFamily="18" charset="0"/>
                <a:ea typeface="Cambria" panose="02040503050406030204" pitchFamily="18" charset="0"/>
              </a:rPr>
              <a:t>  AIML program. Over a year of successful completion , the student are yet to complete another one semester and enroll in Dissertation to complete the program with certification. </a:t>
            </a:r>
            <a:r>
              <a:rPr lang="en-US" sz="1600" b="1" i="1" dirty="0">
                <a:solidFill>
                  <a:schemeClr val="bg2"/>
                </a:solidFill>
                <a:latin typeface="Cambria" panose="02040503050406030204" pitchFamily="18" charset="0"/>
                <a:ea typeface="Cambria" panose="02040503050406030204" pitchFamily="18" charset="0"/>
              </a:rPr>
              <a:t>Students of similar academic background irrespective of the time of enrollment, seems to score more or less in same range in every semester</a:t>
            </a:r>
            <a:r>
              <a:rPr lang="en-US" sz="1600" i="1" dirty="0">
                <a:latin typeface="Cambria" panose="02040503050406030204" pitchFamily="18" charset="0"/>
                <a:ea typeface="Cambria" panose="02040503050406030204" pitchFamily="18" charset="0"/>
              </a:rPr>
              <a:t>. </a:t>
            </a:r>
            <a:r>
              <a:rPr lang="en-US" sz="1600" b="1" i="1" dirty="0">
                <a:latin typeface="Cambria" panose="02040503050406030204" pitchFamily="18" charset="0"/>
                <a:ea typeface="Cambria" panose="02040503050406030204" pitchFamily="18" charset="0"/>
              </a:rPr>
              <a:t>Accounting department requires to complete few academic year closure documentation for which , they would have to bill the collaborative organization based on the prospective no. of students who might be eligible for project semester</a:t>
            </a:r>
            <a:r>
              <a:rPr lang="en-US" sz="1600" i="1" dirty="0">
                <a:latin typeface="Cambria" panose="02040503050406030204" pitchFamily="18" charset="0"/>
                <a:ea typeface="Cambria" panose="02040503050406030204" pitchFamily="18" charset="0"/>
              </a:rPr>
              <a:t>. As of current semester the students have completed their exams but the process is pending for grading. As Data analyst help accounts team to get necessary information with the given available data across all the collaborative program.</a:t>
            </a:r>
          </a:p>
          <a:p>
            <a:pPr marL="0" lvl="0" indent="20637" algn="l" rtl="0">
              <a:lnSpc>
                <a:spcPct val="100000"/>
              </a:lnSpc>
              <a:spcBef>
                <a:spcPts val="306"/>
              </a:spcBef>
              <a:spcAft>
                <a:spcPts val="0"/>
              </a:spcAft>
              <a:buSzPct val="100000"/>
              <a:buNone/>
            </a:pPr>
            <a:endParaRPr lang="en-US" sz="1600" i="1" dirty="0">
              <a:latin typeface="Cambria" panose="02040503050406030204" pitchFamily="18" charset="0"/>
              <a:ea typeface="Cambria" panose="02040503050406030204" pitchFamily="18" charset="0"/>
            </a:endParaRPr>
          </a:p>
          <a:p>
            <a:pPr marL="0" lvl="0" indent="20637" algn="l" rtl="0">
              <a:lnSpc>
                <a:spcPct val="100000"/>
              </a:lnSpc>
              <a:spcBef>
                <a:spcPts val="306"/>
              </a:spcBef>
              <a:spcAft>
                <a:spcPts val="0"/>
              </a:spcAft>
              <a:buSzPct val="100000"/>
              <a:buNone/>
            </a:pPr>
            <a:endParaRPr sz="1600" dirty="0">
              <a:latin typeface="Cambria" panose="02040503050406030204" pitchFamily="18" charset="0"/>
              <a:ea typeface="Cambria" panose="02040503050406030204" pitchFamily="18" charset="0"/>
            </a:endParaRPr>
          </a:p>
          <a:p>
            <a:pPr marL="342900" marR="0" lvl="0" indent="-342900" algn="l" rtl="0">
              <a:lnSpc>
                <a:spcPct val="100000"/>
              </a:lnSpc>
              <a:spcBef>
                <a:spcPts val="306"/>
              </a:spcBef>
              <a:spcAft>
                <a:spcPts val="0"/>
              </a:spcAft>
              <a:buClr>
                <a:srgbClr val="101141"/>
              </a:buClr>
              <a:buSzPct val="100000"/>
              <a:buFont typeface="Arial"/>
              <a:buNone/>
            </a:pPr>
            <a:r>
              <a:rPr lang="en-US" sz="1600" i="1" dirty="0">
                <a:latin typeface="Cambria" panose="02040503050406030204" pitchFamily="18" charset="0"/>
                <a:ea typeface="Cambria" panose="02040503050406030204" pitchFamily="18" charset="0"/>
              </a:rPr>
              <a:t>       </a:t>
            </a:r>
          </a:p>
          <a:p>
            <a:pPr marL="342900" marR="0" lvl="0" indent="-342900" algn="l" rtl="0">
              <a:lnSpc>
                <a:spcPct val="100000"/>
              </a:lnSpc>
              <a:spcBef>
                <a:spcPts val="306"/>
              </a:spcBef>
              <a:spcAft>
                <a:spcPts val="0"/>
              </a:spcAft>
              <a:buClr>
                <a:srgbClr val="101141"/>
              </a:buClr>
              <a:buSzPct val="100000"/>
              <a:buFont typeface="Arial"/>
              <a:buNone/>
            </a:pPr>
            <a:endParaRPr sz="1600" dirty="0">
              <a:latin typeface="Cambria" panose="02040503050406030204" pitchFamily="18" charset="0"/>
              <a:ea typeface="Cambria" panose="02040503050406030204" pitchFamily="18" charset="0"/>
            </a:endParaRPr>
          </a:p>
        </p:txBody>
      </p:sp>
      <p:sp>
        <p:nvSpPr>
          <p:cNvPr id="831" name="Google Shape;831;g11575d78375_0_477"/>
          <p:cNvSpPr txBox="1">
            <a:spLocks noGrp="1"/>
          </p:cNvSpPr>
          <p:nvPr>
            <p:ph type="body" idx="2"/>
          </p:nvPr>
        </p:nvSpPr>
        <p:spPr>
          <a:xfrm>
            <a:off x="304800" y="400734"/>
            <a:ext cx="6324600" cy="646331"/>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r>
              <a:rPr lang="en-US" b="0" dirty="0">
                <a:solidFill>
                  <a:srgbClr val="202124"/>
                </a:solidFill>
                <a:latin typeface="Cambria" panose="02040503050406030204" pitchFamily="18" charset="0"/>
                <a:ea typeface="Cambria" panose="02040503050406030204" pitchFamily="18" charset="0"/>
              </a:rPr>
              <a:t>Case study</a:t>
            </a:r>
            <a:endParaRPr lang="en-IN" b="0" dirty="0">
              <a:solidFill>
                <a:srgbClr val="202124"/>
              </a:solidFill>
              <a:latin typeface="Cambria" panose="02040503050406030204" pitchFamily="18" charset="0"/>
              <a:ea typeface="Cambria" panose="02040503050406030204" pitchFamily="18" charset="0"/>
            </a:endParaRPr>
          </a:p>
        </p:txBody>
      </p:sp>
      <p:graphicFrame>
        <p:nvGraphicFramePr>
          <p:cNvPr id="832" name="Google Shape;832;g11575d78375_0_477"/>
          <p:cNvGraphicFramePr/>
          <p:nvPr/>
        </p:nvGraphicFramePr>
        <p:xfrm>
          <a:off x="6324600" y="943428"/>
          <a:ext cx="2636525" cy="56743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NLP</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5" name="Rectangle 4"/>
          <p:cNvSpPr/>
          <p:nvPr/>
        </p:nvSpPr>
        <p:spPr>
          <a:xfrm>
            <a:off x="304799" y="5541668"/>
            <a:ext cx="5918579" cy="1054135"/>
          </a:xfrm>
          <a:prstGeom prst="rect">
            <a:avLst/>
          </a:prstGeom>
        </p:spPr>
        <p:txBody>
          <a:bodyPr wrap="square">
            <a:spAutoFit/>
          </a:bodyPr>
          <a:lstStyle/>
          <a:p>
            <a:pPr lvl="0"/>
            <a:r>
              <a:rPr lang="en-US" sz="2000" b="1" dirty="0">
                <a:solidFill>
                  <a:srgbClr val="002060"/>
                </a:solidFill>
                <a:latin typeface="Cambria" panose="02040503050406030204" pitchFamily="18" charset="0"/>
                <a:ea typeface="Cambria" panose="02040503050406030204" pitchFamily="18" charset="0"/>
              </a:rPr>
              <a:t>Challenge 1 : Insufficient Training Data. </a:t>
            </a:r>
            <a:endParaRPr lang="en-US" sz="2000" b="1" dirty="0">
              <a:latin typeface="Cambria" panose="02040503050406030204" pitchFamily="18" charset="0"/>
              <a:ea typeface="Cambria" panose="02040503050406030204" pitchFamily="18" charset="0"/>
            </a:endParaRPr>
          </a:p>
          <a:p>
            <a:pPr lvl="0"/>
            <a:r>
              <a:rPr lang="en-US" sz="2000" b="1" dirty="0">
                <a:solidFill>
                  <a:srgbClr val="002060"/>
                </a:solidFill>
                <a:latin typeface="Cambria" panose="02040503050406030204" pitchFamily="18" charset="0"/>
                <a:ea typeface="Cambria" panose="02040503050406030204" pitchFamily="18" charset="0"/>
              </a:rPr>
              <a:t>Idea : Trade-off      Algorithm vs Data readiness</a:t>
            </a:r>
            <a:endParaRPr lang="en-US" sz="2000" b="1" dirty="0">
              <a:latin typeface="Cambria" panose="02040503050406030204" pitchFamily="18" charset="0"/>
              <a:ea typeface="Cambria" panose="02040503050406030204" pitchFamily="18" charset="0"/>
            </a:endParaRPr>
          </a:p>
          <a:p>
            <a:pPr marL="342900" lvl="0" indent="-342900">
              <a:spcBef>
                <a:spcPts val="306"/>
              </a:spcBef>
              <a:buClr>
                <a:srgbClr val="101141"/>
              </a:buClr>
              <a:buSzPct val="100000"/>
            </a:pPr>
            <a:endParaRPr lang="en-US" sz="2000" b="1" i="1" dirty="0">
              <a:latin typeface="Cambria" panose="02040503050406030204" pitchFamily="18" charset="0"/>
              <a:ea typeface="Cambria" panose="02040503050406030204" pitchFamily="18" charset="0"/>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39</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7BD34F8-1538-BC40-EA8F-C26175C2F861}"/>
                  </a:ext>
                </a:extLst>
              </p14:cNvPr>
              <p14:cNvContentPartPr/>
              <p14:nvPr/>
            </p14:nvContentPartPr>
            <p14:xfrm>
              <a:off x="223560" y="1452960"/>
              <a:ext cx="7999200" cy="4989600"/>
            </p14:xfrm>
          </p:contentPart>
        </mc:Choice>
        <mc:Fallback>
          <p:pic>
            <p:nvPicPr>
              <p:cNvPr id="2" name="Ink 1">
                <a:extLst>
                  <a:ext uri="{FF2B5EF4-FFF2-40B4-BE49-F238E27FC236}">
                    <a16:creationId xmlns:a16="http://schemas.microsoft.com/office/drawing/2014/main" id="{07BD34F8-1538-BC40-EA8F-C26175C2F861}"/>
                  </a:ext>
                </a:extLst>
              </p:cNvPr>
              <p:cNvPicPr/>
              <p:nvPr/>
            </p:nvPicPr>
            <p:blipFill>
              <a:blip r:embed="rId4"/>
              <a:stretch>
                <a:fillRect/>
              </a:stretch>
            </p:blipFill>
            <p:spPr>
              <a:xfrm>
                <a:off x="214200" y="1443600"/>
                <a:ext cx="8017920" cy="5008320"/>
              </a:xfrm>
              <a:prstGeom prst="rect">
                <a:avLst/>
              </a:prstGeom>
            </p:spPr>
          </p:pic>
        </mc:Fallback>
      </mc:AlternateContent>
    </p:spTree>
    <p:extLst>
      <p:ext uri="{BB962C8B-B14F-4D97-AF65-F5344CB8AC3E}">
        <p14:creationId xmlns:p14="http://schemas.microsoft.com/office/powerpoint/2010/main" val="1027698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63773" y="1418230"/>
            <a:ext cx="8980227" cy="5187286"/>
          </a:xfrm>
          <a:noFill/>
          <a:ln>
            <a:noFill/>
          </a:ln>
        </p:spPr>
        <p:txBody>
          <a:bodyPr spcFirstLastPara="1" wrap="square" lIns="91425" tIns="45700" rIns="91425" bIns="45700" anchor="t" anchorCtr="0">
            <a:noAutofit/>
          </a:bodyPr>
          <a:lstStyle/>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Data Aggregation</a:t>
            </a:r>
          </a:p>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Data cleansing</a:t>
            </a:r>
          </a:p>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Instances selection and partitioning</a:t>
            </a:r>
          </a:p>
          <a:p>
            <a:pPr indent="-342900">
              <a:spcBef>
                <a:spcPts val="360"/>
              </a:spcBef>
              <a:buClr>
                <a:schemeClr val="dk1"/>
              </a:buClr>
              <a:buSzPts val="1800"/>
              <a:buChar char="•"/>
            </a:pPr>
            <a:r>
              <a:rPr lang="en-US" dirty="0">
                <a:latin typeface="Cambria" panose="02040503050406030204" pitchFamily="18" charset="0"/>
                <a:ea typeface="Cambria" panose="02040503050406030204" pitchFamily="18" charset="0"/>
                <a:sym typeface="Calibri"/>
              </a:rPr>
              <a:t>Feature tuning</a:t>
            </a:r>
          </a:p>
          <a:p>
            <a:pPr indent="-342900">
              <a:lnSpc>
                <a:spcPct val="150000"/>
              </a:lnSpc>
              <a:spcBef>
                <a:spcPts val="360"/>
              </a:spcBef>
              <a:buClr>
                <a:schemeClr val="dk1"/>
              </a:buClr>
              <a:buSzPts val="1800"/>
              <a:buChar char="•"/>
            </a:pPr>
            <a:endParaRPr lang="en-IN" dirty="0">
              <a:latin typeface="Cambria" panose="02040503050406030204" pitchFamily="18" charset="0"/>
              <a:ea typeface="Cambria" panose="02040503050406030204" pitchFamily="18" charset="0"/>
              <a:sym typeface="Calibri"/>
            </a:endParaRPr>
          </a:p>
        </p:txBody>
      </p:sp>
      <p:sp>
        <p:nvSpPr>
          <p:cNvPr id="5" name="Text Placeholder 4"/>
          <p:cNvSpPr>
            <a:spLocks noGrp="1"/>
          </p:cNvSpPr>
          <p:nvPr>
            <p:ph type="body" idx="2"/>
          </p:nvPr>
        </p:nvSpPr>
        <p:spPr/>
        <p:txBody>
          <a:bodyPr/>
          <a:lstStyle/>
          <a:p>
            <a:r>
              <a:rPr lang="en-IN" b="0" dirty="0">
                <a:latin typeface="Cambria" panose="02040503050406030204" pitchFamily="18" charset="0"/>
                <a:ea typeface="Cambria" panose="02040503050406030204" pitchFamily="18" charset="0"/>
              </a:rPr>
              <a:t>Data Pre-processing</a:t>
            </a:r>
            <a:endParaRPr lang="en-IN" dirty="0"/>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40</a:t>
            </a:r>
          </a:p>
        </p:txBody>
      </p:sp>
    </p:spTree>
    <p:extLst>
      <p:ext uri="{BB962C8B-B14F-4D97-AF65-F5344CB8AC3E}">
        <p14:creationId xmlns:p14="http://schemas.microsoft.com/office/powerpoint/2010/main" val="303820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5"/>
          <p:cNvSpPr>
            <a:spLocks noGrp="1"/>
          </p:cNvSpPr>
          <p:nvPr>
            <p:ph idx="1"/>
          </p:nvPr>
        </p:nvSpPr>
        <p:spPr>
          <a:xfrm>
            <a:off x="304800" y="1493838"/>
            <a:ext cx="8229600" cy="2163762"/>
          </a:xfrm>
        </p:spPr>
        <p:txBody>
          <a:bodyPr/>
          <a:lstStyle/>
          <a:p>
            <a:pPr fontAlgn="base">
              <a:spcAft>
                <a:spcPct val="0"/>
              </a:spcAft>
              <a:buFont typeface="Arial" pitchFamily="34" charset="0"/>
              <a:buChar char="•"/>
            </a:pPr>
            <a:r>
              <a:rPr lang="en-US" altLang="en-US"/>
              <a:t>Consider a data set consisting of transactions (data objects) recording the daily sales of  products in various store locations (Minneapolis, Chicago, Paris, ...) for different days over  the course of a year</a:t>
            </a:r>
          </a:p>
          <a:p>
            <a:pPr fontAlgn="base">
              <a:spcAft>
                <a:spcPct val="0"/>
              </a:spcAft>
              <a:buFont typeface="Arial" pitchFamily="34" charset="0"/>
              <a:buChar char="•"/>
            </a:pPr>
            <a:r>
              <a:rPr lang="en-US" altLang="en-US">
                <a:solidFill>
                  <a:srgbClr val="C00000"/>
                </a:solidFill>
              </a:rPr>
              <a:t>How can we aggregate this data?</a:t>
            </a:r>
          </a:p>
          <a:p>
            <a:pPr fontAlgn="base">
              <a:spcAft>
                <a:spcPct val="0"/>
              </a:spcAft>
              <a:buFont typeface="Arial" pitchFamily="34" charset="0"/>
              <a:buChar char="•"/>
            </a:pPr>
            <a:endParaRPr lang="en-IN" altLang="en-US"/>
          </a:p>
        </p:txBody>
      </p:sp>
      <p:sp>
        <p:nvSpPr>
          <p:cNvPr id="7" name="Content Placeholder 6"/>
          <p:cNvSpPr>
            <a:spLocks noGrp="1"/>
          </p:cNvSpPr>
          <p:nvPr>
            <p:ph sz="quarter" idx="10"/>
          </p:nvPr>
        </p:nvSpPr>
        <p:spPr>
          <a:xfrm>
            <a:off x="304800" y="152400"/>
            <a:ext cx="8382000" cy="1143000"/>
          </a:xfrm>
          <a:noFill/>
          <a:ln>
            <a:noFill/>
          </a:ln>
        </p:spPr>
        <p:txBody>
          <a:bodyPr spcFirstLastPara="1" wrap="square" lIns="91425" tIns="45700" rIns="91425" bIns="45700" anchor="ctr" anchorCtr="0">
            <a:normAutofit/>
          </a:bodyPr>
          <a:lstStyle/>
          <a:p>
            <a:pPr marL="457200" indent="-228600" eaLnBrk="0" fontAlgn="base" hangingPunct="0">
              <a:lnSpc>
                <a:spcPct val="100000"/>
              </a:lnSpc>
              <a:spcBef>
                <a:spcPct val="0"/>
              </a:spcBef>
              <a:spcAft>
                <a:spcPct val="0"/>
              </a:spcAft>
              <a:buFont typeface="Calibri"/>
            </a:pPr>
            <a:r>
              <a:rPr lang="en-IN" b="0" dirty="0">
                <a:solidFill>
                  <a:schemeClr val="dk1"/>
                </a:solidFill>
                <a:cs typeface="Arial"/>
              </a:rPr>
              <a:t>Data Aggregation</a:t>
            </a:r>
          </a:p>
        </p:txBody>
      </p:sp>
      <p:pic>
        <p:nvPicPr>
          <p:cNvPr id="57348"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657600"/>
            <a:ext cx="80010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41</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1AB4A99-779E-E346-F667-1D8A8EE9F4B0}"/>
                  </a:ext>
                </a:extLst>
              </p14:cNvPr>
              <p14:cNvContentPartPr/>
              <p14:nvPr/>
            </p14:nvContentPartPr>
            <p14:xfrm>
              <a:off x="2679840" y="3411720"/>
              <a:ext cx="2563560" cy="309240"/>
            </p14:xfrm>
          </p:contentPart>
        </mc:Choice>
        <mc:Fallback>
          <p:pic>
            <p:nvPicPr>
              <p:cNvPr id="2" name="Ink 1">
                <a:extLst>
                  <a:ext uri="{FF2B5EF4-FFF2-40B4-BE49-F238E27FC236}">
                    <a16:creationId xmlns:a16="http://schemas.microsoft.com/office/drawing/2014/main" id="{41AB4A99-779E-E346-F667-1D8A8EE9F4B0}"/>
                  </a:ext>
                </a:extLst>
              </p:cNvPr>
              <p:cNvPicPr/>
              <p:nvPr/>
            </p:nvPicPr>
            <p:blipFill>
              <a:blip r:embed="rId4"/>
              <a:stretch>
                <a:fillRect/>
              </a:stretch>
            </p:blipFill>
            <p:spPr>
              <a:xfrm>
                <a:off x="2670480" y="3402360"/>
                <a:ext cx="2582280" cy="327960"/>
              </a:xfrm>
              <a:prstGeom prst="rect">
                <a:avLst/>
              </a:prstGeom>
            </p:spPr>
          </p:pic>
        </mc:Fallback>
      </mc:AlternateContent>
    </p:spTree>
    <p:extLst>
      <p:ext uri="{BB962C8B-B14F-4D97-AF65-F5344CB8AC3E}">
        <p14:creationId xmlns:p14="http://schemas.microsoft.com/office/powerpoint/2010/main" val="287919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639" y="2572871"/>
            <a:ext cx="7265987"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bject 5"/>
          <p:cNvSpPr txBox="1"/>
          <p:nvPr/>
        </p:nvSpPr>
        <p:spPr>
          <a:xfrm>
            <a:off x="152400" y="6642100"/>
            <a:ext cx="3438525" cy="103188"/>
          </a:xfrm>
          <a:prstGeom prst="rect">
            <a:avLst/>
          </a:prstGeom>
        </p:spPr>
        <p:txBody>
          <a:bodyPr lIns="0" tIns="0" rIns="0" bIns="0">
            <a:spAutoFit/>
          </a:bodyPr>
          <a:lstStyle/>
          <a:p>
            <a:pPr marL="11206">
              <a:lnSpc>
                <a:spcPts val="777"/>
              </a:lnSpc>
              <a:defRPr/>
            </a:pPr>
            <a:r>
              <a:rPr sz="1050" spc="9" dirty="0">
                <a:latin typeface="Calibri"/>
                <a:cs typeface="Calibri"/>
              </a:rPr>
              <a:t>Source:</a:t>
            </a:r>
            <a:r>
              <a:rPr sz="1050" spc="-9" dirty="0">
                <a:latin typeface="Calibri"/>
                <a:cs typeface="Calibri"/>
              </a:rPr>
              <a:t> </a:t>
            </a:r>
            <a:r>
              <a:rPr sz="1050" spc="9" dirty="0">
                <a:latin typeface="Calibri"/>
                <a:cs typeface="Calibri"/>
              </a:rPr>
              <a:t>Python</a:t>
            </a:r>
            <a:r>
              <a:rPr sz="1050" spc="-4" dirty="0">
                <a:latin typeface="Calibri"/>
                <a:cs typeface="Calibri"/>
              </a:rPr>
              <a:t> </a:t>
            </a:r>
            <a:r>
              <a:rPr sz="1050" spc="4" dirty="0">
                <a:latin typeface="Calibri"/>
                <a:cs typeface="Calibri"/>
              </a:rPr>
              <a:t>for</a:t>
            </a:r>
            <a:r>
              <a:rPr sz="1050" spc="-9" dirty="0">
                <a:latin typeface="Calibri"/>
                <a:cs typeface="Calibri"/>
              </a:rPr>
              <a:t> </a:t>
            </a:r>
            <a:r>
              <a:rPr sz="1050" spc="9" dirty="0">
                <a:latin typeface="Calibri"/>
                <a:cs typeface="Calibri"/>
              </a:rPr>
              <a:t>Data</a:t>
            </a:r>
            <a:r>
              <a:rPr sz="1050" spc="-4" dirty="0">
                <a:latin typeface="Calibri"/>
                <a:cs typeface="Calibri"/>
              </a:rPr>
              <a:t> </a:t>
            </a:r>
            <a:r>
              <a:rPr sz="1050" spc="4" dirty="0">
                <a:latin typeface="Calibri"/>
                <a:cs typeface="Calibri"/>
              </a:rPr>
              <a:t>Analytics</a:t>
            </a:r>
            <a:r>
              <a:rPr sz="1050" spc="-9" dirty="0">
                <a:latin typeface="Calibri"/>
                <a:cs typeface="Calibri"/>
              </a:rPr>
              <a:t> </a:t>
            </a:r>
            <a:r>
              <a:rPr sz="1050" spc="9" dirty="0">
                <a:latin typeface="Calibri"/>
                <a:cs typeface="Calibri"/>
              </a:rPr>
              <a:t>by</a:t>
            </a:r>
            <a:r>
              <a:rPr sz="1050" spc="-4" dirty="0">
                <a:latin typeface="Calibri"/>
                <a:cs typeface="Calibri"/>
              </a:rPr>
              <a:t> </a:t>
            </a:r>
            <a:r>
              <a:rPr sz="1050" spc="9" dirty="0">
                <a:latin typeface="Calibri"/>
                <a:cs typeface="Calibri"/>
              </a:rPr>
              <a:t>Fabio</a:t>
            </a:r>
            <a:r>
              <a:rPr sz="1050" spc="-9" dirty="0">
                <a:latin typeface="Calibri"/>
                <a:cs typeface="Calibri"/>
              </a:rPr>
              <a:t> </a:t>
            </a:r>
            <a:r>
              <a:rPr sz="1050" spc="4" dirty="0">
                <a:latin typeface="Calibri"/>
                <a:cs typeface="Calibri"/>
              </a:rPr>
              <a:t>Nelli</a:t>
            </a:r>
            <a:endParaRPr sz="1050" dirty="0">
              <a:latin typeface="Calibri"/>
              <a:cs typeface="Calibri"/>
            </a:endParaRPr>
          </a:p>
        </p:txBody>
      </p:sp>
      <p:sp>
        <p:nvSpPr>
          <p:cNvPr id="7" name="Content Placeholder 6"/>
          <p:cNvSpPr>
            <a:spLocks noGrp="1"/>
          </p:cNvSpPr>
          <p:nvPr>
            <p:ph sz="quarter" idx="10"/>
          </p:nvPr>
        </p:nvSpPr>
        <p:spPr>
          <a:xfrm>
            <a:off x="7938" y="0"/>
            <a:ext cx="8610600" cy="1143000"/>
          </a:xfrm>
          <a:noFill/>
          <a:ln>
            <a:noFill/>
          </a:ln>
        </p:spPr>
        <p:txBody>
          <a:bodyPr spcFirstLastPara="1" wrap="square" lIns="91425" tIns="45700" rIns="91425" bIns="45700" anchor="ctr" anchorCtr="0">
            <a:normAutofit/>
          </a:bodyPr>
          <a:lstStyle/>
          <a:p>
            <a:pPr marL="457200" indent="-228600" eaLnBrk="0" fontAlgn="base" hangingPunct="0">
              <a:lnSpc>
                <a:spcPct val="100000"/>
              </a:lnSpc>
              <a:spcBef>
                <a:spcPct val="0"/>
              </a:spcBef>
              <a:spcAft>
                <a:spcPct val="0"/>
              </a:spcAft>
              <a:buFont typeface="Calibri"/>
            </a:pPr>
            <a:r>
              <a:rPr lang="en-US" b="0" dirty="0">
                <a:solidFill>
                  <a:schemeClr val="dk1"/>
                </a:solidFill>
                <a:cs typeface="Arial"/>
              </a:rPr>
              <a:t>Data Aggregation </a:t>
            </a:r>
            <a:endParaRPr lang="en-IN" b="0" dirty="0">
              <a:solidFill>
                <a:schemeClr val="dk1"/>
              </a:solidFill>
              <a:cs typeface="Arial"/>
            </a:endParaRPr>
          </a:p>
        </p:txBody>
      </p:sp>
      <p:sp>
        <p:nvSpPr>
          <p:cNvPr id="2" name="Rectangle 1"/>
          <p:cNvSpPr/>
          <p:nvPr/>
        </p:nvSpPr>
        <p:spPr>
          <a:xfrm>
            <a:off x="7938" y="1536656"/>
            <a:ext cx="4572000" cy="830997"/>
          </a:xfrm>
          <a:prstGeom prst="rect">
            <a:avLst/>
          </a:prstGeom>
        </p:spPr>
        <p:txBody>
          <a:bodyPr>
            <a:spAutoFit/>
          </a:bodyPr>
          <a:lstStyle/>
          <a:p>
            <a:pPr marL="457200" indent="-228600" eaLnBrk="0" fontAlgn="base" hangingPunct="0">
              <a:spcBef>
                <a:spcPct val="0"/>
              </a:spcBef>
              <a:spcAft>
                <a:spcPct val="0"/>
              </a:spcAft>
              <a:buFont typeface="Calibri"/>
            </a:pPr>
            <a:r>
              <a:rPr lang="en-US" sz="2400" dirty="0">
                <a:solidFill>
                  <a:schemeClr val="dk1"/>
                </a:solidFill>
                <a:latin typeface="Cambria" panose="02040503050406030204" pitchFamily="18" charset="0"/>
                <a:ea typeface="Cambria" panose="02040503050406030204" pitchFamily="18" charset="0"/>
              </a:rPr>
              <a:t>Python Group By Example</a:t>
            </a:r>
          </a:p>
          <a:p>
            <a:pPr marL="457200" indent="-228600" eaLnBrk="0" fontAlgn="base" hangingPunct="0">
              <a:spcBef>
                <a:spcPct val="0"/>
              </a:spcBef>
              <a:spcAft>
                <a:spcPct val="0"/>
              </a:spcAft>
              <a:buFont typeface="Calibri"/>
            </a:pPr>
            <a:endParaRPr lang="en-IN" sz="2400" dirty="0">
              <a:solidFill>
                <a:schemeClr val="dk1"/>
              </a:solidFill>
              <a:latin typeface="Cambria" panose="02040503050406030204" pitchFamily="18" charset="0"/>
              <a:ea typeface="Cambria" panose="02040503050406030204" pitchFamily="18" charset="0"/>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42</a:t>
            </a:r>
          </a:p>
        </p:txBody>
      </p:sp>
    </p:spTree>
    <p:extLst>
      <p:ext uri="{BB962C8B-B14F-4D97-AF65-F5344CB8AC3E}">
        <p14:creationId xmlns:p14="http://schemas.microsoft.com/office/powerpoint/2010/main" val="34276139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320800"/>
            <a:ext cx="8915400" cy="5440363"/>
          </a:xfrm>
          <a:noFill/>
          <a:ln>
            <a:noFill/>
          </a:ln>
        </p:spPr>
        <p:txBody>
          <a:bodyPr spcFirstLastPara="1" wrap="square" lIns="91425" tIns="45700" rIns="91425" bIns="45700" anchor="t" anchorCtr="0">
            <a:normAutofit/>
          </a:bodyPr>
          <a:lstStyle/>
          <a:p>
            <a:pPr marL="514350" indent="-285750">
              <a:spcBef>
                <a:spcPts val="480"/>
              </a:spcBef>
              <a:buSzPts val="2400"/>
              <a:buChar char="•"/>
            </a:pPr>
            <a:r>
              <a:rPr lang="en-US" dirty="0">
                <a:cs typeface="Arial"/>
                <a:sym typeface="Arial"/>
              </a:rPr>
              <a:t>Removing or correcting records of corrupted or invalid values from raw data</a:t>
            </a:r>
          </a:p>
          <a:p>
            <a:pPr marL="914400" lvl="1" indent="-330200">
              <a:spcBef>
                <a:spcPts val="320"/>
              </a:spcBef>
              <a:buClr>
                <a:schemeClr val="dk1"/>
              </a:buClr>
              <a:buSzPts val="1600"/>
              <a:buFont typeface="Arial"/>
            </a:pPr>
            <a:r>
              <a:rPr lang="en-US" altLang="en-US" sz="2400" dirty="0">
                <a:cs typeface="Arial"/>
                <a:sym typeface="Arial"/>
              </a:rPr>
              <a:t>NOISY: containing noise, errors, or outliers .</a:t>
            </a:r>
          </a:p>
          <a:p>
            <a:pPr lvl="3" indent="-342900">
              <a:spcBef>
                <a:spcPts val="360"/>
              </a:spcBef>
              <a:buSzPts val="1800"/>
            </a:pPr>
            <a:r>
              <a:rPr lang="en-US" altLang="en-US" dirty="0">
                <a:latin typeface="Calibri"/>
                <a:ea typeface="Calibri"/>
                <a:cs typeface="Calibri"/>
              </a:rPr>
              <a:t>e.g., Salary=“−10” (an error)</a:t>
            </a:r>
          </a:p>
          <a:p>
            <a:pPr marL="914400" lvl="1" indent="-330200">
              <a:spcBef>
                <a:spcPts val="320"/>
              </a:spcBef>
              <a:buClr>
                <a:schemeClr val="dk1"/>
              </a:buClr>
              <a:buSzPts val="1600"/>
              <a:buFont typeface="Arial"/>
            </a:pPr>
            <a:r>
              <a:rPr lang="en-US" altLang="en-US" sz="2400" dirty="0">
                <a:cs typeface="Arial"/>
                <a:sym typeface="Arial"/>
              </a:rPr>
              <a:t>INCONSISTENT: containing discrepancies in codes or names, e.g.,</a:t>
            </a:r>
          </a:p>
          <a:p>
            <a:pPr lvl="3" indent="-342900">
              <a:spcBef>
                <a:spcPts val="360"/>
              </a:spcBef>
              <a:buSzPts val="1800"/>
            </a:pPr>
            <a:r>
              <a:rPr lang="en-US" altLang="en-US" dirty="0">
                <a:latin typeface="Calibri"/>
                <a:ea typeface="Calibri"/>
                <a:cs typeface="Calibri"/>
              </a:rPr>
              <a:t>Age=“42”, Birthday=“03/07/2010”</a:t>
            </a:r>
          </a:p>
          <a:p>
            <a:pPr lvl="3" indent="-342900">
              <a:spcBef>
                <a:spcPts val="360"/>
              </a:spcBef>
              <a:buSzPts val="1800"/>
            </a:pPr>
            <a:r>
              <a:rPr lang="en-US" altLang="en-US" dirty="0">
                <a:latin typeface="Calibri"/>
                <a:ea typeface="Calibri"/>
                <a:cs typeface="Calibri"/>
              </a:rPr>
              <a:t>Was rating “1, 2, 3”, now rating “A, B, C”</a:t>
            </a:r>
          </a:p>
          <a:p>
            <a:pPr lvl="3" indent="-342900">
              <a:spcBef>
                <a:spcPts val="360"/>
              </a:spcBef>
              <a:buSzPts val="1800"/>
            </a:pPr>
            <a:r>
              <a:rPr lang="en-US" altLang="en-US" dirty="0">
                <a:latin typeface="Calibri"/>
                <a:ea typeface="Calibri"/>
                <a:cs typeface="Calibri"/>
              </a:rPr>
              <a:t>discrepancy between duplicate records</a:t>
            </a:r>
          </a:p>
          <a:p>
            <a:pPr marL="914400" lvl="1" indent="-330200">
              <a:spcBef>
                <a:spcPts val="320"/>
              </a:spcBef>
              <a:buClr>
                <a:schemeClr val="dk1"/>
              </a:buClr>
              <a:buSzPts val="1600"/>
              <a:buFont typeface="Arial"/>
            </a:pPr>
            <a:r>
              <a:rPr lang="en-US" altLang="en-US" sz="2400" dirty="0">
                <a:cs typeface="Arial"/>
                <a:sym typeface="Arial"/>
              </a:rPr>
              <a:t>INTENTIONAL (e.g., disguised missing data)</a:t>
            </a:r>
          </a:p>
          <a:p>
            <a:pPr lvl="3" indent="-342900">
              <a:spcBef>
                <a:spcPts val="360"/>
              </a:spcBef>
              <a:buSzPts val="1800"/>
            </a:pPr>
            <a:r>
              <a:rPr lang="en-US" altLang="en-US" dirty="0">
                <a:latin typeface="Calibri"/>
                <a:ea typeface="Calibri"/>
                <a:cs typeface="Calibri"/>
              </a:rPr>
              <a:t>Jan. 1 as everyone’s birthday</a:t>
            </a:r>
          </a:p>
          <a:p>
            <a:pPr marL="514350" lvl="1">
              <a:spcBef>
                <a:spcPts val="480"/>
              </a:spcBef>
              <a:buClr>
                <a:srgbClr val="101141"/>
              </a:buClr>
              <a:buSzPts val="2400"/>
              <a:buFont typeface="Arial" pitchFamily="34" charset="0"/>
              <a:buChar char="•"/>
            </a:pPr>
            <a:r>
              <a:rPr lang="en-US" sz="2400" dirty="0">
                <a:cs typeface="Arial"/>
                <a:sym typeface="Arial"/>
              </a:rPr>
              <a:t>Removing records that are missing a large number of columns</a:t>
            </a:r>
          </a:p>
          <a:p>
            <a:pPr marL="514350" lvl="1">
              <a:spcBef>
                <a:spcPts val="480"/>
              </a:spcBef>
              <a:buClr>
                <a:srgbClr val="101141"/>
              </a:buClr>
              <a:buSzPts val="2400"/>
              <a:buFont typeface="Arial" pitchFamily="34" charset="0"/>
              <a:buChar char="•"/>
            </a:pPr>
            <a:r>
              <a:rPr lang="en-US" altLang="en-US" sz="2400" dirty="0">
                <a:cs typeface="Arial"/>
                <a:sym typeface="Arial"/>
              </a:rPr>
              <a:t>Duplicate data</a:t>
            </a:r>
          </a:p>
          <a:p>
            <a:pPr lvl="1" indent="-342900">
              <a:spcBef>
                <a:spcPts val="360"/>
              </a:spcBef>
              <a:buSzPts val="1800"/>
            </a:pPr>
            <a:endParaRPr lang="en-US" altLang="en-US" dirty="0">
              <a:cs typeface="Arial"/>
              <a:sym typeface="Arial"/>
            </a:endParaRPr>
          </a:p>
          <a:p>
            <a:pPr lvl="3" indent="-342900">
              <a:spcBef>
                <a:spcPts val="360"/>
              </a:spcBef>
              <a:buSzPts val="1800"/>
            </a:pPr>
            <a:endParaRPr lang="en-US" altLang="en-US" dirty="0">
              <a:latin typeface="Calibri"/>
              <a:ea typeface="Calibri"/>
              <a:cs typeface="Calibri"/>
            </a:endParaRPr>
          </a:p>
        </p:txBody>
      </p:sp>
      <p:sp>
        <p:nvSpPr>
          <p:cNvPr id="3" name="Content Placeholder 2"/>
          <p:cNvSpPr>
            <a:spLocks noGrp="1"/>
          </p:cNvSpPr>
          <p:nvPr>
            <p:ph sz="quarter" idx="10"/>
          </p:nvPr>
        </p:nvSpPr>
        <p:spPr>
          <a:xfrm>
            <a:off x="304800" y="152400"/>
            <a:ext cx="8839200" cy="1143000"/>
          </a:xfrm>
        </p:spPr>
        <p:txBody>
          <a:bodyPr>
            <a:normAutofit/>
          </a:bodyPr>
          <a:lstStyle/>
          <a:p>
            <a:pPr marL="457200" indent="-228600" eaLnBrk="0" fontAlgn="base" hangingPunct="0">
              <a:lnSpc>
                <a:spcPct val="100000"/>
              </a:lnSpc>
              <a:spcBef>
                <a:spcPct val="0"/>
              </a:spcBef>
              <a:spcAft>
                <a:spcPct val="0"/>
              </a:spcAft>
              <a:buFont typeface="Calibri"/>
            </a:pPr>
            <a:r>
              <a:rPr lang="en-US" b="0" dirty="0">
                <a:solidFill>
                  <a:schemeClr val="dk1"/>
                </a:solidFill>
                <a:cs typeface="Arial"/>
                <a:sym typeface="Arial"/>
              </a:rPr>
              <a:t>Data cleansing</a:t>
            </a: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43</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D9507276-E7F5-84BA-41A7-785446926734}"/>
                  </a:ext>
                </a:extLst>
              </p14:cNvPr>
              <p14:cNvContentPartPr/>
              <p14:nvPr/>
            </p14:nvContentPartPr>
            <p14:xfrm>
              <a:off x="741960" y="2443320"/>
              <a:ext cx="475920" cy="2782080"/>
            </p14:xfrm>
          </p:contentPart>
        </mc:Choice>
        <mc:Fallback>
          <p:pic>
            <p:nvPicPr>
              <p:cNvPr id="5" name="Ink 4">
                <a:extLst>
                  <a:ext uri="{FF2B5EF4-FFF2-40B4-BE49-F238E27FC236}">
                    <a16:creationId xmlns:a16="http://schemas.microsoft.com/office/drawing/2014/main" id="{D9507276-E7F5-84BA-41A7-785446926734}"/>
                  </a:ext>
                </a:extLst>
              </p:cNvPr>
              <p:cNvPicPr/>
              <p:nvPr/>
            </p:nvPicPr>
            <p:blipFill>
              <a:blip r:embed="rId4"/>
              <a:stretch>
                <a:fillRect/>
              </a:stretch>
            </p:blipFill>
            <p:spPr>
              <a:xfrm>
                <a:off x="732600" y="2433960"/>
                <a:ext cx="494640" cy="2800800"/>
              </a:xfrm>
              <a:prstGeom prst="rect">
                <a:avLst/>
              </a:prstGeom>
            </p:spPr>
          </p:pic>
        </mc:Fallback>
      </mc:AlternateContent>
    </p:spTree>
    <p:extLst>
      <p:ext uri="{BB962C8B-B14F-4D97-AF65-F5344CB8AC3E}">
        <p14:creationId xmlns:p14="http://schemas.microsoft.com/office/powerpoint/2010/main" val="20906200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0" y="545674"/>
            <a:ext cx="7979391" cy="1200329"/>
          </a:xfrm>
          <a:noFill/>
          <a:ln w="9525">
            <a:noFill/>
            <a:miter lim="800000"/>
            <a:headEnd/>
            <a:tailEnd/>
          </a:ln>
          <a:effectLst/>
        </p:spPr>
        <p:txBody>
          <a:bodyPr spcFirstLastPara="1" vert="horz" wrap="square" lIns="91440" tIns="45720" rIns="91440" bIns="45720" rtlCol="0" anchor="ctr" anchorCtr="0">
            <a:spAutoFit/>
          </a:bodyPr>
          <a:lstStyle/>
          <a:p>
            <a:pPr marL="457200" indent="-228600" eaLnBrk="0" fontAlgn="base" hangingPunct="0">
              <a:lnSpc>
                <a:spcPct val="100000"/>
              </a:lnSpc>
              <a:spcBef>
                <a:spcPct val="0"/>
              </a:spcBef>
              <a:spcAft>
                <a:spcPct val="0"/>
              </a:spcAft>
              <a:buFont typeface="Calibri"/>
            </a:pPr>
            <a:r>
              <a:rPr lang="en-US" b="0" dirty="0">
                <a:solidFill>
                  <a:schemeClr val="dk1"/>
                </a:solidFill>
                <a:cs typeface="Arial"/>
                <a:sym typeface="Arial"/>
              </a:rPr>
              <a:t>Data cleansing</a:t>
            </a:r>
          </a:p>
          <a:p>
            <a:pPr marL="457200" indent="-228600" eaLnBrk="0" fontAlgn="base" hangingPunct="0">
              <a:lnSpc>
                <a:spcPct val="100000"/>
              </a:lnSpc>
              <a:spcBef>
                <a:spcPct val="0"/>
              </a:spcBef>
              <a:spcAft>
                <a:spcPct val="0"/>
              </a:spcAft>
              <a:buFont typeface="Calibri"/>
            </a:pPr>
            <a:endParaRPr lang="en-IN" b="0" dirty="0">
              <a:solidFill>
                <a:schemeClr val="dk1"/>
              </a:solidFill>
              <a:cs typeface="Arial"/>
              <a:sym typeface="Arial"/>
            </a:endParaRPr>
          </a:p>
        </p:txBody>
      </p:sp>
      <p:sp>
        <p:nvSpPr>
          <p:cNvPr id="35845" name="TextBox 2"/>
          <p:cNvSpPr txBox="1">
            <a:spLocks noChangeArrowheads="1"/>
          </p:cNvSpPr>
          <p:nvPr/>
        </p:nvSpPr>
        <p:spPr bwMode="auto">
          <a:xfrm>
            <a:off x="652463" y="3287713"/>
            <a:ext cx="2876550" cy="3698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mbria" panose="02040503050406030204" pitchFamily="18" charset="0"/>
                <a:ea typeface="Cambria" panose="02040503050406030204" pitchFamily="18"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9pPr>
          </a:lstStyle>
          <a:p>
            <a:pPr eaLnBrk="1" hangingPunct="1">
              <a:spcBef>
                <a:spcPct val="0"/>
              </a:spcBef>
              <a:buFontTx/>
              <a:buNone/>
            </a:pPr>
            <a:r>
              <a:rPr lang="en-US" altLang="en-US" sz="1800" dirty="0">
                <a:latin typeface="Calibri" panose="020F0502020204030204" pitchFamily="34" charset="0"/>
              </a:rPr>
              <a:t>A mistake or a millionaire?</a:t>
            </a:r>
          </a:p>
        </p:txBody>
      </p:sp>
      <p:sp>
        <p:nvSpPr>
          <p:cNvPr id="35846" name="TextBox 6"/>
          <p:cNvSpPr txBox="1">
            <a:spLocks noChangeArrowheads="1"/>
          </p:cNvSpPr>
          <p:nvPr/>
        </p:nvSpPr>
        <p:spPr bwMode="auto">
          <a:xfrm>
            <a:off x="957263" y="3886200"/>
            <a:ext cx="1697037" cy="3698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mbria" panose="02040503050406030204" pitchFamily="18" charset="0"/>
                <a:ea typeface="Cambria" panose="02040503050406030204" pitchFamily="18"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9pPr>
          </a:lstStyle>
          <a:p>
            <a:pPr eaLnBrk="1" hangingPunct="1">
              <a:spcBef>
                <a:spcPct val="0"/>
              </a:spcBef>
              <a:buFontTx/>
              <a:buNone/>
            </a:pPr>
            <a:r>
              <a:rPr lang="en-US" altLang="en-US" sz="1800">
                <a:latin typeface="Calibri" panose="020F0502020204030204" pitchFamily="34" charset="0"/>
              </a:rPr>
              <a:t>Missing values</a:t>
            </a:r>
          </a:p>
        </p:txBody>
      </p:sp>
      <p:sp>
        <p:nvSpPr>
          <p:cNvPr id="35848" name="TextBox 8"/>
          <p:cNvSpPr txBox="1">
            <a:spLocks noChangeArrowheads="1"/>
          </p:cNvSpPr>
          <p:nvPr/>
        </p:nvSpPr>
        <p:spPr bwMode="auto">
          <a:xfrm>
            <a:off x="455613" y="4679950"/>
            <a:ext cx="3276600" cy="36988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mbria" panose="02040503050406030204" pitchFamily="18" charset="0"/>
                <a:ea typeface="Cambria" panose="02040503050406030204" pitchFamily="18"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Arial" panose="020B0604020202020204" pitchFamily="34" charset="0"/>
              </a:defRPr>
            </a:lvl9pPr>
          </a:lstStyle>
          <a:p>
            <a:pPr eaLnBrk="1" hangingPunct="1">
              <a:spcBef>
                <a:spcPct val="0"/>
              </a:spcBef>
              <a:buFontTx/>
              <a:buNone/>
            </a:pPr>
            <a:r>
              <a:rPr lang="en-US" altLang="en-US" sz="1800">
                <a:latin typeface="Calibri" panose="020F0502020204030204" pitchFamily="34" charset="0"/>
              </a:rPr>
              <a:t>Inconsistent duplicate entries</a:t>
            </a:r>
          </a:p>
        </p:txBody>
      </p:sp>
      <p:grpSp>
        <p:nvGrpSpPr>
          <p:cNvPr id="2" name="Group 1"/>
          <p:cNvGrpSpPr/>
          <p:nvPr/>
        </p:nvGrpSpPr>
        <p:grpSpPr>
          <a:xfrm>
            <a:off x="5098256" y="2039937"/>
            <a:ext cx="3690938" cy="3692525"/>
            <a:chOff x="5495925" y="2039938"/>
            <a:chExt cx="3690938" cy="3692525"/>
          </a:xfrm>
        </p:grpSpPr>
        <p:pic>
          <p:nvPicPr>
            <p:cNvPr id="3584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9288" y="2039938"/>
              <a:ext cx="3457575"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5495925" y="3740150"/>
              <a:ext cx="3581400" cy="292100"/>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9" name="Rectangle 8"/>
            <p:cNvSpPr/>
            <p:nvPr/>
          </p:nvSpPr>
          <p:spPr>
            <a:xfrm>
              <a:off x="5495925" y="4946650"/>
              <a:ext cx="3657600" cy="685800"/>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10" name="Rectangle 9"/>
            <p:cNvSpPr/>
            <p:nvPr/>
          </p:nvSpPr>
          <p:spPr>
            <a:xfrm>
              <a:off x="5495925" y="4108450"/>
              <a:ext cx="3657600" cy="59848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grpSp>
      <p:sp>
        <p:nvSpPr>
          <p:cNvPr id="11"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44</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F60A560-12EE-4B96-1EF3-46C08ABEAE72}"/>
                  </a:ext>
                </a:extLst>
              </p14:cNvPr>
              <p14:cNvContentPartPr/>
              <p14:nvPr/>
            </p14:nvContentPartPr>
            <p14:xfrm>
              <a:off x="4741560" y="4020480"/>
              <a:ext cx="3211200" cy="1684800"/>
            </p14:xfrm>
          </p:contentPart>
        </mc:Choice>
        <mc:Fallback>
          <p:pic>
            <p:nvPicPr>
              <p:cNvPr id="4" name="Ink 3">
                <a:extLst>
                  <a:ext uri="{FF2B5EF4-FFF2-40B4-BE49-F238E27FC236}">
                    <a16:creationId xmlns:a16="http://schemas.microsoft.com/office/drawing/2014/main" id="{4F60A560-12EE-4B96-1EF3-46C08ABEAE72}"/>
                  </a:ext>
                </a:extLst>
              </p:cNvPr>
              <p:cNvPicPr/>
              <p:nvPr/>
            </p:nvPicPr>
            <p:blipFill>
              <a:blip r:embed="rId4"/>
              <a:stretch>
                <a:fillRect/>
              </a:stretch>
            </p:blipFill>
            <p:spPr>
              <a:xfrm>
                <a:off x="4732200" y="4011120"/>
                <a:ext cx="3229920" cy="1703520"/>
              </a:xfrm>
              <a:prstGeom prst="rect">
                <a:avLst/>
              </a:prstGeom>
            </p:spPr>
          </p:pic>
        </mc:Fallback>
      </mc:AlternateContent>
    </p:spTree>
    <p:extLst>
      <p:ext uri="{BB962C8B-B14F-4D97-AF65-F5344CB8AC3E}">
        <p14:creationId xmlns:p14="http://schemas.microsoft.com/office/powerpoint/2010/main" val="42894878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11575d78375_0_567"/>
          <p:cNvSpPr txBox="1">
            <a:spLocks noGrp="1"/>
          </p:cNvSpPr>
          <p:nvPr>
            <p:ph type="body" idx="2"/>
          </p:nvPr>
        </p:nvSpPr>
        <p:spPr>
          <a:xfrm>
            <a:off x="209265" y="38544"/>
            <a:ext cx="8675427" cy="1143000"/>
          </a:xfrm>
          <a:prstGeom prst="rect">
            <a:avLst/>
          </a:prstGeom>
          <a:noFill/>
          <a:ln>
            <a:noFill/>
          </a:ln>
        </p:spPr>
        <p:txBody>
          <a:bodyPr spcFirstLastPara="1" wrap="square" lIns="91425" tIns="45700" rIns="91425" bIns="45700" anchor="ctr" anchorCtr="0">
            <a:noAutofit/>
          </a:bodyPr>
          <a:lstStyle/>
          <a:p>
            <a:pPr eaLnBrk="0" fontAlgn="base" hangingPunct="0">
              <a:spcBef>
                <a:spcPct val="0"/>
              </a:spcBef>
              <a:spcAft>
                <a:spcPct val="0"/>
              </a:spcAft>
              <a:buFont typeface="Calibri"/>
            </a:pPr>
            <a:r>
              <a:rPr lang="en-US" b="0" dirty="0"/>
              <a:t>Data cleansing</a:t>
            </a:r>
          </a:p>
          <a:p>
            <a:r>
              <a:rPr lang="en-US" sz="2000" b="0" dirty="0">
                <a:solidFill>
                  <a:srgbClr val="0070C0"/>
                </a:solidFill>
                <a:latin typeface="Cambria" panose="02040503050406030204" pitchFamily="18" charset="0"/>
                <a:ea typeface="Cambria" panose="02040503050406030204" pitchFamily="18" charset="0"/>
              </a:rPr>
              <a:t>Imputing Missing values</a:t>
            </a:r>
          </a:p>
        </p:txBody>
      </p:sp>
      <p:pic>
        <p:nvPicPr>
          <p:cNvPr id="916" name="Google Shape;916;g11575d78375_0_567" descr="Figure 7: Methods to detect, impute missing values for time series data."/>
          <p:cNvPicPr preferRelativeResize="0">
            <a:picLocks noGrp="1"/>
          </p:cNvPicPr>
          <p:nvPr>
            <p:ph type="body" idx="1"/>
          </p:nvPr>
        </p:nvPicPr>
        <p:blipFill rotWithShape="1">
          <a:blip r:embed="rId3">
            <a:alphaModFix/>
          </a:blip>
          <a:srcRect/>
          <a:stretch/>
        </p:blipFill>
        <p:spPr>
          <a:xfrm>
            <a:off x="0" y="1707070"/>
            <a:ext cx="9144000" cy="4498200"/>
          </a:xfrm>
          <a:prstGeom prst="rect">
            <a:avLst/>
          </a:prstGeom>
          <a:noFill/>
          <a:ln>
            <a:noFill/>
          </a:ln>
        </p:spPr>
      </p:pic>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45</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4BB23B4-E1F9-8235-DEE7-0192AC5C9051}"/>
                  </a:ext>
                </a:extLst>
              </p14:cNvPr>
              <p14:cNvContentPartPr/>
              <p14:nvPr/>
            </p14:nvContentPartPr>
            <p14:xfrm>
              <a:off x="1188000" y="2318760"/>
              <a:ext cx="7274880" cy="1573560"/>
            </p14:xfrm>
          </p:contentPart>
        </mc:Choice>
        <mc:Fallback>
          <p:pic>
            <p:nvPicPr>
              <p:cNvPr id="2" name="Ink 1">
                <a:extLst>
                  <a:ext uri="{FF2B5EF4-FFF2-40B4-BE49-F238E27FC236}">
                    <a16:creationId xmlns:a16="http://schemas.microsoft.com/office/drawing/2014/main" id="{54BB23B4-E1F9-8235-DEE7-0192AC5C9051}"/>
                  </a:ext>
                </a:extLst>
              </p:cNvPr>
              <p:cNvPicPr/>
              <p:nvPr/>
            </p:nvPicPr>
            <p:blipFill>
              <a:blip r:embed="rId5"/>
              <a:stretch>
                <a:fillRect/>
              </a:stretch>
            </p:blipFill>
            <p:spPr>
              <a:xfrm>
                <a:off x="1178640" y="2309400"/>
                <a:ext cx="7293600" cy="1592280"/>
              </a:xfrm>
              <a:prstGeom prst="rect">
                <a:avLst/>
              </a:prstGeom>
            </p:spPr>
          </p:pic>
        </mc:Fallback>
      </mc:AlternateContent>
    </p:spTree>
    <p:extLst>
      <p:ext uri="{BB962C8B-B14F-4D97-AF65-F5344CB8AC3E}">
        <p14:creationId xmlns:p14="http://schemas.microsoft.com/office/powerpoint/2010/main" val="4895397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2029583"/>
            <a:ext cx="8229600" cy="4525963"/>
          </a:xfrm>
        </p:spPr>
        <p:txBody>
          <a:bodyPr>
            <a:normAutofit/>
          </a:bodyPr>
          <a:lstStyle/>
          <a:p>
            <a:pPr marL="342900" lvl="1" indent="-342900">
              <a:buClr>
                <a:srgbClr val="101141"/>
              </a:buClr>
              <a:buFont typeface="Arial" panose="020B0604020202020204" pitchFamily="34" charset="0"/>
              <a:buChar char="•"/>
            </a:pPr>
            <a:r>
              <a:rPr lang="en-US" sz="2000" dirty="0">
                <a:latin typeface="+mj-lt"/>
              </a:rPr>
              <a:t>IQR</a:t>
            </a:r>
          </a:p>
          <a:p>
            <a:pPr marL="971550" lvl="2" indent="-342900">
              <a:buClr>
                <a:srgbClr val="101141"/>
              </a:buClr>
              <a:buFont typeface="Arial" panose="020B0604020202020204" pitchFamily="34" charset="0"/>
              <a:buChar char="•"/>
            </a:pPr>
            <a:r>
              <a:rPr lang="en-US" sz="2000" dirty="0">
                <a:latin typeface="+mj-lt"/>
              </a:rPr>
              <a:t>Outliers are </a:t>
            </a:r>
            <a:r>
              <a:rPr lang="en-US" altLang="en-US" sz="2000" dirty="0">
                <a:latin typeface="+mj-lt"/>
              </a:rPr>
              <a:t>usually, a value higher/lower than 1.5 x IQR</a:t>
            </a:r>
          </a:p>
          <a:p>
            <a:pPr marL="971550" lvl="2" indent="-342900">
              <a:buClr>
                <a:srgbClr val="101141"/>
              </a:buClr>
              <a:buFont typeface="Arial" panose="020B0604020202020204" pitchFamily="34" charset="0"/>
              <a:buChar char="•"/>
            </a:pPr>
            <a:endParaRPr lang="en-US" sz="2000" dirty="0">
              <a:latin typeface="+mj-lt"/>
            </a:endParaRPr>
          </a:p>
          <a:p>
            <a:pPr marL="971550" lvl="2" indent="-342900">
              <a:buClr>
                <a:srgbClr val="101141"/>
              </a:buClr>
              <a:buFont typeface="Arial" panose="020B0604020202020204" pitchFamily="34" charset="0"/>
              <a:buChar char="•"/>
            </a:pPr>
            <a:endParaRPr lang="en-US" sz="2000" dirty="0">
              <a:latin typeface="+mj-lt"/>
            </a:endParaRPr>
          </a:p>
          <a:p>
            <a:pPr>
              <a:buFont typeface="Arial" panose="020B0604020202020204" pitchFamily="34" charset="0"/>
              <a:buChar char="•"/>
            </a:pPr>
            <a:r>
              <a:rPr lang="en-US" sz="2000" dirty="0">
                <a:latin typeface="+mj-lt"/>
              </a:rPr>
              <a:t>Z-score method (3 sigma)</a:t>
            </a:r>
          </a:p>
          <a:p>
            <a:pPr>
              <a:buFont typeface="Arial" panose="020B0604020202020204" pitchFamily="34" charset="0"/>
              <a:buChar char="•"/>
            </a:pPr>
            <a:endParaRPr lang="en-US" sz="2000" dirty="0">
              <a:latin typeface="+mj-lt"/>
            </a:endParaRPr>
          </a:p>
        </p:txBody>
      </p:sp>
      <p:sp>
        <p:nvSpPr>
          <p:cNvPr id="5" name="Content Placeholder 4"/>
          <p:cNvSpPr>
            <a:spLocks noGrp="1"/>
          </p:cNvSpPr>
          <p:nvPr>
            <p:ph sz="quarter" idx="10"/>
          </p:nvPr>
        </p:nvSpPr>
        <p:spPr/>
        <p:txBody>
          <a:bodyPr>
            <a:normAutofit/>
          </a:bodyPr>
          <a:lstStyle/>
          <a:p>
            <a:pPr eaLnBrk="0" fontAlgn="base" hangingPunct="0">
              <a:spcBef>
                <a:spcPct val="0"/>
              </a:spcBef>
              <a:spcAft>
                <a:spcPct val="0"/>
              </a:spcAft>
              <a:buFont typeface="Calibri"/>
            </a:pPr>
            <a:r>
              <a:rPr lang="en-US" sz="3200" dirty="0"/>
              <a:t>Data cleansing</a:t>
            </a:r>
          </a:p>
          <a:p>
            <a:r>
              <a:rPr lang="en-US" sz="2400" b="0" dirty="0">
                <a:solidFill>
                  <a:srgbClr val="0070C0"/>
                </a:solidFill>
              </a:rPr>
              <a:t>Handling outliers (univariate)</a:t>
            </a: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46</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1224EEE-F20A-4300-4216-88F221FFE95A}"/>
                  </a:ext>
                </a:extLst>
              </p14:cNvPr>
              <p14:cNvContentPartPr/>
              <p14:nvPr/>
            </p14:nvContentPartPr>
            <p14:xfrm>
              <a:off x="711720" y="2498760"/>
              <a:ext cx="1020600" cy="1551600"/>
            </p14:xfrm>
          </p:contentPart>
        </mc:Choice>
        <mc:Fallback>
          <p:pic>
            <p:nvPicPr>
              <p:cNvPr id="2" name="Ink 1">
                <a:extLst>
                  <a:ext uri="{FF2B5EF4-FFF2-40B4-BE49-F238E27FC236}">
                    <a16:creationId xmlns:a16="http://schemas.microsoft.com/office/drawing/2014/main" id="{01224EEE-F20A-4300-4216-88F221FFE95A}"/>
                  </a:ext>
                </a:extLst>
              </p:cNvPr>
              <p:cNvPicPr/>
              <p:nvPr/>
            </p:nvPicPr>
            <p:blipFill>
              <a:blip r:embed="rId3"/>
              <a:stretch>
                <a:fillRect/>
              </a:stretch>
            </p:blipFill>
            <p:spPr>
              <a:xfrm>
                <a:off x="702360" y="2489400"/>
                <a:ext cx="1039320" cy="1570320"/>
              </a:xfrm>
              <a:prstGeom prst="rect">
                <a:avLst/>
              </a:prstGeom>
            </p:spPr>
          </p:pic>
        </mc:Fallback>
      </mc:AlternateContent>
    </p:spTree>
    <p:extLst>
      <p:ext uri="{BB962C8B-B14F-4D97-AF65-F5344CB8AC3E}">
        <p14:creationId xmlns:p14="http://schemas.microsoft.com/office/powerpoint/2010/main" val="1854346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Interquartile Range (IQR)</a:t>
            </a:r>
            <a:r>
              <a:rPr lang="en-US" dirty="0"/>
              <a:t>:</a:t>
            </a:r>
          </a:p>
          <a:p>
            <a:pPr lvl="1"/>
            <a:r>
              <a:rPr lang="en-US" dirty="0"/>
              <a:t>IQR = Q3 - Q1 (where Q1 is the 25th percentile and Q3 is the 75th percentile)</a:t>
            </a:r>
          </a:p>
          <a:p>
            <a:r>
              <a:rPr lang="en-US" b="1" dirty="0"/>
              <a:t>Outlier Detection</a:t>
            </a:r>
            <a:r>
              <a:rPr lang="en-US" dirty="0"/>
              <a:t>:</a:t>
            </a:r>
          </a:p>
          <a:p>
            <a:pPr lvl="1"/>
            <a:r>
              <a:rPr lang="en-US" b="1" dirty="0"/>
              <a:t>Lower Bound</a:t>
            </a:r>
            <a:r>
              <a:rPr lang="en-US" dirty="0"/>
              <a:t>: Q1 - 1.5 * IQR</a:t>
            </a:r>
          </a:p>
          <a:p>
            <a:pPr lvl="1"/>
            <a:r>
              <a:rPr lang="en-US" b="1" dirty="0"/>
              <a:t>Upper Bound</a:t>
            </a:r>
            <a:r>
              <a:rPr lang="en-US" dirty="0"/>
              <a:t>: Q3 + 1.5 * IQR</a:t>
            </a:r>
          </a:p>
          <a:p>
            <a:r>
              <a:rPr lang="en-US" b="1" dirty="0"/>
              <a:t>Example</a:t>
            </a:r>
            <a:r>
              <a:rPr lang="en-US" dirty="0"/>
              <a:t>:</a:t>
            </a:r>
          </a:p>
          <a:p>
            <a:pPr lvl="1"/>
            <a:r>
              <a:rPr lang="en-US" dirty="0"/>
              <a:t>If Q1 = 10 and Q3 = 20, then IQR = 10</a:t>
            </a:r>
          </a:p>
          <a:p>
            <a:pPr lvl="1"/>
            <a:r>
              <a:rPr lang="en-US" dirty="0"/>
              <a:t>Lower Bound = 10 - 1.5 * 10 = -5</a:t>
            </a:r>
          </a:p>
          <a:p>
            <a:pPr lvl="1"/>
            <a:r>
              <a:rPr lang="en-US" dirty="0"/>
              <a:t>Upper Bound = 20 + 1.5 * 10 = 35</a:t>
            </a:r>
          </a:p>
          <a:p>
            <a:pPr lvl="1"/>
            <a:r>
              <a:rPr lang="en-US" dirty="0"/>
              <a:t>Data points &lt; -5 or &gt; 35 are outliers</a:t>
            </a:r>
          </a:p>
          <a:p>
            <a:endParaRPr lang="en-US" dirty="0"/>
          </a:p>
        </p:txBody>
      </p:sp>
      <p:sp>
        <p:nvSpPr>
          <p:cNvPr id="4" name="Content Placeholder 4"/>
          <p:cNvSpPr>
            <a:spLocks noGrp="1"/>
          </p:cNvSpPr>
          <p:nvPr>
            <p:ph sz="quarter" idx="10"/>
          </p:nvPr>
        </p:nvSpPr>
        <p:spPr/>
        <p:txBody>
          <a:bodyPr>
            <a:normAutofit/>
          </a:bodyPr>
          <a:lstStyle/>
          <a:p>
            <a:pPr eaLnBrk="0" fontAlgn="base" hangingPunct="0">
              <a:spcBef>
                <a:spcPct val="0"/>
              </a:spcBef>
              <a:spcAft>
                <a:spcPct val="0"/>
              </a:spcAft>
              <a:buFont typeface="Calibri"/>
            </a:pPr>
            <a:r>
              <a:rPr lang="en-US" sz="3200" dirty="0"/>
              <a:t>Data cleansing</a:t>
            </a:r>
          </a:p>
          <a:p>
            <a:r>
              <a:rPr lang="en-US" sz="2000" b="0" dirty="0">
                <a:solidFill>
                  <a:srgbClr val="0070C0"/>
                </a:solidFill>
              </a:rPr>
              <a:t>Handling outliers (univariate) using IQR</a:t>
            </a: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47</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B780191-D4DA-E0F0-6DF3-1E76C382F7F5}"/>
                  </a:ext>
                </a:extLst>
              </p14:cNvPr>
              <p14:cNvContentPartPr/>
              <p14:nvPr/>
            </p14:nvContentPartPr>
            <p14:xfrm>
              <a:off x="1333440" y="4033440"/>
              <a:ext cx="4720680" cy="1337400"/>
            </p14:xfrm>
          </p:contentPart>
        </mc:Choice>
        <mc:Fallback>
          <p:pic>
            <p:nvPicPr>
              <p:cNvPr id="3" name="Ink 2">
                <a:extLst>
                  <a:ext uri="{FF2B5EF4-FFF2-40B4-BE49-F238E27FC236}">
                    <a16:creationId xmlns:a16="http://schemas.microsoft.com/office/drawing/2014/main" id="{1B780191-D4DA-E0F0-6DF3-1E76C382F7F5}"/>
                  </a:ext>
                </a:extLst>
              </p:cNvPr>
              <p:cNvPicPr/>
              <p:nvPr/>
            </p:nvPicPr>
            <p:blipFill>
              <a:blip r:embed="rId3"/>
              <a:stretch>
                <a:fillRect/>
              </a:stretch>
            </p:blipFill>
            <p:spPr>
              <a:xfrm>
                <a:off x="1324080" y="4024080"/>
                <a:ext cx="4739400" cy="1356120"/>
              </a:xfrm>
              <a:prstGeom prst="rect">
                <a:avLst/>
              </a:prstGeom>
            </p:spPr>
          </p:pic>
        </mc:Fallback>
      </mc:AlternateContent>
    </p:spTree>
    <p:extLst>
      <p:ext uri="{BB962C8B-B14F-4D97-AF65-F5344CB8AC3E}">
        <p14:creationId xmlns:p14="http://schemas.microsoft.com/office/powerpoint/2010/main" val="25486201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59669" y="1828801"/>
            <a:ext cx="6629400" cy="3394472"/>
          </a:xfrm>
        </p:spPr>
        <p:txBody>
          <a:bodyPr/>
          <a:lstStyle/>
          <a:p>
            <a:pPr>
              <a:defRPr/>
            </a:pPr>
            <a:r>
              <a:rPr lang="en-US" dirty="0"/>
              <a:t>Find the outlier in the following data using Inter-Quartile Range.</a:t>
            </a:r>
          </a:p>
          <a:p>
            <a:pPr marL="0" indent="0">
              <a:defRPr/>
            </a:pPr>
            <a:r>
              <a:rPr lang="en-IN" dirty="0"/>
              <a:t>Data = 10,2, 11, 15,11,14,13,17,12,22,14,11.</a:t>
            </a:r>
          </a:p>
          <a:p>
            <a:pPr marL="342900" indent="-342900">
              <a:buFont typeface="+mj-lt"/>
              <a:buAutoNum type="arabicPeriod"/>
              <a:defRPr/>
            </a:pPr>
            <a:r>
              <a:rPr lang="en-US" sz="1500" dirty="0">
                <a:solidFill>
                  <a:srgbClr val="C00000"/>
                </a:solidFill>
              </a:rPr>
              <a:t>Sort :</a:t>
            </a:r>
            <a:r>
              <a:rPr lang="en-IN" sz="1500" dirty="0">
                <a:solidFill>
                  <a:srgbClr val="C00000"/>
                </a:solidFill>
              </a:rPr>
              <a:t>10, 11, 11, 11, 12, 12, 13, 14, 14, 15, 17, 22</a:t>
            </a:r>
          </a:p>
          <a:p>
            <a:pPr marL="342900" indent="-342900">
              <a:buFont typeface="+mj-lt"/>
              <a:buAutoNum type="arabicPeriod"/>
              <a:defRPr/>
            </a:pPr>
            <a:r>
              <a:rPr lang="en-US" sz="1500" dirty="0">
                <a:solidFill>
                  <a:srgbClr val="C00000"/>
                </a:solidFill>
              </a:rPr>
              <a:t>Median: (12+13)/2=12.5=Q2</a:t>
            </a:r>
          </a:p>
          <a:p>
            <a:pPr marL="342900" indent="-342900">
              <a:buFont typeface="+mj-lt"/>
              <a:buAutoNum type="arabicPeriod"/>
              <a:defRPr/>
            </a:pPr>
            <a:r>
              <a:rPr lang="en-US" sz="1500" dirty="0">
                <a:solidFill>
                  <a:srgbClr val="C00000"/>
                </a:solidFill>
              </a:rPr>
              <a:t>Q1=11(25</a:t>
            </a:r>
            <a:r>
              <a:rPr lang="en-US" sz="1500" baseline="30000" dirty="0">
                <a:solidFill>
                  <a:srgbClr val="C00000"/>
                </a:solidFill>
              </a:rPr>
              <a:t>th</a:t>
            </a:r>
            <a:r>
              <a:rPr lang="en-US" sz="1500" dirty="0">
                <a:solidFill>
                  <a:srgbClr val="C00000"/>
                </a:solidFill>
              </a:rPr>
              <a:t> percentile)</a:t>
            </a:r>
          </a:p>
          <a:p>
            <a:pPr marL="342900" indent="-342900">
              <a:buFont typeface="+mj-lt"/>
              <a:buAutoNum type="arabicPeriod"/>
              <a:defRPr/>
            </a:pPr>
            <a:r>
              <a:rPr lang="en-US" sz="1500" dirty="0">
                <a:solidFill>
                  <a:srgbClr val="C00000"/>
                </a:solidFill>
              </a:rPr>
              <a:t>Q3=14.5(75</a:t>
            </a:r>
            <a:r>
              <a:rPr lang="en-US" sz="1500" baseline="30000" dirty="0">
                <a:solidFill>
                  <a:srgbClr val="C00000"/>
                </a:solidFill>
              </a:rPr>
              <a:t>th</a:t>
            </a:r>
            <a:r>
              <a:rPr lang="en-US" sz="1500" dirty="0">
                <a:solidFill>
                  <a:srgbClr val="C00000"/>
                </a:solidFill>
              </a:rPr>
              <a:t> percentile)</a:t>
            </a:r>
          </a:p>
          <a:p>
            <a:pPr marL="342900" indent="-342900">
              <a:buFont typeface="+mj-lt"/>
              <a:buAutoNum type="arabicPeriod"/>
              <a:defRPr/>
            </a:pPr>
            <a:r>
              <a:rPr lang="en-US" sz="1500" dirty="0">
                <a:solidFill>
                  <a:srgbClr val="C00000"/>
                </a:solidFill>
              </a:rPr>
              <a:t>IQR=Q3-Q1=3.5</a:t>
            </a:r>
          </a:p>
          <a:p>
            <a:pPr marL="342900" indent="-342900">
              <a:buFont typeface="+mj-lt"/>
              <a:buAutoNum type="arabicPeriod"/>
              <a:defRPr/>
            </a:pPr>
            <a:r>
              <a:rPr lang="en-US" sz="1500" dirty="0">
                <a:solidFill>
                  <a:srgbClr val="C00000"/>
                </a:solidFill>
              </a:rPr>
              <a:t>Min=Q1-1.5IQR=5.75</a:t>
            </a:r>
          </a:p>
          <a:p>
            <a:pPr marL="342900" indent="-342900">
              <a:buFont typeface="+mj-lt"/>
              <a:buAutoNum type="arabicPeriod"/>
              <a:defRPr/>
            </a:pPr>
            <a:r>
              <a:rPr lang="en-US" sz="1500" dirty="0">
                <a:solidFill>
                  <a:srgbClr val="C00000"/>
                </a:solidFill>
              </a:rPr>
              <a:t>Max=Q3+1.5IQR=19.75</a:t>
            </a:r>
          </a:p>
          <a:p>
            <a:pPr marL="342900" indent="-342900">
              <a:buFont typeface="+mj-lt"/>
              <a:buAutoNum type="arabicPeriod"/>
              <a:defRPr/>
            </a:pPr>
            <a:endParaRPr lang="en-US" dirty="0"/>
          </a:p>
          <a:p>
            <a:pPr marL="0" indent="0">
              <a:defRPr/>
            </a:pPr>
            <a:r>
              <a:rPr lang="en-US" dirty="0"/>
              <a:t>Outlier=22</a:t>
            </a:r>
            <a:endParaRPr lang="en-IN" dirty="0"/>
          </a:p>
        </p:txBody>
      </p:sp>
      <p:sp>
        <p:nvSpPr>
          <p:cNvPr id="3" name="Content Placeholder 2"/>
          <p:cNvSpPr>
            <a:spLocks noGrp="1"/>
          </p:cNvSpPr>
          <p:nvPr>
            <p:ph sz="quarter" idx="10"/>
          </p:nvPr>
        </p:nvSpPr>
        <p:spPr/>
        <p:txBody>
          <a:bodyPr>
            <a:normAutofit/>
          </a:bodyPr>
          <a:lstStyle/>
          <a:p>
            <a:pPr>
              <a:defRPr/>
            </a:pPr>
            <a:endParaRPr lang="en-US" sz="4000" dirty="0"/>
          </a:p>
          <a:p>
            <a:pPr>
              <a:defRPr/>
            </a:pPr>
            <a:r>
              <a:rPr lang="en-US" sz="4000" dirty="0"/>
              <a:t>Exercise (Self Study)</a:t>
            </a:r>
            <a:endParaRPr lang="en-IN" sz="4000" dirty="0"/>
          </a:p>
        </p:txBody>
      </p:sp>
      <p:pic>
        <p:nvPicPr>
          <p:cNvPr id="4506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456" y="4102895"/>
            <a:ext cx="2995613" cy="135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48</a:t>
            </a:r>
          </a:p>
        </p:txBody>
      </p:sp>
    </p:spTree>
    <p:extLst>
      <p:ext uri="{BB962C8B-B14F-4D97-AF65-F5344CB8AC3E}">
        <p14:creationId xmlns:p14="http://schemas.microsoft.com/office/powerpoint/2010/main" val="853788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5059363"/>
          </a:xfrm>
        </p:spPr>
        <p:txBody>
          <a:bodyPr>
            <a:normAutofit fontScale="92500"/>
          </a:bodyPr>
          <a:lstStyle/>
          <a:p>
            <a:r>
              <a:rPr lang="en-US" b="1" dirty="0"/>
              <a:t>3 Sigma Rule</a:t>
            </a:r>
            <a:r>
              <a:rPr lang="en-US" dirty="0"/>
              <a:t>: Based on the properties of a normal distribution</a:t>
            </a:r>
          </a:p>
          <a:p>
            <a:pPr lvl="1"/>
            <a:r>
              <a:rPr lang="en-US" dirty="0"/>
              <a:t>**Mean (𝜇</a:t>
            </a:r>
            <a:r>
              <a:rPr lang="el-GR" dirty="0"/>
              <a:t>) </a:t>
            </a:r>
            <a:r>
              <a:rPr lang="en-US" dirty="0"/>
              <a:t>and </a:t>
            </a:r>
            <a:r>
              <a:rPr lang="en-US" b="1" dirty="0"/>
              <a:t>Standard Deviation ( </a:t>
            </a:r>
            <a:r>
              <a:rPr lang="el-GR" b="1" i="1" dirty="0"/>
              <a:t>σ</a:t>
            </a:r>
            <a:r>
              <a:rPr lang="el-GR" b="1" dirty="0"/>
              <a:t>)</a:t>
            </a:r>
            <a:endParaRPr lang="el-GR" dirty="0"/>
          </a:p>
          <a:p>
            <a:endParaRPr lang="en-US" b="1" dirty="0"/>
          </a:p>
          <a:p>
            <a:endParaRPr lang="en-US" b="1" dirty="0"/>
          </a:p>
          <a:p>
            <a:endParaRPr lang="en-US" b="1" dirty="0"/>
          </a:p>
          <a:p>
            <a:endParaRPr lang="en-US" b="1" dirty="0"/>
          </a:p>
          <a:p>
            <a:r>
              <a:rPr lang="en-US" b="1" dirty="0"/>
              <a:t>Outlier Detection</a:t>
            </a:r>
            <a:r>
              <a:rPr lang="en-US" dirty="0"/>
              <a:t>:</a:t>
            </a:r>
          </a:p>
          <a:p>
            <a:pPr lvl="1"/>
            <a:r>
              <a:rPr lang="en-US" b="1" dirty="0"/>
              <a:t>Lower Bound</a:t>
            </a:r>
            <a:r>
              <a:rPr lang="en-US" dirty="0"/>
              <a:t>: 𝜇−3𝜎</a:t>
            </a:r>
          </a:p>
          <a:p>
            <a:pPr lvl="1"/>
            <a:r>
              <a:rPr lang="en-US" b="1" dirty="0"/>
              <a:t>Upper Bound</a:t>
            </a:r>
            <a:r>
              <a:rPr lang="en-US" dirty="0"/>
              <a:t>: 𝜇+3𝜎</a:t>
            </a:r>
            <a:endParaRPr lang="el-GR" dirty="0"/>
          </a:p>
          <a:p>
            <a:r>
              <a:rPr lang="en-US" b="1" dirty="0"/>
              <a:t>Example Calculation</a:t>
            </a:r>
            <a:r>
              <a:rPr lang="en-US" dirty="0"/>
              <a:t>:</a:t>
            </a:r>
          </a:p>
          <a:p>
            <a:pPr lvl="1"/>
            <a:r>
              <a:rPr lang="en-US" dirty="0"/>
              <a:t>If 𝜇=50</a:t>
            </a:r>
            <a:r>
              <a:rPr lang="el-GR" dirty="0"/>
              <a:t> </a:t>
            </a:r>
            <a:r>
              <a:rPr lang="en-US" dirty="0"/>
              <a:t>and 𝜎=5</a:t>
            </a:r>
            <a:r>
              <a:rPr lang="el-GR" dirty="0"/>
              <a:t>, </a:t>
            </a:r>
            <a:r>
              <a:rPr lang="en-US" dirty="0"/>
              <a:t>then:</a:t>
            </a:r>
          </a:p>
          <a:p>
            <a:pPr lvl="2"/>
            <a:r>
              <a:rPr lang="en-US" dirty="0"/>
              <a:t>Lower Bound = 50 - 3 * 5 = 35</a:t>
            </a:r>
          </a:p>
          <a:p>
            <a:pPr lvl="2"/>
            <a:r>
              <a:rPr lang="en-US" dirty="0"/>
              <a:t>Upper Bound = 50 + 3 * 5 = 65</a:t>
            </a:r>
          </a:p>
          <a:p>
            <a:pPr lvl="1"/>
            <a:r>
              <a:rPr lang="en-US" dirty="0"/>
              <a:t>Data points &lt; 35 or &gt; 65 are outliers</a:t>
            </a:r>
          </a:p>
          <a:p>
            <a:endParaRPr lang="en-US" dirty="0"/>
          </a:p>
        </p:txBody>
      </p:sp>
      <p:sp>
        <p:nvSpPr>
          <p:cNvPr id="4" name="Content Placeholder 4"/>
          <p:cNvSpPr>
            <a:spLocks noGrp="1"/>
          </p:cNvSpPr>
          <p:nvPr>
            <p:ph sz="quarter" idx="10"/>
          </p:nvPr>
        </p:nvSpPr>
        <p:spPr/>
        <p:txBody>
          <a:bodyPr>
            <a:normAutofit/>
          </a:bodyPr>
          <a:lstStyle/>
          <a:p>
            <a:pPr eaLnBrk="0" fontAlgn="base" hangingPunct="0">
              <a:spcBef>
                <a:spcPct val="0"/>
              </a:spcBef>
              <a:spcAft>
                <a:spcPct val="0"/>
              </a:spcAft>
              <a:buFont typeface="Calibri"/>
            </a:pPr>
            <a:r>
              <a:rPr lang="en-US" sz="3200" dirty="0"/>
              <a:t>Data cleansing</a:t>
            </a:r>
          </a:p>
          <a:p>
            <a:r>
              <a:rPr lang="en-US" sz="2000" b="0" dirty="0">
                <a:solidFill>
                  <a:srgbClr val="0070C0"/>
                </a:solidFill>
              </a:rPr>
              <a:t>Handling outliers (univariate) using  3 sigma</a:t>
            </a:r>
          </a:p>
        </p:txBody>
      </p:sp>
      <p:pic>
        <p:nvPicPr>
          <p:cNvPr id="5" name="Picture 4"/>
          <p:cNvPicPr>
            <a:picLocks noChangeAspect="1"/>
          </p:cNvPicPr>
          <p:nvPr/>
        </p:nvPicPr>
        <p:blipFill>
          <a:blip r:embed="rId2"/>
          <a:stretch>
            <a:fillRect/>
          </a:stretch>
        </p:blipFill>
        <p:spPr>
          <a:xfrm>
            <a:off x="4572000" y="2287549"/>
            <a:ext cx="4598621" cy="1766449"/>
          </a:xfrm>
          <a:prstGeom prst="rect">
            <a:avLst/>
          </a:prstGeom>
        </p:spPr>
      </p:pic>
      <p:sp>
        <p:nvSpPr>
          <p:cNvPr id="3" name="Rectangle 2"/>
          <p:cNvSpPr/>
          <p:nvPr/>
        </p:nvSpPr>
        <p:spPr>
          <a:xfrm>
            <a:off x="152400" y="2501359"/>
            <a:ext cx="4572000" cy="1338828"/>
          </a:xfrm>
          <a:prstGeom prst="rect">
            <a:avLst/>
          </a:prstGeom>
        </p:spPr>
        <p:txBody>
          <a:bodyPr>
            <a:spAutoFit/>
          </a:bodyPr>
          <a:lstStyle/>
          <a:p>
            <a:pPr marL="342900" indent="-342900">
              <a:lnSpc>
                <a:spcPct val="150000"/>
              </a:lnSpc>
              <a:buFont typeface="Wingdings" panose="05000000000000000000" pitchFamily="2" charset="2"/>
              <a:buChar char="Ø"/>
            </a:pPr>
            <a:r>
              <a:rPr lang="en-US" sz="1800" b="1" dirty="0">
                <a:solidFill>
                  <a:srgbClr val="FF0000"/>
                </a:solidFill>
                <a:latin typeface="Helvetica" panose="020B0604020202030204" pitchFamily="34" charset="0"/>
              </a:rPr>
              <a:t>99% of the observations of a variable </a:t>
            </a:r>
          </a:p>
          <a:p>
            <a:pPr>
              <a:lnSpc>
                <a:spcPct val="150000"/>
              </a:lnSpc>
            </a:pPr>
            <a:r>
              <a:rPr lang="en-US" sz="1800" b="1" dirty="0">
                <a:solidFill>
                  <a:srgbClr val="FF0000"/>
                </a:solidFill>
                <a:latin typeface="Helvetica" panose="020B0604020202030204" pitchFamily="34" charset="0"/>
              </a:rPr>
              <a:t>following a normal distribution lie </a:t>
            </a:r>
          </a:p>
          <a:p>
            <a:pPr algn="just">
              <a:lnSpc>
                <a:spcPct val="150000"/>
              </a:lnSpc>
            </a:pPr>
            <a:r>
              <a:rPr lang="en-US" sz="1800" b="1" dirty="0">
                <a:solidFill>
                  <a:srgbClr val="FF0000"/>
                </a:solidFill>
                <a:latin typeface="Helvetica" panose="020B0604020202030204" pitchFamily="34" charset="0"/>
              </a:rPr>
              <a:t>within mean +/- 3 X standard deviation </a:t>
            </a: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49</a:t>
            </a: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97C903B-30D7-DF40-ED45-1752DC389B3B}"/>
                  </a:ext>
                </a:extLst>
              </p14:cNvPr>
              <p14:cNvContentPartPr/>
              <p14:nvPr/>
            </p14:nvContentPartPr>
            <p14:xfrm>
              <a:off x="3459600" y="1902960"/>
              <a:ext cx="5551920" cy="4167000"/>
            </p14:xfrm>
          </p:contentPart>
        </mc:Choice>
        <mc:Fallback>
          <p:pic>
            <p:nvPicPr>
              <p:cNvPr id="7" name="Ink 6">
                <a:extLst>
                  <a:ext uri="{FF2B5EF4-FFF2-40B4-BE49-F238E27FC236}">
                    <a16:creationId xmlns:a16="http://schemas.microsoft.com/office/drawing/2014/main" id="{597C903B-30D7-DF40-ED45-1752DC389B3B}"/>
                  </a:ext>
                </a:extLst>
              </p:cNvPr>
              <p:cNvPicPr/>
              <p:nvPr/>
            </p:nvPicPr>
            <p:blipFill>
              <a:blip r:embed="rId4"/>
              <a:stretch>
                <a:fillRect/>
              </a:stretch>
            </p:blipFill>
            <p:spPr>
              <a:xfrm>
                <a:off x="3450240" y="1893600"/>
                <a:ext cx="5570640" cy="4185720"/>
              </a:xfrm>
              <a:prstGeom prst="rect">
                <a:avLst/>
              </a:prstGeom>
            </p:spPr>
          </p:pic>
        </mc:Fallback>
      </mc:AlternateContent>
    </p:spTree>
    <p:extLst>
      <p:ext uri="{BB962C8B-B14F-4D97-AF65-F5344CB8AC3E}">
        <p14:creationId xmlns:p14="http://schemas.microsoft.com/office/powerpoint/2010/main" val="400713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7" name="Google Shape;847;p8"/>
          <p:cNvSpPr/>
          <p:nvPr/>
        </p:nvSpPr>
        <p:spPr>
          <a:xfrm>
            <a:off x="198697" y="2985262"/>
            <a:ext cx="7826187" cy="16311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Cambria" panose="02040503050406030204" pitchFamily="18" charset="0"/>
                <a:ea typeface="Cambria" panose="02040503050406030204" pitchFamily="18" charset="0"/>
                <a:sym typeface="Arial"/>
              </a:rPr>
              <a:t>The key principle for effective sampling is the following: </a:t>
            </a:r>
            <a:endParaRPr sz="2000" dirty="0">
              <a:latin typeface="Cambria" panose="02040503050406030204" pitchFamily="18" charset="0"/>
              <a:ea typeface="Cambria" panose="02040503050406030204" pitchFamily="18" charset="0"/>
            </a:endParaRPr>
          </a:p>
          <a:p>
            <a:pPr marL="285750" marR="0" lvl="1" indent="-285750" algn="l" rtl="0">
              <a:lnSpc>
                <a:spcPct val="100000"/>
              </a:lnSpc>
              <a:spcBef>
                <a:spcPts val="0"/>
              </a:spcBef>
              <a:spcAft>
                <a:spcPts val="0"/>
              </a:spcAft>
              <a:buClr>
                <a:srgbClr val="000000"/>
              </a:buClr>
              <a:buSzPts val="1800"/>
              <a:buFont typeface="Noto Sans Symbols"/>
              <a:buChar char="⮚"/>
            </a:pPr>
            <a:r>
              <a:rPr lang="en-US" sz="2000" b="0" i="0" u="none" strike="noStrike" cap="none" dirty="0">
                <a:solidFill>
                  <a:srgbClr val="000000"/>
                </a:solidFill>
                <a:latin typeface="Cambria" panose="02040503050406030204" pitchFamily="18" charset="0"/>
                <a:ea typeface="Cambria" panose="02040503050406030204" pitchFamily="18" charset="0"/>
                <a:sym typeface="Arial"/>
              </a:rPr>
              <a:t>Using a sample will work almost as well as using the entire data set, if the sample is </a:t>
            </a:r>
            <a:r>
              <a:rPr lang="en-US" sz="2000" b="0" i="0" u="none" strike="noStrike" cap="none" dirty="0">
                <a:solidFill>
                  <a:srgbClr val="CC6600"/>
                </a:solidFill>
                <a:latin typeface="Cambria" panose="02040503050406030204" pitchFamily="18" charset="0"/>
                <a:ea typeface="Cambria" panose="02040503050406030204" pitchFamily="18" charset="0"/>
                <a:sym typeface="Arial"/>
              </a:rPr>
              <a:t>representative</a:t>
            </a:r>
            <a:endParaRPr sz="2000" dirty="0">
              <a:latin typeface="Cambria" panose="02040503050406030204" pitchFamily="18" charset="0"/>
              <a:ea typeface="Cambria" panose="02040503050406030204" pitchFamily="18" charset="0"/>
            </a:endParaRPr>
          </a:p>
          <a:p>
            <a:pPr marL="285750" marR="0" lvl="1" indent="-285750" algn="l" rtl="0">
              <a:lnSpc>
                <a:spcPct val="100000"/>
              </a:lnSpc>
              <a:spcBef>
                <a:spcPts val="0"/>
              </a:spcBef>
              <a:spcAft>
                <a:spcPts val="0"/>
              </a:spcAft>
              <a:buClr>
                <a:srgbClr val="000000"/>
              </a:buClr>
              <a:buSzPts val="1800"/>
              <a:buFont typeface="Noto Sans Symbols"/>
              <a:buChar char="⮚"/>
            </a:pPr>
            <a:r>
              <a:rPr lang="en-US" sz="2000" b="0" i="0" u="none" strike="noStrike" cap="none" dirty="0">
                <a:solidFill>
                  <a:srgbClr val="000000"/>
                </a:solidFill>
                <a:latin typeface="Cambria" panose="02040503050406030204" pitchFamily="18" charset="0"/>
                <a:ea typeface="Cambria" panose="02040503050406030204" pitchFamily="18" charset="0"/>
                <a:sym typeface="Arial"/>
              </a:rPr>
              <a:t>A sample is </a:t>
            </a:r>
            <a:r>
              <a:rPr lang="en-US" sz="2000" b="0" i="0" u="none" strike="noStrike" cap="none" dirty="0">
                <a:solidFill>
                  <a:srgbClr val="CC6600"/>
                </a:solidFill>
                <a:latin typeface="Cambria" panose="02040503050406030204" pitchFamily="18" charset="0"/>
                <a:ea typeface="Cambria" panose="02040503050406030204" pitchFamily="18" charset="0"/>
                <a:sym typeface="Arial"/>
              </a:rPr>
              <a:t>representative</a:t>
            </a:r>
            <a:r>
              <a:rPr lang="en-US" sz="2000" b="0" i="0" u="none" strike="noStrike" cap="none" dirty="0">
                <a:solidFill>
                  <a:srgbClr val="000000"/>
                </a:solidFill>
                <a:latin typeface="Cambria" panose="02040503050406030204" pitchFamily="18" charset="0"/>
                <a:ea typeface="Cambria" panose="02040503050406030204" pitchFamily="18" charset="0"/>
                <a:sym typeface="Arial"/>
              </a:rPr>
              <a:t> if it has approximately the same properties (of interest) as the original set of data  </a:t>
            </a:r>
            <a:endParaRPr sz="2000" b="0" i="0" u="none" strike="noStrike" cap="none" dirty="0">
              <a:solidFill>
                <a:srgbClr val="000000"/>
              </a:solidFill>
              <a:latin typeface="Cambria" panose="02040503050406030204" pitchFamily="18" charset="0"/>
              <a:ea typeface="Cambria" panose="02040503050406030204" pitchFamily="18" charset="0"/>
              <a:sym typeface="Arial"/>
            </a:endParaRPr>
          </a:p>
        </p:txBody>
      </p:sp>
      <p:pic>
        <p:nvPicPr>
          <p:cNvPr id="849" name="Google Shape;849;p8"/>
          <p:cNvPicPr preferRelativeResize="0"/>
          <p:nvPr/>
        </p:nvPicPr>
        <p:blipFill rotWithShape="1">
          <a:blip r:embed="rId3">
            <a:alphaModFix/>
          </a:blip>
          <a:srcRect l="10356" t="13811" r="14641" b="10953"/>
          <a:stretch/>
        </p:blipFill>
        <p:spPr>
          <a:xfrm>
            <a:off x="3673339" y="4961083"/>
            <a:ext cx="1526458" cy="1087952"/>
          </a:xfrm>
          <a:prstGeom prst="rect">
            <a:avLst/>
          </a:prstGeom>
          <a:noFill/>
          <a:ln>
            <a:noFill/>
          </a:ln>
        </p:spPr>
      </p:pic>
      <p:sp>
        <p:nvSpPr>
          <p:cNvPr id="851" name="Google Shape;851;p8"/>
          <p:cNvSpPr txBox="1"/>
          <p:nvPr/>
        </p:nvSpPr>
        <p:spPr>
          <a:xfrm>
            <a:off x="564037" y="6326482"/>
            <a:ext cx="78799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chemeClr val="dk1"/>
                </a:solidFill>
                <a:latin typeface="Arial"/>
                <a:ea typeface="Arial"/>
                <a:cs typeface="Arial"/>
                <a:sym typeface="Arial"/>
              </a:rPr>
              <a:t>8000 points		         2000 Points			500 Points</a:t>
            </a:r>
            <a:endParaRPr dirty="0"/>
          </a:p>
        </p:txBody>
      </p:sp>
      <p:sp>
        <p:nvSpPr>
          <p:cNvPr id="852" name="Google Shape;852;p8"/>
          <p:cNvSpPr/>
          <p:nvPr/>
        </p:nvSpPr>
        <p:spPr>
          <a:xfrm>
            <a:off x="304800" y="1354087"/>
            <a:ext cx="8634484" cy="163117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Challenge 2 : Non-representative Training Data .</a:t>
            </a:r>
            <a:endParaRPr sz="2000" dirty="0">
              <a:latin typeface="Cambria" panose="02040503050406030204" pitchFamily="18" charset="0"/>
              <a:ea typeface="Cambria" panose="02040503050406030204" pitchFamily="18" charset="0"/>
            </a:endParaRPr>
          </a:p>
          <a:p>
            <a:pPr marL="0" marR="0" lvl="0" indent="0" algn="l" rtl="0">
              <a:lnSpc>
                <a:spcPct val="100000"/>
              </a:lnSpc>
              <a:spcBef>
                <a:spcPts val="0"/>
              </a:spcBef>
              <a:spcAft>
                <a:spcPts val="0"/>
              </a:spcAft>
              <a:buNone/>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Idea : Training Data be representative of the new cases we want to generalize</a:t>
            </a:r>
            <a:endParaRPr sz="2000" dirty="0">
              <a:latin typeface="Cambria" panose="02040503050406030204" pitchFamily="18" charset="0"/>
              <a:ea typeface="Cambria" panose="02040503050406030204" pitchFamily="18" charset="0"/>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Small sample size leads to sampling noise. Increase sampling size.</a:t>
            </a:r>
            <a:endParaRPr sz="2000" dirty="0">
              <a:latin typeface="Cambria" panose="02040503050406030204" pitchFamily="18" charset="0"/>
              <a:ea typeface="Cambria" panose="02040503050406030204" pitchFamily="18" charset="0"/>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2000" b="0" i="0" u="none" strike="noStrike" cap="none" dirty="0">
                <a:solidFill>
                  <a:srgbClr val="002060"/>
                </a:solidFill>
                <a:latin typeface="Cambria" panose="02040503050406030204" pitchFamily="18" charset="0"/>
                <a:ea typeface="Cambria" panose="02040503050406030204" pitchFamily="18" charset="0"/>
                <a:sym typeface="Arial"/>
              </a:rPr>
              <a:t>If sampling process is flawed, even large sample size can lead to sampling bias</a:t>
            </a:r>
            <a:endParaRPr sz="2000"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4"/>
          <a:stretch>
            <a:fillRect/>
          </a:stretch>
        </p:blipFill>
        <p:spPr>
          <a:xfrm>
            <a:off x="505720" y="4885985"/>
            <a:ext cx="1323975" cy="1133475"/>
          </a:xfrm>
          <a:prstGeom prst="rect">
            <a:avLst/>
          </a:prstGeom>
        </p:spPr>
      </p:pic>
      <p:pic>
        <p:nvPicPr>
          <p:cNvPr id="3" name="Picture 2"/>
          <p:cNvPicPr>
            <a:picLocks noChangeAspect="1"/>
          </p:cNvPicPr>
          <p:nvPr/>
        </p:nvPicPr>
        <p:blipFill>
          <a:blip r:embed="rId5"/>
          <a:stretch>
            <a:fillRect/>
          </a:stretch>
        </p:blipFill>
        <p:spPr>
          <a:xfrm>
            <a:off x="6629400" y="4841245"/>
            <a:ext cx="1395484" cy="1184655"/>
          </a:xfrm>
          <a:prstGeom prst="rect">
            <a:avLst/>
          </a:prstGeom>
        </p:spPr>
      </p:pic>
      <p:sp>
        <p:nvSpPr>
          <p:cNvPr id="11" name="Google Shape;839;p7"/>
          <p:cNvSpPr txBox="1">
            <a:spLocks noGrp="1"/>
          </p:cNvSpPr>
          <p:nvPr>
            <p:ph type="body" idx="2"/>
          </p:nvPr>
        </p:nvSpPr>
        <p:spPr>
          <a:xfrm>
            <a:off x="34383" y="246469"/>
            <a:ext cx="8939284" cy="1077218"/>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eaLnBrk="0" fontAlgn="base" hangingPunct="0">
              <a:spcBef>
                <a:spcPct val="0"/>
              </a:spcBef>
              <a:spcAft>
                <a:spcPct val="0"/>
              </a:spcAft>
              <a:buSzPts val="3200"/>
              <a:buFont typeface="Calibri"/>
            </a:pPr>
            <a:r>
              <a:rPr lang="en-IN" sz="2800" b="0" dirty="0">
                <a:latin typeface="Cambria" panose="02040503050406030204" pitchFamily="18" charset="0"/>
                <a:ea typeface="Cambria" panose="02040503050406030204" pitchFamily="18" charset="0"/>
              </a:rPr>
              <a:t>Instances selection and partitioning</a:t>
            </a:r>
          </a:p>
          <a:p>
            <a:pPr marL="114300" indent="0"/>
            <a:r>
              <a:rPr lang="en-US" dirty="0">
                <a:solidFill>
                  <a:srgbClr val="0070C0"/>
                </a:solidFill>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 </a:t>
            </a:r>
            <a:r>
              <a:rPr lang="en-US" sz="2000" dirty="0">
                <a:solidFill>
                  <a:srgbClr val="0070C0"/>
                </a:solidFill>
                <a:latin typeface="Cambria" panose="02040503050406030204" pitchFamily="18" charset="0"/>
                <a:ea typeface="Cambria" panose="02040503050406030204" pitchFamily="18" charset="0"/>
              </a:rPr>
              <a:t>training, evaluation (validation), test sets</a:t>
            </a:r>
          </a:p>
        </p:txBody>
      </p:sp>
      <p:sp>
        <p:nvSpPr>
          <p:cNvPr id="9"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50</a:t>
            </a:r>
          </a:p>
        </p:txBody>
      </p:sp>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F6E73994-A65C-0C6F-A7D5-3F7D8105C9C4}"/>
                  </a:ext>
                </a:extLst>
              </p14:cNvPr>
              <p14:cNvContentPartPr/>
              <p14:nvPr/>
            </p14:nvContentPartPr>
            <p14:xfrm>
              <a:off x="750240" y="3956400"/>
              <a:ext cx="7198200" cy="2726280"/>
            </p14:xfrm>
          </p:contentPart>
        </mc:Choice>
        <mc:Fallback>
          <p:pic>
            <p:nvPicPr>
              <p:cNvPr id="4" name="Ink 3">
                <a:extLst>
                  <a:ext uri="{FF2B5EF4-FFF2-40B4-BE49-F238E27FC236}">
                    <a16:creationId xmlns:a16="http://schemas.microsoft.com/office/drawing/2014/main" id="{F6E73994-A65C-0C6F-A7D5-3F7D8105C9C4}"/>
                  </a:ext>
                </a:extLst>
              </p:cNvPr>
              <p:cNvPicPr/>
              <p:nvPr/>
            </p:nvPicPr>
            <p:blipFill>
              <a:blip r:embed="rId7"/>
              <a:stretch>
                <a:fillRect/>
              </a:stretch>
            </p:blipFill>
            <p:spPr>
              <a:xfrm>
                <a:off x="740880" y="3947040"/>
                <a:ext cx="7216920" cy="2745000"/>
              </a:xfrm>
              <a:prstGeom prst="rect">
                <a:avLst/>
              </a:prstGeom>
            </p:spPr>
          </p:pic>
        </mc:Fallback>
      </mc:AlternateContent>
    </p:spTree>
    <p:extLst>
      <p:ext uri="{BB962C8B-B14F-4D97-AF65-F5344CB8AC3E}">
        <p14:creationId xmlns:p14="http://schemas.microsoft.com/office/powerpoint/2010/main" val="7047828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9"/>
          <p:cNvSpPr txBox="1">
            <a:spLocks noGrp="1"/>
          </p:cNvSpPr>
          <p:nvPr>
            <p:ph type="title"/>
          </p:nvPr>
        </p:nvSpPr>
        <p:spPr>
          <a:xfrm>
            <a:off x="313651" y="1206401"/>
            <a:ext cx="6120680" cy="47041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libri"/>
              <a:buNone/>
            </a:pPr>
            <a:r>
              <a:rPr lang="en-US" sz="1800" b="1" dirty="0">
                <a:latin typeface="Cambria" panose="02040503050406030204" pitchFamily="18" charset="0"/>
                <a:ea typeface="Cambria" panose="02040503050406030204" pitchFamily="18" charset="0"/>
                <a:cs typeface="Arial"/>
                <a:sym typeface="Arial"/>
              </a:rPr>
              <a:t>Issues with Subsampling (Independence Violation)</a:t>
            </a:r>
            <a:endParaRPr sz="1800" b="1" dirty="0">
              <a:latin typeface="Cambria" panose="02040503050406030204" pitchFamily="18" charset="0"/>
              <a:ea typeface="Cambria" panose="02040503050406030204" pitchFamily="18" charset="0"/>
              <a:cs typeface="Arial"/>
              <a:sym typeface="Arial"/>
            </a:endParaRPr>
          </a:p>
        </p:txBody>
      </p:sp>
      <p:pic>
        <p:nvPicPr>
          <p:cNvPr id="858" name="Google Shape;858;p9"/>
          <p:cNvPicPr preferRelativeResize="0"/>
          <p:nvPr/>
        </p:nvPicPr>
        <p:blipFill rotWithShape="1">
          <a:blip r:embed="rId3">
            <a:alphaModFix/>
          </a:blip>
          <a:srcRect/>
          <a:stretch/>
        </p:blipFill>
        <p:spPr>
          <a:xfrm>
            <a:off x="313651" y="1649400"/>
            <a:ext cx="6361446" cy="4247119"/>
          </a:xfrm>
          <a:prstGeom prst="rect">
            <a:avLst/>
          </a:prstGeom>
          <a:noFill/>
          <a:ln>
            <a:noFill/>
          </a:ln>
        </p:spPr>
      </p:pic>
      <p:sp>
        <p:nvSpPr>
          <p:cNvPr id="859" name="Google Shape;859;p9"/>
          <p:cNvSpPr txBox="1"/>
          <p:nvPr/>
        </p:nvSpPr>
        <p:spPr>
          <a:xfrm>
            <a:off x="7233313" y="1196878"/>
            <a:ext cx="1910687" cy="116951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0000"/>
                </a:solidFill>
                <a:latin typeface="Arial"/>
                <a:ea typeface="Arial"/>
                <a:cs typeface="Arial"/>
                <a:sym typeface="Arial"/>
              </a:rPr>
              <a:t>IRIS Dataset of Flowers</a:t>
            </a:r>
            <a:endParaRPr dirty="0"/>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50 </a:t>
            </a:r>
            <a:r>
              <a:rPr lang="en-US" sz="1400" b="0" i="0" u="none" strike="noStrike" cap="none" dirty="0" err="1">
                <a:solidFill>
                  <a:srgbClr val="000000"/>
                </a:solidFill>
                <a:latin typeface="Arial"/>
                <a:ea typeface="Arial"/>
                <a:cs typeface="Arial"/>
                <a:sym typeface="Arial"/>
              </a:rPr>
              <a:t>Setosa</a:t>
            </a:r>
            <a:r>
              <a:rPr lang="en-US" sz="1400" b="0" i="0" u="none" strike="noStrike" cap="none" dirty="0">
                <a:solidFill>
                  <a:srgbClr val="000000"/>
                </a:solidFill>
                <a:latin typeface="Arial"/>
                <a:ea typeface="Arial"/>
                <a:cs typeface="Arial"/>
                <a:sym typeface="Arial"/>
              </a:rPr>
              <a:t>, </a:t>
            </a: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50 Versicolor, </a:t>
            </a: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50 </a:t>
            </a:r>
            <a:r>
              <a:rPr lang="en-US" sz="1400" b="0" i="0" u="none" strike="noStrike" cap="none" dirty="0" err="1">
                <a:solidFill>
                  <a:srgbClr val="000000"/>
                </a:solidFill>
                <a:latin typeface="Arial"/>
                <a:ea typeface="Arial"/>
                <a:cs typeface="Arial"/>
                <a:sym typeface="Arial"/>
              </a:rPr>
              <a:t>Virginica</a:t>
            </a:r>
            <a:endParaRPr sz="1400" b="1" i="0" u="none" strike="noStrike" cap="none" dirty="0">
              <a:solidFill>
                <a:srgbClr val="FF0000"/>
              </a:solidFill>
              <a:latin typeface="Arial"/>
              <a:ea typeface="Arial"/>
              <a:cs typeface="Arial"/>
              <a:sym typeface="Arial"/>
            </a:endParaRPr>
          </a:p>
        </p:txBody>
      </p:sp>
      <p:sp>
        <p:nvSpPr>
          <p:cNvPr id="860" name="Google Shape;860;p9"/>
          <p:cNvSpPr/>
          <p:nvPr/>
        </p:nvSpPr>
        <p:spPr>
          <a:xfrm>
            <a:off x="565392" y="5896519"/>
            <a:ext cx="7917530" cy="73866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Random subsampling can assign 2/3 (100) to training set and 1/3 (50) to the test set</a:t>
            </a:r>
            <a:endParaRPr dirty="0"/>
          </a:p>
          <a:p>
            <a:pPr marL="285750" marR="0" lvl="5"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Training set → 38 x </a:t>
            </a:r>
            <a:r>
              <a:rPr lang="en-US" sz="1400" b="1" i="0" u="none" strike="noStrike" cap="none" dirty="0" err="1">
                <a:solidFill>
                  <a:srgbClr val="000000"/>
                </a:solidFill>
                <a:latin typeface="Arial"/>
                <a:ea typeface="Arial"/>
                <a:cs typeface="Arial"/>
                <a:sym typeface="Arial"/>
              </a:rPr>
              <a:t>Setosa</a:t>
            </a:r>
            <a:r>
              <a:rPr lang="en-US" sz="1400" b="1" i="0" u="none" strike="noStrike" cap="none" dirty="0">
                <a:solidFill>
                  <a:srgbClr val="000000"/>
                </a:solidFill>
                <a:latin typeface="Arial"/>
                <a:ea typeface="Arial"/>
                <a:cs typeface="Arial"/>
                <a:sym typeface="Arial"/>
              </a:rPr>
              <a:t>, 28 x Versicolor, 34 x </a:t>
            </a:r>
            <a:r>
              <a:rPr lang="en-US" sz="1400" b="1" i="0" u="none" strike="noStrike" cap="none" dirty="0" err="1">
                <a:solidFill>
                  <a:srgbClr val="000000"/>
                </a:solidFill>
                <a:latin typeface="Arial"/>
                <a:ea typeface="Arial"/>
                <a:cs typeface="Arial"/>
                <a:sym typeface="Arial"/>
              </a:rPr>
              <a:t>Virginica</a:t>
            </a:r>
            <a:r>
              <a:rPr lang="en-US" sz="1400" b="1" i="0" u="none" strike="noStrike" cap="none" dirty="0">
                <a:solidFill>
                  <a:srgbClr val="000000"/>
                </a:solidFill>
                <a:latin typeface="Arial"/>
                <a:ea typeface="Arial"/>
                <a:cs typeface="Arial"/>
                <a:sym typeface="Arial"/>
              </a:rPr>
              <a:t> </a:t>
            </a:r>
            <a:endParaRPr sz="1400" b="1" i="0" u="none" strike="noStrike" cap="none" dirty="0">
              <a:solidFill>
                <a:srgbClr val="000000"/>
              </a:solidFill>
              <a:latin typeface="Arial"/>
              <a:ea typeface="Arial"/>
              <a:cs typeface="Arial"/>
              <a:sym typeface="Arial"/>
            </a:endParaRPr>
          </a:p>
          <a:p>
            <a:pPr marL="285750" marR="0" lvl="1"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Test set → 12 x </a:t>
            </a:r>
            <a:r>
              <a:rPr lang="en-US" sz="1400" b="1" i="0" u="none" strike="noStrike" cap="none" dirty="0" err="1">
                <a:solidFill>
                  <a:srgbClr val="000000"/>
                </a:solidFill>
                <a:latin typeface="Arial"/>
                <a:ea typeface="Arial"/>
                <a:cs typeface="Arial"/>
                <a:sym typeface="Arial"/>
              </a:rPr>
              <a:t>Setosa</a:t>
            </a:r>
            <a:r>
              <a:rPr lang="en-US" sz="1400" b="1" i="0" u="none" strike="noStrike" cap="none" dirty="0">
                <a:solidFill>
                  <a:srgbClr val="000000"/>
                </a:solidFill>
                <a:latin typeface="Arial"/>
                <a:ea typeface="Arial"/>
                <a:cs typeface="Arial"/>
                <a:sym typeface="Arial"/>
              </a:rPr>
              <a:t>, 22 x Versicolor, 16 x </a:t>
            </a:r>
            <a:r>
              <a:rPr lang="en-US" sz="1400" b="1" i="0" u="none" strike="noStrike" cap="none" dirty="0" err="1">
                <a:solidFill>
                  <a:srgbClr val="000000"/>
                </a:solidFill>
                <a:latin typeface="Arial"/>
                <a:ea typeface="Arial"/>
                <a:cs typeface="Arial"/>
                <a:sym typeface="Arial"/>
              </a:rPr>
              <a:t>Virginica</a:t>
            </a:r>
            <a:endParaRPr sz="1400" b="1" i="0" u="none" strike="noStrike" cap="none" dirty="0">
              <a:solidFill>
                <a:srgbClr val="000000"/>
              </a:solidFill>
              <a:latin typeface="Arial"/>
              <a:ea typeface="Arial"/>
              <a:cs typeface="Arial"/>
              <a:sym typeface="Arial"/>
            </a:endParaRPr>
          </a:p>
        </p:txBody>
      </p:sp>
      <p:sp>
        <p:nvSpPr>
          <p:cNvPr id="7" name="Google Shape;839;p7"/>
          <p:cNvSpPr txBox="1">
            <a:spLocks noGrp="1"/>
          </p:cNvSpPr>
          <p:nvPr>
            <p:ph type="body" idx="4294967295"/>
          </p:nvPr>
        </p:nvSpPr>
        <p:spPr>
          <a:xfrm>
            <a:off x="204716" y="78813"/>
            <a:ext cx="8939284" cy="1036181"/>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marL="25400" indent="0" eaLnBrk="0" fontAlgn="base" hangingPunct="0">
              <a:spcBef>
                <a:spcPct val="0"/>
              </a:spcBef>
              <a:spcAft>
                <a:spcPct val="0"/>
              </a:spcAft>
              <a:buSzPts val="3200"/>
              <a:buNone/>
            </a:pPr>
            <a:r>
              <a:rPr lang="en-IN" sz="2800" b="0" dirty="0">
                <a:latin typeface="Cambria" panose="02040503050406030204" pitchFamily="18" charset="0"/>
                <a:ea typeface="Cambria" panose="02040503050406030204" pitchFamily="18" charset="0"/>
              </a:rPr>
              <a:t>Instances selection and partitioning</a:t>
            </a:r>
          </a:p>
          <a:p>
            <a:pPr marL="0" indent="0" eaLnBrk="0" fontAlgn="base" hangingPunct="0">
              <a:lnSpc>
                <a:spcPct val="150000"/>
              </a:lnSpc>
              <a:spcBef>
                <a:spcPts val="360"/>
              </a:spcBef>
              <a:buSzPts val="1800"/>
              <a:buNone/>
            </a:pPr>
            <a:r>
              <a:rPr lang="en-US" sz="2000" b="1" dirty="0">
                <a:solidFill>
                  <a:srgbClr val="0070C0"/>
                </a:solidFill>
                <a:latin typeface="Cambria" panose="02040503050406030204" pitchFamily="18" charset="0"/>
                <a:ea typeface="Cambria" panose="02040503050406030204" pitchFamily="18" charset="0"/>
              </a:rPr>
              <a:t>Sampling</a:t>
            </a:r>
            <a:endParaRPr sz="2000" b="1" dirty="0">
              <a:solidFill>
                <a:srgbClr val="0070C0"/>
              </a:solidFill>
              <a:latin typeface="Cambria" panose="02040503050406030204" pitchFamily="18" charset="0"/>
              <a:ea typeface="Cambria" panose="02040503050406030204" pitchFamily="18" charset="0"/>
            </a:endParaRPr>
          </a:p>
        </p:txBody>
      </p:sp>
      <p:sp>
        <p:nvSpPr>
          <p:cNvPr id="8" name="Slide Number Placeholder 3"/>
          <p:cNvSpPr>
            <a:spLocks noGrp="1"/>
          </p:cNvSpPr>
          <p:nvPr>
            <p:ph type="sldNum" idx="12"/>
          </p:nvPr>
        </p:nvSpPr>
        <p:spPr>
          <a:xfrm>
            <a:off x="8716776" y="6231989"/>
            <a:ext cx="611560" cy="323557"/>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lang="en-US" sz="1600" b="1" dirty="0">
                <a:solidFill>
                  <a:srgbClr val="000000"/>
                </a:solidFill>
                <a:latin typeface="Tahoma"/>
                <a:ea typeface="Tahoma"/>
                <a:cs typeface="Tahoma"/>
                <a:sym typeface="Tahoma"/>
              </a:rPr>
              <a:t>51</a:t>
            </a:r>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F1EEA5F-C0D9-12AE-2CCB-32C187E80A6C}"/>
                  </a:ext>
                </a:extLst>
              </p14:cNvPr>
              <p14:cNvContentPartPr/>
              <p14:nvPr/>
            </p14:nvContentPartPr>
            <p14:xfrm>
              <a:off x="754560" y="6146640"/>
              <a:ext cx="7125480" cy="561600"/>
            </p14:xfrm>
          </p:contentPart>
        </mc:Choice>
        <mc:Fallback>
          <p:pic>
            <p:nvPicPr>
              <p:cNvPr id="2" name="Ink 1">
                <a:extLst>
                  <a:ext uri="{FF2B5EF4-FFF2-40B4-BE49-F238E27FC236}">
                    <a16:creationId xmlns:a16="http://schemas.microsoft.com/office/drawing/2014/main" id="{FF1EEA5F-C0D9-12AE-2CCB-32C187E80A6C}"/>
                  </a:ext>
                </a:extLst>
              </p:cNvPr>
              <p:cNvPicPr/>
              <p:nvPr/>
            </p:nvPicPr>
            <p:blipFill>
              <a:blip r:embed="rId5"/>
              <a:stretch>
                <a:fillRect/>
              </a:stretch>
            </p:blipFill>
            <p:spPr>
              <a:xfrm>
                <a:off x="745200" y="6137280"/>
                <a:ext cx="7144200" cy="580320"/>
              </a:xfrm>
              <a:prstGeom prst="rect">
                <a:avLst/>
              </a:prstGeom>
            </p:spPr>
          </p:pic>
        </mc:Fallback>
      </mc:AlternateContent>
    </p:spTree>
    <p:extLst>
      <p:ext uri="{BB962C8B-B14F-4D97-AF65-F5344CB8AC3E}">
        <p14:creationId xmlns:p14="http://schemas.microsoft.com/office/powerpoint/2010/main" val="8631379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pic>
        <p:nvPicPr>
          <p:cNvPr id="867" name="Google Shape;867;g11575d78375_0_483"/>
          <p:cNvPicPr preferRelativeResize="0"/>
          <p:nvPr/>
        </p:nvPicPr>
        <p:blipFill rotWithShape="1">
          <a:blip r:embed="rId3">
            <a:alphaModFix/>
          </a:blip>
          <a:srcRect l="59321" t="67853" r="13972" b="3453"/>
          <a:stretch/>
        </p:blipFill>
        <p:spPr>
          <a:xfrm>
            <a:off x="451999" y="2822321"/>
            <a:ext cx="2953177" cy="1690224"/>
          </a:xfrm>
          <a:prstGeom prst="rect">
            <a:avLst/>
          </a:prstGeom>
          <a:noFill/>
          <a:ln>
            <a:noFill/>
          </a:ln>
        </p:spPr>
      </p:pic>
      <p:pic>
        <p:nvPicPr>
          <p:cNvPr id="868" name="Google Shape;868;g11575d78375_0_483"/>
          <p:cNvPicPr preferRelativeResize="0"/>
          <p:nvPr/>
        </p:nvPicPr>
        <p:blipFill rotWithShape="1">
          <a:blip r:embed="rId4">
            <a:alphaModFix/>
          </a:blip>
          <a:srcRect l="35550" t="65693" r="36695" b="5308"/>
          <a:stretch/>
        </p:blipFill>
        <p:spPr>
          <a:xfrm>
            <a:off x="5819818" y="2712093"/>
            <a:ext cx="3101170" cy="1800452"/>
          </a:xfrm>
          <a:prstGeom prst="rect">
            <a:avLst/>
          </a:prstGeom>
          <a:noFill/>
          <a:ln>
            <a:noFill/>
          </a:ln>
        </p:spPr>
      </p:pic>
      <p:sp>
        <p:nvSpPr>
          <p:cNvPr id="870" name="Google Shape;870;g11575d78375_0_483"/>
          <p:cNvSpPr txBox="1"/>
          <p:nvPr/>
        </p:nvSpPr>
        <p:spPr>
          <a:xfrm>
            <a:off x="649832" y="2209891"/>
            <a:ext cx="2152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Simple Random Type</a:t>
            </a:r>
            <a:endParaRPr sz="1800" b="0" i="0" u="none" strike="noStrike" cap="none" dirty="0">
              <a:solidFill>
                <a:schemeClr val="dk1"/>
              </a:solidFill>
              <a:latin typeface="Calibri"/>
              <a:ea typeface="Calibri"/>
              <a:cs typeface="Calibri"/>
              <a:sym typeface="Calibri"/>
            </a:endParaRPr>
          </a:p>
        </p:txBody>
      </p:sp>
      <p:sp>
        <p:nvSpPr>
          <p:cNvPr id="871" name="Google Shape;871;g11575d78375_0_483"/>
          <p:cNvSpPr txBox="1"/>
          <p:nvPr/>
        </p:nvSpPr>
        <p:spPr>
          <a:xfrm>
            <a:off x="6162753" y="2109815"/>
            <a:ext cx="24501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Stratified Sampling Type</a:t>
            </a:r>
            <a:endParaRPr sz="1800" b="0" i="0" u="none" strike="noStrike" cap="none" dirty="0">
              <a:solidFill>
                <a:schemeClr val="dk1"/>
              </a:solidFill>
              <a:latin typeface="Calibri"/>
              <a:ea typeface="Calibri"/>
              <a:cs typeface="Calibri"/>
              <a:sym typeface="Calibri"/>
            </a:endParaRPr>
          </a:p>
        </p:txBody>
      </p:sp>
      <p:sp>
        <p:nvSpPr>
          <p:cNvPr id="872" name="Google Shape;872;g11575d78375_0_483"/>
          <p:cNvSpPr txBox="1"/>
          <p:nvPr/>
        </p:nvSpPr>
        <p:spPr>
          <a:xfrm>
            <a:off x="6145353" y="5114823"/>
            <a:ext cx="2484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Clustered Sampling Type</a:t>
            </a:r>
            <a:endParaRPr sz="1800" b="0" i="0" u="none" strike="noStrike" cap="none" dirty="0">
              <a:solidFill>
                <a:schemeClr val="dk1"/>
              </a:solidFill>
              <a:latin typeface="Calibri"/>
              <a:ea typeface="Calibri"/>
              <a:cs typeface="Calibri"/>
              <a:sym typeface="Calibri"/>
            </a:endParaRPr>
          </a:p>
        </p:txBody>
      </p:sp>
      <p:pic>
        <p:nvPicPr>
          <p:cNvPr id="2" name="Picture 1"/>
          <p:cNvPicPr>
            <a:picLocks noChangeAspect="1"/>
          </p:cNvPicPr>
          <p:nvPr/>
        </p:nvPicPr>
        <p:blipFill>
          <a:blip r:embed="rId5"/>
          <a:stretch>
            <a:fillRect/>
          </a:stretch>
        </p:blipFill>
        <p:spPr>
          <a:xfrm>
            <a:off x="3071884" y="4707835"/>
            <a:ext cx="2524125" cy="1552575"/>
          </a:xfrm>
          <a:prstGeom prst="rect">
            <a:avLst/>
          </a:prstGeom>
        </p:spPr>
      </p:pic>
      <p:sp>
        <p:nvSpPr>
          <p:cNvPr id="11" name="Google Shape;839;p7"/>
          <p:cNvSpPr txBox="1">
            <a:spLocks noGrp="1"/>
          </p:cNvSpPr>
          <p:nvPr>
            <p:ph type="body" idx="2"/>
          </p:nvPr>
        </p:nvSpPr>
        <p:spPr>
          <a:xfrm>
            <a:off x="0" y="98001"/>
            <a:ext cx="8939284" cy="1343958"/>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eaLnBrk="0" fontAlgn="base" hangingPunct="0">
              <a:spcBef>
                <a:spcPct val="0"/>
              </a:spcBef>
              <a:spcAft>
                <a:spcPct val="0"/>
              </a:spcAft>
              <a:buSzPts val="3200"/>
              <a:buFont typeface="Calibri"/>
            </a:pPr>
            <a:r>
              <a:rPr lang="en-IN" sz="2800" b="0" dirty="0">
                <a:latin typeface="Cambria" panose="02040503050406030204" pitchFamily="18" charset="0"/>
                <a:ea typeface="Cambria" panose="02040503050406030204" pitchFamily="18" charset="0"/>
              </a:rPr>
              <a:t>Instances selection and partitioning</a:t>
            </a:r>
          </a:p>
          <a:p>
            <a:pPr marL="114300" eaLnBrk="0" fontAlgn="base" hangingPunct="0">
              <a:lnSpc>
                <a:spcPct val="150000"/>
              </a:lnSpc>
              <a:spcBef>
                <a:spcPts val="360"/>
              </a:spcBef>
              <a:buClr>
                <a:srgbClr val="000000"/>
              </a:buClr>
              <a:buSzPts val="1800"/>
            </a:pPr>
            <a:r>
              <a:rPr lang="en-US" sz="2000" dirty="0">
                <a:solidFill>
                  <a:srgbClr val="0070C0"/>
                </a:solidFill>
                <a:latin typeface="Cambria" panose="02040503050406030204" pitchFamily="18" charset="0"/>
                <a:ea typeface="Cambria" panose="02040503050406030204" pitchFamily="18" charset="0"/>
              </a:rPr>
              <a:t>Sampling - Frequently Used</a:t>
            </a:r>
          </a:p>
          <a:p>
            <a:pPr eaLnBrk="0" fontAlgn="base" hangingPunct="0">
              <a:spcBef>
                <a:spcPct val="0"/>
              </a:spcBef>
              <a:spcAft>
                <a:spcPct val="0"/>
              </a:spcAft>
              <a:buSzPts val="3200"/>
            </a:pPr>
            <a:endParaRPr sz="2000" dirty="0">
              <a:latin typeface="Cambria" panose="02040503050406030204" pitchFamily="18" charset="0"/>
              <a:ea typeface="Cambria" panose="02040503050406030204" pitchFamily="18" charset="0"/>
            </a:endParaRPr>
          </a:p>
        </p:txBody>
      </p:sp>
      <p:sp>
        <p:nvSpPr>
          <p:cNvPr id="9"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52</a:t>
            </a:r>
          </a:p>
        </p:txBody>
      </p:sp>
    </p:spTree>
    <p:extLst>
      <p:ext uri="{BB962C8B-B14F-4D97-AF65-F5344CB8AC3E}">
        <p14:creationId xmlns:p14="http://schemas.microsoft.com/office/powerpoint/2010/main" val="16472429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5" name="Google Shape;885;p1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lnSpc>
                <a:spcPct val="150000"/>
              </a:lnSpc>
            </a:pPr>
            <a:r>
              <a:rPr lang="en-US" sz="2400" b="1" dirty="0">
                <a:latin typeface="Cambria" panose="02040503050406030204" pitchFamily="18" charset="0"/>
                <a:ea typeface="Cambria" panose="02040503050406030204" pitchFamily="18" charset="0"/>
                <a:cs typeface="Arial"/>
                <a:sym typeface="Arial"/>
              </a:rPr>
              <a:t>Scenario</a:t>
            </a:r>
            <a:r>
              <a:rPr lang="en-US" sz="2400" dirty="0">
                <a:latin typeface="Cambria" panose="02040503050406030204" pitchFamily="18" charset="0"/>
                <a:ea typeface="Cambria" panose="02040503050406030204" pitchFamily="18" charset="0"/>
                <a:cs typeface="Arial"/>
                <a:sym typeface="Arial"/>
              </a:rPr>
              <a:t> : Building Classifiers with Imbalanced Training Set</a:t>
            </a:r>
            <a:endParaRPr sz="2400" dirty="0">
              <a:latin typeface="Cambria" panose="02040503050406030204" pitchFamily="18" charset="0"/>
              <a:ea typeface="Cambria" panose="02040503050406030204" pitchFamily="18" charset="0"/>
            </a:endParaRPr>
          </a:p>
          <a:p>
            <a:pPr>
              <a:lnSpc>
                <a:spcPct val="150000"/>
              </a:lnSpc>
            </a:pPr>
            <a:r>
              <a:rPr lang="en-US" sz="2400" dirty="0">
                <a:latin typeface="Cambria" panose="02040503050406030204" pitchFamily="18" charset="0"/>
                <a:ea typeface="Cambria" panose="02040503050406030204" pitchFamily="18" charset="0"/>
                <a:cs typeface="Arial"/>
                <a:sym typeface="Arial"/>
              </a:rPr>
              <a:t>Modify the distribution of training data so that rare class is well-represented in training set</a:t>
            </a:r>
            <a:endParaRPr sz="2400" dirty="0">
              <a:latin typeface="Cambria" panose="02040503050406030204" pitchFamily="18" charset="0"/>
              <a:ea typeface="Cambria" panose="02040503050406030204" pitchFamily="18" charset="0"/>
            </a:endParaRPr>
          </a:p>
          <a:p>
            <a:pPr lvl="1">
              <a:lnSpc>
                <a:spcPct val="150000"/>
              </a:lnSpc>
            </a:pPr>
            <a:r>
              <a:rPr lang="en-US" sz="2400" dirty="0">
                <a:latin typeface="Cambria" panose="02040503050406030204" pitchFamily="18" charset="0"/>
                <a:ea typeface="Cambria" panose="02040503050406030204" pitchFamily="18" charset="0"/>
                <a:cs typeface="Arial"/>
                <a:sym typeface="Arial"/>
              </a:rPr>
              <a:t>Under sample the majority class</a:t>
            </a:r>
            <a:endParaRPr sz="2400" dirty="0">
              <a:latin typeface="Cambria" panose="02040503050406030204" pitchFamily="18" charset="0"/>
              <a:ea typeface="Cambria" panose="02040503050406030204" pitchFamily="18" charset="0"/>
            </a:endParaRPr>
          </a:p>
          <a:p>
            <a:pPr lvl="1">
              <a:lnSpc>
                <a:spcPct val="150000"/>
              </a:lnSpc>
            </a:pPr>
            <a:r>
              <a:rPr lang="en-US" sz="2400" dirty="0">
                <a:latin typeface="Cambria" panose="02040503050406030204" pitchFamily="18" charset="0"/>
                <a:ea typeface="Cambria" panose="02040503050406030204" pitchFamily="18" charset="0"/>
                <a:cs typeface="Arial"/>
                <a:sym typeface="Arial"/>
              </a:rPr>
              <a:t>Over sample the rare class</a:t>
            </a:r>
            <a:endParaRPr sz="2400" dirty="0">
              <a:latin typeface="Cambria" panose="02040503050406030204" pitchFamily="18" charset="0"/>
              <a:ea typeface="Cambria" panose="02040503050406030204" pitchFamily="18" charset="0"/>
            </a:endParaRPr>
          </a:p>
          <a:p>
            <a:pPr marL="342900">
              <a:lnSpc>
                <a:spcPct val="150000"/>
              </a:lnSpc>
            </a:pPr>
            <a:endParaRPr sz="2400" dirty="0">
              <a:latin typeface="Cambria" panose="02040503050406030204" pitchFamily="18" charset="0"/>
              <a:ea typeface="Cambria" panose="02040503050406030204" pitchFamily="18" charset="0"/>
              <a:cs typeface="Arial"/>
              <a:sym typeface="Arial"/>
            </a:endParaRPr>
          </a:p>
          <a:p>
            <a:pPr marL="571500">
              <a:lnSpc>
                <a:spcPct val="150000"/>
              </a:lnSpc>
            </a:pPr>
            <a:endParaRPr sz="2400" dirty="0">
              <a:latin typeface="Cambria" panose="02040503050406030204" pitchFamily="18" charset="0"/>
              <a:ea typeface="Cambria" panose="02040503050406030204" pitchFamily="18" charset="0"/>
              <a:cs typeface="Arial"/>
              <a:sym typeface="Arial"/>
            </a:endParaRPr>
          </a:p>
        </p:txBody>
      </p:sp>
      <p:sp>
        <p:nvSpPr>
          <p:cNvPr id="6" name="Google Shape;839;p7"/>
          <p:cNvSpPr txBox="1">
            <a:spLocks/>
          </p:cNvSpPr>
          <p:nvPr/>
        </p:nvSpPr>
        <p:spPr>
          <a:xfrm>
            <a:off x="102358" y="13648"/>
            <a:ext cx="5871722" cy="1343958"/>
          </a:xfrm>
          <a:prstGeom prst="rect">
            <a:avLst/>
          </a:prstGeom>
          <a:noFill/>
          <a:ln w="9525">
            <a:noFill/>
            <a:miter lim="800000"/>
            <a:headEnd/>
            <a:tailEnd/>
          </a:ln>
          <a:effectLst/>
        </p:spPr>
        <p:txBody>
          <a:bodyPr spcFirstLastPara="1" vert="horz" wrap="square" lIns="91440" tIns="45720" rIns="91440" bIns="45720" rtlCol="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0" fontAlgn="base" hangingPunct="0">
              <a:spcBef>
                <a:spcPct val="0"/>
              </a:spcBef>
              <a:spcAft>
                <a:spcPct val="0"/>
              </a:spcAft>
              <a:buSzPts val="3200"/>
              <a:buFont typeface="Calibri"/>
              <a:buNone/>
            </a:pPr>
            <a:r>
              <a:rPr lang="en-US" sz="2800" dirty="0">
                <a:latin typeface="Cambria" panose="02040503050406030204" pitchFamily="18" charset="0"/>
                <a:ea typeface="Cambria" panose="02040503050406030204" pitchFamily="18" charset="0"/>
              </a:rPr>
              <a:t>Instances selection and partitioning</a:t>
            </a:r>
          </a:p>
          <a:p>
            <a:pPr marL="114300" lvl="0" indent="-228600" eaLnBrk="0" fontAlgn="base" hangingPunct="0">
              <a:lnSpc>
                <a:spcPct val="150000"/>
              </a:lnSpc>
              <a:spcBef>
                <a:spcPts val="360"/>
              </a:spcBef>
              <a:buSzPts val="1800"/>
            </a:pPr>
            <a:r>
              <a:rPr lang="en-US" sz="2000" b="1" dirty="0">
                <a:solidFill>
                  <a:srgbClr val="0070C0"/>
                </a:solidFill>
                <a:latin typeface="Cambria" panose="02040503050406030204" pitchFamily="18" charset="0"/>
                <a:ea typeface="Cambria" panose="02040503050406030204" pitchFamily="18" charset="0"/>
              </a:rPr>
              <a:t>Sampling - Imbalanced Training Set</a:t>
            </a:r>
          </a:p>
          <a:p>
            <a:pPr eaLnBrk="0" fontAlgn="base" hangingPunct="0">
              <a:spcBef>
                <a:spcPct val="0"/>
              </a:spcBef>
              <a:spcAft>
                <a:spcPct val="0"/>
              </a:spcAft>
              <a:buSzPts val="3200"/>
            </a:pPr>
            <a:endParaRPr lang="en-US" sz="2000" dirty="0">
              <a:latin typeface="Cambria" panose="02040503050406030204" pitchFamily="18" charset="0"/>
              <a:ea typeface="Cambria" panose="02040503050406030204" pitchFamily="18" charset="0"/>
            </a:endParaRPr>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53</a:t>
            </a:fld>
            <a:endParaRPr lang="en-US" sz="1600" b="1" dirty="0">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B5B36AB-CC5A-6007-0BFB-167ACE02BC43}"/>
                  </a:ext>
                </a:extLst>
              </p14:cNvPr>
              <p14:cNvContentPartPr/>
              <p14:nvPr/>
            </p14:nvContentPartPr>
            <p14:xfrm>
              <a:off x="2199240" y="771480"/>
              <a:ext cx="7373520" cy="5649840"/>
            </p14:xfrm>
          </p:contentPart>
        </mc:Choice>
        <mc:Fallback>
          <p:pic>
            <p:nvPicPr>
              <p:cNvPr id="2" name="Ink 1">
                <a:extLst>
                  <a:ext uri="{FF2B5EF4-FFF2-40B4-BE49-F238E27FC236}">
                    <a16:creationId xmlns:a16="http://schemas.microsoft.com/office/drawing/2014/main" id="{6B5B36AB-CC5A-6007-0BFB-167ACE02BC43}"/>
                  </a:ext>
                </a:extLst>
              </p:cNvPr>
              <p:cNvPicPr/>
              <p:nvPr/>
            </p:nvPicPr>
            <p:blipFill>
              <a:blip r:embed="rId4"/>
              <a:stretch>
                <a:fillRect/>
              </a:stretch>
            </p:blipFill>
            <p:spPr>
              <a:xfrm>
                <a:off x="2189880" y="762120"/>
                <a:ext cx="7392240" cy="5668560"/>
              </a:xfrm>
              <a:prstGeom prst="rect">
                <a:avLst/>
              </a:prstGeom>
            </p:spPr>
          </p:pic>
        </mc:Fallback>
      </mc:AlternateContent>
    </p:spTree>
    <p:extLst>
      <p:ext uri="{BB962C8B-B14F-4D97-AF65-F5344CB8AC3E}">
        <p14:creationId xmlns:p14="http://schemas.microsoft.com/office/powerpoint/2010/main" val="30867256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6080" y="248529"/>
            <a:ext cx="5945751" cy="849313"/>
          </a:xfrm>
        </p:spPr>
        <p:txBody>
          <a:bodyPr>
            <a:normAutofit fontScale="90000"/>
          </a:bodyPr>
          <a:lstStyle/>
          <a:p>
            <a:pPr algn="l"/>
            <a:r>
              <a:rPr lang="en-US" dirty="0">
                <a:latin typeface="Cambria" panose="02040503050406030204" pitchFamily="18" charset="0"/>
                <a:ea typeface="Cambria" panose="02040503050406030204" pitchFamily="18" charset="0"/>
              </a:rPr>
              <a:t>Feature tuning</a:t>
            </a:r>
            <a:br>
              <a:rPr lang="en-US" dirty="0">
                <a:latin typeface="Cambria" panose="02040503050406030204" pitchFamily="18" charset="0"/>
                <a:ea typeface="Cambria" panose="02040503050406030204" pitchFamily="18" charset="0"/>
              </a:rPr>
            </a:br>
            <a:r>
              <a:rPr lang="en-US" sz="2000" b="1" dirty="0">
                <a:solidFill>
                  <a:srgbClr val="0070C0"/>
                </a:solidFill>
                <a:latin typeface="Cambria" panose="02040503050406030204" pitchFamily="18" charset="0"/>
                <a:ea typeface="Cambria" panose="02040503050406030204" pitchFamily="18" charset="0"/>
              </a:rPr>
              <a:t>Feature Scaling</a:t>
            </a:r>
            <a:endParaRPr lang="en-IN" b="1" dirty="0"/>
          </a:p>
        </p:txBody>
      </p:sp>
      <p:pic>
        <p:nvPicPr>
          <p:cNvPr id="4" name="Picture 3"/>
          <p:cNvPicPr>
            <a:picLocks noChangeAspect="1"/>
          </p:cNvPicPr>
          <p:nvPr/>
        </p:nvPicPr>
        <p:blipFill>
          <a:blip r:embed="rId2"/>
          <a:stretch>
            <a:fillRect/>
          </a:stretch>
        </p:blipFill>
        <p:spPr>
          <a:xfrm>
            <a:off x="6910823" y="2042160"/>
            <a:ext cx="2233177" cy="3122958"/>
          </a:xfrm>
          <a:prstGeom prst="rect">
            <a:avLst/>
          </a:prstGeom>
        </p:spPr>
      </p:pic>
      <p:sp>
        <p:nvSpPr>
          <p:cNvPr id="5" name="Rectangle 4"/>
          <p:cNvSpPr/>
          <p:nvPr/>
        </p:nvSpPr>
        <p:spPr>
          <a:xfrm>
            <a:off x="0" y="1286988"/>
            <a:ext cx="8857522" cy="814767"/>
          </a:xfrm>
          <a:prstGeom prst="rect">
            <a:avLst/>
          </a:prstGeom>
          <a:noFill/>
          <a:ln>
            <a:noFill/>
          </a:ln>
        </p:spPr>
        <p:txBody>
          <a:bodyPr spcFirstLastPara="1" wrap="square" lIns="91425" tIns="45700" rIns="91425" bIns="45700" anchor="t" anchorCtr="0">
            <a:noAutofit/>
          </a:bodyPr>
          <a:lstStyle/>
          <a:p>
            <a:pPr marL="114300">
              <a:spcBef>
                <a:spcPts val="360"/>
              </a:spcBef>
              <a:buClr>
                <a:schemeClr val="dk1"/>
              </a:buClr>
              <a:buSzPts val="1800"/>
            </a:pPr>
            <a:r>
              <a:rPr lang="en-US" sz="2000" dirty="0">
                <a:solidFill>
                  <a:schemeClr val="dk1"/>
                </a:solidFill>
                <a:latin typeface="Cambria" panose="02040503050406030204" pitchFamily="18" charset="0"/>
                <a:ea typeface="Cambria" panose="02040503050406030204" pitchFamily="18" charset="0"/>
              </a:rPr>
              <a:t>To map the continuous values from one range to target range to easily compare and fit in apt distribution to enable statistical processing</a:t>
            </a: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a:p>
            <a:pPr lvl="0">
              <a:buSzPts val="1800"/>
            </a:pPr>
            <a:endParaRPr lang="en-US" sz="2000" dirty="0">
              <a:solidFill>
                <a:schemeClr val="dk1"/>
              </a:solidFill>
              <a:latin typeface="Calibri"/>
              <a:ea typeface="Calibri"/>
              <a:cs typeface="Calibri"/>
              <a:sym typeface="Calibri"/>
            </a:endParaRPr>
          </a:p>
        </p:txBody>
      </p:sp>
      <p:pic>
        <p:nvPicPr>
          <p:cNvPr id="7" name="Picture 4" descr="https://miro.medium.com/max/700/1*HW7-kYjj6RKwrO-5WTLkD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275" y="4120969"/>
            <a:ext cx="4242053" cy="1944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95536" y="6236676"/>
            <a:ext cx="4241867" cy="307777"/>
          </a:xfrm>
          <a:prstGeom prst="rect">
            <a:avLst/>
          </a:prstGeom>
        </p:spPr>
        <p:txBody>
          <a:bodyPr wrap="none">
            <a:spAutoFit/>
          </a:bodyPr>
          <a:lstStyle/>
          <a:p>
            <a:pPr lvl="0">
              <a:buSzPts val="1800"/>
            </a:pPr>
            <a:r>
              <a:rPr lang="en-US" dirty="0">
                <a:solidFill>
                  <a:schemeClr val="dk1"/>
                </a:solidFill>
                <a:latin typeface="Calibri"/>
                <a:ea typeface="Calibri"/>
                <a:cs typeface="Calibri"/>
                <a:sym typeface="Calibri"/>
              </a:rPr>
              <a:t>Note: Scaling the target values is generally not required</a:t>
            </a:r>
            <a:endParaRPr lang="en-US" dirty="0">
              <a:solidFill>
                <a:schemeClr val="dk1"/>
              </a:solidFill>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4"/>
          <a:stretch>
            <a:fillRect/>
          </a:stretch>
        </p:blipFill>
        <p:spPr>
          <a:xfrm>
            <a:off x="0" y="2272656"/>
            <a:ext cx="6157913" cy="1614392"/>
          </a:xfrm>
          <a:prstGeom prst="rect">
            <a:avLst/>
          </a:prstGeom>
        </p:spPr>
      </p:pic>
      <p:sp>
        <p:nvSpPr>
          <p:cNvPr id="9"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54</a:t>
            </a:r>
          </a:p>
        </p:txBody>
      </p:sp>
    </p:spTree>
    <p:extLst>
      <p:ext uri="{BB962C8B-B14F-4D97-AF65-F5344CB8AC3E}">
        <p14:creationId xmlns:p14="http://schemas.microsoft.com/office/powerpoint/2010/main" val="1529829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1"/>
          <p:cNvSpPr>
            <a:spLocks noGrp="1"/>
          </p:cNvSpPr>
          <p:nvPr>
            <p:ph idx="1"/>
          </p:nvPr>
        </p:nvSpPr>
        <p:spPr>
          <a:xfrm>
            <a:off x="0" y="1294263"/>
            <a:ext cx="8925636" cy="4525963"/>
          </a:xfrm>
          <a:noFill/>
          <a:ln>
            <a:noFill/>
          </a:ln>
        </p:spPr>
        <p:txBody>
          <a:bodyPr spcFirstLastPara="1" wrap="square" lIns="91425" tIns="45700" rIns="91425" bIns="45700" anchor="t" anchorCtr="0">
            <a:noAutofit/>
          </a:bodyPr>
          <a:lstStyle/>
          <a:p>
            <a:pPr marL="457200">
              <a:spcBef>
                <a:spcPts val="360"/>
              </a:spcBef>
              <a:buClr>
                <a:schemeClr val="dk1"/>
              </a:buClr>
              <a:buSzPts val="1800"/>
              <a:buFont typeface="Arial"/>
              <a:buChar char="•"/>
            </a:pPr>
            <a:r>
              <a:rPr lang="en-US" sz="2000" dirty="0"/>
              <a:t>Normalization</a:t>
            </a:r>
            <a:r>
              <a:rPr lang="en-US" altLang="en-US" sz="2000" dirty="0">
                <a:cs typeface="Arial"/>
                <a:sym typeface="Arial"/>
              </a:rPr>
              <a:t> </a:t>
            </a:r>
          </a:p>
          <a:p>
            <a:pPr marL="914400" lvl="1" indent="-342900">
              <a:spcBef>
                <a:spcPts val="360"/>
              </a:spcBef>
              <a:buClr>
                <a:schemeClr val="dk1"/>
              </a:buClr>
              <a:buSzPts val="1800"/>
              <a:buFont typeface="Arial"/>
              <a:buChar char="–"/>
            </a:pPr>
            <a:r>
              <a:rPr lang="en-US" altLang="en-US" sz="2000" dirty="0">
                <a:cs typeface="Arial"/>
                <a:sym typeface="Arial"/>
              </a:rPr>
              <a:t>when approximate upper and lower bounds on data is known</a:t>
            </a:r>
          </a:p>
          <a:p>
            <a:pPr marL="914400" lvl="1" indent="-342900">
              <a:spcBef>
                <a:spcPts val="360"/>
              </a:spcBef>
              <a:buClr>
                <a:schemeClr val="dk1"/>
              </a:buClr>
              <a:buSzPts val="1800"/>
              <a:buFont typeface="Arial"/>
              <a:buChar char="–"/>
            </a:pPr>
            <a:r>
              <a:rPr lang="en-US" altLang="en-US" sz="2000" dirty="0">
                <a:cs typeface="Arial"/>
                <a:sym typeface="Arial"/>
              </a:rPr>
              <a:t>When data is approximately uniformly distributed across that range. </a:t>
            </a:r>
            <a:r>
              <a:rPr lang="en-US" altLang="en-US" sz="2000" dirty="0" err="1">
                <a:cs typeface="Arial"/>
                <a:sym typeface="Arial"/>
              </a:rPr>
              <a:t>E.g</a:t>
            </a:r>
            <a:r>
              <a:rPr lang="en-US" altLang="en-US" sz="2000" dirty="0">
                <a:cs typeface="Arial"/>
                <a:sym typeface="Arial"/>
              </a:rPr>
              <a:t> age.  Not to be used on skewed attribute e.g.  income</a:t>
            </a:r>
          </a:p>
          <a:p>
            <a:pPr marL="914400" lvl="1" indent="-342900">
              <a:spcBef>
                <a:spcPts val="360"/>
              </a:spcBef>
              <a:buClr>
                <a:schemeClr val="dk1"/>
              </a:buClr>
              <a:buSzPts val="1800"/>
              <a:buFont typeface="Arial"/>
              <a:buChar char="–"/>
            </a:pPr>
            <a:r>
              <a:rPr lang="en-US" altLang="en-US" sz="2000" dirty="0">
                <a:cs typeface="Arial"/>
                <a:sym typeface="Arial"/>
              </a:rPr>
              <a:t>when the algorithms do not make assumptions about the data distribution e.g. (KNN,NN)</a:t>
            </a:r>
          </a:p>
          <a:p>
            <a:pPr marL="914400" lvl="1" indent="-342900">
              <a:spcBef>
                <a:spcPts val="360"/>
              </a:spcBef>
              <a:buClr>
                <a:schemeClr val="dk1"/>
              </a:buClr>
              <a:buSzPts val="1800"/>
              <a:buFont typeface="Arial"/>
              <a:buChar char="–"/>
            </a:pPr>
            <a:r>
              <a:rPr lang="en-US" altLang="en-US" sz="2000" dirty="0">
                <a:cs typeface="Arial"/>
                <a:sym typeface="Arial"/>
              </a:rPr>
              <a:t>scales in a range of [0,1] or [-1,1]</a:t>
            </a:r>
          </a:p>
          <a:p>
            <a:pPr marL="457200">
              <a:spcBef>
                <a:spcPts val="360"/>
              </a:spcBef>
              <a:buClr>
                <a:schemeClr val="dk1"/>
              </a:buClr>
              <a:buSzPts val="1800"/>
              <a:buFont typeface="Arial"/>
              <a:buChar char="•"/>
            </a:pPr>
            <a:r>
              <a:rPr lang="en-US" altLang="en-US" sz="2000" dirty="0">
                <a:cs typeface="Arial"/>
                <a:sym typeface="Arial"/>
              </a:rPr>
              <a:t>Standardization</a:t>
            </a:r>
          </a:p>
          <a:p>
            <a:pPr marL="914400" lvl="1" indent="-342900">
              <a:spcBef>
                <a:spcPts val="360"/>
              </a:spcBef>
              <a:buClr>
                <a:schemeClr val="dk1"/>
              </a:buClr>
              <a:buSzPts val="1800"/>
              <a:buFont typeface="Arial"/>
              <a:buChar char="–"/>
            </a:pPr>
            <a:r>
              <a:rPr lang="en-US" altLang="en-US" sz="1200" dirty="0">
                <a:cs typeface="Arial"/>
                <a:sym typeface="Arial"/>
              </a:rPr>
              <a:t> </a:t>
            </a:r>
            <a:r>
              <a:rPr lang="en-US" altLang="en-US" sz="2000" dirty="0">
                <a:cs typeface="Arial"/>
                <a:sym typeface="Arial"/>
              </a:rPr>
              <a:t>used when algorithms make assumptions about the data distribution (Gaussian distribution)</a:t>
            </a:r>
          </a:p>
          <a:p>
            <a:pPr marL="914400" lvl="1" indent="-342900">
              <a:spcBef>
                <a:spcPts val="360"/>
              </a:spcBef>
              <a:buClr>
                <a:schemeClr val="dk1"/>
              </a:buClr>
              <a:buSzPts val="1800"/>
              <a:buFont typeface="Arial"/>
              <a:buChar char="–"/>
            </a:pPr>
            <a:r>
              <a:rPr lang="en-US" altLang="en-US" sz="2000" dirty="0">
                <a:cs typeface="Arial"/>
                <a:sym typeface="Arial"/>
              </a:rPr>
              <a:t>not bounded by range</a:t>
            </a:r>
          </a:p>
          <a:p>
            <a:pPr marL="914400" lvl="1" indent="-342900">
              <a:spcBef>
                <a:spcPts val="360"/>
              </a:spcBef>
              <a:buClr>
                <a:schemeClr val="dk1"/>
              </a:buClr>
              <a:buSzPts val="1800"/>
              <a:buFont typeface="Arial"/>
              <a:buChar char="–"/>
            </a:pPr>
            <a:r>
              <a:rPr lang="en-US" sz="2000" dirty="0">
                <a:cs typeface="Arial"/>
              </a:rPr>
              <a:t>less affected by outliers</a:t>
            </a:r>
          </a:p>
          <a:p>
            <a:pPr marL="571500" lvl="1" indent="0">
              <a:spcBef>
                <a:spcPts val="360"/>
              </a:spcBef>
              <a:buClr>
                <a:schemeClr val="dk1"/>
              </a:buClr>
              <a:buSzPts val="1800"/>
              <a:buNone/>
            </a:pPr>
            <a:endParaRPr lang="en-US" altLang="en-US" sz="2000" dirty="0">
              <a:cs typeface="Arial"/>
              <a:sym typeface="Arial"/>
            </a:endParaRPr>
          </a:p>
          <a:p>
            <a:pPr marL="457200">
              <a:spcBef>
                <a:spcPts val="360"/>
              </a:spcBef>
              <a:buClr>
                <a:schemeClr val="dk1"/>
              </a:buClr>
              <a:buSzPts val="1800"/>
              <a:buFont typeface="Arial"/>
              <a:buChar char="•"/>
            </a:pPr>
            <a:endParaRPr lang="en-IN" altLang="en-US" sz="2000" b="1" dirty="0">
              <a:cs typeface="Arial"/>
              <a:sym typeface="Arial"/>
            </a:endParaRPr>
          </a:p>
        </p:txBody>
      </p:sp>
      <p:sp>
        <p:nvSpPr>
          <p:cNvPr id="3" name="Content Placeholder 2"/>
          <p:cNvSpPr>
            <a:spLocks noGrp="1"/>
          </p:cNvSpPr>
          <p:nvPr>
            <p:ph sz="quarter" idx="10"/>
          </p:nvPr>
        </p:nvSpPr>
        <p:spPr>
          <a:xfrm>
            <a:off x="209265" y="206992"/>
            <a:ext cx="8033983" cy="843886"/>
          </a:xfrm>
        </p:spPr>
        <p:txBody>
          <a:bodyPr>
            <a:noAutofit/>
          </a:bodyPr>
          <a:lstStyle/>
          <a:p>
            <a:pPr>
              <a:defRPr/>
            </a:pPr>
            <a:endParaRPr lang="en-US" sz="3200" dirty="0"/>
          </a:p>
          <a:p>
            <a:pPr>
              <a:defRPr/>
            </a:pPr>
            <a:r>
              <a:rPr lang="en-US" sz="3200" b="0" dirty="0">
                <a:solidFill>
                  <a:schemeClr val="tx1"/>
                </a:solidFill>
              </a:rPr>
              <a:t>Feature tuning</a:t>
            </a:r>
            <a:br>
              <a:rPr lang="en-US" sz="3200" b="0" dirty="0">
                <a:solidFill>
                  <a:schemeClr val="tx1"/>
                </a:solidFill>
              </a:rPr>
            </a:br>
            <a:r>
              <a:rPr lang="en-US" sz="2000" dirty="0">
                <a:solidFill>
                  <a:srgbClr val="0070C0"/>
                </a:solidFill>
              </a:rPr>
              <a:t>Feature Scaling - Normalization Vs Standardization</a:t>
            </a:r>
          </a:p>
          <a:p>
            <a:pPr>
              <a:defRPr/>
            </a:pPr>
            <a:endParaRPr lang="en-IN" sz="3200" dirty="0"/>
          </a:p>
        </p:txBody>
      </p:sp>
      <p:sp>
        <p:nvSpPr>
          <p:cNvPr id="4" name="Rectangle 3"/>
          <p:cNvSpPr/>
          <p:nvPr/>
        </p:nvSpPr>
        <p:spPr>
          <a:xfrm>
            <a:off x="457200" y="5506327"/>
            <a:ext cx="7786048" cy="923330"/>
          </a:xfrm>
          <a:prstGeom prst="rect">
            <a:avLst/>
          </a:prstGeom>
        </p:spPr>
        <p:txBody>
          <a:bodyPr wrap="square">
            <a:spAutoFit/>
          </a:bodyPr>
          <a:lstStyle/>
          <a:p>
            <a:pPr lvl="0">
              <a:buClr>
                <a:schemeClr val="dk1"/>
              </a:buClr>
              <a:buSzPts val="1800"/>
            </a:pPr>
            <a:r>
              <a:rPr lang="en-US" sz="1800" dirty="0">
                <a:solidFill>
                  <a:srgbClr val="0070C0"/>
                </a:solidFill>
                <a:latin typeface="Cambria" panose="02040503050406030204" pitchFamily="18" charset="0"/>
                <a:ea typeface="Cambria" panose="02040503050406030204" pitchFamily="18" charset="0"/>
                <a:cs typeface="Calibri"/>
                <a:sym typeface="Calibri"/>
              </a:rPr>
              <a:t>Note:</a:t>
            </a:r>
          </a:p>
          <a:p>
            <a:pPr lvl="0">
              <a:buClr>
                <a:schemeClr val="dk1"/>
              </a:buClr>
              <a:buSzPts val="1800"/>
            </a:pPr>
            <a:r>
              <a:rPr lang="en-US" sz="1800" dirty="0">
                <a:solidFill>
                  <a:srgbClr val="0070C0"/>
                </a:solidFill>
                <a:latin typeface="Cambria" panose="02040503050406030204" pitchFamily="18" charset="0"/>
                <a:ea typeface="Cambria" panose="02040503050406030204" pitchFamily="18" charset="0"/>
                <a:cs typeface="Calibri"/>
                <a:sym typeface="Calibri"/>
              </a:rPr>
              <a:t> Fit the scalers to the training data only</a:t>
            </a:r>
            <a:endParaRPr lang="en-US" sz="1800" dirty="0">
              <a:solidFill>
                <a:srgbClr val="0070C0"/>
              </a:solidFill>
              <a:latin typeface="Cambria" panose="02040503050406030204" pitchFamily="18" charset="0"/>
              <a:ea typeface="Cambria" panose="02040503050406030204" pitchFamily="18" charset="0"/>
            </a:endParaRPr>
          </a:p>
          <a:p>
            <a:pPr lvl="0">
              <a:buClr>
                <a:schemeClr val="dk1"/>
              </a:buClr>
              <a:buSzPts val="1800"/>
            </a:pPr>
            <a:r>
              <a:rPr lang="en-US" sz="1800" dirty="0">
                <a:solidFill>
                  <a:srgbClr val="0070C0"/>
                </a:solidFill>
                <a:latin typeface="Cambria" panose="02040503050406030204" pitchFamily="18" charset="0"/>
                <a:ea typeface="Cambria" panose="02040503050406030204" pitchFamily="18" charset="0"/>
                <a:cs typeface="Calibri"/>
                <a:sym typeface="Calibri"/>
              </a:rPr>
              <a:t>Use them to transform the training set and the test set</a:t>
            </a:r>
          </a:p>
        </p:txBody>
      </p:sp>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55</a:t>
            </a:r>
          </a:p>
        </p:txBody>
      </p:sp>
    </p:spTree>
    <p:extLst>
      <p:ext uri="{BB962C8B-B14F-4D97-AF65-F5344CB8AC3E}">
        <p14:creationId xmlns:p14="http://schemas.microsoft.com/office/powerpoint/2010/main" val="23579738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a:extLst>
              <a:ext uri="{FF2B5EF4-FFF2-40B4-BE49-F238E27FC236}">
                <a16:creationId xmlns:a16="http://schemas.microsoft.com/office/drawing/2014/main" id="{3B292FDC-06EE-4342-8110-24162F87F4FC}"/>
              </a:ext>
            </a:extLst>
          </p:cNvPr>
          <p:cNvSpPr>
            <a:spLocks noGrp="1" noChangeArrowheads="1"/>
          </p:cNvSpPr>
          <p:nvPr>
            <p:ph type="title"/>
          </p:nvPr>
        </p:nvSpPr>
        <p:spPr>
          <a:xfrm>
            <a:off x="383540" y="275590"/>
            <a:ext cx="7769860" cy="391159"/>
          </a:xfrm>
        </p:spPr>
        <p:txBody>
          <a:bodyPr>
            <a:noAutofit/>
          </a:bodyPr>
          <a:lstStyle/>
          <a:p>
            <a:pPr>
              <a:defRPr/>
            </a:pPr>
            <a:r>
              <a:rPr lang="en-US" sz="2800" b="0" dirty="0"/>
              <a:t>Feature tuning</a:t>
            </a:r>
            <a:br>
              <a:rPr lang="en-US" sz="2800" b="0" dirty="0"/>
            </a:br>
            <a:r>
              <a:rPr lang="en-US" sz="1800" dirty="0">
                <a:solidFill>
                  <a:srgbClr val="0070C0"/>
                </a:solidFill>
              </a:rPr>
              <a:t>Feature Scaling - Normalization Vs Standardization</a:t>
            </a:r>
          </a:p>
        </p:txBody>
      </p:sp>
      <p:graphicFrame>
        <p:nvGraphicFramePr>
          <p:cNvPr id="109573" name="Object 4">
            <a:extLst>
              <a:ext uri="{FF2B5EF4-FFF2-40B4-BE49-F238E27FC236}">
                <a16:creationId xmlns:a16="http://schemas.microsoft.com/office/drawing/2014/main" id="{3D8411BB-13BD-4CC8-B2C2-4D30A435A3F2}"/>
              </a:ext>
            </a:extLst>
          </p:cNvPr>
          <p:cNvGraphicFramePr>
            <a:graphicFrameLocks noGrp="1" noChangeAspect="1"/>
          </p:cNvGraphicFramePr>
          <p:nvPr>
            <p:ph idx="4294967295"/>
          </p:nvPr>
        </p:nvGraphicFramePr>
        <p:xfrm>
          <a:off x="3611670" y="3046814"/>
          <a:ext cx="2222500" cy="41910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109573" name="Object 4">
                        <a:extLst>
                          <a:ext uri="{FF2B5EF4-FFF2-40B4-BE49-F238E27FC236}">
                            <a16:creationId xmlns:a16="http://schemas.microsoft.com/office/drawing/2014/main" id="{3D8411BB-13BD-4CC8-B2C2-4D30A435A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1670" y="3046814"/>
                        <a:ext cx="2222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0" name="Rectangle 2061">
            <a:extLst>
              <a:ext uri="{FF2B5EF4-FFF2-40B4-BE49-F238E27FC236}">
                <a16:creationId xmlns:a16="http://schemas.microsoft.com/office/drawing/2014/main" id="{58432B98-69FB-4D38-A019-0AF75862B9F1}"/>
              </a:ext>
            </a:extLst>
          </p:cNvPr>
          <p:cNvSpPr>
            <a:spLocks noGrp="1" noChangeArrowheads="1"/>
          </p:cNvSpPr>
          <p:nvPr>
            <p:ph type="sldNum" sz="quarter" idx="4294967295"/>
          </p:nvPr>
        </p:nvSpPr>
        <p:spPr bwMode="auto">
          <a:xfrm>
            <a:off x="7384273" y="6013994"/>
            <a:ext cx="1709420" cy="53911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095DF52-800F-463A-A62E-C166CFEB96E5}" type="slidenum">
              <a:rPr kumimoji="0" lang="en-US" altLang="en-US" sz="1200" b="1"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en-US" sz="1200" b="1" i="0" u="none" strike="noStrike" kern="1200" cap="none" spc="0" normalizeH="0" baseline="0" noProof="0" dirty="0">
              <a:ln>
                <a:noFill/>
              </a:ln>
              <a:solidFill>
                <a:prstClr val="black"/>
              </a:solidFill>
              <a:effectLst/>
              <a:uLnTx/>
              <a:uFillTx/>
              <a:latin typeface="Tahoma" panose="020B0604030504040204" pitchFamily="34" charset="0"/>
              <a:ea typeface="+mn-ea"/>
              <a:cs typeface="+mn-cs"/>
            </a:endParaRPr>
          </a:p>
        </p:txBody>
      </p:sp>
      <p:sp>
        <p:nvSpPr>
          <p:cNvPr id="109572" name="Rectangle 3">
            <a:extLst>
              <a:ext uri="{FF2B5EF4-FFF2-40B4-BE49-F238E27FC236}">
                <a16:creationId xmlns:a16="http://schemas.microsoft.com/office/drawing/2014/main" id="{935C09F4-0742-4260-B3F3-60BDF3253A3B}"/>
              </a:ext>
            </a:extLst>
          </p:cNvPr>
          <p:cNvSpPr>
            <a:spLocks noGrp="1" noChangeArrowheads="1"/>
          </p:cNvSpPr>
          <p:nvPr>
            <p:ph type="body" sz="half" idx="4294967295"/>
          </p:nvPr>
        </p:nvSpPr>
        <p:spPr>
          <a:xfrm>
            <a:off x="559293" y="1322034"/>
            <a:ext cx="8305800" cy="5029200"/>
          </a:xfrm>
        </p:spPr>
        <p:txBody>
          <a:bodyPr>
            <a:normAutofit/>
          </a:bodyPr>
          <a:lstStyle/>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Min-max normalization</a:t>
            </a:r>
            <a:r>
              <a:rPr lang="en-US" altLang="en-US" sz="2000" dirty="0">
                <a:latin typeface="Times New Roman" panose="02020603050405020304" pitchFamily="18" charset="0"/>
                <a:cs typeface="Times New Roman" panose="02020603050405020304" pitchFamily="18" charset="0"/>
              </a:rPr>
              <a:t>: to [</a:t>
            </a:r>
            <a:r>
              <a:rPr lang="en-US" altLang="en-US" sz="2000" dirty="0" err="1">
                <a:latin typeface="Times New Roman" panose="02020603050405020304" pitchFamily="18" charset="0"/>
                <a:cs typeface="Times New Roman" panose="02020603050405020304" pitchFamily="18" charset="0"/>
              </a:rPr>
              <a:t>new_min</a:t>
            </a:r>
            <a:r>
              <a:rPr lang="en-US" altLang="en-US" sz="2000" baseline="-25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new_max</a:t>
            </a:r>
            <a:r>
              <a:rPr lang="en-US" altLang="en-US" sz="2000" baseline="-25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a:t>
            </a: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Ex.  Let income range $12,000 to $98,000 normalized to [0.0, 1.0].  Then $73,000 is mapped to  </a:t>
            </a:r>
            <a:endParaRPr lang="en-US" altLang="en-US" sz="2000" b="1" dirty="0">
              <a:latin typeface="Times New Roman" panose="02020603050405020304" pitchFamily="18" charset="0"/>
              <a:cs typeface="Times New Roman" panose="02020603050405020304" pitchFamily="18" charset="0"/>
            </a:endParaRPr>
          </a:p>
          <a:p>
            <a:pPr eaLnBrk="1" hangingPunct="1">
              <a:lnSpc>
                <a:spcPct val="120000"/>
              </a:lnSpc>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Z-score normalization/Standardization</a:t>
            </a:r>
            <a:r>
              <a:rPr lang="en-US" altLang="en-US" sz="2000" dirty="0">
                <a:latin typeface="Times New Roman" panose="02020603050405020304" pitchFamily="18" charset="0"/>
                <a:cs typeface="Times New Roman" panose="02020603050405020304" pitchFamily="18" charset="0"/>
              </a:rPr>
              <a:t> (</a:t>
            </a:r>
            <a:r>
              <a:rPr lang="el-GR" altLang="en-US" sz="2000" dirty="0">
                <a:latin typeface="Times New Roman" panose="02020603050405020304" pitchFamily="18" charset="0"/>
                <a:cs typeface="Times New Roman" panose="02020603050405020304" pitchFamily="18" charset="0"/>
              </a:rPr>
              <a:t>μ</a:t>
            </a:r>
            <a:r>
              <a:rPr lang="en-US" altLang="en-US" sz="2000" dirty="0">
                <a:latin typeface="Times New Roman" panose="02020603050405020304" pitchFamily="18" charset="0"/>
                <a:cs typeface="Times New Roman" panose="02020603050405020304" pitchFamily="18" charset="0"/>
              </a:rPr>
              <a:t>: mean, </a:t>
            </a:r>
            <a:r>
              <a:rPr lang="el-GR" altLang="en-US" sz="2000" dirty="0">
                <a:latin typeface="Times New Roman" panose="02020603050405020304" pitchFamily="18" charset="0"/>
                <a:cs typeface="Times New Roman" panose="02020603050405020304" pitchFamily="18" charset="0"/>
              </a:rPr>
              <a:t>σ</a:t>
            </a:r>
            <a:r>
              <a:rPr lang="en-US" altLang="en-US" sz="2000" dirty="0">
                <a:latin typeface="Times New Roman" panose="02020603050405020304" pitchFamily="18" charset="0"/>
                <a:cs typeface="Times New Roman" panose="02020603050405020304" pitchFamily="18" charset="0"/>
              </a:rPr>
              <a:t>: standard deviation):</a:t>
            </a:r>
          </a:p>
          <a:p>
            <a:pPr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Ex. Let </a:t>
            </a:r>
            <a:r>
              <a:rPr lang="el-GR" altLang="en-US" sz="2000" dirty="0">
                <a:latin typeface="Times New Roman" panose="02020603050405020304" pitchFamily="18" charset="0"/>
                <a:cs typeface="Times New Roman" panose="02020603050405020304" pitchFamily="18" charset="0"/>
              </a:rPr>
              <a:t>μ</a:t>
            </a:r>
            <a:r>
              <a:rPr lang="en-US" altLang="en-US" sz="2000" dirty="0">
                <a:latin typeface="Times New Roman" panose="02020603050405020304" pitchFamily="18" charset="0"/>
                <a:cs typeface="Times New Roman" panose="02020603050405020304" pitchFamily="18" charset="0"/>
              </a:rPr>
              <a:t> = 54,000, </a:t>
            </a:r>
            <a:r>
              <a:rPr lang="el-GR" altLang="en-US" sz="2000" dirty="0">
                <a:latin typeface="Times New Roman" panose="02020603050405020304" pitchFamily="18" charset="0"/>
                <a:cs typeface="Times New Roman" panose="02020603050405020304" pitchFamily="18" charset="0"/>
              </a:rPr>
              <a:t>σ</a:t>
            </a:r>
            <a:r>
              <a:rPr lang="en-US" altLang="en-US" sz="2000" dirty="0">
                <a:latin typeface="Times New Roman" panose="02020603050405020304" pitchFamily="18" charset="0"/>
                <a:cs typeface="Times New Roman" panose="02020603050405020304" pitchFamily="18" charset="0"/>
              </a:rPr>
              <a:t> = 16,000.  Then</a:t>
            </a:r>
            <a:endParaRPr lang="el-GR" altLang="en-US" sz="2000" dirty="0">
              <a:latin typeface="Times New Roman" panose="02020603050405020304" pitchFamily="18" charset="0"/>
              <a:cs typeface="Times New Roman" panose="02020603050405020304" pitchFamily="18" charset="0"/>
            </a:endParaRP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Normalization by decimal scaling</a:t>
            </a:r>
          </a:p>
        </p:txBody>
      </p:sp>
      <p:graphicFrame>
        <p:nvGraphicFramePr>
          <p:cNvPr id="109579" name="Object 10">
            <a:extLst>
              <a:ext uri="{FF2B5EF4-FFF2-40B4-BE49-F238E27FC236}">
                <a16:creationId xmlns:a16="http://schemas.microsoft.com/office/drawing/2014/main" id="{4C18015C-0AE4-4A36-98EF-22AF9CD53C50}"/>
              </a:ext>
            </a:extLst>
          </p:cNvPr>
          <p:cNvGraphicFramePr>
            <a:graphicFrameLocks noGrp="1" noChangeAspect="1"/>
          </p:cNvGraphicFramePr>
          <p:nvPr>
            <p:ph sz="quarter" idx="4294967295"/>
          </p:nvPr>
        </p:nvGraphicFramePr>
        <p:xfrm>
          <a:off x="5060734" y="4716925"/>
          <a:ext cx="1952625" cy="563562"/>
        </p:xfrm>
        <a:graphic>
          <a:graphicData uri="http://schemas.openxmlformats.org/presentationml/2006/ole">
            <mc:AlternateContent xmlns:mc="http://schemas.openxmlformats.org/markup-compatibility/2006">
              <mc:Choice xmlns:v="urn:schemas-microsoft-com:vml" Requires="v">
                <p:oleObj name="Equation" r:id="rId5" imgW="1498600" imgH="419100" progId="Equation.3">
                  <p:embed/>
                </p:oleObj>
              </mc:Choice>
              <mc:Fallback>
                <p:oleObj name="Equation" r:id="rId5" imgW="1498600" imgH="419100" progId="Equation.3">
                  <p:embed/>
                  <p:pic>
                    <p:nvPicPr>
                      <p:cNvPr id="109579" name="Object 10">
                        <a:extLst>
                          <a:ext uri="{FF2B5EF4-FFF2-40B4-BE49-F238E27FC236}">
                            <a16:creationId xmlns:a16="http://schemas.microsoft.com/office/drawing/2014/main" id="{4C18015C-0AE4-4A36-98EF-22AF9CD53C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0734" y="4716925"/>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4" name="Object 5">
            <a:extLst>
              <a:ext uri="{FF2B5EF4-FFF2-40B4-BE49-F238E27FC236}">
                <a16:creationId xmlns:a16="http://schemas.microsoft.com/office/drawing/2014/main" id="{F3AB4CDC-3F4E-4B1E-B818-083F3BA76CCC}"/>
              </a:ext>
            </a:extLst>
          </p:cNvPr>
          <p:cNvGraphicFramePr>
            <a:graphicFrameLocks noChangeAspect="1"/>
          </p:cNvGraphicFramePr>
          <p:nvPr>
            <p:extLst>
              <p:ext uri="{D42A27DB-BD31-4B8C-83A1-F6EECF244321}">
                <p14:modId xmlns:p14="http://schemas.microsoft.com/office/powerpoint/2010/main" val="960998676"/>
              </p:ext>
            </p:extLst>
          </p:nvPr>
        </p:nvGraphicFramePr>
        <p:xfrm>
          <a:off x="1905000" y="1716256"/>
          <a:ext cx="5943600" cy="709613"/>
        </p:xfrm>
        <a:graphic>
          <a:graphicData uri="http://schemas.openxmlformats.org/presentationml/2006/ole">
            <mc:AlternateContent xmlns:mc="http://schemas.openxmlformats.org/markup-compatibility/2006">
              <mc:Choice xmlns:v="urn:schemas-microsoft-com:vml" Requires="v">
                <p:oleObj name="Equation" r:id="rId7" imgW="3340100" imgH="393700" progId="Equation.3">
                  <p:embed/>
                </p:oleObj>
              </mc:Choice>
              <mc:Fallback>
                <p:oleObj name="Equation" r:id="rId7" imgW="3340100" imgH="393700" progId="Equation.3">
                  <p:embed/>
                  <p:pic>
                    <p:nvPicPr>
                      <p:cNvPr id="109574" name="Object 5">
                        <a:extLst>
                          <a:ext uri="{FF2B5EF4-FFF2-40B4-BE49-F238E27FC236}">
                            <a16:creationId xmlns:a16="http://schemas.microsoft.com/office/drawing/2014/main" id="{F3AB4CDC-3F4E-4B1E-B818-083F3BA76C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716256"/>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5" name="Object 6">
            <a:extLst>
              <a:ext uri="{FF2B5EF4-FFF2-40B4-BE49-F238E27FC236}">
                <a16:creationId xmlns:a16="http://schemas.microsoft.com/office/drawing/2014/main" id="{9F56D49B-57AC-477D-9CB6-0AC5E121451A}"/>
              </a:ext>
            </a:extLst>
          </p:cNvPr>
          <p:cNvGraphicFramePr>
            <a:graphicFrameLocks noChangeAspect="1"/>
          </p:cNvGraphicFramePr>
          <p:nvPr/>
        </p:nvGraphicFramePr>
        <p:xfrm>
          <a:off x="1981200" y="3886200"/>
          <a:ext cx="1447800" cy="679450"/>
        </p:xfrm>
        <a:graphic>
          <a:graphicData uri="http://schemas.openxmlformats.org/presentationml/2006/ole">
            <mc:AlternateContent xmlns:mc="http://schemas.openxmlformats.org/markup-compatibility/2006">
              <mc:Choice xmlns:v="urn:schemas-microsoft-com:vml" Requires="v">
                <p:oleObj name="Equation" r:id="rId9" imgW="634725" imgH="393529" progId="Equation.3">
                  <p:embed/>
                </p:oleObj>
              </mc:Choice>
              <mc:Fallback>
                <p:oleObj name="Equation" r:id="rId9" imgW="634725" imgH="393529" progId="Equation.3">
                  <p:embed/>
                  <p:pic>
                    <p:nvPicPr>
                      <p:cNvPr id="109575" name="Object 6">
                        <a:extLst>
                          <a:ext uri="{FF2B5EF4-FFF2-40B4-BE49-F238E27FC236}">
                            <a16:creationId xmlns:a16="http://schemas.microsoft.com/office/drawing/2014/main" id="{9F56D49B-57AC-477D-9CB6-0AC5E12145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3886200"/>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6" name="Object 7">
            <a:extLst>
              <a:ext uri="{FF2B5EF4-FFF2-40B4-BE49-F238E27FC236}">
                <a16:creationId xmlns:a16="http://schemas.microsoft.com/office/drawing/2014/main" id="{C5D89AB9-FABA-437C-B724-E188225BB897}"/>
              </a:ext>
            </a:extLst>
          </p:cNvPr>
          <p:cNvGraphicFramePr>
            <a:graphicFrameLocks noChangeAspect="1"/>
          </p:cNvGraphicFramePr>
          <p:nvPr/>
        </p:nvGraphicFramePr>
        <p:xfrm>
          <a:off x="1219200" y="5486400"/>
          <a:ext cx="1066800" cy="847725"/>
        </p:xfrm>
        <a:graphic>
          <a:graphicData uri="http://schemas.openxmlformats.org/presentationml/2006/ole">
            <mc:AlternateContent xmlns:mc="http://schemas.openxmlformats.org/markup-compatibility/2006">
              <mc:Choice xmlns:v="urn:schemas-microsoft-com:vml" Requires="v">
                <p:oleObj name="Equation" r:id="rId11" imgW="495085" imgH="393529" progId="Equation.3">
                  <p:embed/>
                </p:oleObj>
              </mc:Choice>
              <mc:Fallback>
                <p:oleObj name="Equation" r:id="rId11" imgW="495085" imgH="393529" progId="Equation.3">
                  <p:embed/>
                  <p:pic>
                    <p:nvPicPr>
                      <p:cNvPr id="109576" name="Object 7">
                        <a:extLst>
                          <a:ext uri="{FF2B5EF4-FFF2-40B4-BE49-F238E27FC236}">
                            <a16:creationId xmlns:a16="http://schemas.microsoft.com/office/drawing/2014/main" id="{C5D89AB9-FABA-437C-B724-E188225BB8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9200" y="5486400"/>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7" name="Object 8">
            <a:extLst>
              <a:ext uri="{FF2B5EF4-FFF2-40B4-BE49-F238E27FC236}">
                <a16:creationId xmlns:a16="http://schemas.microsoft.com/office/drawing/2014/main" id="{D9393F1A-23E6-43EE-ADFA-027B410BBC7B}"/>
              </a:ext>
            </a:extLst>
          </p:cNvPr>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Equation" r:id="rId13" imgW="114151" imgH="215619" progId="Equation.3">
                  <p:embed/>
                </p:oleObj>
              </mc:Choice>
              <mc:Fallback>
                <p:oleObj name="Equation" r:id="rId13" imgW="114151" imgH="215619" progId="Equation.3">
                  <p:embed/>
                  <p:pic>
                    <p:nvPicPr>
                      <p:cNvPr id="109577" name="Object 8">
                        <a:extLst>
                          <a:ext uri="{FF2B5EF4-FFF2-40B4-BE49-F238E27FC236}">
                            <a16:creationId xmlns:a16="http://schemas.microsoft.com/office/drawing/2014/main" id="{D9393F1A-23E6-43EE-ADFA-027B410BBC7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8" name="Text Box 9">
            <a:extLst>
              <a:ext uri="{FF2B5EF4-FFF2-40B4-BE49-F238E27FC236}">
                <a16:creationId xmlns:a16="http://schemas.microsoft.com/office/drawing/2014/main" id="{6B8AFBAC-B202-444E-AFE4-E903ACAA4331}"/>
              </a:ext>
            </a:extLst>
          </p:cNvPr>
          <p:cNvSpPr txBox="1">
            <a:spLocks noChangeArrowheads="1"/>
          </p:cNvSpPr>
          <p:nvPr/>
        </p:nvSpPr>
        <p:spPr bwMode="auto">
          <a:xfrm>
            <a:off x="2514600" y="563880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rPr>
              <a:t>Where </a:t>
            </a:r>
            <a:r>
              <a:rPr kumimoji="0" lang="en-US" altLang="en-US" sz="2400" b="0" i="1" u="none" strike="noStrike" kern="0" cap="none" spc="0" normalizeH="0" baseline="0" noProof="0" dirty="0">
                <a:ln>
                  <a:noFill/>
                </a:ln>
                <a:solidFill>
                  <a:prstClr val="black"/>
                </a:solidFill>
                <a:effectLst/>
                <a:uLnTx/>
                <a:uFillTx/>
                <a:latin typeface="Times New Roman" panose="02020603050405020304" pitchFamily="18" charset="0"/>
              </a:rPr>
              <a:t>j</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rPr>
              <a:t> is the smallest integer such that Max(|</a:t>
            </a:r>
            <a:r>
              <a:rPr kumimoji="0" lang="el-GR"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ν</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rPr>
              <a:t>|) &lt; 1</a:t>
            </a:r>
            <a:endPar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Tree>
    <p:extLst>
      <p:ext uri="{BB962C8B-B14F-4D97-AF65-F5344CB8AC3E}">
        <p14:creationId xmlns:p14="http://schemas.microsoft.com/office/powerpoint/2010/main" val="2965461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6"/>
          <p:cNvSpPr txBox="1">
            <a:spLocks noGrp="1"/>
          </p:cNvSpPr>
          <p:nvPr>
            <p:ph type="body" idx="2"/>
          </p:nvPr>
        </p:nvSpPr>
        <p:spPr>
          <a:xfrm>
            <a:off x="914400" y="3048000"/>
            <a:ext cx="7391400" cy="1219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600"/>
              <a:buNone/>
            </a:pPr>
            <a:r>
              <a:rPr lang="en-US" dirty="0">
                <a:solidFill>
                  <a:srgbClr val="C00000"/>
                </a:solidFill>
              </a:rPr>
              <a:t>Feature Engineering</a:t>
            </a:r>
            <a:endParaRPr dirty="0">
              <a:solidFill>
                <a:srgbClr val="C00000"/>
              </a:solidFill>
            </a:endParaRPr>
          </a:p>
        </p:txBody>
      </p:sp>
      <p:sp>
        <p:nvSpPr>
          <p:cNvPr id="3"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57</a:t>
            </a:r>
          </a:p>
        </p:txBody>
      </p:sp>
    </p:spTree>
    <p:extLst>
      <p:ext uri="{BB962C8B-B14F-4D97-AF65-F5344CB8AC3E}">
        <p14:creationId xmlns:p14="http://schemas.microsoft.com/office/powerpoint/2010/main" val="3325973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noFill/>
          <a:ln>
            <a:noFill/>
          </a:ln>
        </p:spPr>
        <p:txBody>
          <a:bodyPr spcFirstLastPara="1" wrap="square" lIns="91425" tIns="45700" rIns="91425" bIns="45700" anchor="t" anchorCtr="0">
            <a:normAutofit lnSpcReduction="10000"/>
          </a:bodyPr>
          <a:lstStyle/>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Times New Roman" panose="02020603050405020304"/>
              </a:rPr>
              <a:t>Feature engineering needed for coming up with a good set of features - </a:t>
            </a:r>
            <a:r>
              <a:rPr lang="en-IN" sz="2400" dirty="0">
                <a:latin typeface="Cambria" panose="02040503050406030204" pitchFamily="18" charset="0"/>
                <a:ea typeface="Cambria" panose="02040503050406030204" pitchFamily="18" charset="0"/>
                <a:cs typeface="Arial"/>
                <a:sym typeface="Arial"/>
              </a:rPr>
              <a:t>Irrelevant Features</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extraction</a:t>
            </a:r>
          </a:p>
          <a:p>
            <a:pPr lvl="1" indent="-330200">
              <a:spcBef>
                <a:spcPts val="320"/>
              </a:spcBef>
              <a:buSzPts val="1600"/>
            </a:pPr>
            <a:r>
              <a:rPr lang="en-US" sz="2400" dirty="0">
                <a:latin typeface="Cambria" panose="02040503050406030204" pitchFamily="18" charset="0"/>
                <a:ea typeface="Cambria" panose="02040503050406030204" pitchFamily="18" charset="0"/>
                <a:cs typeface="Arial"/>
                <a:sym typeface="Arial"/>
              </a:rPr>
              <a:t>Dimensionality reduction</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selection</a:t>
            </a:r>
          </a:p>
          <a:p>
            <a:pPr lvl="1" indent="-330200">
              <a:spcBef>
                <a:spcPts val="320"/>
              </a:spcBef>
              <a:buSzPts val="1600"/>
            </a:pPr>
            <a:r>
              <a:rPr lang="en-US" sz="2400" dirty="0">
                <a:latin typeface="Cambria" panose="02040503050406030204" pitchFamily="18" charset="0"/>
                <a:ea typeface="Cambria" panose="02040503050406030204" pitchFamily="18" charset="0"/>
                <a:cs typeface="Arial"/>
                <a:sym typeface="Arial"/>
              </a:rPr>
              <a:t>more useful features to train on among existing features. </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Construction</a:t>
            </a:r>
          </a:p>
          <a:p>
            <a:pPr lvl="1" indent="-330200">
              <a:spcBef>
                <a:spcPts val="320"/>
              </a:spcBef>
              <a:buSzPts val="1600"/>
            </a:pPr>
            <a:r>
              <a:rPr lang="en-US" sz="2400" dirty="0">
                <a:latin typeface="Cambria" panose="02040503050406030204" pitchFamily="18" charset="0"/>
                <a:ea typeface="Cambria" panose="02040503050406030204" pitchFamily="18" charset="0"/>
                <a:cs typeface="Arial"/>
                <a:sym typeface="Arial"/>
              </a:rPr>
              <a:t> Combine existing features to produce a more useful one</a:t>
            </a:r>
          </a:p>
          <a:p>
            <a:pPr marL="514350" indent="-285750">
              <a:spcBef>
                <a:spcPts val="480"/>
              </a:spcBef>
              <a:buClr>
                <a:srgbClr val="101141"/>
              </a:buClr>
              <a:buSzPts val="2400"/>
              <a:buFont typeface="Arial" panose="020B0604020202020204" pitchFamily="34" charset="0"/>
            </a:pPr>
            <a:r>
              <a:rPr lang="en-US" sz="2400" dirty="0">
                <a:latin typeface="Cambria" panose="02040503050406030204" pitchFamily="18" charset="0"/>
                <a:ea typeface="Cambria" panose="02040503050406030204" pitchFamily="18" charset="0"/>
                <a:cs typeface="Arial"/>
                <a:sym typeface="Arial"/>
              </a:rPr>
              <a:t>Feature Transformation</a:t>
            </a:r>
          </a:p>
          <a:p>
            <a:pPr marL="514350" indent="-285750">
              <a:spcBef>
                <a:spcPts val="480"/>
              </a:spcBef>
              <a:buClr>
                <a:srgbClr val="101141"/>
              </a:buClr>
              <a:buSzPts val="2400"/>
              <a:buFont typeface="Arial" panose="020B0604020202020204" pitchFamily="34" charset="0"/>
            </a:pPr>
            <a:endParaRPr lang="en-US" sz="2400" dirty="0">
              <a:latin typeface="Cambria" panose="02040503050406030204" pitchFamily="18" charset="0"/>
              <a:ea typeface="Cambria" panose="02040503050406030204" pitchFamily="18" charset="0"/>
              <a:cs typeface="Arial"/>
              <a:sym typeface="Arial"/>
            </a:endParaRPr>
          </a:p>
          <a:p>
            <a:pPr marL="514350" indent="-285750">
              <a:spcBef>
                <a:spcPts val="480"/>
              </a:spcBef>
              <a:buClr>
                <a:srgbClr val="101141"/>
              </a:buClr>
              <a:buSzPts val="2400"/>
              <a:buFont typeface="Arial" panose="020B0604020202020204" pitchFamily="34" charset="0"/>
            </a:pPr>
            <a:endParaRPr lang="en-IN" sz="2400" dirty="0">
              <a:latin typeface="Cambria" panose="02040503050406030204" pitchFamily="18" charset="0"/>
              <a:ea typeface="Cambria" panose="02040503050406030204" pitchFamily="18" charset="0"/>
              <a:cs typeface="Arial"/>
              <a:sym typeface="Arial"/>
            </a:endParaRPr>
          </a:p>
        </p:txBody>
      </p:sp>
      <p:sp>
        <p:nvSpPr>
          <p:cNvPr id="2" name="Title 1"/>
          <p:cNvSpPr>
            <a:spLocks noGrp="1"/>
          </p:cNvSpPr>
          <p:nvPr>
            <p:ph type="title" idx="4294967295"/>
          </p:nvPr>
        </p:nvSpPr>
        <p:spPr>
          <a:xfrm>
            <a:off x="-1950720" y="350837"/>
            <a:ext cx="8229600" cy="1143000"/>
          </a:xfrm>
        </p:spPr>
        <p:txBody>
          <a:bodyPr/>
          <a:lstStyle/>
          <a:p>
            <a:r>
              <a:rPr lang="en-US" sz="3600" kern="1200" spc="-150" dirty="0">
                <a:solidFill>
                  <a:schemeClr val="tx1"/>
                </a:solidFill>
                <a:latin typeface="Cambria" panose="02040503050406030204" pitchFamily="18" charset="0"/>
                <a:ea typeface="Cambria" panose="02040503050406030204" pitchFamily="18" charset="0"/>
              </a:rPr>
              <a:t>Feature Engineering</a:t>
            </a:r>
            <a:endParaRPr lang="en-IN" sz="3600" dirty="0"/>
          </a:p>
        </p:txBody>
      </p:sp>
      <p:sp>
        <p:nvSpPr>
          <p:cNvPr id="4"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58</a:t>
            </a:r>
          </a:p>
        </p:txBody>
      </p:sp>
    </p:spTree>
    <p:extLst>
      <p:ext uri="{BB962C8B-B14F-4D97-AF65-F5344CB8AC3E}">
        <p14:creationId xmlns:p14="http://schemas.microsoft.com/office/powerpoint/2010/main" val="3268452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normAutofit/>
          </a:bodyPr>
          <a:lstStyle/>
          <a:p>
            <a:pPr marL="342900" lvl="0">
              <a:buClr>
                <a:srgbClr val="101141"/>
              </a:buClr>
              <a:buNone/>
            </a:pPr>
            <a:r>
              <a:rPr lang="en-US" sz="2000" b="1" dirty="0">
                <a:latin typeface="Cambria" panose="02040503050406030204" pitchFamily="18" charset="0"/>
                <a:ea typeface="Cambria" panose="02040503050406030204" pitchFamily="18" charset="0"/>
              </a:rPr>
              <a:t>Input:</a:t>
            </a:r>
            <a:r>
              <a:rPr lang="en-US" sz="2000" dirty="0">
                <a:latin typeface="Cambria" panose="02040503050406030204" pitchFamily="18" charset="0"/>
                <a:ea typeface="Cambria" panose="02040503050406030204" pitchFamily="18" charset="0"/>
              </a:rPr>
              <a:t> </a:t>
            </a:r>
          </a:p>
          <a:p>
            <a:pPr marL="342900" lvl="0">
              <a:buClr>
                <a:srgbClr val="101141"/>
              </a:buClr>
              <a:buNone/>
            </a:pPr>
            <a:r>
              <a:rPr lang="en-US" sz="2000" dirty="0">
                <a:latin typeface="Cambria" panose="02040503050406030204" pitchFamily="18" charset="0"/>
                <a:ea typeface="Cambria" panose="02040503050406030204" pitchFamily="18" charset="0"/>
              </a:rPr>
              <a:t>WILP student details enrolled in </a:t>
            </a:r>
            <a:r>
              <a:rPr lang="en-US" sz="2000" dirty="0" err="1">
                <a:latin typeface="Cambria" panose="02040503050406030204" pitchFamily="18" charset="0"/>
                <a:ea typeface="Cambria" panose="02040503050406030204" pitchFamily="18" charset="0"/>
              </a:rPr>
              <a:t>Mtech</a:t>
            </a:r>
            <a:r>
              <a:rPr lang="en-US" sz="2000" dirty="0">
                <a:latin typeface="Cambria" panose="02040503050406030204" pitchFamily="18" charset="0"/>
                <a:ea typeface="Cambria" panose="02040503050406030204" pitchFamily="18" charset="0"/>
              </a:rPr>
              <a:t> AIML</a:t>
            </a:r>
          </a:p>
          <a:p>
            <a:pPr marL="342900" lvl="0">
              <a:buClr>
                <a:srgbClr val="101141"/>
              </a:buClr>
              <a:buNone/>
            </a:pPr>
            <a:r>
              <a:rPr lang="en-US" sz="2000" dirty="0">
                <a:latin typeface="Cambria" panose="02040503050406030204" pitchFamily="18" charset="0"/>
                <a:ea typeface="Cambria" panose="02040503050406030204" pitchFamily="18" charset="0"/>
              </a:rPr>
              <a:t> program.</a:t>
            </a:r>
          </a:p>
          <a:p>
            <a:pPr marL="342900" lvl="0">
              <a:buClr>
                <a:srgbClr val="101141"/>
              </a:buClr>
              <a:buNone/>
            </a:pPr>
            <a:r>
              <a:rPr lang="en-US" sz="2000" dirty="0">
                <a:latin typeface="Cambria" panose="02040503050406030204" pitchFamily="18" charset="0"/>
                <a:ea typeface="Cambria" panose="02040503050406030204" pitchFamily="18" charset="0"/>
              </a:rPr>
              <a:t>       </a:t>
            </a:r>
          </a:p>
          <a:p>
            <a:pPr marL="342900" lvl="0">
              <a:buClr>
                <a:srgbClr val="101141"/>
              </a:buClr>
              <a:buNone/>
            </a:pPr>
            <a:r>
              <a:rPr lang="en-US" sz="2000" b="1" dirty="0">
                <a:solidFill>
                  <a:srgbClr val="000000"/>
                </a:solidFill>
                <a:latin typeface="Cambria" panose="02040503050406030204" pitchFamily="18" charset="0"/>
                <a:ea typeface="Cambria" panose="02040503050406030204" pitchFamily="18" charset="0"/>
              </a:rPr>
              <a:t>Analysis:</a:t>
            </a:r>
            <a:r>
              <a:rPr lang="en-US" sz="2000" dirty="0">
                <a:solidFill>
                  <a:srgbClr val="000000"/>
                </a:solidFill>
                <a:latin typeface="Cambria" panose="02040503050406030204" pitchFamily="18" charset="0"/>
                <a:ea typeface="Cambria" panose="02040503050406030204" pitchFamily="18" charset="0"/>
              </a:rPr>
              <a:t>  </a:t>
            </a:r>
            <a:endParaRPr lang="en-US" sz="2000" dirty="0">
              <a:latin typeface="Cambria" panose="02040503050406030204" pitchFamily="18" charset="0"/>
              <a:ea typeface="Cambria" panose="02040503050406030204" pitchFamily="18" charset="0"/>
            </a:endParaRPr>
          </a:p>
          <a:p>
            <a:pPr marL="0" lvl="0" indent="0">
              <a:buNone/>
            </a:pPr>
            <a:r>
              <a:rPr lang="en-US" sz="2000" dirty="0">
                <a:solidFill>
                  <a:srgbClr val="000000"/>
                </a:solidFill>
                <a:latin typeface="Cambria" panose="02040503050406030204" pitchFamily="18" charset="0"/>
                <a:ea typeface="Cambria" panose="02040503050406030204" pitchFamily="18" charset="0"/>
              </a:rPr>
              <a:t>Predict the GPA of the AIML students in Semester3</a:t>
            </a:r>
          </a:p>
          <a:p>
            <a:pPr marL="0" lvl="0" indent="0">
              <a:buNone/>
            </a:pPr>
            <a:r>
              <a:rPr lang="en-US" sz="2000" dirty="0">
                <a:solidFill>
                  <a:srgbClr val="000000"/>
                </a:solidFill>
                <a:latin typeface="Cambria" panose="02040503050406030204" pitchFamily="18" charset="0"/>
                <a:ea typeface="Cambria" panose="02040503050406030204" pitchFamily="18" charset="0"/>
              </a:rPr>
              <a:t> to estimate the no. of students who might enroll</a:t>
            </a:r>
          </a:p>
          <a:p>
            <a:pPr marL="0" lvl="0" indent="0">
              <a:buNone/>
            </a:pPr>
            <a:r>
              <a:rPr lang="en-US" sz="2000" dirty="0">
                <a:solidFill>
                  <a:srgbClr val="000000"/>
                </a:solidFill>
                <a:latin typeface="Cambria" panose="02040503050406030204" pitchFamily="18" charset="0"/>
                <a:ea typeface="Cambria" panose="02040503050406030204" pitchFamily="18" charset="0"/>
              </a:rPr>
              <a:t> in dissertation</a:t>
            </a:r>
            <a:endParaRPr lang="en-US" sz="2000" dirty="0">
              <a:latin typeface="Cambria" panose="02040503050406030204" pitchFamily="18" charset="0"/>
              <a:ea typeface="Cambria" panose="02040503050406030204" pitchFamily="18" charset="0"/>
            </a:endParaRPr>
          </a:p>
          <a:p>
            <a:pPr marL="342900" lvl="0">
              <a:buClr>
                <a:srgbClr val="101141"/>
              </a:buClr>
              <a:buNone/>
            </a:pPr>
            <a:endParaRPr lang="en-US" sz="2000" dirty="0">
              <a:solidFill>
                <a:srgbClr val="000000"/>
              </a:solidFill>
              <a:latin typeface="Cambria" panose="02040503050406030204" pitchFamily="18" charset="0"/>
              <a:ea typeface="Cambria" panose="02040503050406030204" pitchFamily="18" charset="0"/>
            </a:endParaRPr>
          </a:p>
          <a:p>
            <a:pPr marL="342900" lvl="0">
              <a:buClr>
                <a:srgbClr val="101141"/>
              </a:buClr>
              <a:buNone/>
            </a:pPr>
            <a:r>
              <a:rPr lang="en-US" sz="2000" b="1" dirty="0">
                <a:solidFill>
                  <a:srgbClr val="000000"/>
                </a:solidFill>
                <a:latin typeface="Cambria" panose="02040503050406030204" pitchFamily="18" charset="0"/>
                <a:ea typeface="Cambria" panose="02040503050406030204" pitchFamily="18" charset="0"/>
              </a:rPr>
              <a:t>Observation:</a:t>
            </a:r>
            <a:endParaRPr lang="en-US" sz="2000" dirty="0">
              <a:latin typeface="Cambria" panose="02040503050406030204" pitchFamily="18" charset="0"/>
              <a:ea typeface="Cambria" panose="02040503050406030204" pitchFamily="18" charset="0"/>
            </a:endParaRPr>
          </a:p>
          <a:p>
            <a:pPr marL="0" lvl="0" indent="0">
              <a:buNone/>
            </a:pPr>
            <a:r>
              <a:rPr lang="en-US" sz="2000" dirty="0">
                <a:solidFill>
                  <a:srgbClr val="000000"/>
                </a:solidFill>
                <a:latin typeface="Cambria" panose="02040503050406030204" pitchFamily="18" charset="0"/>
                <a:ea typeface="Cambria" panose="02040503050406030204" pitchFamily="18" charset="0"/>
              </a:rPr>
              <a:t>Students with similar educational background </a:t>
            </a:r>
          </a:p>
          <a:p>
            <a:pPr marL="0" lvl="0" indent="0">
              <a:buNone/>
            </a:pPr>
            <a:r>
              <a:rPr lang="en-US" sz="2000" dirty="0">
                <a:solidFill>
                  <a:srgbClr val="000000"/>
                </a:solidFill>
                <a:latin typeface="Cambria" panose="02040503050406030204" pitchFamily="18" charset="0"/>
                <a:ea typeface="Cambria" panose="02040503050406030204" pitchFamily="18" charset="0"/>
              </a:rPr>
              <a:t>tend to perform same in the exams</a:t>
            </a:r>
            <a:endParaRPr lang="en-US"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p:txBody>
      </p:sp>
      <p:sp>
        <p:nvSpPr>
          <p:cNvPr id="2" name="Text Placeholder 1"/>
          <p:cNvSpPr>
            <a:spLocks noGrp="1"/>
          </p:cNvSpPr>
          <p:nvPr>
            <p:ph type="body" idx="2"/>
          </p:nvPr>
        </p:nvSpPr>
        <p:spPr>
          <a:xfrm>
            <a:off x="152400" y="75633"/>
            <a:ext cx="6324600" cy="1143000"/>
          </a:xfrm>
          <a:noFill/>
          <a:ln>
            <a:noFill/>
          </a:ln>
        </p:spPr>
        <p:txBody>
          <a:bodyPr spcFirstLastPara="1" wrap="square" lIns="91425" tIns="45700" rIns="91425" bIns="45700" anchor="ctr" anchorCtr="0">
            <a:normAutofit/>
          </a:bodyPr>
          <a:lstStyle/>
          <a:p>
            <a:r>
              <a:rPr lang="en-US" b="0" dirty="0">
                <a:solidFill>
                  <a:srgbClr val="202124"/>
                </a:solidFill>
                <a:latin typeface="Cambria" panose="02040503050406030204" pitchFamily="18" charset="0"/>
                <a:ea typeface="Cambria" panose="02040503050406030204" pitchFamily="18" charset="0"/>
              </a:rPr>
              <a:t>Case study</a:t>
            </a:r>
            <a:endParaRPr lang="en-IN" b="0" dirty="0">
              <a:solidFill>
                <a:srgbClr val="202124"/>
              </a:solidFill>
              <a:latin typeface="Cambria" panose="02040503050406030204" pitchFamily="18" charset="0"/>
              <a:ea typeface="Cambria" panose="02040503050406030204" pitchFamily="18" charset="0"/>
            </a:endParaRPr>
          </a:p>
        </p:txBody>
      </p:sp>
      <p:graphicFrame>
        <p:nvGraphicFramePr>
          <p:cNvPr id="5" name="Google Shape;840;p7"/>
          <p:cNvGraphicFramePr/>
          <p:nvPr>
            <p:extLst>
              <p:ext uri="{D42A27DB-BD31-4B8C-83A1-F6EECF244321}">
                <p14:modId xmlns:p14="http://schemas.microsoft.com/office/powerpoint/2010/main" val="3137606036"/>
              </p:ext>
            </p:extLst>
          </p:nvPr>
        </p:nvGraphicFramePr>
        <p:xfrm>
          <a:off x="6477000" y="922168"/>
          <a:ext cx="2636525" cy="53949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41957">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4890332">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NLP</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59</a:t>
            </a:r>
          </a:p>
        </p:txBody>
      </p:sp>
    </p:spTree>
    <p:extLst>
      <p:ext uri="{BB962C8B-B14F-4D97-AF65-F5344CB8AC3E}">
        <p14:creationId xmlns:p14="http://schemas.microsoft.com/office/powerpoint/2010/main" val="15143821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7"/>
          <p:cNvSpPr txBox="1">
            <a:spLocks noGrp="1"/>
          </p:cNvSpPr>
          <p:nvPr>
            <p:ph type="body" idx="1"/>
          </p:nvPr>
        </p:nvSpPr>
        <p:spPr>
          <a:xfrm>
            <a:off x="152400" y="1435597"/>
            <a:ext cx="6019800" cy="5059500"/>
          </a:xfrm>
          <a:prstGeom prst="rect">
            <a:avLst/>
          </a:prstGeom>
          <a:noFill/>
          <a:ln>
            <a:noFill/>
          </a:ln>
        </p:spPr>
        <p:txBody>
          <a:bodyPr spcFirstLastPara="1" wrap="square" lIns="91425" tIns="45700" rIns="91425" bIns="45700" anchor="t" anchorCtr="0">
            <a:normAutofit/>
          </a:bodyPr>
          <a:lstStyle/>
          <a:p>
            <a:pPr marL="5143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Reducing the number of features by creating lower-dimension 	</a:t>
            </a:r>
          </a:p>
          <a:p>
            <a:pPr marL="514350" lvl="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marR="0" lvl="0" indent="-285750" algn="l" rtl="0">
              <a:lnSpc>
                <a:spcPct val="100000"/>
              </a:lnSpc>
              <a:spcBef>
                <a:spcPts val="480"/>
              </a:spcBef>
              <a:spcAft>
                <a:spcPts val="0"/>
              </a:spcAft>
              <a:buClr>
                <a:srgbClr val="10114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When dimensionality increases, data becomes increasingly sparse in the space that it occupies</a:t>
            </a:r>
          </a:p>
          <a:p>
            <a:pPr marL="514350" marR="0" lvl="0" indent="-285750" algn="l" rtl="0">
              <a:lnSpc>
                <a:spcPct val="100000"/>
              </a:lnSpc>
              <a:spcBef>
                <a:spcPts val="480"/>
              </a:spcBef>
              <a:spcAft>
                <a:spcPts val="0"/>
              </a:spcAft>
              <a:buClr>
                <a:srgbClr val="101141"/>
              </a:buClr>
              <a:buSzPts val="240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Solution : Dimensionality Reduction techniques: </a:t>
            </a:r>
            <a:r>
              <a:rPr lang="en-US" dirty="0" err="1">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Principal Components Analysis (PCA)</a:t>
            </a:r>
            <a:endParaRPr dirty="0">
              <a:latin typeface="Cambria" panose="02040503050406030204" pitchFamily="18" charset="0"/>
              <a:ea typeface="Cambria" panose="02040503050406030204" pitchFamily="18" charset="0"/>
            </a:endParaRPr>
          </a:p>
        </p:txBody>
      </p:sp>
      <p:sp>
        <p:nvSpPr>
          <p:cNvPr id="839" name="Google Shape;839;p7"/>
          <p:cNvSpPr txBox="1">
            <a:spLocks noGrp="1"/>
          </p:cNvSpPr>
          <p:nvPr>
            <p:ph type="body" idx="2"/>
          </p:nvPr>
        </p:nvSpPr>
        <p:spPr>
          <a:xfrm>
            <a:off x="152399" y="167482"/>
            <a:ext cx="8268269" cy="1261884"/>
          </a:xfrm>
          <a:prstGeom prst="rect">
            <a:avLst/>
          </a:prstGeom>
          <a:noFill/>
          <a:ln w="9525">
            <a:noFill/>
            <a:miter lim="800000"/>
            <a:headEnd/>
            <a:tailEnd/>
          </a:ln>
          <a:effectLst/>
        </p:spPr>
        <p:txBody>
          <a:bodyPr spcFirstLastPara="1" vert="horz" wrap="square" lIns="91440" tIns="45720" rIns="91440" bIns="45720" rtlCol="0" anchor="ctr" anchorCtr="0">
            <a:spAutoFit/>
          </a:bodyPr>
          <a:lstStyle/>
          <a:p>
            <a:pPr eaLnBrk="0" fontAlgn="base" hangingPunct="0">
              <a:spcBef>
                <a:spcPct val="0"/>
              </a:spcBef>
              <a:spcAft>
                <a:spcPct val="0"/>
              </a:spcAft>
              <a:buSzPts val="3200"/>
              <a:buFont typeface="Calibri"/>
            </a:pPr>
            <a:r>
              <a:rPr lang="en-US" b="0" kern="1200" spc="-150" dirty="0">
                <a:solidFill>
                  <a:schemeClr val="tx1"/>
                </a:solidFill>
                <a:latin typeface="Cambria" panose="02040503050406030204" pitchFamily="18" charset="0"/>
                <a:ea typeface="Cambria" panose="02040503050406030204" pitchFamily="18" charset="0"/>
                <a:cs typeface="+mn-cs"/>
              </a:rPr>
              <a:t>Feature Engineering  - Extraction</a:t>
            </a:r>
          </a:p>
          <a:p>
            <a:pPr eaLnBrk="0" fontAlgn="base" hangingPunct="0">
              <a:spcBef>
                <a:spcPct val="0"/>
              </a:spcBef>
              <a:spcAft>
                <a:spcPct val="0"/>
              </a:spcAft>
              <a:buSzPts val="3200"/>
            </a:pPr>
            <a:r>
              <a:rPr lang="en-US" sz="2000" dirty="0">
                <a:latin typeface="Cambria" panose="02040503050406030204" pitchFamily="18" charset="0"/>
                <a:ea typeface="Cambria" panose="02040503050406030204" pitchFamily="18" charset="0"/>
              </a:rPr>
              <a:t>Curse of Dimensionality</a:t>
            </a:r>
          </a:p>
          <a:p>
            <a:pPr eaLnBrk="0" fontAlgn="base" hangingPunct="0">
              <a:spcBef>
                <a:spcPct val="0"/>
              </a:spcBef>
              <a:spcAft>
                <a:spcPct val="0"/>
              </a:spcAft>
              <a:buSzPts val="3200"/>
              <a:buFont typeface="Calibri"/>
            </a:pPr>
            <a:endParaRPr sz="2000" b="0" kern="1200" spc="-150" dirty="0">
              <a:solidFill>
                <a:schemeClr val="tx1"/>
              </a:solidFill>
              <a:latin typeface="Cambria" panose="02040503050406030204" pitchFamily="18" charset="0"/>
              <a:ea typeface="Cambria" panose="02040503050406030204" pitchFamily="18" charset="0"/>
              <a:cs typeface="+mn-cs"/>
            </a:endParaRPr>
          </a:p>
        </p:txBody>
      </p:sp>
      <p:graphicFrame>
        <p:nvGraphicFramePr>
          <p:cNvPr id="840" name="Google Shape;840;p7"/>
          <p:cNvGraphicFramePr/>
          <p:nvPr/>
        </p:nvGraphicFramePr>
        <p:xfrm>
          <a:off x="6324600" y="943428"/>
          <a:ext cx="2636525" cy="56743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NLP</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5"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60</a:t>
            </a:r>
          </a:p>
        </p:txBody>
      </p:sp>
    </p:spTree>
    <p:extLst>
      <p:ext uri="{BB962C8B-B14F-4D97-AF65-F5344CB8AC3E}">
        <p14:creationId xmlns:p14="http://schemas.microsoft.com/office/powerpoint/2010/main" val="33535315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11575d78375_0_517"/>
          <p:cNvSpPr txBox="1">
            <a:spLocks noGrp="1"/>
          </p:cNvSpPr>
          <p:nvPr>
            <p:ph type="body" idx="1"/>
          </p:nvPr>
        </p:nvSpPr>
        <p:spPr>
          <a:xfrm>
            <a:off x="152400" y="1433635"/>
            <a:ext cx="6019800" cy="4983300"/>
          </a:xfrm>
          <a:prstGeom prst="rect">
            <a:avLst/>
          </a:prstGeom>
          <a:noFill/>
          <a:ln>
            <a:noFill/>
          </a:ln>
        </p:spPr>
        <p:txBody>
          <a:bodyPr spcFirstLastPara="1" wrap="square" lIns="91425" tIns="45700" rIns="91425" bIns="45700" anchor="t" anchorCtr="0">
            <a:normAutofit/>
          </a:bodyPr>
          <a:lstStyle/>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Selecting a subset of the input features for training the model</a:t>
            </a:r>
          </a:p>
          <a:p>
            <a:pPr lvl="1"/>
            <a:r>
              <a:rPr lang="en-US" sz="2400" dirty="0">
                <a:latin typeface="Cambria" panose="02040503050406030204" pitchFamily="18" charset="0"/>
                <a:ea typeface="Cambria" panose="02040503050406030204" pitchFamily="18" charset="0"/>
              </a:rPr>
              <a:t>Handle Redundant features</a:t>
            </a:r>
          </a:p>
          <a:p>
            <a:pPr lvl="1"/>
            <a:r>
              <a:rPr lang="en-US" sz="2400" dirty="0">
                <a:latin typeface="Cambria" panose="02040503050406030204" pitchFamily="18" charset="0"/>
                <a:ea typeface="Cambria" panose="02040503050406030204" pitchFamily="18" charset="0"/>
              </a:rPr>
              <a:t>Remove Irrelevant feature </a:t>
            </a:r>
          </a:p>
          <a:p>
            <a:pPr lvl="1"/>
            <a:r>
              <a:rPr lang="en-US" sz="2400" dirty="0">
                <a:latin typeface="Cambria" panose="02040503050406030204" pitchFamily="18" charset="0"/>
                <a:ea typeface="Cambria" panose="02040503050406030204" pitchFamily="18" charset="0"/>
              </a:rPr>
              <a:t>dropping features (missing a large number of value)</a:t>
            </a:r>
            <a:endParaRPr sz="2400"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p:txBody>
      </p:sp>
      <p:sp>
        <p:nvSpPr>
          <p:cNvPr id="891" name="Google Shape;891;g11575d78375_0_517"/>
          <p:cNvSpPr txBox="1">
            <a:spLocks noGrp="1"/>
          </p:cNvSpPr>
          <p:nvPr>
            <p:ph type="body" idx="2"/>
          </p:nvPr>
        </p:nvSpPr>
        <p:spPr>
          <a:xfrm>
            <a:off x="152400" y="122525"/>
            <a:ext cx="6324600" cy="820903"/>
          </a:xfrm>
          <a:prstGeom prst="rect">
            <a:avLst/>
          </a:prstGeom>
          <a:noFill/>
          <a:ln>
            <a:noFill/>
          </a:ln>
        </p:spPr>
        <p:txBody>
          <a:bodyPr spcFirstLastPara="1" wrap="square" lIns="91425" tIns="45700" rIns="91425" bIns="45700" anchor="ctr" anchorCtr="0">
            <a:normAutofit/>
          </a:bodyPr>
          <a:lstStyle/>
          <a:p>
            <a:pPr eaLnBrk="0" fontAlgn="base" hangingPunct="0">
              <a:spcBef>
                <a:spcPct val="0"/>
              </a:spcBef>
              <a:spcAft>
                <a:spcPct val="0"/>
              </a:spcAft>
              <a:buSzPts val="3200"/>
              <a:buFont typeface="Calibri"/>
            </a:pPr>
            <a:r>
              <a:rPr lang="en-US" b="0" kern="1200" spc="-150" dirty="0">
                <a:solidFill>
                  <a:schemeClr val="tx1"/>
                </a:solidFill>
                <a:latin typeface="Cambria" panose="02040503050406030204" pitchFamily="18" charset="0"/>
                <a:ea typeface="Cambria" panose="02040503050406030204" pitchFamily="18" charset="0"/>
              </a:rPr>
              <a:t>Feature Engineering  - Selection</a:t>
            </a:r>
          </a:p>
        </p:txBody>
      </p:sp>
      <p:graphicFrame>
        <p:nvGraphicFramePr>
          <p:cNvPr id="892" name="Google Shape;892;g11575d78375_0_517"/>
          <p:cNvGraphicFramePr/>
          <p:nvPr/>
        </p:nvGraphicFramePr>
        <p:xfrm>
          <a:off x="6324600" y="943428"/>
          <a:ext cx="2636525" cy="567438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Name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Gender</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Age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DataOfBirth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Organisation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JobTitle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NatureOfJob</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EntranceScore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EligibilityScore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err="1"/>
                        <a:t>WILPBatch</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sngStrike" cap="none" dirty="0"/>
                        <a:t>Section</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ISM</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MFML</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ACI</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rgbClr val="FF0000"/>
                          </a:solidFill>
                        </a:rPr>
                        <a:t>ML</a:t>
                      </a:r>
                      <a:endParaRPr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rgbClr val="FF0000"/>
                          </a:solidFill>
                        </a:rPr>
                        <a:t>NLP</a:t>
                      </a:r>
                      <a:endParaRPr sz="1400" u="none" strike="noStrike" cap="none" dirty="0">
                        <a:solidFill>
                          <a:srgbClr val="FF0000"/>
                        </a:solidFill>
                      </a:endParaRPr>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893" name="Google Shape;893;g11575d78375_0_517"/>
          <p:cNvSpPr/>
          <p:nvPr/>
        </p:nvSpPr>
        <p:spPr>
          <a:xfrm>
            <a:off x="359391" y="5370529"/>
            <a:ext cx="7696200" cy="338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dirty="0" err="1">
                <a:solidFill>
                  <a:schemeClr val="dk2"/>
                </a:solidFill>
                <a:latin typeface="Calibri"/>
                <a:ea typeface="Calibri"/>
                <a:cs typeface="Calibri"/>
                <a:sym typeface="Calibri"/>
              </a:rPr>
              <a:t>dataframe</a:t>
            </a:r>
            <a:r>
              <a:rPr lang="en-US" sz="1600" b="0" i="0" u="none" strike="noStrike" cap="none" dirty="0">
                <a:solidFill>
                  <a:schemeClr val="dk2"/>
                </a:solidFill>
                <a:latin typeface="Calibri"/>
                <a:ea typeface="Calibri"/>
                <a:cs typeface="Calibri"/>
                <a:sym typeface="Calibri"/>
              </a:rPr>
              <a:t>= </a:t>
            </a:r>
            <a:r>
              <a:rPr lang="en-US" sz="1600" b="0" i="1" u="none" strike="noStrike" cap="none" dirty="0" err="1">
                <a:solidFill>
                  <a:schemeClr val="dk2"/>
                </a:solidFill>
                <a:latin typeface="Calibri"/>
                <a:ea typeface="Calibri"/>
                <a:cs typeface="Calibri"/>
                <a:sym typeface="Calibri"/>
              </a:rPr>
              <a:t>dataframe</a:t>
            </a:r>
            <a:r>
              <a:rPr lang="en-US" sz="1600" b="0" i="0" u="none" strike="noStrike" cap="none" dirty="0" err="1">
                <a:solidFill>
                  <a:schemeClr val="dk2"/>
                </a:solidFill>
                <a:latin typeface="Calibri"/>
                <a:ea typeface="Calibri"/>
                <a:cs typeface="Calibri"/>
                <a:sym typeface="Calibri"/>
              </a:rPr>
              <a:t>.drop</a:t>
            </a:r>
            <a:r>
              <a:rPr lang="en-US" sz="1600" b="0" i="0" u="none" strike="noStrike" cap="none" dirty="0">
                <a:solidFill>
                  <a:schemeClr val="dk2"/>
                </a:solidFill>
                <a:latin typeface="Calibri"/>
                <a:ea typeface="Calibri"/>
                <a:cs typeface="Calibri"/>
                <a:sym typeface="Calibri"/>
              </a:rPr>
              <a:t>([‘</a:t>
            </a:r>
            <a:r>
              <a:rPr lang="en-US" sz="1600" b="0" i="1" u="none" strike="noStrike" cap="none" dirty="0">
                <a:solidFill>
                  <a:schemeClr val="dk2"/>
                </a:solidFill>
                <a:latin typeface="Calibri"/>
                <a:ea typeface="Calibri"/>
                <a:cs typeface="Calibri"/>
                <a:sym typeface="Calibri"/>
              </a:rPr>
              <a:t>COLNAME-1</a:t>
            </a:r>
            <a:r>
              <a:rPr lang="en-US" sz="1600" b="0" i="0" u="none" strike="noStrike" cap="none" dirty="0">
                <a:solidFill>
                  <a:schemeClr val="dk2"/>
                </a:solidFill>
                <a:latin typeface="Calibri"/>
                <a:ea typeface="Calibri"/>
                <a:cs typeface="Calibri"/>
                <a:sym typeface="Calibri"/>
              </a:rPr>
              <a:t>',‘</a:t>
            </a:r>
            <a:r>
              <a:rPr lang="en-US" sz="1600" b="0" i="1" u="none" strike="noStrike" cap="none" dirty="0">
                <a:solidFill>
                  <a:schemeClr val="dk2"/>
                </a:solidFill>
                <a:latin typeface="Calibri"/>
                <a:ea typeface="Calibri"/>
                <a:cs typeface="Calibri"/>
                <a:sym typeface="Calibri"/>
              </a:rPr>
              <a:t>COLNAME-2</a:t>
            </a:r>
            <a:r>
              <a:rPr lang="en-US" sz="1600" b="0" i="0" u="none" strike="noStrike" cap="none" dirty="0">
                <a:solidFill>
                  <a:schemeClr val="dk2"/>
                </a:solidFill>
                <a:latin typeface="Calibri"/>
                <a:ea typeface="Calibri"/>
                <a:cs typeface="Calibri"/>
                <a:sym typeface="Calibri"/>
              </a:rPr>
              <a:t>'],axis=1)</a:t>
            </a:r>
            <a:endParaRPr sz="1400" b="0" i="0" u="none" strike="noStrike" cap="none" dirty="0">
              <a:solidFill>
                <a:srgbClr val="000000"/>
              </a:solidFill>
              <a:latin typeface="Arial"/>
              <a:ea typeface="Arial"/>
              <a:cs typeface="Arial"/>
              <a:sym typeface="Arial"/>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61</a:t>
            </a:r>
          </a:p>
        </p:txBody>
      </p:sp>
    </p:spTree>
    <p:extLst>
      <p:ext uri="{BB962C8B-B14F-4D97-AF65-F5344CB8AC3E}">
        <p14:creationId xmlns:p14="http://schemas.microsoft.com/office/powerpoint/2010/main" val="41197286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54674" y="1493837"/>
            <a:ext cx="8593540" cy="4525963"/>
          </a:xfrm>
          <a:noFill/>
          <a:ln>
            <a:noFill/>
          </a:ln>
        </p:spPr>
        <p:txBody>
          <a:bodyPr spcFirstLastPara="1" wrap="square" lIns="91425" tIns="45700" rIns="91425" bIns="45700" anchor="t" anchorCtr="0">
            <a:normAutofit/>
          </a:bodyPr>
          <a:lstStyle/>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Creating new features by using techniques</a:t>
            </a:r>
          </a:p>
          <a:p>
            <a:pPr lvl="1"/>
            <a:r>
              <a:rPr lang="en-US" sz="2400" dirty="0">
                <a:latin typeface="Cambria" panose="02040503050406030204" pitchFamily="18" charset="0"/>
                <a:ea typeface="Cambria" panose="02040503050406030204" pitchFamily="18" charset="0"/>
              </a:rPr>
              <a:t>Polynomial expansion (by using univariate mathematical functions) </a:t>
            </a:r>
          </a:p>
          <a:p>
            <a:pPr lvl="1"/>
            <a:r>
              <a:rPr lang="en-US" sz="2400" dirty="0">
                <a:latin typeface="Cambria" panose="02040503050406030204" pitchFamily="18" charset="0"/>
                <a:ea typeface="Cambria" panose="02040503050406030204" pitchFamily="18" charset="0"/>
              </a:rPr>
              <a:t>Feature crossing (to capture feature interactions)</a:t>
            </a:r>
          </a:p>
          <a:p>
            <a:pPr lvl="1"/>
            <a:r>
              <a:rPr lang="en-US" sz="2400" dirty="0">
                <a:latin typeface="Cambria" panose="02040503050406030204" pitchFamily="18" charset="0"/>
                <a:ea typeface="Cambria" panose="02040503050406030204" pitchFamily="18" charset="0"/>
              </a:rPr>
              <a:t>Features can also be constructed by using business logic from the domain of the ML use case.</a:t>
            </a:r>
          </a:p>
          <a:p>
            <a:pPr lvl="1"/>
            <a:endParaRPr lang="en-IN" sz="1400" dirty="0">
              <a:latin typeface="+mj-lt"/>
              <a:ea typeface="Cambria" panose="02040503050406030204" pitchFamily="18" charset="0"/>
            </a:endParaRPr>
          </a:p>
        </p:txBody>
      </p:sp>
      <p:sp>
        <p:nvSpPr>
          <p:cNvPr id="5" name="Text Placeholder 4"/>
          <p:cNvSpPr>
            <a:spLocks noGrp="1"/>
          </p:cNvSpPr>
          <p:nvPr>
            <p:ph type="body" idx="2"/>
          </p:nvPr>
        </p:nvSpPr>
        <p:spPr>
          <a:xfrm>
            <a:off x="304800" y="152400"/>
            <a:ext cx="8593540" cy="1143000"/>
          </a:xfrm>
          <a:noFill/>
          <a:ln>
            <a:noFill/>
          </a:ln>
        </p:spPr>
        <p:txBody>
          <a:bodyPr spcFirstLastPara="1" wrap="square" lIns="91425" tIns="45700" rIns="91425" bIns="45700" anchor="ctr" anchorCtr="0">
            <a:normAutofit/>
          </a:bodyPr>
          <a:lstStyle/>
          <a:p>
            <a:pPr eaLnBrk="0" fontAlgn="base" hangingPunct="0">
              <a:spcBef>
                <a:spcPct val="0"/>
              </a:spcBef>
              <a:spcAft>
                <a:spcPct val="0"/>
              </a:spcAft>
              <a:buSzPts val="3200"/>
              <a:buFont typeface="Calibri"/>
            </a:pPr>
            <a:r>
              <a:rPr lang="en-US" b="0" kern="1200" spc="-150" dirty="0">
                <a:solidFill>
                  <a:schemeClr val="tx1"/>
                </a:solidFill>
                <a:latin typeface="Cambria" panose="02040503050406030204" pitchFamily="18" charset="0"/>
                <a:ea typeface="Cambria" panose="02040503050406030204" pitchFamily="18" charset="0"/>
              </a:rPr>
              <a:t>Feature Engineering  - construction</a:t>
            </a:r>
            <a:endParaRPr lang="en-IN" b="0" kern="1200" spc="-150" dirty="0">
              <a:solidFill>
                <a:schemeClr val="tx1"/>
              </a:solidFill>
              <a:latin typeface="Cambria" panose="02040503050406030204" pitchFamily="18" charset="0"/>
              <a:ea typeface="Cambria" panose="02040503050406030204" pitchFamily="18" charset="0"/>
            </a:endParaRPr>
          </a:p>
        </p:txBody>
      </p:sp>
      <p:sp>
        <p:nvSpPr>
          <p:cNvPr id="2" name="Rectangle 1"/>
          <p:cNvSpPr/>
          <p:nvPr/>
        </p:nvSpPr>
        <p:spPr>
          <a:xfrm>
            <a:off x="811285" y="4358324"/>
            <a:ext cx="7812210" cy="646331"/>
          </a:xfrm>
          <a:prstGeom prst="rect">
            <a:avLst/>
          </a:prstGeom>
        </p:spPr>
        <p:txBody>
          <a:bodyPr wrap="square">
            <a:spAutoFit/>
          </a:bodyPr>
          <a:lstStyle/>
          <a:p>
            <a:r>
              <a:rPr lang="en-US" sz="1800" b="1" dirty="0"/>
              <a:t>Original Features:    </a:t>
            </a:r>
            <a:r>
              <a:rPr lang="en-US" sz="1800" dirty="0" err="1"/>
              <a:t>First_Purchase_Date</a:t>
            </a:r>
            <a:r>
              <a:rPr lang="en-US" sz="1800" dirty="0"/>
              <a:t> and  </a:t>
            </a:r>
            <a:r>
              <a:rPr lang="en-US" sz="1800" dirty="0" err="1"/>
              <a:t>Last_Purchase_Date</a:t>
            </a:r>
            <a:endParaRPr lang="en-US" sz="1800" dirty="0"/>
          </a:p>
          <a:p>
            <a:endParaRPr lang="en-US" sz="1800" dirty="0"/>
          </a:p>
        </p:txBody>
      </p:sp>
      <p:sp>
        <p:nvSpPr>
          <p:cNvPr id="6" name="Rectangle 1"/>
          <p:cNvSpPr>
            <a:spLocks noChangeArrowheads="1"/>
          </p:cNvSpPr>
          <p:nvPr/>
        </p:nvSpPr>
        <p:spPr bwMode="auto">
          <a:xfrm>
            <a:off x="811285" y="5050563"/>
            <a:ext cx="793692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Constructed feature: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mj-lt"/>
              </a:rPr>
              <a:t>Customer_Lifetime</a:t>
            </a:r>
            <a:r>
              <a:rPr kumimoji="0" lang="en-US" altLang="en-US" sz="1800" b="0" i="0" u="none" strike="noStrike" cap="none" normalizeH="0" baseline="0" dirty="0">
                <a:ln>
                  <a:noFill/>
                </a:ln>
                <a:solidFill>
                  <a:schemeClr val="tx1"/>
                </a:solidFill>
                <a:effectLst/>
                <a:latin typeface="+mj-lt"/>
              </a:rPr>
              <a:t> = </a:t>
            </a:r>
            <a:r>
              <a:rPr kumimoji="0" lang="en-US" altLang="en-US" sz="1800" b="0" i="0" u="none" strike="noStrike" cap="none" normalizeH="0" baseline="0" dirty="0" err="1">
                <a:ln>
                  <a:noFill/>
                </a:ln>
                <a:solidFill>
                  <a:schemeClr val="tx1"/>
                </a:solidFill>
                <a:effectLst/>
                <a:latin typeface="+mj-lt"/>
              </a:rPr>
              <a:t>Last_Purchase_Date</a:t>
            </a:r>
            <a:r>
              <a:rPr kumimoji="0" lang="en-US" altLang="en-US" sz="1800" b="0" i="0" u="none" strike="noStrike" cap="none" normalizeH="0" baseline="0" dirty="0">
                <a:ln>
                  <a:noFill/>
                </a:ln>
                <a:solidFill>
                  <a:schemeClr val="tx1"/>
                </a:solidFill>
                <a:effectLst/>
                <a:latin typeface="+mj-lt"/>
              </a:rPr>
              <a:t> – </a:t>
            </a:r>
            <a:r>
              <a:rPr kumimoji="0" lang="en-US" altLang="en-US" sz="1800" b="0" i="0" u="none" strike="noStrike" cap="none" normalizeH="0" baseline="0" dirty="0" err="1">
                <a:ln>
                  <a:noFill/>
                </a:ln>
                <a:solidFill>
                  <a:schemeClr val="tx1"/>
                </a:solidFill>
                <a:effectLst/>
                <a:latin typeface="+mj-lt"/>
              </a:rPr>
              <a:t>First_Purchase_Date</a:t>
            </a:r>
            <a:r>
              <a:rPr kumimoji="0" lang="en-US" altLang="en-US" sz="1800" b="0" i="0" u="none" strike="noStrike" cap="none" normalizeH="0" baseline="0" dirty="0">
                <a:ln>
                  <a:noFill/>
                </a:ln>
                <a:solidFill>
                  <a:schemeClr val="tx1"/>
                </a:solidFill>
                <a:effectLst/>
                <a:latin typeface="+mj-lt"/>
              </a:rPr>
              <a:t> </a:t>
            </a:r>
          </a:p>
        </p:txBody>
      </p:sp>
      <p:sp>
        <p:nvSpPr>
          <p:cNvPr id="7"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62</a:t>
            </a:r>
          </a:p>
        </p:txBody>
      </p:sp>
    </p:spTree>
    <p:extLst>
      <p:ext uri="{BB962C8B-B14F-4D97-AF65-F5344CB8AC3E}">
        <p14:creationId xmlns:p14="http://schemas.microsoft.com/office/powerpoint/2010/main" val="36754060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11575d78375_0_629"/>
          <p:cNvSpPr txBox="1">
            <a:spLocks noGrp="1"/>
          </p:cNvSpPr>
          <p:nvPr>
            <p:ph type="body" idx="2"/>
          </p:nvPr>
        </p:nvSpPr>
        <p:spPr>
          <a:xfrm>
            <a:off x="0" y="193264"/>
            <a:ext cx="9361228" cy="1143000"/>
          </a:xfrm>
          <a:prstGeom prst="rect">
            <a:avLst/>
          </a:prstGeom>
          <a:noFill/>
          <a:ln>
            <a:noFill/>
          </a:ln>
        </p:spPr>
        <p:txBody>
          <a:bodyPr spcFirstLastPara="1" wrap="square" lIns="91425" tIns="45700" rIns="91425" bIns="45700" anchor="ctr" anchorCtr="0">
            <a:normAutofit/>
          </a:bodyPr>
          <a:lstStyle/>
          <a:p>
            <a:pPr>
              <a:buSzPts val="4400"/>
              <a:buFont typeface="Calibri"/>
            </a:pPr>
            <a:r>
              <a:rPr lang="en-US" b="0" dirty="0">
                <a:latin typeface="Cambria" panose="02040503050406030204" pitchFamily="18" charset="0"/>
                <a:ea typeface="Cambria" panose="02040503050406030204" pitchFamily="18" charset="0"/>
                <a:cs typeface="Calibri"/>
                <a:sym typeface="Calibri"/>
              </a:rPr>
              <a:t>Feature Engineering  - Transform</a:t>
            </a:r>
          </a:p>
        </p:txBody>
      </p:sp>
      <p:graphicFrame>
        <p:nvGraphicFramePr>
          <p:cNvPr id="937" name="Google Shape;937;g11575d78375_0_629"/>
          <p:cNvGraphicFramePr/>
          <p:nvPr/>
        </p:nvGraphicFramePr>
        <p:xfrm>
          <a:off x="315475" y="1684925"/>
          <a:ext cx="2636525" cy="265686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SEM-1-Total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SEM-2-Total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SEM-3-Total</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a:solidFill>
                            <a:schemeClr val="dk1"/>
                          </a:solidFill>
                        </a:rPr>
                        <a:t>CGPA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err="1">
                          <a:solidFill>
                            <a:schemeClr val="dk1"/>
                          </a:solidFill>
                        </a:rPr>
                        <a:t>isEligibleForDissertation</a:t>
                      </a:r>
                      <a:endParaRPr sz="1800" b="0" u="none" strike="noStrike" cap="none"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938" name="Google Shape;938;g11575d78375_0_629"/>
          <p:cNvGraphicFramePr/>
          <p:nvPr/>
        </p:nvGraphicFramePr>
        <p:xfrm>
          <a:off x="3327209" y="1684914"/>
          <a:ext cx="2636525" cy="265686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SEM-1-GPA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SEM-2-GPA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SEM-3-GPA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a:solidFill>
                            <a:schemeClr val="dk1"/>
                          </a:solidFill>
                        </a:rPr>
                        <a:t>CGPA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err="1">
                          <a:solidFill>
                            <a:schemeClr val="dk1"/>
                          </a:solidFill>
                        </a:rPr>
                        <a:t>isEligibleForDissertation</a:t>
                      </a:r>
                      <a:endParaRPr sz="1800" b="0" u="none" strike="noStrike" cap="none"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939" name="Google Shape;939;g11575d78375_0_629"/>
          <p:cNvGraphicFramePr/>
          <p:nvPr/>
        </p:nvGraphicFramePr>
        <p:xfrm>
          <a:off x="6240148" y="1684925"/>
          <a:ext cx="2636525" cy="2656860"/>
        </p:xfrm>
        <a:graphic>
          <a:graphicData uri="http://schemas.openxmlformats.org/drawingml/2006/table">
            <a:tbl>
              <a:tblPr firstRow="1" bandRow="1">
                <a:noFill/>
              </a:tblPr>
              <a:tblGrid>
                <a:gridCol w="263652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AttributesOfInterest</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t>PreviousDegree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S1-isComplete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S2-isComplete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S3-isComplete</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a:solidFill>
                            <a:schemeClr val="dk1"/>
                          </a:solidFill>
                        </a:rPr>
                        <a:t>CGPA</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0" u="none" strike="noStrike" cap="none" dirty="0" err="1">
                          <a:solidFill>
                            <a:schemeClr val="dk1"/>
                          </a:solidFill>
                        </a:rPr>
                        <a:t>isEligibleForDissertation</a:t>
                      </a:r>
                      <a:endParaRPr sz="1800" b="0" u="none" strike="noStrike" cap="none"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fld id="{00000000-1234-1234-1234-123412341234}" type="slidenum">
              <a:rPr lang="en-US" sz="1600" b="1" smtClean="0">
                <a:latin typeface="Tahoma"/>
                <a:ea typeface="Tahoma"/>
                <a:cs typeface="Tahoma"/>
                <a:sym typeface="Tahoma"/>
              </a:rPr>
              <a:pPr>
                <a:buSzPts val="1600"/>
              </a:pPr>
              <a:t>63</a:t>
            </a:fld>
            <a:endParaRPr lang="en-US" sz="1600" b="1" dirty="0">
              <a:latin typeface="Tahoma"/>
              <a:ea typeface="Tahoma"/>
              <a:cs typeface="Tahoma"/>
              <a:sym typeface="Tahoma"/>
            </a:endParaRPr>
          </a:p>
        </p:txBody>
      </p:sp>
    </p:spTree>
    <p:extLst>
      <p:ext uri="{BB962C8B-B14F-4D97-AF65-F5344CB8AC3E}">
        <p14:creationId xmlns:p14="http://schemas.microsoft.com/office/powerpoint/2010/main" val="33558923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95618" y="1452893"/>
            <a:ext cx="8839200" cy="4525963"/>
          </a:xfrm>
          <a:noFill/>
          <a:ln>
            <a:noFill/>
          </a:ln>
        </p:spPr>
        <p:txBody>
          <a:bodyPr spcFirstLastPara="1" wrap="square" lIns="91425" tIns="45700" rIns="91425" bIns="45700" anchor="t" anchorCtr="0">
            <a:normAutofit fontScale="92500" lnSpcReduction="10000"/>
          </a:bodyPr>
          <a:lstStyle/>
          <a:p>
            <a:pPr marL="514350" indent="-285750">
              <a:buFont typeface="Arial" panose="020B0604020202020204" pitchFamily="34" charset="0"/>
              <a:buChar char="•"/>
            </a:pPr>
            <a:r>
              <a:rPr lang="en-IN" b="1" dirty="0">
                <a:latin typeface="Cambria" panose="02040503050406030204" pitchFamily="18" charset="0"/>
                <a:ea typeface="Cambria" panose="02040503050406030204" pitchFamily="18" charset="0"/>
              </a:rPr>
              <a:t>Discretization</a:t>
            </a:r>
            <a:r>
              <a:rPr lang="en-IN" dirty="0">
                <a:latin typeface="Cambria" panose="02040503050406030204" pitchFamily="18" charset="0"/>
                <a:ea typeface="Cambria" panose="02040503050406030204" pitchFamily="18" charset="0"/>
              </a:rPr>
              <a:t> : </a:t>
            </a:r>
            <a:r>
              <a:rPr lang="en-US" altLang="en-US" dirty="0">
                <a:latin typeface="Cambria" panose="02040503050406030204" pitchFamily="18" charset="0"/>
                <a:ea typeface="Cambria" panose="02040503050406030204" pitchFamily="18" charset="0"/>
              </a:rPr>
              <a:t>Convert continuous attribute into a discrete attribute</a:t>
            </a:r>
          </a:p>
          <a:p>
            <a:pPr marL="332325" indent="-271903">
              <a:spcBef>
                <a:spcPts val="817"/>
              </a:spcBef>
              <a:buFont typeface="Arial" pitchFamily="34" charset="0"/>
              <a:buChar char="•"/>
              <a:defRPr/>
            </a:pPr>
            <a:r>
              <a:rPr lang="en-US" spc="8" dirty="0">
                <a:latin typeface="Cambria" panose="02040503050406030204" pitchFamily="18" charset="0"/>
                <a:ea typeface="Cambria" panose="02040503050406030204" pitchFamily="18" charset="0"/>
                <a:cs typeface="Microsoft Sans Serif"/>
              </a:rPr>
              <a:t>It </a:t>
            </a:r>
            <a:r>
              <a:rPr lang="en-US" spc="-8" dirty="0">
                <a:latin typeface="Cambria" panose="02040503050406030204" pitchFamily="18" charset="0"/>
                <a:ea typeface="Cambria" panose="02040503050406030204" pitchFamily="18" charset="0"/>
                <a:cs typeface="Microsoft Sans Serif"/>
              </a:rPr>
              <a:t>involves</a:t>
            </a:r>
            <a:r>
              <a:rPr lang="en-US" spc="16" dirty="0">
                <a:latin typeface="Cambria" panose="02040503050406030204" pitchFamily="18" charset="0"/>
                <a:ea typeface="Cambria" panose="02040503050406030204" pitchFamily="18" charset="0"/>
                <a:cs typeface="Microsoft Sans Serif"/>
              </a:rPr>
              <a:t> </a:t>
            </a:r>
            <a:r>
              <a:rPr lang="en-US" spc="8" dirty="0">
                <a:latin typeface="Cambria" panose="02040503050406030204" pitchFamily="18" charset="0"/>
                <a:ea typeface="Cambria" panose="02040503050406030204" pitchFamily="18" charset="0"/>
                <a:cs typeface="Microsoft Sans Serif"/>
              </a:rPr>
              <a:t>converting</a:t>
            </a:r>
            <a:r>
              <a:rPr lang="en-US" spc="16" dirty="0">
                <a:latin typeface="Cambria" panose="02040503050406030204" pitchFamily="18" charset="0"/>
                <a:ea typeface="Cambria" panose="02040503050406030204" pitchFamily="18" charset="0"/>
                <a:cs typeface="Microsoft Sans Serif"/>
              </a:rPr>
              <a:t> the </a:t>
            </a:r>
            <a:r>
              <a:rPr lang="en-US" dirty="0">
                <a:latin typeface="Cambria" panose="02040503050406030204" pitchFamily="18" charset="0"/>
                <a:ea typeface="Cambria" panose="02040503050406030204" pitchFamily="18" charset="0"/>
                <a:cs typeface="Microsoft Sans Serif"/>
              </a:rPr>
              <a:t>raw</a:t>
            </a:r>
            <a:r>
              <a:rPr lang="en-US" spc="16" dirty="0">
                <a:latin typeface="Cambria" panose="02040503050406030204" pitchFamily="18" charset="0"/>
                <a:ea typeface="Cambria" panose="02040503050406030204" pitchFamily="18" charset="0"/>
                <a:cs typeface="Microsoft Sans Serif"/>
              </a:rPr>
              <a:t> </a:t>
            </a:r>
            <a:r>
              <a:rPr lang="en-US" spc="8" dirty="0">
                <a:latin typeface="Cambria" panose="02040503050406030204" pitchFamily="18" charset="0"/>
                <a:ea typeface="Cambria" panose="02040503050406030204" pitchFamily="18" charset="0"/>
                <a:cs typeface="Microsoft Sans Serif"/>
              </a:rPr>
              <a:t>values </a:t>
            </a:r>
            <a:r>
              <a:rPr lang="en-US" spc="16" dirty="0">
                <a:latin typeface="Cambria" panose="02040503050406030204" pitchFamily="18" charset="0"/>
                <a:ea typeface="Cambria" panose="02040503050406030204" pitchFamily="18" charset="0"/>
                <a:cs typeface="Microsoft Sans Serif"/>
              </a:rPr>
              <a:t>of a numeric </a:t>
            </a:r>
            <a:r>
              <a:rPr lang="en-US" spc="8" dirty="0">
                <a:latin typeface="Cambria" panose="02040503050406030204" pitchFamily="18" charset="0"/>
                <a:ea typeface="Cambria" panose="02040503050406030204" pitchFamily="18" charset="0"/>
                <a:cs typeface="Microsoft Sans Serif"/>
              </a:rPr>
              <a:t>attribute (e.g.,</a:t>
            </a:r>
            <a:r>
              <a:rPr lang="en-US" spc="24" dirty="0">
                <a:latin typeface="Cambria" panose="02040503050406030204" pitchFamily="18" charset="0"/>
                <a:ea typeface="Cambria" panose="02040503050406030204" pitchFamily="18" charset="0"/>
                <a:cs typeface="Microsoft Sans Serif"/>
              </a:rPr>
              <a:t> </a:t>
            </a:r>
            <a:r>
              <a:rPr lang="en-US" spc="16" dirty="0">
                <a:latin typeface="Cambria" panose="02040503050406030204" pitchFamily="18" charset="0"/>
                <a:ea typeface="Cambria" panose="02040503050406030204" pitchFamily="18" charset="0"/>
                <a:cs typeface="Microsoft Sans Serif"/>
              </a:rPr>
              <a:t>age) </a:t>
            </a:r>
            <a:r>
              <a:rPr lang="en-US" spc="8" dirty="0">
                <a:latin typeface="Cambria" panose="02040503050406030204" pitchFamily="18" charset="0"/>
                <a:ea typeface="Cambria" panose="02040503050406030204" pitchFamily="18" charset="0"/>
                <a:cs typeface="Microsoft Sans Serif"/>
              </a:rPr>
              <a:t>into</a:t>
            </a:r>
            <a:endParaRPr lang="en-US" dirty="0">
              <a:latin typeface="Cambria" panose="02040503050406030204" pitchFamily="18" charset="0"/>
              <a:ea typeface="Cambria" panose="02040503050406030204" pitchFamily="18" charset="0"/>
              <a:cs typeface="Microsoft Sans Serif"/>
            </a:endParaRPr>
          </a:p>
          <a:p>
            <a:pPr marL="578045" indent="-271903">
              <a:spcBef>
                <a:spcPts val="626"/>
              </a:spcBef>
              <a:buFont typeface="Arial" pitchFamily="34" charset="0"/>
              <a:buChar char="•"/>
              <a:defRPr/>
            </a:pPr>
            <a:r>
              <a:rPr lang="en-US" spc="16" dirty="0">
                <a:solidFill>
                  <a:srgbClr val="C00000"/>
                </a:solidFill>
                <a:latin typeface="Cambria" panose="02040503050406030204" pitchFamily="18" charset="0"/>
                <a:ea typeface="Cambria" panose="02040503050406030204" pitchFamily="18" charset="0"/>
                <a:cs typeface="Microsoft Sans Serif"/>
              </a:rPr>
              <a:t>interval</a:t>
            </a:r>
            <a:r>
              <a:rPr lang="en-US" spc="24" dirty="0">
                <a:solidFill>
                  <a:srgbClr val="C00000"/>
                </a:solidFill>
                <a:latin typeface="Cambria" panose="02040503050406030204" pitchFamily="18" charset="0"/>
                <a:ea typeface="Cambria" panose="02040503050406030204" pitchFamily="18" charset="0"/>
                <a:cs typeface="Microsoft Sans Serif"/>
              </a:rPr>
              <a:t> </a:t>
            </a:r>
            <a:r>
              <a:rPr lang="en-US" spc="16" dirty="0">
                <a:solidFill>
                  <a:srgbClr val="C00000"/>
                </a:solidFill>
                <a:latin typeface="Cambria" panose="02040503050406030204" pitchFamily="18" charset="0"/>
                <a:ea typeface="Cambria" panose="02040503050406030204" pitchFamily="18" charset="0"/>
                <a:cs typeface="Microsoft Sans Serif"/>
              </a:rPr>
              <a:t>labels</a:t>
            </a:r>
            <a:r>
              <a:rPr lang="en-US" spc="32" dirty="0">
                <a:solidFill>
                  <a:srgbClr val="C00000"/>
                </a:solidFill>
                <a:latin typeface="Cambria" panose="02040503050406030204" pitchFamily="18" charset="0"/>
                <a:ea typeface="Cambria" panose="02040503050406030204" pitchFamily="18" charset="0"/>
                <a:cs typeface="Microsoft Sans Serif"/>
              </a:rPr>
              <a:t> </a:t>
            </a:r>
            <a:r>
              <a:rPr lang="en-US" spc="8" dirty="0">
                <a:solidFill>
                  <a:srgbClr val="C00000"/>
                </a:solidFill>
                <a:latin typeface="Cambria" panose="02040503050406030204" pitchFamily="18" charset="0"/>
                <a:ea typeface="Cambria" panose="02040503050406030204" pitchFamily="18" charset="0"/>
                <a:cs typeface="Microsoft Sans Serif"/>
              </a:rPr>
              <a:t>(e.g.,</a:t>
            </a:r>
            <a:r>
              <a:rPr lang="en-US" spc="32" dirty="0">
                <a:solidFill>
                  <a:srgbClr val="C00000"/>
                </a:solidFill>
                <a:latin typeface="Cambria" panose="02040503050406030204" pitchFamily="18" charset="0"/>
                <a:ea typeface="Cambria" panose="02040503050406030204" pitchFamily="18" charset="0"/>
                <a:cs typeface="Microsoft Sans Serif"/>
              </a:rPr>
              <a:t> </a:t>
            </a:r>
            <a:r>
              <a:rPr lang="en-US" spc="103" dirty="0">
                <a:solidFill>
                  <a:srgbClr val="C00000"/>
                </a:solidFill>
                <a:latin typeface="Cambria" panose="02040503050406030204" pitchFamily="18" charset="0"/>
                <a:ea typeface="Cambria" panose="02040503050406030204" pitchFamily="18" charset="0"/>
                <a:cs typeface="Microsoft Sans Serif"/>
              </a:rPr>
              <a:t>0–10,</a:t>
            </a:r>
            <a:r>
              <a:rPr lang="en-US" spc="24" dirty="0">
                <a:solidFill>
                  <a:srgbClr val="C00000"/>
                </a:solidFill>
                <a:latin typeface="Cambria" panose="02040503050406030204" pitchFamily="18" charset="0"/>
                <a:ea typeface="Cambria" panose="02040503050406030204" pitchFamily="18" charset="0"/>
                <a:cs typeface="Microsoft Sans Serif"/>
              </a:rPr>
              <a:t> </a:t>
            </a:r>
            <a:r>
              <a:rPr lang="en-US" spc="87" dirty="0">
                <a:solidFill>
                  <a:srgbClr val="C00000"/>
                </a:solidFill>
                <a:latin typeface="Cambria" panose="02040503050406030204" pitchFamily="18" charset="0"/>
                <a:ea typeface="Cambria" panose="02040503050406030204" pitchFamily="18" charset="0"/>
                <a:cs typeface="Microsoft Sans Serif"/>
              </a:rPr>
              <a:t>11–20,</a:t>
            </a:r>
            <a:r>
              <a:rPr lang="en-US" spc="32" dirty="0">
                <a:solidFill>
                  <a:srgbClr val="C00000"/>
                </a:solidFill>
                <a:latin typeface="Cambria" panose="02040503050406030204" pitchFamily="18" charset="0"/>
                <a:ea typeface="Cambria" panose="02040503050406030204" pitchFamily="18" charset="0"/>
                <a:cs typeface="Microsoft Sans Serif"/>
              </a:rPr>
              <a:t> </a:t>
            </a:r>
            <a:r>
              <a:rPr lang="en-US" spc="16" dirty="0">
                <a:solidFill>
                  <a:srgbClr val="C00000"/>
                </a:solidFill>
                <a:latin typeface="Cambria" panose="02040503050406030204" pitchFamily="18" charset="0"/>
                <a:ea typeface="Cambria" panose="02040503050406030204" pitchFamily="18" charset="0"/>
                <a:cs typeface="Microsoft Sans Serif"/>
              </a:rPr>
              <a:t>etc.) OR</a:t>
            </a:r>
            <a:endParaRPr lang="en-US" dirty="0">
              <a:solidFill>
                <a:srgbClr val="C00000"/>
              </a:solidFill>
              <a:latin typeface="Cambria" panose="02040503050406030204" pitchFamily="18" charset="0"/>
              <a:ea typeface="Cambria" panose="02040503050406030204" pitchFamily="18" charset="0"/>
              <a:cs typeface="Microsoft Sans Serif"/>
            </a:endParaRPr>
          </a:p>
          <a:p>
            <a:pPr marL="578045" indent="-271903">
              <a:spcBef>
                <a:spcPts val="341"/>
              </a:spcBef>
              <a:buFont typeface="Arial" pitchFamily="34" charset="0"/>
              <a:buChar char="•"/>
              <a:defRPr/>
            </a:pPr>
            <a:r>
              <a:rPr lang="en-US" spc="16" dirty="0">
                <a:solidFill>
                  <a:srgbClr val="002060"/>
                </a:solidFill>
                <a:latin typeface="Cambria" panose="02040503050406030204" pitchFamily="18" charset="0"/>
                <a:ea typeface="Cambria" panose="02040503050406030204" pitchFamily="18" charset="0"/>
                <a:cs typeface="Microsoft Sans Serif"/>
              </a:rPr>
              <a:t>conceptual</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labels</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8" dirty="0">
                <a:solidFill>
                  <a:srgbClr val="002060"/>
                </a:solidFill>
                <a:latin typeface="Cambria" panose="02040503050406030204" pitchFamily="18" charset="0"/>
                <a:ea typeface="Cambria" panose="02040503050406030204" pitchFamily="18" charset="0"/>
                <a:cs typeface="Microsoft Sans Serif"/>
              </a:rPr>
              <a:t>(e.g.,</a:t>
            </a:r>
            <a:r>
              <a:rPr lang="en-US" spc="32"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youth,</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adult,</a:t>
            </a:r>
            <a:r>
              <a:rPr lang="en-US" spc="40" dirty="0">
                <a:solidFill>
                  <a:srgbClr val="002060"/>
                </a:solidFill>
                <a:latin typeface="Cambria" panose="02040503050406030204" pitchFamily="18" charset="0"/>
                <a:ea typeface="Cambria" panose="02040503050406030204" pitchFamily="18" charset="0"/>
                <a:cs typeface="Microsoft Sans Serif"/>
              </a:rPr>
              <a:t> </a:t>
            </a:r>
            <a:r>
              <a:rPr lang="en-US" spc="16" dirty="0">
                <a:solidFill>
                  <a:srgbClr val="002060"/>
                </a:solidFill>
                <a:latin typeface="Cambria" panose="02040503050406030204" pitchFamily="18" charset="0"/>
                <a:ea typeface="Cambria" panose="02040503050406030204" pitchFamily="18" charset="0"/>
                <a:cs typeface="Microsoft Sans Serif"/>
              </a:rPr>
              <a:t>senior)</a:t>
            </a:r>
            <a:endParaRPr lang="en-US" dirty="0">
              <a:solidFill>
                <a:srgbClr val="002060"/>
              </a:solidFill>
              <a:latin typeface="Cambria" panose="02040503050406030204" pitchFamily="18" charset="0"/>
              <a:ea typeface="Cambria" panose="02040503050406030204" pitchFamily="18" charset="0"/>
              <a:cs typeface="Microsoft Sans Serif"/>
            </a:endParaRPr>
          </a:p>
          <a:p>
            <a:pPr marL="514350" indent="-285750">
              <a:buFont typeface="Arial" panose="020B0604020202020204" pitchFamily="34" charset="0"/>
              <a:buChar char="•"/>
            </a:pPr>
            <a:r>
              <a:rPr lang="en-US" altLang="en-US" dirty="0">
                <a:latin typeface="Cambria" panose="02040503050406030204" pitchFamily="18" charset="0"/>
                <a:ea typeface="Cambria" panose="02040503050406030204" pitchFamily="18" charset="0"/>
              </a:rPr>
              <a:t>Why do it?</a:t>
            </a:r>
          </a:p>
          <a:p>
            <a:pPr lvl="1"/>
            <a:r>
              <a:rPr lang="en-US" altLang="en-US" sz="2400" dirty="0">
                <a:latin typeface="Cambria" panose="02040503050406030204" pitchFamily="18" charset="0"/>
                <a:ea typeface="Cambria" panose="02040503050406030204" pitchFamily="18" charset="0"/>
              </a:rPr>
              <a:t>Naive Bayes, decision trees and their ensembles including Random forest,  Minimum distance classifiers or KNN prefer discrete features.</a:t>
            </a:r>
            <a:endParaRPr lang="en-US" sz="2400" dirty="0">
              <a:latin typeface="Cambria" panose="02040503050406030204" pitchFamily="18" charset="0"/>
              <a:ea typeface="Cambria" panose="02040503050406030204" pitchFamily="18" charset="0"/>
            </a:endParaRPr>
          </a:p>
          <a:p>
            <a:pPr lvl="1"/>
            <a:r>
              <a:rPr lang="en-US" sz="2400" dirty="0">
                <a:latin typeface="Cambria" panose="02040503050406030204" pitchFamily="18" charset="0"/>
                <a:ea typeface="Cambria" panose="02040503050406030204" pitchFamily="18" charset="0"/>
              </a:rPr>
              <a:t> Also known as </a:t>
            </a:r>
            <a:r>
              <a:rPr lang="en-IN" sz="2400" dirty="0">
                <a:latin typeface="Cambria" panose="02040503050406030204" pitchFamily="18" charset="0"/>
                <a:ea typeface="Cambria" panose="02040503050406030204" pitchFamily="18" charset="0"/>
              </a:rPr>
              <a:t>binning’ or ‘bucketing’</a:t>
            </a:r>
          </a:p>
          <a:p>
            <a:pPr lvl="1"/>
            <a:r>
              <a:rPr lang="en-US" sz="2400" dirty="0">
                <a:latin typeface="Cambria" panose="02040503050406030204" pitchFamily="18" charset="0"/>
                <a:ea typeface="Cambria" panose="02040503050406030204" pitchFamily="18" charset="0"/>
              </a:rPr>
              <a:t>To handle outliers.</a:t>
            </a:r>
          </a:p>
          <a:p>
            <a:pPr lvl="1"/>
            <a:r>
              <a:rPr lang="en-US" sz="2400" dirty="0">
                <a:latin typeface="Cambria" panose="02040503050406030204" pitchFamily="18" charset="0"/>
                <a:ea typeface="Cambria" panose="02040503050406030204" pitchFamily="18" charset="0"/>
              </a:rPr>
              <a:t>To improve the value spread i.e., spread of data</a:t>
            </a:r>
          </a:p>
          <a:p>
            <a:pPr lvl="1"/>
            <a:endParaRPr lang="en-US" sz="2400" dirty="0">
              <a:latin typeface="Cambria" panose="02040503050406030204" pitchFamily="18" charset="0"/>
              <a:ea typeface="Cambria" panose="02040503050406030204" pitchFamily="18" charset="0"/>
            </a:endParaRPr>
          </a:p>
          <a:p>
            <a:pPr lvl="1"/>
            <a:endParaRPr lang="en-IN" sz="2400" dirty="0">
              <a:latin typeface="Cambria" panose="02040503050406030204" pitchFamily="18" charset="0"/>
              <a:ea typeface="Cambria" panose="02040503050406030204" pitchFamily="18" charset="0"/>
            </a:endParaRPr>
          </a:p>
        </p:txBody>
      </p:sp>
      <p:sp>
        <p:nvSpPr>
          <p:cNvPr id="5" name="Text Placeholder 4"/>
          <p:cNvSpPr>
            <a:spLocks noGrp="1"/>
          </p:cNvSpPr>
          <p:nvPr>
            <p:ph type="body" idx="2"/>
          </p:nvPr>
        </p:nvSpPr>
        <p:spPr>
          <a:xfrm>
            <a:off x="304800" y="152400"/>
            <a:ext cx="8730018" cy="1143000"/>
          </a:xfrm>
        </p:spPr>
        <p:txBody>
          <a:bodyPr>
            <a:normAutofit fontScale="85000" lnSpcReduction="20000"/>
          </a:bodyPr>
          <a:lstStyle/>
          <a:p>
            <a:endParaRPr lang="en-US" dirty="0"/>
          </a:p>
          <a:p>
            <a:r>
              <a:rPr lang="en-US" b="0" dirty="0">
                <a:latin typeface="Cambria" panose="02040503050406030204" pitchFamily="18" charset="0"/>
                <a:ea typeface="Cambria" panose="02040503050406030204" pitchFamily="18" charset="0"/>
                <a:cs typeface="Calibri"/>
                <a:sym typeface="Calibri"/>
              </a:rPr>
              <a:t>Feature Engineering  - Transform</a:t>
            </a:r>
          </a:p>
          <a:p>
            <a:r>
              <a:rPr lang="en-US" sz="2600" b="0" dirty="0">
                <a:solidFill>
                  <a:srgbClr val="0070C0"/>
                </a:solidFill>
                <a:latin typeface="Cambria" panose="02040503050406030204" pitchFamily="18" charset="0"/>
                <a:ea typeface="Cambria" panose="02040503050406030204" pitchFamily="18" charset="0"/>
              </a:rPr>
              <a:t>Encoding Numerical Features</a:t>
            </a:r>
            <a:endParaRPr lang="en-IN" sz="2600" b="0" dirty="0">
              <a:solidFill>
                <a:srgbClr val="0070C0"/>
              </a:solidFill>
              <a:latin typeface="Cambria" panose="02040503050406030204" pitchFamily="18" charset="0"/>
              <a:ea typeface="Cambria" panose="02040503050406030204" pitchFamily="18" charset="0"/>
            </a:endParaRPr>
          </a:p>
        </p:txBody>
      </p:sp>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64</a:t>
            </a:r>
          </a:p>
        </p:txBody>
      </p:sp>
    </p:spTree>
    <p:extLst>
      <p:ext uri="{BB962C8B-B14F-4D97-AF65-F5344CB8AC3E}">
        <p14:creationId xmlns:p14="http://schemas.microsoft.com/office/powerpoint/2010/main" val="35236239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228600" y="381000"/>
            <a:ext cx="6398260" cy="638810"/>
          </a:xfrm>
        </p:spPr>
        <p:txBody>
          <a:bodyPr>
            <a:normAutofit fontScale="90000"/>
          </a:bodyPr>
          <a:lstStyle/>
          <a:p>
            <a:r>
              <a:rPr lang="en-US" sz="3600" b="0" dirty="0">
                <a:latin typeface="Cambria" panose="02040503050406030204" pitchFamily="18" charset="0"/>
                <a:ea typeface="Cambria" panose="02040503050406030204" pitchFamily="18" charset="0"/>
                <a:cs typeface="Calibri"/>
                <a:sym typeface="Calibri"/>
              </a:rPr>
              <a:t>Feature Engineering  - Transform</a:t>
            </a:r>
            <a:br>
              <a:rPr lang="en-US" sz="3600" b="0" dirty="0">
                <a:latin typeface="Cambria" panose="02040503050406030204" pitchFamily="18" charset="0"/>
                <a:ea typeface="Cambria" panose="02040503050406030204" pitchFamily="18" charset="0"/>
                <a:cs typeface="Calibri"/>
                <a:sym typeface="Calibri"/>
              </a:rPr>
            </a:br>
            <a:r>
              <a:rPr lang="en-US" sz="2600" b="0" dirty="0">
                <a:solidFill>
                  <a:srgbClr val="0070C0"/>
                </a:solidFill>
                <a:latin typeface="Cambria" panose="02040503050406030204" pitchFamily="18" charset="0"/>
                <a:ea typeface="Cambria" panose="02040503050406030204" pitchFamily="18" charset="0"/>
              </a:rPr>
              <a:t>Encoding Numerical Features</a:t>
            </a:r>
            <a:br>
              <a:rPr lang="en-IN" sz="2600" b="0" dirty="0">
                <a:solidFill>
                  <a:srgbClr val="0070C0"/>
                </a:solidFill>
                <a:latin typeface="Cambria" panose="02040503050406030204" pitchFamily="18" charset="0"/>
                <a:ea typeface="Cambria" panose="02040503050406030204" pitchFamily="18" charset="0"/>
              </a:rPr>
            </a:br>
            <a:endParaRPr lang="en-US" altLang="en-US" sz="4000" b="1" dirty="0">
              <a:latin typeface="Times New Roman" panose="02020603050405020304" pitchFamily="18" charset="0"/>
              <a:cs typeface="Times New Roman" panose="02020603050405020304" pitchFamily="18" charset="0"/>
            </a:endParaRPr>
          </a:p>
        </p:txBody>
      </p:sp>
      <p:sp>
        <p:nvSpPr>
          <p:cNvPr id="59396" name="Rectangle 3"/>
          <p:cNvSpPr>
            <a:spLocks noGrp="1" noChangeArrowheads="1"/>
          </p:cNvSpPr>
          <p:nvPr>
            <p:ph idx="4294967295"/>
          </p:nvPr>
        </p:nvSpPr>
        <p:spPr>
          <a:xfrm>
            <a:off x="228600" y="1295400"/>
            <a:ext cx="7886700" cy="4808538"/>
          </a:xfrm>
        </p:spPr>
        <p:txBody>
          <a:bodyPr>
            <a:normAutofit/>
          </a:bodyPr>
          <a:lstStyle/>
          <a:p>
            <a:pPr eaLnBrk="1" hangingPunct="1">
              <a:lnSpc>
                <a:spcPct val="150000"/>
              </a:lnSpc>
            </a:pPr>
            <a:r>
              <a:rPr lang="en-US" altLang="en-US" sz="2400" b="1" dirty="0">
                <a:latin typeface="Cambria" panose="02040503050406030204" pitchFamily="18" charset="0"/>
                <a:ea typeface="Cambria" panose="02040503050406030204" pitchFamily="18" charset="0"/>
                <a:cs typeface="Times New Roman" panose="02020603050405020304" pitchFamily="18" charset="0"/>
              </a:rPr>
              <a:t>Simple Discretization: Binning</a:t>
            </a:r>
            <a:endParaRPr lang="en-US" altLang="en-US" sz="2400" dirty="0">
              <a:solidFill>
                <a:schemeClr val="hlink"/>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eaLnBrk="1" hangingPunct="1">
              <a:lnSpc>
                <a:spcPct val="150000"/>
              </a:lnSpc>
              <a:buFont typeface="Arial" panose="020B0604020202020204" pitchFamily="34" charset="0"/>
              <a:buChar char="•"/>
            </a:pPr>
            <a:r>
              <a:rPr lang="en-US" altLang="en-US" sz="1800" dirty="0">
                <a:solidFill>
                  <a:schemeClr val="hlink"/>
                </a:solidFill>
                <a:latin typeface="Cambria" panose="02040503050406030204" pitchFamily="18" charset="0"/>
                <a:ea typeface="Cambria" panose="02040503050406030204" pitchFamily="18" charset="0"/>
                <a:cs typeface="Times New Roman" panose="02020603050405020304" pitchFamily="18" charset="0"/>
              </a:rPr>
              <a:t>Equal-width</a:t>
            </a:r>
            <a:r>
              <a:rPr lang="en-US" altLang="en-US" sz="1800" dirty="0">
                <a:latin typeface="Cambria" panose="02040503050406030204" pitchFamily="18" charset="0"/>
                <a:ea typeface="Cambria" panose="02040503050406030204" pitchFamily="18" charset="0"/>
                <a:cs typeface="Times New Roman" panose="02020603050405020304" pitchFamily="18" charset="0"/>
              </a:rPr>
              <a:t> (distance) partitioning</a:t>
            </a: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Divides the range into </a:t>
            </a:r>
            <a:r>
              <a:rPr lang="en-US" altLang="en-US" i="1" dirty="0">
                <a:latin typeface="Cambria" panose="02040503050406030204" pitchFamily="18" charset="0"/>
                <a:ea typeface="Cambria" panose="02040503050406030204" pitchFamily="18" charset="0"/>
                <a:cs typeface="Times New Roman" panose="02020603050405020304" pitchFamily="18" charset="0"/>
              </a:rPr>
              <a:t>N</a:t>
            </a:r>
            <a:r>
              <a:rPr lang="en-US" altLang="en-US" dirty="0">
                <a:latin typeface="Cambria" panose="02040503050406030204" pitchFamily="18" charset="0"/>
                <a:ea typeface="Cambria" panose="02040503050406030204" pitchFamily="18" charset="0"/>
                <a:cs typeface="Times New Roman" panose="02020603050405020304" pitchFamily="18" charset="0"/>
              </a:rPr>
              <a:t> intervals of equal size: </a:t>
            </a:r>
            <a:r>
              <a:rPr lang="en-US" altLang="en-US" dirty="0">
                <a:solidFill>
                  <a:srgbClr val="39513E"/>
                </a:solidFill>
                <a:latin typeface="Cambria" panose="02040503050406030204" pitchFamily="18" charset="0"/>
                <a:ea typeface="Cambria" panose="02040503050406030204" pitchFamily="18" charset="0"/>
                <a:cs typeface="Times New Roman" panose="02020603050405020304" pitchFamily="18" charset="0"/>
              </a:rPr>
              <a:t>uniform grid</a:t>
            </a:r>
            <a:endParaRPr lang="en-US" altLang="en-US" dirty="0">
              <a:solidFill>
                <a:schemeClr val="hlink"/>
              </a:solidFill>
              <a:latin typeface="Cambria" panose="02040503050406030204" pitchFamily="18" charset="0"/>
              <a:ea typeface="Cambria" panose="02040503050406030204" pitchFamily="18" charset="0"/>
              <a:cs typeface="Times New Roman" panose="02020603050405020304" pitchFamily="18" charset="0"/>
            </a:endParaRP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if </a:t>
            </a:r>
            <a:r>
              <a:rPr lang="en-US" altLang="en-US" i="1" dirty="0">
                <a:latin typeface="Cambria" panose="02040503050406030204" pitchFamily="18" charset="0"/>
                <a:ea typeface="Cambria" panose="02040503050406030204" pitchFamily="18" charset="0"/>
                <a:cs typeface="Times New Roman" panose="02020603050405020304" pitchFamily="18" charset="0"/>
              </a:rPr>
              <a:t>A</a:t>
            </a:r>
            <a:r>
              <a:rPr lang="en-US" altLang="en-US" dirty="0">
                <a:latin typeface="Cambria" panose="02040503050406030204" pitchFamily="18" charset="0"/>
                <a:ea typeface="Cambria" panose="02040503050406030204" pitchFamily="18" charset="0"/>
                <a:cs typeface="Times New Roman" panose="02020603050405020304" pitchFamily="18" charset="0"/>
              </a:rPr>
              <a:t> and </a:t>
            </a:r>
            <a:r>
              <a:rPr lang="en-US" altLang="en-US" i="1" dirty="0">
                <a:latin typeface="Cambria" panose="02040503050406030204" pitchFamily="18" charset="0"/>
                <a:ea typeface="Cambria" panose="02040503050406030204" pitchFamily="18" charset="0"/>
                <a:cs typeface="Times New Roman" panose="02020603050405020304" pitchFamily="18" charset="0"/>
              </a:rPr>
              <a:t>B</a:t>
            </a:r>
            <a:r>
              <a:rPr lang="en-US" altLang="en-US" dirty="0">
                <a:latin typeface="Cambria" panose="02040503050406030204" pitchFamily="18" charset="0"/>
                <a:ea typeface="Cambria" panose="02040503050406030204" pitchFamily="18" charset="0"/>
                <a:cs typeface="Times New Roman" panose="02020603050405020304" pitchFamily="18" charset="0"/>
              </a:rPr>
              <a:t> are the lowest and highest values of the attribute, the width of intervals will be: </a:t>
            </a:r>
            <a:r>
              <a:rPr lang="en-US" altLang="en-US" i="1" dirty="0">
                <a:latin typeface="Cambria" panose="02040503050406030204" pitchFamily="18" charset="0"/>
                <a:ea typeface="Cambria" panose="02040503050406030204" pitchFamily="18" charset="0"/>
                <a:cs typeface="Times New Roman" panose="02020603050405020304" pitchFamily="18" charset="0"/>
              </a:rPr>
              <a:t>W </a:t>
            </a:r>
            <a:r>
              <a:rPr lang="en-US" altLang="en-US" dirty="0">
                <a:latin typeface="Cambria" panose="02040503050406030204" pitchFamily="18" charset="0"/>
                <a:ea typeface="Cambria" panose="02040503050406030204" pitchFamily="18" charset="0"/>
                <a:cs typeface="Times New Roman" panose="02020603050405020304" pitchFamily="18" charset="0"/>
              </a:rPr>
              <a:t>= (</a:t>
            </a:r>
            <a:r>
              <a:rPr lang="en-US" altLang="en-US" i="1" dirty="0">
                <a:latin typeface="Cambria" panose="02040503050406030204" pitchFamily="18" charset="0"/>
                <a:ea typeface="Cambria" panose="02040503050406030204" pitchFamily="18" charset="0"/>
                <a:cs typeface="Times New Roman" panose="02020603050405020304" pitchFamily="18" charset="0"/>
              </a:rPr>
              <a:t>B </a:t>
            </a:r>
            <a:r>
              <a:rPr lang="en-US" altLang="en-US" dirty="0">
                <a:latin typeface="Cambria" panose="02040503050406030204" pitchFamily="18" charset="0"/>
                <a:ea typeface="Cambria" panose="02040503050406030204" pitchFamily="18" charset="0"/>
                <a:cs typeface="Times New Roman" panose="02020603050405020304" pitchFamily="18" charset="0"/>
              </a:rPr>
              <a:t>–</a:t>
            </a:r>
            <a:r>
              <a:rPr lang="en-US" altLang="en-US" i="1" dirty="0">
                <a:latin typeface="Cambria" panose="02040503050406030204" pitchFamily="18" charset="0"/>
                <a:ea typeface="Cambria" panose="02040503050406030204" pitchFamily="18" charset="0"/>
                <a:cs typeface="Times New Roman" panose="02020603050405020304" pitchFamily="18" charset="0"/>
              </a:rPr>
              <a:t>A</a:t>
            </a:r>
            <a:r>
              <a:rPr lang="en-US" altLang="en-US" dirty="0">
                <a:latin typeface="Cambria" panose="02040503050406030204" pitchFamily="18" charset="0"/>
                <a:ea typeface="Cambria" panose="02040503050406030204" pitchFamily="18" charset="0"/>
                <a:cs typeface="Times New Roman" panose="02020603050405020304" pitchFamily="18" charset="0"/>
              </a:rPr>
              <a:t>)/</a:t>
            </a:r>
            <a:r>
              <a:rPr lang="en-US" altLang="en-US" i="1" dirty="0">
                <a:latin typeface="Cambria" panose="02040503050406030204" pitchFamily="18" charset="0"/>
                <a:ea typeface="Cambria" panose="02040503050406030204" pitchFamily="18" charset="0"/>
                <a:cs typeface="Times New Roman" panose="02020603050405020304" pitchFamily="18" charset="0"/>
              </a:rPr>
              <a:t>N.</a:t>
            </a:r>
            <a:endParaRPr lang="en-US" altLang="en-US" dirty="0">
              <a:latin typeface="Cambria" panose="02040503050406030204" pitchFamily="18" charset="0"/>
              <a:ea typeface="Cambria" panose="02040503050406030204" pitchFamily="18" charset="0"/>
              <a:cs typeface="Times New Roman" panose="02020603050405020304" pitchFamily="18" charset="0"/>
            </a:endParaRP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The most straightforward, but outliers may dominate presentation</a:t>
            </a:r>
          </a:p>
          <a:p>
            <a:pPr marL="742950" lvl="1" indent="-285750" eaLnBrk="1" hangingPunct="1">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Skewed data is not handled well</a:t>
            </a:r>
            <a:endParaRPr lang="en-US" altLang="en-US" i="1" dirty="0">
              <a:latin typeface="Cambria" panose="02040503050406030204" pitchFamily="18" charset="0"/>
              <a:ea typeface="Cambria" panose="02040503050406030204" pitchFamily="18" charset="0"/>
              <a:cs typeface="Times New Roman" panose="02020603050405020304" pitchFamily="18" charset="0"/>
            </a:endParaRPr>
          </a:p>
          <a:p>
            <a:pPr marL="285750" indent="-285750" eaLnBrk="1" hangingPunct="1">
              <a:lnSpc>
                <a:spcPct val="150000"/>
              </a:lnSpc>
              <a:buFont typeface="Arial" panose="020B0604020202020204" pitchFamily="34" charset="0"/>
              <a:buChar char="•"/>
            </a:pPr>
            <a:r>
              <a:rPr lang="en-US" altLang="en-US" sz="1800" dirty="0">
                <a:solidFill>
                  <a:schemeClr val="hlink"/>
                </a:solidFill>
                <a:latin typeface="Cambria" panose="02040503050406030204" pitchFamily="18" charset="0"/>
                <a:ea typeface="Cambria" panose="02040503050406030204" pitchFamily="18" charset="0"/>
                <a:cs typeface="Times New Roman" panose="02020603050405020304" pitchFamily="18" charset="0"/>
              </a:rPr>
              <a:t>Equal-depth</a:t>
            </a:r>
            <a:r>
              <a:rPr lang="en-US" altLang="en-US" sz="1800" dirty="0">
                <a:latin typeface="Cambria" panose="02040503050406030204" pitchFamily="18" charset="0"/>
                <a:ea typeface="Cambria" panose="02040503050406030204" pitchFamily="18" charset="0"/>
                <a:cs typeface="Times New Roman" panose="02020603050405020304" pitchFamily="18" charset="0"/>
              </a:rPr>
              <a:t> (frequency) partitioning</a:t>
            </a:r>
          </a:p>
          <a:p>
            <a:pPr marL="742950" lvl="1" indent="-285750">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Divides the range into N intervals, each containing approximately same number of samples</a:t>
            </a:r>
          </a:p>
          <a:p>
            <a:pPr marL="742950" lvl="1" indent="-285750">
              <a:lnSpc>
                <a:spcPct val="150000"/>
              </a:lnSpc>
              <a:spcBef>
                <a:spcPct val="0"/>
              </a:spcBef>
              <a:buFont typeface="Courier New" panose="02070309020205020404" pitchFamily="49" charset="0"/>
              <a:buChar char="o"/>
            </a:pPr>
            <a:r>
              <a:rPr lang="en-US" altLang="en-US" dirty="0">
                <a:latin typeface="Cambria" panose="02040503050406030204" pitchFamily="18" charset="0"/>
                <a:ea typeface="Cambria" panose="02040503050406030204" pitchFamily="18" charset="0"/>
                <a:cs typeface="Times New Roman" panose="02020603050405020304" pitchFamily="18" charset="0"/>
              </a:rPr>
              <a:t>Good data scaling</a:t>
            </a:r>
          </a:p>
          <a:p>
            <a:pPr lvl="1">
              <a:lnSpc>
                <a:spcPct val="150000"/>
              </a:lnSpc>
              <a:spcBef>
                <a:spcPct val="0"/>
              </a:spcBef>
            </a:pPr>
            <a:endParaRPr lang="en-US" altLang="en-US" dirty="0">
              <a:latin typeface="Cambria" panose="02040503050406030204" pitchFamily="18" charset="0"/>
              <a:ea typeface="Cambria" panose="02040503050406030204" pitchFamily="18" charset="0"/>
              <a:cs typeface="Times New Roman" panose="02020603050405020304" pitchFamily="18" charset="0"/>
            </a:endParaRPr>
          </a:p>
        </p:txBody>
      </p:sp>
      <p:sp>
        <p:nvSpPr>
          <p:cNvPr id="5" name="Slide Number Placeholder 3"/>
          <p:cNvSpPr>
            <a:spLocks noGrp="1"/>
          </p:cNvSpPr>
          <p:nvPr>
            <p:ph type="sldNum" idx="4294967295"/>
          </p:nvPr>
        </p:nvSpPr>
        <p:spPr>
          <a:xfrm>
            <a:off x="8716776" y="6231989"/>
            <a:ext cx="611560" cy="323557"/>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lang="en-US" sz="1600" b="1" dirty="0">
                <a:latin typeface="Tahoma"/>
                <a:ea typeface="Tahoma"/>
                <a:cs typeface="Tahoma"/>
                <a:sym typeface="Tahoma"/>
              </a:rPr>
              <a:t>65</a:t>
            </a:r>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0466959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11575d78375_0_826"/>
          <p:cNvSpPr txBox="1">
            <a:spLocks noGrp="1"/>
          </p:cNvSpPr>
          <p:nvPr>
            <p:ph type="body" idx="2"/>
          </p:nvPr>
        </p:nvSpPr>
        <p:spPr>
          <a:xfrm>
            <a:off x="0" y="22811"/>
            <a:ext cx="8421093" cy="1143000"/>
          </a:xfrm>
          <a:prstGeom prst="rect">
            <a:avLst/>
          </a:prstGeom>
          <a:noFill/>
          <a:ln>
            <a:noFill/>
          </a:ln>
        </p:spPr>
        <p:txBody>
          <a:bodyPr spcFirstLastPara="1" wrap="square" lIns="91425" tIns="45700" rIns="91425" bIns="45700" anchor="ctr" anchorCtr="0">
            <a:noAutofit/>
          </a:bodyPr>
          <a:lstStyle/>
          <a:p>
            <a:r>
              <a:rPr lang="en-US" b="0" dirty="0">
                <a:latin typeface="Cambria" panose="02040503050406030204" pitchFamily="18" charset="0"/>
                <a:ea typeface="Cambria" panose="02040503050406030204" pitchFamily="18" charset="0"/>
                <a:cs typeface="Calibri"/>
                <a:sym typeface="Calibri"/>
              </a:rPr>
              <a:t>Feature Engineering  - Transform</a:t>
            </a:r>
          </a:p>
          <a:p>
            <a:r>
              <a:rPr lang="en-US" sz="2000" b="0" dirty="0">
                <a:solidFill>
                  <a:srgbClr val="0070C0"/>
                </a:solidFill>
                <a:latin typeface="Cambria" panose="02040503050406030204" pitchFamily="18" charset="0"/>
                <a:ea typeface="Cambria" panose="02040503050406030204" pitchFamily="18" charset="0"/>
              </a:rPr>
              <a:t>Encoding Categorical Features</a:t>
            </a:r>
            <a:endParaRPr lang="en-IN" sz="2000" b="0" dirty="0">
              <a:solidFill>
                <a:srgbClr val="0070C0"/>
              </a:solidFill>
              <a:latin typeface="Cambria" panose="02040503050406030204" pitchFamily="18" charset="0"/>
              <a:ea typeface="Cambria" panose="02040503050406030204" pitchFamily="18" charset="0"/>
            </a:endParaRPr>
          </a:p>
        </p:txBody>
      </p:sp>
      <p:sp>
        <p:nvSpPr>
          <p:cNvPr id="1020" name="Google Shape;1020;g11575d78375_0_826"/>
          <p:cNvSpPr txBox="1">
            <a:spLocks noGrp="1"/>
          </p:cNvSpPr>
          <p:nvPr>
            <p:ph type="body" idx="1"/>
          </p:nvPr>
        </p:nvSpPr>
        <p:spPr>
          <a:xfrm>
            <a:off x="0" y="1293854"/>
            <a:ext cx="9007665" cy="4525963"/>
          </a:xfrm>
          <a:prstGeom prst="rect">
            <a:avLst/>
          </a:prstGeom>
          <a:noFill/>
          <a:ln>
            <a:noFill/>
          </a:ln>
        </p:spPr>
        <p:txBody>
          <a:bodyPr spcFirstLastPara="1" wrap="square" lIns="91425" tIns="45700" rIns="91425" bIns="45700" anchor="t" anchorCtr="0">
            <a:normAutofit/>
          </a:bodyPr>
          <a:lstStyle/>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 Binarization maps a categorical attribute into one or more binary variables - </a:t>
            </a:r>
            <a:r>
              <a:rPr lang="en-US" dirty="0">
                <a:latin typeface="Cambria" panose="02040503050406030204" pitchFamily="18" charset="0"/>
                <a:ea typeface="Cambria" panose="02040503050406030204" pitchFamily="18" charset="0"/>
                <a:sym typeface="Calibri"/>
              </a:rPr>
              <a:t>One Hot/ Dummy Encoding</a:t>
            </a: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sym typeface="Calibri"/>
            </a:endParaRP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sym typeface="Calibri"/>
            </a:endParaRPr>
          </a:p>
          <a:p>
            <a:pPr marL="5143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Categorical features to a numeric representation - </a:t>
            </a:r>
            <a:r>
              <a:rPr lang="en-US" dirty="0">
                <a:latin typeface="Cambria" panose="02040503050406030204" pitchFamily="18" charset="0"/>
                <a:ea typeface="Cambria" panose="02040503050406030204" pitchFamily="18" charset="0"/>
                <a:sym typeface="Calibri"/>
              </a:rPr>
              <a:t>Label Encoding</a:t>
            </a:r>
          </a:p>
          <a:p>
            <a:pPr marL="5143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a:p>
            <a:pPr marL="514350" indent="-285750">
              <a:buFont typeface="Arial" panose="020B0604020202020204" pitchFamily="34" charset="0"/>
              <a:buChar char="•"/>
            </a:pPr>
            <a:endParaRPr dirty="0">
              <a:latin typeface="Cambria" panose="02040503050406030204" pitchFamily="18" charset="0"/>
              <a:ea typeface="Cambria" panose="02040503050406030204" pitchFamily="18" charset="0"/>
            </a:endParaRPr>
          </a:p>
        </p:txBody>
      </p:sp>
      <p:pic>
        <p:nvPicPr>
          <p:cNvPr id="9" name="Google Shape;1016;g11575d78375_0_826"/>
          <p:cNvPicPr preferRelativeResize="0"/>
          <p:nvPr/>
        </p:nvPicPr>
        <p:blipFill rotWithShape="1">
          <a:blip r:embed="rId3">
            <a:alphaModFix/>
          </a:blip>
          <a:srcRect/>
          <a:stretch/>
        </p:blipFill>
        <p:spPr>
          <a:xfrm>
            <a:off x="1425479" y="2426320"/>
            <a:ext cx="4925994" cy="1798476"/>
          </a:xfrm>
          <a:prstGeom prst="rect">
            <a:avLst/>
          </a:prstGeom>
          <a:noFill/>
          <a:ln>
            <a:noFill/>
          </a:ln>
        </p:spPr>
      </p:pic>
      <p:pic>
        <p:nvPicPr>
          <p:cNvPr id="10" name="Google Shape;1018;g11575d78375_0_826"/>
          <p:cNvPicPr preferRelativeResize="0"/>
          <p:nvPr/>
        </p:nvPicPr>
        <p:blipFill rotWithShape="1">
          <a:blip r:embed="rId4">
            <a:alphaModFix/>
          </a:blip>
          <a:srcRect/>
          <a:stretch/>
        </p:blipFill>
        <p:spPr>
          <a:xfrm>
            <a:off x="3235101" y="4877904"/>
            <a:ext cx="1950889" cy="1883827"/>
          </a:xfrm>
          <a:prstGeom prst="rect">
            <a:avLst/>
          </a:prstGeom>
          <a:noFill/>
          <a:ln>
            <a:noFill/>
          </a:ln>
        </p:spPr>
      </p:pic>
      <p:sp>
        <p:nvSpPr>
          <p:cNvPr id="6" name="Slide Number Placeholder 3"/>
          <p:cNvSpPr txBox="1">
            <a:spLocks/>
          </p:cNvSpPr>
          <p:nvPr/>
        </p:nvSpPr>
        <p:spPr>
          <a:xfrm>
            <a:off x="8716776" y="6231989"/>
            <a:ext cx="611560" cy="32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600"/>
            </a:pPr>
            <a:r>
              <a:rPr lang="en-US" sz="1600" b="1" dirty="0">
                <a:latin typeface="Tahoma"/>
                <a:ea typeface="Tahoma"/>
                <a:cs typeface="Tahoma"/>
                <a:sym typeface="Tahoma"/>
              </a:rPr>
              <a:t>66</a:t>
            </a:r>
          </a:p>
        </p:txBody>
      </p:sp>
    </p:spTree>
    <p:extLst>
      <p:ext uri="{BB962C8B-B14F-4D97-AF65-F5344CB8AC3E}">
        <p14:creationId xmlns:p14="http://schemas.microsoft.com/office/powerpoint/2010/main" val="30009799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grpSp>
        <p:nvGrpSpPr>
          <p:cNvPr id="1243" name="Google Shape;1243;p59"/>
          <p:cNvGrpSpPr/>
          <p:nvPr/>
        </p:nvGrpSpPr>
        <p:grpSpPr>
          <a:xfrm>
            <a:off x="2084388" y="6550025"/>
            <a:ext cx="7059612" cy="49213"/>
            <a:chOff x="0" y="0"/>
            <a:chExt cx="7060112" cy="48665"/>
          </a:xfrm>
        </p:grpSpPr>
        <p:sp>
          <p:nvSpPr>
            <p:cNvPr id="1244" name="Google Shape;1244;p59"/>
            <p:cNvSpPr/>
            <p:nvPr/>
          </p:nvSpPr>
          <p:spPr>
            <a:xfrm>
              <a:off x="2546588" y="1"/>
              <a:ext cx="2328591" cy="48664"/>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5" name="Google Shape;1245;p59"/>
            <p:cNvSpPr/>
            <p:nvPr/>
          </p:nvSpPr>
          <p:spPr>
            <a:xfrm>
              <a:off x="4823986" y="0"/>
              <a:ext cx="2236126" cy="45719"/>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6" name="Google Shape;1246;p59"/>
            <p:cNvSpPr/>
            <p:nvPr/>
          </p:nvSpPr>
          <p:spPr>
            <a:xfrm>
              <a:off x="0" y="1"/>
              <a:ext cx="2580680" cy="48664"/>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pic>
        <p:nvPicPr>
          <p:cNvPr id="1247" name="Google Shape;1247;p59"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grpSp>
        <p:nvGrpSpPr>
          <p:cNvPr id="1248" name="Google Shape;1248;p59"/>
          <p:cNvGrpSpPr/>
          <p:nvPr/>
        </p:nvGrpSpPr>
        <p:grpSpPr>
          <a:xfrm>
            <a:off x="2133600" y="6553200"/>
            <a:ext cx="7010400" cy="46038"/>
            <a:chOff x="0" y="0"/>
            <a:chExt cx="7010400" cy="45719"/>
          </a:xfrm>
        </p:grpSpPr>
        <p:sp>
          <p:nvSpPr>
            <p:cNvPr id="1249" name="Google Shape;1249;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0" name="Google Shape;1250;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1" name="Google Shape;1251;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grpSp>
        <p:nvGrpSpPr>
          <p:cNvPr id="1252" name="Google Shape;1252;p59"/>
          <p:cNvGrpSpPr/>
          <p:nvPr/>
        </p:nvGrpSpPr>
        <p:grpSpPr>
          <a:xfrm>
            <a:off x="0" y="1295400"/>
            <a:ext cx="7010400" cy="46038"/>
            <a:chOff x="0" y="0"/>
            <a:chExt cx="7010400" cy="45719"/>
          </a:xfrm>
        </p:grpSpPr>
        <p:sp>
          <p:nvSpPr>
            <p:cNvPr id="1253" name="Google Shape;1253;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4" name="Google Shape;1254;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5" name="Google Shape;1255;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sp>
        <p:nvSpPr>
          <p:cNvPr id="1256" name="Google Shape;1256;p59"/>
          <p:cNvSpPr txBox="1">
            <a:spLocks noGrp="1"/>
          </p:cNvSpPr>
          <p:nvPr>
            <p:ph type="body" idx="4294967295"/>
          </p:nvPr>
        </p:nvSpPr>
        <p:spPr>
          <a:xfrm>
            <a:off x="-106549" y="1292421"/>
            <a:ext cx="8823325" cy="5130800"/>
          </a:xfrm>
          <a:prstGeom prst="rect">
            <a:avLst/>
          </a:prstGeom>
          <a:noFill/>
          <a:ln>
            <a:noFill/>
          </a:ln>
        </p:spPr>
        <p:txBody>
          <a:bodyPr spcFirstLastPara="1" wrap="square" lIns="91425" tIns="45700" rIns="91425" bIns="45700" anchor="t" anchorCtr="0">
            <a:noAutofit/>
          </a:bodyPr>
          <a:lstStyle/>
          <a:p>
            <a:pPr marL="800100" lvl="1" indent="-342900">
              <a:lnSpc>
                <a:spcPct val="150000"/>
              </a:lnSpc>
              <a:spcBef>
                <a:spcPts val="0"/>
              </a:spcBef>
              <a:buSzPts val="1800"/>
              <a:buFont typeface="Arial"/>
              <a:buChar char="•"/>
            </a:pPr>
            <a:r>
              <a:rPr lang="en-US" sz="2400" b="1" dirty="0">
                <a:latin typeface="Cambria" panose="02040503050406030204" pitchFamily="18" charset="0"/>
                <a:ea typeface="Cambria" panose="02040503050406030204" pitchFamily="18" charset="0"/>
                <a:cs typeface="Arial"/>
                <a:sym typeface="Arial"/>
              </a:rPr>
              <a:t>Case Study: </a:t>
            </a:r>
            <a:r>
              <a:rPr lang="en-US" sz="2400" dirty="0">
                <a:latin typeface="Cambria" panose="02040503050406030204" pitchFamily="18" charset="0"/>
                <a:ea typeface="Cambria" panose="02040503050406030204" pitchFamily="18" charset="0"/>
                <a:cs typeface="Arial"/>
                <a:sym typeface="Arial"/>
              </a:rPr>
              <a:t>California Housing Prices Prediction</a:t>
            </a:r>
          </a:p>
          <a:p>
            <a:pPr marL="800100" lvl="1" indent="-342900">
              <a:lnSpc>
                <a:spcPct val="150000"/>
              </a:lnSpc>
              <a:spcBef>
                <a:spcPts val="0"/>
              </a:spcBef>
              <a:buSzPts val="1800"/>
              <a:buFont typeface="Arial"/>
              <a:buChar char="•"/>
            </a:pPr>
            <a:r>
              <a:rPr lang="en-US" sz="2400" b="1" dirty="0">
                <a:latin typeface="Cambria" panose="02040503050406030204" pitchFamily="18" charset="0"/>
                <a:ea typeface="Cambria" panose="02040503050406030204" pitchFamily="18" charset="0"/>
                <a:cs typeface="Arial"/>
                <a:sym typeface="Arial"/>
              </a:rPr>
              <a:t>Link to dataset: </a:t>
            </a:r>
            <a:r>
              <a:rPr lang="en-US" sz="2400" dirty="0">
                <a:latin typeface="Cambria" panose="02040503050406030204" pitchFamily="18" charset="0"/>
                <a:ea typeface="Cambria" panose="02040503050406030204" pitchFamily="18" charset="0"/>
                <a:cs typeface="Arial"/>
                <a:sym typeface="Arial"/>
                <a:hlinkClick r:id="rId4"/>
              </a:rPr>
              <a:t>https://www.kaggle.com/datasets/camnugent/california-housing-prices</a:t>
            </a:r>
            <a:endParaRPr lang="en-US" sz="2400" dirty="0">
              <a:latin typeface="Cambria" panose="02040503050406030204" pitchFamily="18" charset="0"/>
              <a:ea typeface="Cambria" panose="02040503050406030204" pitchFamily="18" charset="0"/>
              <a:cs typeface="Arial"/>
              <a:sym typeface="Arial"/>
            </a:endParaRPr>
          </a:p>
          <a:p>
            <a:pPr marL="800100" lvl="1" indent="-342900">
              <a:lnSpc>
                <a:spcPct val="150000"/>
              </a:lnSpc>
              <a:spcBef>
                <a:spcPts val="0"/>
              </a:spcBef>
              <a:buSzPts val="1800"/>
              <a:buFont typeface="Arial"/>
              <a:buChar char="•"/>
            </a:pPr>
            <a:r>
              <a:rPr lang="en-US" sz="2400" dirty="0">
                <a:latin typeface="Cambria" panose="02040503050406030204" pitchFamily="18" charset="0"/>
                <a:ea typeface="Cambria" panose="02040503050406030204" pitchFamily="18" charset="0"/>
                <a:cs typeface="Arial"/>
                <a:sym typeface="Arial"/>
              </a:rPr>
              <a:t>Try to implement</a:t>
            </a:r>
          </a:p>
          <a:p>
            <a:pPr marL="1257300" lvl="2" indent="-342900">
              <a:lnSpc>
                <a:spcPct val="150000"/>
              </a:lnSpc>
              <a:spcBef>
                <a:spcPts val="0"/>
              </a:spcBef>
              <a:buSzPts val="1800"/>
            </a:pPr>
            <a:r>
              <a:rPr lang="en-US" sz="2000" dirty="0">
                <a:latin typeface="Cambria" panose="02040503050406030204" pitchFamily="18" charset="0"/>
                <a:ea typeface="Cambria" panose="02040503050406030204" pitchFamily="18" charset="0"/>
                <a:cs typeface="Arial"/>
                <a:sym typeface="Arial"/>
              </a:rPr>
              <a:t>Data Quality and Cleaning</a:t>
            </a:r>
          </a:p>
          <a:p>
            <a:pPr marL="1257300" lvl="2" indent="-342900">
              <a:lnSpc>
                <a:spcPct val="150000"/>
              </a:lnSpc>
              <a:spcBef>
                <a:spcPts val="0"/>
              </a:spcBef>
              <a:buSzPts val="1800"/>
            </a:pPr>
            <a:r>
              <a:rPr lang="en-US" sz="2000" dirty="0">
                <a:latin typeface="Cambria" panose="02040503050406030204" pitchFamily="18" charset="0"/>
                <a:ea typeface="Cambria" panose="02040503050406030204" pitchFamily="18" charset="0"/>
                <a:cs typeface="Arial"/>
                <a:sym typeface="Arial"/>
              </a:rPr>
              <a:t>Feature Construction and Transformation</a:t>
            </a:r>
          </a:p>
          <a:p>
            <a:pPr marL="1257300" lvl="2" indent="-342900">
              <a:lnSpc>
                <a:spcPct val="150000"/>
              </a:lnSpc>
              <a:spcBef>
                <a:spcPts val="0"/>
              </a:spcBef>
              <a:buSzPts val="1800"/>
            </a:pPr>
            <a:r>
              <a:rPr lang="en-US" sz="2000" dirty="0">
                <a:latin typeface="Cambria" panose="02040503050406030204" pitchFamily="18" charset="0"/>
                <a:ea typeface="Cambria" panose="02040503050406030204" pitchFamily="18" charset="0"/>
                <a:cs typeface="Arial"/>
                <a:sym typeface="Arial"/>
              </a:rPr>
              <a:t>Scaling and Normalization</a:t>
            </a:r>
          </a:p>
          <a:p>
            <a:pPr marL="1257300" lvl="2" indent="-342900">
              <a:lnSpc>
                <a:spcPct val="150000"/>
              </a:lnSpc>
              <a:spcBef>
                <a:spcPts val="0"/>
              </a:spcBef>
              <a:buSzPts val="1800"/>
            </a:pPr>
            <a:r>
              <a:rPr lang="en-US" sz="2000" b="0" i="0" u="none" strike="noStrike" cap="none" dirty="0">
                <a:solidFill>
                  <a:schemeClr val="dk1"/>
                </a:solidFill>
                <a:latin typeface="Cambria" panose="02040503050406030204" pitchFamily="18" charset="0"/>
                <a:ea typeface="Cambria" panose="02040503050406030204" pitchFamily="18" charset="0"/>
                <a:cs typeface="Arial"/>
                <a:sym typeface="Arial"/>
              </a:rPr>
              <a:t>Anything else that you can think of, to prepare the data and remove any issues from it.</a:t>
            </a:r>
            <a:endParaRPr sz="2000" b="0" i="0" u="none" strike="noStrike" cap="none" dirty="0">
              <a:solidFill>
                <a:schemeClr val="dk1"/>
              </a:solidFill>
              <a:latin typeface="Cambria" panose="02040503050406030204" pitchFamily="18" charset="0"/>
              <a:ea typeface="Cambria" panose="02040503050406030204" pitchFamily="18" charset="0"/>
              <a:cs typeface="Arial"/>
              <a:sym typeface="Arial"/>
            </a:endParaRPr>
          </a:p>
        </p:txBody>
      </p:sp>
      <p:sp>
        <p:nvSpPr>
          <p:cNvPr id="1257" name="Google Shape;1257;p59"/>
          <p:cNvSpPr txBox="1">
            <a:spLocks noGrp="1"/>
          </p:cNvSpPr>
          <p:nvPr>
            <p:ph type="body" idx="4294967295"/>
          </p:nvPr>
        </p:nvSpPr>
        <p:spPr>
          <a:xfrm>
            <a:off x="389681" y="420786"/>
            <a:ext cx="6324600" cy="11430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None/>
            </a:pPr>
            <a:r>
              <a:rPr lang="en-US" sz="3600" dirty="0">
                <a:solidFill>
                  <a:schemeClr val="dk1"/>
                </a:solidFill>
                <a:latin typeface="Cambria" panose="02040503050406030204" pitchFamily="18" charset="0"/>
                <a:ea typeface="Cambria" panose="02040503050406030204" pitchFamily="18" charset="0"/>
                <a:cs typeface="Arial"/>
                <a:sym typeface="Arial"/>
              </a:rPr>
              <a:t>Self Practice</a:t>
            </a:r>
            <a:endParaRPr sz="4400" dirty="0">
              <a:latin typeface="Cambria" panose="02040503050406030204" pitchFamily="18" charset="0"/>
              <a:ea typeface="Cambria" panose="02040503050406030204" pitchFamily="18" charset="0"/>
            </a:endParaRPr>
          </a:p>
        </p:txBody>
      </p:sp>
      <p:sp>
        <p:nvSpPr>
          <p:cNvPr id="19" name="Slide Number Placeholder 3"/>
          <p:cNvSpPr txBox="1">
            <a:spLocks/>
          </p:cNvSpPr>
          <p:nvPr/>
        </p:nvSpPr>
        <p:spPr>
          <a:xfrm>
            <a:off x="8716776" y="6231989"/>
            <a:ext cx="611560" cy="3235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9pPr>
          </a:lstStyle>
          <a:p>
            <a:pPr>
              <a:buSzPts val="1600"/>
            </a:pPr>
            <a:r>
              <a:rPr lang="en-US" b="1" dirty="0">
                <a:solidFill>
                  <a:srgbClr val="000000"/>
                </a:solidFill>
              </a:rPr>
              <a:t>67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grpSp>
        <p:nvGrpSpPr>
          <p:cNvPr id="1243" name="Google Shape;1243;p59"/>
          <p:cNvGrpSpPr/>
          <p:nvPr/>
        </p:nvGrpSpPr>
        <p:grpSpPr>
          <a:xfrm>
            <a:off x="2084388" y="6550025"/>
            <a:ext cx="7059612" cy="49213"/>
            <a:chOff x="0" y="0"/>
            <a:chExt cx="7060112" cy="48665"/>
          </a:xfrm>
        </p:grpSpPr>
        <p:sp>
          <p:nvSpPr>
            <p:cNvPr id="1244" name="Google Shape;1244;p59"/>
            <p:cNvSpPr/>
            <p:nvPr/>
          </p:nvSpPr>
          <p:spPr>
            <a:xfrm>
              <a:off x="2546588" y="1"/>
              <a:ext cx="2328591" cy="48664"/>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5" name="Google Shape;1245;p59"/>
            <p:cNvSpPr/>
            <p:nvPr/>
          </p:nvSpPr>
          <p:spPr>
            <a:xfrm>
              <a:off x="4823986" y="0"/>
              <a:ext cx="2236126" cy="45719"/>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46" name="Google Shape;1246;p59"/>
            <p:cNvSpPr/>
            <p:nvPr/>
          </p:nvSpPr>
          <p:spPr>
            <a:xfrm>
              <a:off x="0" y="1"/>
              <a:ext cx="2580680" cy="48664"/>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pic>
        <p:nvPicPr>
          <p:cNvPr id="1247" name="Google Shape;1247;p59"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grpSp>
        <p:nvGrpSpPr>
          <p:cNvPr id="1248" name="Google Shape;1248;p59"/>
          <p:cNvGrpSpPr/>
          <p:nvPr/>
        </p:nvGrpSpPr>
        <p:grpSpPr>
          <a:xfrm>
            <a:off x="2133600" y="6553200"/>
            <a:ext cx="7010400" cy="46038"/>
            <a:chOff x="0" y="0"/>
            <a:chExt cx="7010400" cy="45719"/>
          </a:xfrm>
        </p:grpSpPr>
        <p:sp>
          <p:nvSpPr>
            <p:cNvPr id="1249" name="Google Shape;1249;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0" name="Google Shape;1250;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1" name="Google Shape;1251;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grpSp>
        <p:nvGrpSpPr>
          <p:cNvPr id="1252" name="Google Shape;1252;p59"/>
          <p:cNvGrpSpPr/>
          <p:nvPr/>
        </p:nvGrpSpPr>
        <p:grpSpPr>
          <a:xfrm>
            <a:off x="0" y="1295400"/>
            <a:ext cx="7010400" cy="46038"/>
            <a:chOff x="0" y="0"/>
            <a:chExt cx="7010400" cy="45719"/>
          </a:xfrm>
        </p:grpSpPr>
        <p:sp>
          <p:nvSpPr>
            <p:cNvPr id="1253" name="Google Shape;1253;p59"/>
            <p:cNvSpPr/>
            <p:nvPr/>
          </p:nvSpPr>
          <p:spPr>
            <a:xfrm>
              <a:off x="2362200" y="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4" name="Google Shape;1254;p59"/>
            <p:cNvSpPr/>
            <p:nvPr/>
          </p:nvSpPr>
          <p:spPr>
            <a:xfrm>
              <a:off x="0" y="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sp>
          <p:nvSpPr>
            <p:cNvPr id="1255" name="Google Shape;1255;p59"/>
            <p:cNvSpPr/>
            <p:nvPr/>
          </p:nvSpPr>
          <p:spPr>
            <a:xfrm>
              <a:off x="4681809" y="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rgbClr val="FFFFFF"/>
                </a:solidFill>
                <a:latin typeface="Calibri"/>
                <a:ea typeface="Calibri"/>
                <a:cs typeface="Calibri"/>
                <a:sym typeface="Calibri"/>
              </a:endParaRPr>
            </a:p>
          </p:txBody>
        </p:sp>
      </p:grpSp>
      <p:sp>
        <p:nvSpPr>
          <p:cNvPr id="1256" name="Google Shape;1256;p59"/>
          <p:cNvSpPr txBox="1">
            <a:spLocks noGrp="1"/>
          </p:cNvSpPr>
          <p:nvPr>
            <p:ph type="body" idx="4294967295"/>
          </p:nvPr>
        </p:nvSpPr>
        <p:spPr>
          <a:xfrm>
            <a:off x="219133" y="1727200"/>
            <a:ext cx="8823325" cy="5130800"/>
          </a:xfrm>
          <a:prstGeom prst="rect">
            <a:avLst/>
          </a:prstGeom>
          <a:noFill/>
          <a:ln>
            <a:noFill/>
          </a:ln>
        </p:spPr>
        <p:txBody>
          <a:bodyPr spcFirstLastPara="1" wrap="square" lIns="91425" tIns="45700" rIns="91425" bIns="45700" anchor="t" anchorCtr="0">
            <a:normAutofit/>
          </a:bodyPr>
          <a:lstStyle/>
          <a:p>
            <a:pPr marL="800100" marR="0" lvl="1" indent="-342900" algn="l"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Chapter 1 – Machine Learning, Tom Mitchell</a:t>
            </a:r>
            <a:endParaRPr/>
          </a:p>
          <a:p>
            <a:pPr marL="800100" marR="0" lvl="1" indent="-342900" algn="l" rtl="0">
              <a:lnSpc>
                <a:spcPct val="150000"/>
              </a:lnSpc>
              <a:spcBef>
                <a:spcPts val="36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Chapter 1, 2 – Introduction to Machine Learning, 2</a:t>
            </a:r>
            <a:r>
              <a:rPr lang="en-US" sz="1800" b="0" i="0" u="none" strike="noStrike" cap="none" baseline="30000">
                <a:solidFill>
                  <a:schemeClr val="dk1"/>
                </a:solidFill>
                <a:latin typeface="Arial"/>
                <a:ea typeface="Arial"/>
                <a:cs typeface="Arial"/>
                <a:sym typeface="Arial"/>
              </a:rPr>
              <a:t>nd</a:t>
            </a:r>
            <a:r>
              <a:rPr lang="en-US" sz="1800" b="0" i="0" u="none" strike="noStrike" cap="none">
                <a:solidFill>
                  <a:schemeClr val="dk1"/>
                </a:solidFill>
                <a:latin typeface="Arial"/>
                <a:ea typeface="Arial"/>
                <a:cs typeface="Arial"/>
                <a:sym typeface="Arial"/>
              </a:rPr>
              <a:t> edition, Ethem Alpaydin</a:t>
            </a:r>
            <a:endParaRPr sz="1800" b="0" i="0" u="none" strike="noStrike" cap="none">
              <a:solidFill>
                <a:schemeClr val="dk1"/>
              </a:solidFill>
              <a:latin typeface="Arial"/>
              <a:ea typeface="Arial"/>
              <a:cs typeface="Arial"/>
              <a:sym typeface="Arial"/>
            </a:endParaRPr>
          </a:p>
          <a:p>
            <a:pPr marL="800100" marR="0" lvl="1" indent="-342900" algn="l" rtl="0">
              <a:lnSpc>
                <a:spcPct val="150000"/>
              </a:lnSpc>
              <a:spcBef>
                <a:spcPts val="36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Chapter 1 - Pattern Recognition &amp; Machine Learning Christopher M. Bhishop</a:t>
            </a:r>
            <a:endParaRPr sz="1800" b="0" i="0" u="none" strike="noStrike" cap="none">
              <a:solidFill>
                <a:schemeClr val="dk1"/>
              </a:solidFill>
              <a:latin typeface="Arial"/>
              <a:ea typeface="Arial"/>
              <a:cs typeface="Arial"/>
              <a:sym typeface="Arial"/>
            </a:endParaRPr>
          </a:p>
        </p:txBody>
      </p:sp>
      <p:sp>
        <p:nvSpPr>
          <p:cNvPr id="1257" name="Google Shape;1257;p59"/>
          <p:cNvSpPr txBox="1">
            <a:spLocks noGrp="1"/>
          </p:cNvSpPr>
          <p:nvPr>
            <p:ph type="body" idx="4294967295"/>
          </p:nvPr>
        </p:nvSpPr>
        <p:spPr>
          <a:xfrm>
            <a:off x="583432" y="692150"/>
            <a:ext cx="6324600" cy="11430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None/>
            </a:pPr>
            <a:r>
              <a:rPr lang="en-US" sz="2400" b="1">
                <a:solidFill>
                  <a:schemeClr val="dk1"/>
                </a:solidFill>
                <a:latin typeface="Arial"/>
                <a:ea typeface="Arial"/>
                <a:cs typeface="Arial"/>
                <a:sym typeface="Arial"/>
              </a:rPr>
              <a:t>References</a:t>
            </a:r>
            <a:endParaRPr/>
          </a:p>
        </p:txBody>
      </p:sp>
      <p:sp>
        <p:nvSpPr>
          <p:cNvPr id="19" name="Slide Number Placeholder 3"/>
          <p:cNvSpPr txBox="1">
            <a:spLocks/>
          </p:cNvSpPr>
          <p:nvPr/>
        </p:nvSpPr>
        <p:spPr>
          <a:xfrm>
            <a:off x="8716776" y="6231989"/>
            <a:ext cx="611560" cy="3235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1pPr>
            <a:lvl2pPr marL="0" marR="0" lvl="1"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2pPr>
            <a:lvl3pPr marL="0" marR="0" lvl="2"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3pPr>
            <a:lvl4pPr marL="0" marR="0" lvl="3"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4pPr>
            <a:lvl5pPr marL="0" marR="0" lvl="4"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5pPr>
            <a:lvl6pPr marL="0" marR="0" lvl="5"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6pPr>
            <a:lvl7pPr marL="0" marR="0" lvl="6"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7pPr>
            <a:lvl8pPr marL="0" marR="0" lvl="7"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8pPr>
            <a:lvl9pPr marL="0" marR="0" lvl="8" indent="0" algn="l" rtl="0">
              <a:lnSpc>
                <a:spcPct val="100000"/>
              </a:lnSpc>
              <a:spcBef>
                <a:spcPts val="0"/>
              </a:spcBef>
              <a:spcAft>
                <a:spcPts val="0"/>
              </a:spcAft>
              <a:buClr>
                <a:srgbClr val="000000"/>
              </a:buClr>
              <a:buFont typeface="Arial"/>
              <a:buNone/>
              <a:defRPr sz="1600" b="0" i="0" u="none" strike="noStrike" cap="none">
                <a:solidFill>
                  <a:schemeClr val="dk1"/>
                </a:solidFill>
                <a:latin typeface="Tahoma"/>
                <a:ea typeface="Tahoma"/>
                <a:cs typeface="Tahoma"/>
                <a:sym typeface="Tahoma"/>
              </a:defRPr>
            </a:lvl9pPr>
          </a:lstStyle>
          <a:p>
            <a:pPr>
              <a:buSzPts val="1600"/>
            </a:pPr>
            <a:r>
              <a:rPr lang="en-US" b="1" dirty="0">
                <a:solidFill>
                  <a:srgbClr val="000000"/>
                </a:solidFill>
              </a:rPr>
              <a:t>67</a:t>
            </a:r>
          </a:p>
        </p:txBody>
      </p:sp>
    </p:spTree>
    <p:extLst>
      <p:ext uri="{BB962C8B-B14F-4D97-AF65-F5344CB8AC3E}">
        <p14:creationId xmlns:p14="http://schemas.microsoft.com/office/powerpoint/2010/main" val="25668763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61"/>
        <p:cNvGrpSpPr/>
        <p:nvPr/>
      </p:nvGrpSpPr>
      <p:grpSpPr>
        <a:xfrm>
          <a:off x="0" y="0"/>
          <a:ext cx="0" cy="0"/>
          <a:chOff x="0" y="0"/>
          <a:chExt cx="0" cy="0"/>
        </a:xfrm>
      </p:grpSpPr>
      <p:sp>
        <p:nvSpPr>
          <p:cNvPr id="1262" name="Google Shape;1262;p60"/>
          <p:cNvSpPr txBox="1">
            <a:spLocks noGrp="1"/>
          </p:cNvSpPr>
          <p:nvPr>
            <p:ph type="title"/>
          </p:nvPr>
        </p:nvSpPr>
        <p:spPr>
          <a:xfrm>
            <a:off x="1219200" y="2895600"/>
            <a:ext cx="60960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a:t>Thank you !</a:t>
            </a:r>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a:lstStyle>
        <a:defPPr>
          <a:buSzPts val="1600"/>
          <a:defRPr sz="1600" b="1" dirty="0" smtClean="0">
            <a:latin typeface="Tahoma"/>
            <a:ea typeface="Tahoma"/>
            <a:cs typeface="Tahoma"/>
            <a:sym typeface="Tahoma"/>
          </a:defRPr>
        </a:defPPr>
      </a:lstStyle>
    </a:txDef>
  </a:objectDefaults>
  <a:extraClrSchemeLst/>
</a:theme>
</file>

<file path=ppt/theme/theme3.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15acb6ad234a819bd8907a90c79ae309">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3b4603bcde1ed98849a98fcf42387227"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282480da-54d0-4db8-8174-e9380a6ef6b0}"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Props1.xml><?xml version="1.0" encoding="utf-8"?>
<ds:datastoreItem xmlns:ds="http://schemas.openxmlformats.org/officeDocument/2006/customXml" ds:itemID="{431963F4-4290-4BD0-A3BC-D09AE016F4C0}"/>
</file>

<file path=customXml/itemProps2.xml><?xml version="1.0" encoding="utf-8"?>
<ds:datastoreItem xmlns:ds="http://schemas.openxmlformats.org/officeDocument/2006/customXml" ds:itemID="{DAB8F004-4A65-4D20-823B-D33F87F66868}"/>
</file>

<file path=customXml/itemProps3.xml><?xml version="1.0" encoding="utf-8"?>
<ds:datastoreItem xmlns:ds="http://schemas.openxmlformats.org/officeDocument/2006/customXml" ds:itemID="{21D1639F-8927-4F80-8C27-99D29CFBF09B}"/>
</file>

<file path=docProps/app.xml><?xml version="1.0" encoding="utf-8"?>
<Properties xmlns="http://schemas.openxmlformats.org/officeDocument/2006/extended-properties" xmlns:vt="http://schemas.openxmlformats.org/officeDocument/2006/docPropsVTypes">
  <TotalTime>7393</TotalTime>
  <Words>3561</Words>
  <Application>Microsoft Office PowerPoint</Application>
  <PresentationFormat>On-screen Show (4:3)</PresentationFormat>
  <Paragraphs>782</Paragraphs>
  <Slides>69</Slides>
  <Notes>52</Notes>
  <HiddenSlides>0</HiddenSlides>
  <MMClips>0</MMClips>
  <ScaleCrop>false</ScaleCrop>
  <HeadingPairs>
    <vt:vector size="4" baseType="variant">
      <vt:variant>
        <vt:lpstr>Theme</vt:lpstr>
      </vt:variant>
      <vt:variant>
        <vt:i4>10</vt:i4>
      </vt:variant>
      <vt:variant>
        <vt:lpstr>Slide Titles</vt:lpstr>
      </vt:variant>
      <vt:variant>
        <vt:i4>69</vt:i4>
      </vt:variant>
    </vt:vector>
  </HeadingPairs>
  <TitlesOfParts>
    <vt:vector size="79" baseType="lpstr">
      <vt:lpstr>1_Office Theme</vt:lpstr>
      <vt:lpstr>3_Office Theme</vt:lpstr>
      <vt:lpstr>4_Office Theme</vt:lpstr>
      <vt:lpstr>Office Theme</vt:lpstr>
      <vt:lpstr>2_Office Theme</vt:lpstr>
      <vt:lpstr>5_Office Theme</vt:lpstr>
      <vt:lpstr>6_Office Theme</vt:lpstr>
      <vt:lpstr>7_Office Theme</vt:lpstr>
      <vt:lpstr>10_Office Theme</vt:lpstr>
      <vt:lpstr>8_Office Theme</vt:lpstr>
      <vt:lpstr>PowerPoint Presentation</vt:lpstr>
      <vt:lpstr>Machine Learning</vt:lpstr>
      <vt:lpstr>Reinforcement Learning</vt:lpstr>
      <vt:lpstr>Comparison : Supervised, Unsupervised and Reinforcement Learning</vt:lpstr>
      <vt:lpstr>Summary : Types of Learning</vt:lpstr>
      <vt:lpstr>PowerPoint Presentation</vt:lpstr>
      <vt:lpstr>PowerPoint Presentation</vt:lpstr>
      <vt:lpstr>PowerPoint Presentation</vt:lpstr>
      <vt:lpstr>PowerPoint Presentation</vt:lpstr>
      <vt:lpstr>Open source ML programming tools</vt:lpstr>
      <vt:lpstr>Open source ML programming tools</vt:lpstr>
      <vt:lpstr>PowerPoint Presentation</vt:lpstr>
      <vt:lpstr>ML workflow</vt:lpstr>
      <vt:lpstr>ML workflow</vt:lpstr>
      <vt:lpstr>Demo Case Study : Car Price prediction based on Mileage</vt:lpstr>
      <vt:lpstr>PowerPoint Presentation</vt:lpstr>
      <vt:lpstr>PowerPoint Presentation</vt:lpstr>
      <vt:lpstr>ML in a Nutshell</vt:lpstr>
      <vt:lpstr>ML in Practice</vt:lpstr>
      <vt:lpstr>PowerPoint Presentation</vt:lpstr>
      <vt:lpstr>Definition of Data</vt:lpstr>
      <vt:lpstr>Types of Attributes </vt:lpstr>
      <vt:lpstr>Discrete and Continuous Attributes </vt:lpstr>
      <vt:lpstr>Important Characteristics of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Quality …</vt:lpstr>
      <vt:lpstr>Noise</vt:lpstr>
      <vt:lpstr>Outliers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Issues with Subsampling (Independence Violation)</vt:lpstr>
      <vt:lpstr>PowerPoint Presentation</vt:lpstr>
      <vt:lpstr>PowerPoint Presentation</vt:lpstr>
      <vt:lpstr>Feature tuning Feature Scaling</vt:lpstr>
      <vt:lpstr>PowerPoint Presentation</vt:lpstr>
      <vt:lpstr>Feature tuning Feature Scaling - Normalization Vs Standardization</vt:lpstr>
      <vt:lpstr>PowerPoint Presentation</vt:lpstr>
      <vt:lpstr>Feature Engineering</vt:lpstr>
      <vt:lpstr>PowerPoint Presentation</vt:lpstr>
      <vt:lpstr>PowerPoint Presentation</vt:lpstr>
      <vt:lpstr>PowerPoint Presentation</vt:lpstr>
      <vt:lpstr>PowerPoint Presentation</vt:lpstr>
      <vt:lpstr>PowerPoint Presentation</vt:lpstr>
      <vt:lpstr>PowerPoint Presentation</vt:lpstr>
      <vt:lpstr>Feature Engineering  - Transform Encoding Numerical Features </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Neha Vinayak .</cp:lastModifiedBy>
  <cp:revision>76</cp:revision>
  <dcterms:created xsi:type="dcterms:W3CDTF">2021-11-12T07:04:08Z</dcterms:created>
  <dcterms:modified xsi:type="dcterms:W3CDTF">2026-05-02T07:23:33Z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