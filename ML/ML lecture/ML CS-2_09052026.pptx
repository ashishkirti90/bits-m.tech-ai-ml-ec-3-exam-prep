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presentation.xml" ContentType="application/vnd.openxmlformats-officedocument.presentationml.presentation.main+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60.xml" ContentType="application/vnd.openxmlformats-officedocument.presentationml.slide+xml"/>
  <Override PartName="/ppt/slideMasters/slideMaster2.xml" ContentType="application/vnd.openxmlformats-officedocument.presentationml.slideMaster+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slideLayouts/slideLayout28.xml" ContentType="application/vnd.openxmlformats-officedocument.presentationml.slideLayout+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slideLayouts/slideLayout27.xml" ContentType="application/vnd.openxmlformats-officedocument.presentationml.slideLayout+xml"/>
  <Override PartName="/ppt/slideLayouts/slideLayout26.xml" ContentType="application/vnd.openxmlformats-officedocument.presentationml.slideLayout+xml"/>
  <Override PartName="/ppt/slideLayouts/slideLayout25.xml" ContentType="application/vnd.openxmlformats-officedocument.presentationml.slideLayout+xml"/>
  <Override PartName="/ppt/slideLayouts/slideLayout24.xml" ContentType="application/vnd.openxmlformats-officedocument.presentationml.slideLayout+xml"/>
  <Override PartName="/ppt/slideLayouts/slideLayout23.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9.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slideLayouts/slideLayout29.xml" ContentType="application/vnd.openxmlformats-officedocument.presentationml.slideLayout+xml"/>
  <Override PartName="/ppt/ink/ink21.xml" ContentType="application/inkml+xml"/>
  <Override PartName="/ppt/notesMasters/notesMaster1.xml" ContentType="application/vnd.openxmlformats-officedocument.presentationml.notesMaster+xml"/>
  <Override PartName="/ppt/theme/theme1.xml" ContentType="application/vnd.openxmlformats-officedocument.theme+xml"/>
  <Override PartName="/ppt/ink/ink44.xml" ContentType="application/inkml+xml"/>
  <Override PartName="/ppt/ink/ink43.xml" ContentType="application/inkml+xml"/>
  <Override PartName="/ppt/ink/ink42.xml" ContentType="application/inkml+xml"/>
  <Override PartName="/ppt/ink/ink41.xml" ContentType="application/inkml+xml"/>
  <Override PartName="/ppt/ink/ink40.xml" ContentType="application/inkml+xml"/>
  <Override PartName="/ppt/ink/ink39.xml" ContentType="application/inkml+xml"/>
  <Override PartName="/ppt/ink/ink38.xml" ContentType="application/inkml+xml"/>
  <Override PartName="/ppt/ink/ink37.xml" ContentType="application/inkml+xml"/>
  <Override PartName="/ppt/ink/ink36.xml" ContentType="application/inkml+xml"/>
  <Override PartName="/ppt/ink/ink35.xml" ContentType="application/inkml+xml"/>
  <Override PartName="/ppt/ink/ink34.xml" ContentType="application/inkml+xml"/>
  <Override PartName="/ppt/ink/ink33.xml" ContentType="application/inkml+xml"/>
  <Override PartName="/ppt/ink/ink32.xml" ContentType="application/inkml+xml"/>
  <Override PartName="/ppt/ink/ink31.xml" ContentType="application/inkml+xml"/>
  <Override PartName="/ppt/theme/theme4.xml" ContentType="application/vnd.openxmlformats-officedocument.theme+xml"/>
  <Override PartName="/ppt/ink/ink30.xml" ContentType="application/inkml+xml"/>
  <Override PartName="/ppt/ink/ink29.xml" ContentType="application/inkml+xml"/>
  <Override PartName="/ppt/ink/ink28.xml" ContentType="application/inkml+xml"/>
  <Override PartName="/ppt/ink/ink27.xml" ContentType="application/inkml+xml"/>
  <Override PartName="/ppt/ink/ink26.xml" ContentType="application/inkml+xml"/>
  <Override PartName="/ppt/ink/ink25.xml" ContentType="application/inkml+xml"/>
  <Override PartName="/ppt/ink/ink24.xml" ContentType="application/inkml+xml"/>
  <Override PartName="/ppt/ink/ink23.xml" ContentType="application/inkml+xml"/>
  <Override PartName="/ppt/ink/ink22.xml" ContentType="application/inkml+xml"/>
  <Override PartName="/ppt/theme/theme2.xml" ContentType="application/vnd.openxmlformats-officedocument.theme+xml"/>
  <Override PartName="/ppt/theme/theme3.xml" ContentType="application/vnd.openxmlformats-officedocument.theme+xml"/>
  <Override PartName="/ppt/ink/ink19.xml" ContentType="application/inkml+xml"/>
  <Override PartName="/ppt/ink/ink18.xml" ContentType="application/inkml+xml"/>
  <Override PartName="/ppt/ink/ink17.xml" ContentType="application/inkml+xml"/>
  <Override PartName="/ppt/ink/ink16.xml" ContentType="application/inkml+xml"/>
  <Override PartName="/ppt/ink/ink15.xml" ContentType="application/inkml+xml"/>
  <Override PartName="/ppt/ink/ink14.xml" ContentType="application/inkml+xml"/>
  <Override PartName="/ppt/ink/ink13.xml" ContentType="application/inkml+xml"/>
  <Override PartName="/ppt/ink/ink12.xml" ContentType="application/inkml+xml"/>
  <Override PartName="/ppt/ink/ink11.xml" ContentType="application/inkml+xml"/>
  <Override PartName="/ppt/ink/ink10.xml" ContentType="application/inkml+xml"/>
  <Override PartName="/ppt/ink/ink9.xml" ContentType="application/inkml+xml"/>
  <Override PartName="/ppt/ink/ink8.xml" ContentType="application/inkml+xml"/>
  <Override PartName="/ppt/ink/ink7.xml" ContentType="application/inkml+xml"/>
  <Override PartName="/ppt/ink/ink6.xml" ContentType="application/inkml+xml"/>
  <Override PartName="/ppt/ink/ink5.xml" ContentType="application/inkml+xml"/>
  <Override PartName="/ppt/ink/ink4.xml" ContentType="application/inkml+xml"/>
  <Override PartName="/ppt/ink/ink3.xml" ContentType="application/inkml+xml"/>
  <Override PartName="/ppt/ink/ink2.xml" ContentType="application/inkml+xml"/>
  <Override PartName="/ppt/ink/ink1.xml" ContentType="application/inkml+xml"/>
  <Override PartName="/ppt/theme/theme11.xml" ContentType="application/vnd.openxmlformats-officedocument.theme+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media/image7.jpg" ContentType="image/jpg"/>
  <Override PartName="/ppt/media/image6.jpg" ContentType="image/jpg"/>
  <Override PartName="/ppt/ink/ink20.xml" ContentType="application/inkml+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3" r:id="rId2"/>
    <p:sldMasterId id="2147483679" r:id="rId3"/>
    <p:sldMasterId id="2147483714" r:id="rId4"/>
    <p:sldMasterId id="2147483726" r:id="rId5"/>
    <p:sldMasterId id="2147483744" r:id="rId6"/>
    <p:sldMasterId id="2147483757" r:id="rId7"/>
    <p:sldMasterId id="2147483773" r:id="rId8"/>
    <p:sldMasterId id="2147483787" r:id="rId9"/>
    <p:sldMasterId id="2147483801" r:id="rId10"/>
  </p:sldMasterIdLst>
  <p:notesMasterIdLst>
    <p:notesMasterId r:id="rId80"/>
  </p:notesMasterIdLst>
  <p:sldIdLst>
    <p:sldId id="256" r:id="rId11"/>
    <p:sldId id="257" r:id="rId12"/>
    <p:sldId id="401" r:id="rId13"/>
    <p:sldId id="390" r:id="rId14"/>
    <p:sldId id="389" r:id="rId15"/>
    <p:sldId id="391" r:id="rId16"/>
    <p:sldId id="392" r:id="rId17"/>
    <p:sldId id="393" r:id="rId18"/>
    <p:sldId id="394" r:id="rId19"/>
    <p:sldId id="395" r:id="rId20"/>
    <p:sldId id="396" r:id="rId21"/>
    <p:sldId id="397" r:id="rId22"/>
    <p:sldId id="398" r:id="rId23"/>
    <p:sldId id="399" r:id="rId24"/>
    <p:sldId id="400" r:id="rId25"/>
    <p:sldId id="258" r:id="rId26"/>
    <p:sldId id="259" r:id="rId27"/>
    <p:sldId id="356" r:id="rId28"/>
    <p:sldId id="357" r:id="rId29"/>
    <p:sldId id="260" r:id="rId30"/>
    <p:sldId id="345" r:id="rId31"/>
    <p:sldId id="347" r:id="rId32"/>
    <p:sldId id="352" r:id="rId33"/>
    <p:sldId id="355" r:id="rId34"/>
    <p:sldId id="360" r:id="rId35"/>
    <p:sldId id="361" r:id="rId36"/>
    <p:sldId id="362" r:id="rId37"/>
    <p:sldId id="363" r:id="rId38"/>
    <p:sldId id="364" r:id="rId39"/>
    <p:sldId id="365" r:id="rId40"/>
    <p:sldId id="366" r:id="rId41"/>
    <p:sldId id="270" r:id="rId42"/>
    <p:sldId id="367" r:id="rId43"/>
    <p:sldId id="368" r:id="rId44"/>
    <p:sldId id="369" r:id="rId45"/>
    <p:sldId id="370" r:id="rId46"/>
    <p:sldId id="271" r:id="rId47"/>
    <p:sldId id="318" r:id="rId48"/>
    <p:sldId id="319" r:id="rId49"/>
    <p:sldId id="320" r:id="rId50"/>
    <p:sldId id="321" r:id="rId51"/>
    <p:sldId id="322" r:id="rId52"/>
    <p:sldId id="323" r:id="rId53"/>
    <p:sldId id="324" r:id="rId54"/>
    <p:sldId id="371" r:id="rId55"/>
    <p:sldId id="374" r:id="rId56"/>
    <p:sldId id="375" r:id="rId57"/>
    <p:sldId id="385" r:id="rId58"/>
    <p:sldId id="386" r:id="rId59"/>
    <p:sldId id="325" r:id="rId60"/>
    <p:sldId id="326" r:id="rId61"/>
    <p:sldId id="327" r:id="rId62"/>
    <p:sldId id="328" r:id="rId63"/>
    <p:sldId id="388" r:id="rId64"/>
    <p:sldId id="331" r:id="rId65"/>
    <p:sldId id="387" r:id="rId66"/>
    <p:sldId id="372" r:id="rId67"/>
    <p:sldId id="333" r:id="rId68"/>
    <p:sldId id="334" r:id="rId69"/>
    <p:sldId id="335" r:id="rId70"/>
    <p:sldId id="336" r:id="rId71"/>
    <p:sldId id="337" r:id="rId72"/>
    <p:sldId id="338" r:id="rId73"/>
    <p:sldId id="339" r:id="rId74"/>
    <p:sldId id="384" r:id="rId75"/>
    <p:sldId id="340" r:id="rId76"/>
    <p:sldId id="315" r:id="rId77"/>
    <p:sldId id="402" r:id="rId78"/>
    <p:sldId id="316" r:id="rId79"/>
  </p:sldIdLst>
  <p:sldSz cx="9144000" cy="6858000" type="screen4x3"/>
  <p:notesSz cx="6858000" cy="9144000"/>
  <p:embeddedFontLst>
    <p:embeddedFont>
      <p:font typeface="Calibri" panose="020F0502020204030204" pitchFamily="34" charset="0"/>
      <p:regular r:id="rId81"/>
      <p:bold r:id="rId82"/>
      <p:italic r:id="rId83"/>
      <p:boldItalic r:id="rId84"/>
    </p:embeddedFont>
    <p:embeddedFont>
      <p:font typeface="Cambria" panose="02040503050406030204" pitchFamily="18" charset="0"/>
      <p:regular r:id="rId85"/>
      <p:bold r:id="rId86"/>
      <p:italic r:id="rId87"/>
      <p:boldItalic r:id="rId88"/>
    </p:embeddedFont>
    <p:embeddedFont>
      <p:font typeface="Helvetica" panose="020B0604020202020204" pitchFamily="34" charset="0"/>
      <p:regular r:id="rId89"/>
      <p:bold r:id="rId90"/>
      <p:italic r:id="rId91"/>
      <p:boldItalic r:id="rId92"/>
    </p:embeddedFont>
    <p:embeddedFont>
      <p:font typeface="Helvetica Neue" panose="020B0604020202020204" pitchFamily="34" charset="0"/>
      <p:regular r:id="rId93"/>
      <p:bold r:id="rId94"/>
      <p:italic r:id="rId95"/>
      <p:boldItalic r:id="rId96"/>
    </p:embeddedFont>
    <p:embeddedFont>
      <p:font typeface="Microsoft Sans Serif" panose="020B0604020202020204" pitchFamily="34" charset="0"/>
      <p:regular r:id="rId97"/>
    </p:embeddedFont>
    <p:embeddedFont>
      <p:font typeface="Tahoma" panose="020B0604030504040204" pitchFamily="34" charset="0"/>
      <p:regular r:id="rId98"/>
      <p:bold r:id="rId99"/>
    </p:embeddedFont>
    <p:embeddedFont>
      <p:font typeface="Trebuchet MS" panose="020B0603020202020204" pitchFamily="34" charset="0"/>
      <p:regular r:id="rId100"/>
      <p:bold r:id="rId101"/>
      <p:italic r:id="rId102"/>
      <p:boldItalic r:id="rId10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1A1DFBB2-649B-49BC-8695-7FF9381BB678}">
          <p14:sldIdLst>
            <p14:sldId id="256"/>
            <p14:sldId id="257"/>
            <p14:sldId id="401"/>
            <p14:sldId id="390"/>
            <p14:sldId id="389"/>
            <p14:sldId id="391"/>
            <p14:sldId id="392"/>
            <p14:sldId id="393"/>
            <p14:sldId id="394"/>
            <p14:sldId id="395"/>
            <p14:sldId id="396"/>
            <p14:sldId id="397"/>
            <p14:sldId id="398"/>
            <p14:sldId id="399"/>
            <p14:sldId id="400"/>
            <p14:sldId id="258"/>
            <p14:sldId id="259"/>
            <p14:sldId id="356"/>
            <p14:sldId id="357"/>
            <p14:sldId id="260"/>
          </p14:sldIdLst>
        </p14:section>
        <p14:section name="Untitled Section" id="{60E880C8-F2F7-4BD7-80C9-F5CA0E7367FA}">
          <p14:sldIdLst>
            <p14:sldId id="345"/>
            <p14:sldId id="347"/>
            <p14:sldId id="352"/>
            <p14:sldId id="355"/>
            <p14:sldId id="360"/>
            <p14:sldId id="361"/>
            <p14:sldId id="362"/>
            <p14:sldId id="363"/>
            <p14:sldId id="364"/>
            <p14:sldId id="365"/>
            <p14:sldId id="366"/>
            <p14:sldId id="270"/>
            <p14:sldId id="367"/>
            <p14:sldId id="368"/>
            <p14:sldId id="369"/>
            <p14:sldId id="370"/>
            <p14:sldId id="271"/>
            <p14:sldId id="318"/>
            <p14:sldId id="319"/>
            <p14:sldId id="320"/>
            <p14:sldId id="321"/>
            <p14:sldId id="322"/>
            <p14:sldId id="323"/>
            <p14:sldId id="324"/>
            <p14:sldId id="371"/>
            <p14:sldId id="374"/>
            <p14:sldId id="375"/>
            <p14:sldId id="385"/>
            <p14:sldId id="386"/>
            <p14:sldId id="325"/>
            <p14:sldId id="326"/>
            <p14:sldId id="327"/>
            <p14:sldId id="328"/>
            <p14:sldId id="388"/>
            <p14:sldId id="331"/>
            <p14:sldId id="387"/>
            <p14:sldId id="372"/>
            <p14:sldId id="333"/>
            <p14:sldId id="334"/>
            <p14:sldId id="335"/>
            <p14:sldId id="336"/>
            <p14:sldId id="337"/>
            <p14:sldId id="338"/>
            <p14:sldId id="339"/>
            <p14:sldId id="384"/>
            <p14:sldId id="340"/>
            <p14:sldId id="315"/>
            <p14:sldId id="402"/>
            <p14:sldId id="316"/>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04" roundtripDataSignature="AMtx7miaMPfp9xaxU1MrUg1lV7LZgk4kN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231D32E-D490-484D-82E9-5BE0951A68A1}">
  <a:tblStyle styleId="{0231D32E-D490-484D-82E9-5BE0951A68A1}"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8DF1355-4C04-498C-9A8F-13253D5AC197}"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AF73AE1-5F1C-4944-8FD9-633BFF0B450C}" styleName="Table_2">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1446"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6.xml"/><Relationship Id="rId21" Type="http://schemas.openxmlformats.org/officeDocument/2006/relationships/slide" Target="slides/slide11.xml"/><Relationship Id="rId42" Type="http://schemas.openxmlformats.org/officeDocument/2006/relationships/slide" Target="slides/slide32.xml"/><Relationship Id="rId47" Type="http://schemas.openxmlformats.org/officeDocument/2006/relationships/slide" Target="slides/slide37.xml"/><Relationship Id="rId63" Type="http://schemas.openxmlformats.org/officeDocument/2006/relationships/slide" Target="slides/slide53.xml"/><Relationship Id="rId68" Type="http://schemas.openxmlformats.org/officeDocument/2006/relationships/slide" Target="slides/slide58.xml"/><Relationship Id="rId84" Type="http://schemas.openxmlformats.org/officeDocument/2006/relationships/font" Target="fonts/font4.fntdata"/><Relationship Id="rId89" Type="http://schemas.openxmlformats.org/officeDocument/2006/relationships/font" Target="fonts/font9.fntdata"/><Relationship Id="rId16" Type="http://schemas.openxmlformats.org/officeDocument/2006/relationships/slide" Target="slides/slide6.xml"/><Relationship Id="rId107" Type="http://schemas.openxmlformats.org/officeDocument/2006/relationships/theme" Target="theme/theme1.xml"/><Relationship Id="rId11" Type="http://schemas.openxmlformats.org/officeDocument/2006/relationships/slide" Target="slides/slide1.xml"/><Relationship Id="rId32" Type="http://schemas.openxmlformats.org/officeDocument/2006/relationships/slide" Target="slides/slide22.xml"/><Relationship Id="rId37" Type="http://schemas.openxmlformats.org/officeDocument/2006/relationships/slide" Target="slides/slide27.xml"/><Relationship Id="rId53" Type="http://schemas.openxmlformats.org/officeDocument/2006/relationships/slide" Target="slides/slide43.xml"/><Relationship Id="rId58" Type="http://schemas.openxmlformats.org/officeDocument/2006/relationships/slide" Target="slides/slide48.xml"/><Relationship Id="rId74" Type="http://schemas.openxmlformats.org/officeDocument/2006/relationships/slide" Target="slides/slide64.xml"/><Relationship Id="rId79" Type="http://schemas.openxmlformats.org/officeDocument/2006/relationships/slide" Target="slides/slide69.xml"/><Relationship Id="rId102" Type="http://schemas.openxmlformats.org/officeDocument/2006/relationships/font" Target="fonts/font22.fntdata"/><Relationship Id="rId5" Type="http://schemas.openxmlformats.org/officeDocument/2006/relationships/slideMaster" Target="slideMasters/slideMaster5.xml"/><Relationship Id="rId90" Type="http://schemas.openxmlformats.org/officeDocument/2006/relationships/font" Target="fonts/font10.fntdata"/><Relationship Id="rId95" Type="http://schemas.openxmlformats.org/officeDocument/2006/relationships/font" Target="fonts/font15.fntdata"/><Relationship Id="rId22" Type="http://schemas.openxmlformats.org/officeDocument/2006/relationships/slide" Target="slides/slide12.xml"/><Relationship Id="rId27" Type="http://schemas.openxmlformats.org/officeDocument/2006/relationships/slide" Target="slides/slide17.xml"/><Relationship Id="rId43" Type="http://schemas.openxmlformats.org/officeDocument/2006/relationships/slide" Target="slides/slide33.xml"/><Relationship Id="rId48" Type="http://schemas.openxmlformats.org/officeDocument/2006/relationships/slide" Target="slides/slide38.xml"/><Relationship Id="rId64" Type="http://schemas.openxmlformats.org/officeDocument/2006/relationships/slide" Target="slides/slide54.xml"/><Relationship Id="rId69" Type="http://schemas.openxmlformats.org/officeDocument/2006/relationships/slide" Target="slides/slide59.xml"/><Relationship Id="rId80" Type="http://schemas.openxmlformats.org/officeDocument/2006/relationships/notesMaster" Target="notesMasters/notesMaster1.xml"/><Relationship Id="rId85" Type="http://schemas.openxmlformats.org/officeDocument/2006/relationships/font" Target="fonts/font5.fntdata"/><Relationship Id="rId12" Type="http://schemas.openxmlformats.org/officeDocument/2006/relationships/slide" Target="slides/slide2.xml"/><Relationship Id="rId17" Type="http://schemas.openxmlformats.org/officeDocument/2006/relationships/slide" Target="slides/slide7.xml"/><Relationship Id="rId33" Type="http://schemas.openxmlformats.org/officeDocument/2006/relationships/slide" Target="slides/slide23.xml"/><Relationship Id="rId38" Type="http://schemas.openxmlformats.org/officeDocument/2006/relationships/slide" Target="slides/slide28.xml"/><Relationship Id="rId59" Type="http://schemas.openxmlformats.org/officeDocument/2006/relationships/slide" Target="slides/slide49.xml"/><Relationship Id="rId103" Type="http://schemas.openxmlformats.org/officeDocument/2006/relationships/font" Target="fonts/font23.fntdata"/><Relationship Id="rId108" Type="http://schemas.openxmlformats.org/officeDocument/2006/relationships/tableStyles" Target="tableStyles.xml"/><Relationship Id="rId54" Type="http://schemas.openxmlformats.org/officeDocument/2006/relationships/slide" Target="slides/slide44.xml"/><Relationship Id="rId70" Type="http://schemas.openxmlformats.org/officeDocument/2006/relationships/slide" Target="slides/slide60.xml"/><Relationship Id="rId75" Type="http://schemas.openxmlformats.org/officeDocument/2006/relationships/slide" Target="slides/slide65.xml"/><Relationship Id="rId91" Type="http://schemas.openxmlformats.org/officeDocument/2006/relationships/font" Target="fonts/font11.fntdata"/><Relationship Id="rId96"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slide" Target="slides/slide47.xml"/><Relationship Id="rId106" Type="http://schemas.openxmlformats.org/officeDocument/2006/relationships/viewProps" Target="viewProps.xml"/><Relationship Id="rId10" Type="http://schemas.openxmlformats.org/officeDocument/2006/relationships/slideMaster" Target="slideMasters/slideMaster10.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 Id="rId60" Type="http://schemas.openxmlformats.org/officeDocument/2006/relationships/slide" Target="slides/slide50.xml"/><Relationship Id="rId65" Type="http://schemas.openxmlformats.org/officeDocument/2006/relationships/slide" Target="slides/slide55.xml"/><Relationship Id="rId73" Type="http://schemas.openxmlformats.org/officeDocument/2006/relationships/slide" Target="slides/slide63.xml"/><Relationship Id="rId78" Type="http://schemas.openxmlformats.org/officeDocument/2006/relationships/slide" Target="slides/slide68.xml"/><Relationship Id="rId81" Type="http://schemas.openxmlformats.org/officeDocument/2006/relationships/font" Target="fonts/font1.fntdata"/><Relationship Id="rId86" Type="http://schemas.openxmlformats.org/officeDocument/2006/relationships/font" Target="fonts/font6.fntdata"/><Relationship Id="rId94" Type="http://schemas.openxmlformats.org/officeDocument/2006/relationships/font" Target="fonts/font14.fntdata"/><Relationship Id="rId99" Type="http://schemas.openxmlformats.org/officeDocument/2006/relationships/font" Target="fonts/font19.fntdata"/><Relationship Id="rId101" Type="http://schemas.openxmlformats.org/officeDocument/2006/relationships/font" Target="fonts/font21.fntdata"/><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3.xml"/><Relationship Id="rId18" Type="http://schemas.openxmlformats.org/officeDocument/2006/relationships/slide" Target="slides/slide8.xml"/><Relationship Id="rId39" Type="http://schemas.openxmlformats.org/officeDocument/2006/relationships/slide" Target="slides/slide29.xml"/><Relationship Id="rId109" Type="http://schemas.openxmlformats.org/officeDocument/2006/relationships/customXml" Target="../customXml/item1.xml"/><Relationship Id="rId34" Type="http://schemas.openxmlformats.org/officeDocument/2006/relationships/slide" Target="slides/slide24.xml"/><Relationship Id="rId50" Type="http://schemas.openxmlformats.org/officeDocument/2006/relationships/slide" Target="slides/slide40.xml"/><Relationship Id="rId55" Type="http://schemas.openxmlformats.org/officeDocument/2006/relationships/slide" Target="slides/slide45.xml"/><Relationship Id="rId76" Type="http://schemas.openxmlformats.org/officeDocument/2006/relationships/slide" Target="slides/slide66.xml"/><Relationship Id="rId97" Type="http://schemas.openxmlformats.org/officeDocument/2006/relationships/font" Target="fonts/font17.fntdata"/><Relationship Id="rId104" Type="http://customschemas.google.com/relationships/presentationmetadata" Target="metadata"/><Relationship Id="rId7" Type="http://schemas.openxmlformats.org/officeDocument/2006/relationships/slideMaster" Target="slideMasters/slideMaster7.xml"/><Relationship Id="rId71" Type="http://schemas.openxmlformats.org/officeDocument/2006/relationships/slide" Target="slides/slide61.xml"/><Relationship Id="rId92" Type="http://schemas.openxmlformats.org/officeDocument/2006/relationships/font" Target="fonts/font12.fntdata"/><Relationship Id="rId2" Type="http://schemas.openxmlformats.org/officeDocument/2006/relationships/slideMaster" Target="slideMasters/slideMaster2.xml"/><Relationship Id="rId29" Type="http://schemas.openxmlformats.org/officeDocument/2006/relationships/slide" Target="slides/slide19.xml"/><Relationship Id="rId24" Type="http://schemas.openxmlformats.org/officeDocument/2006/relationships/slide" Target="slides/slide14.xml"/><Relationship Id="rId40" Type="http://schemas.openxmlformats.org/officeDocument/2006/relationships/slide" Target="slides/slide30.xml"/><Relationship Id="rId45" Type="http://schemas.openxmlformats.org/officeDocument/2006/relationships/slide" Target="slides/slide35.xml"/><Relationship Id="rId66" Type="http://schemas.openxmlformats.org/officeDocument/2006/relationships/slide" Target="slides/slide56.xml"/><Relationship Id="rId87" Type="http://schemas.openxmlformats.org/officeDocument/2006/relationships/font" Target="fonts/font7.fntdata"/><Relationship Id="rId110" Type="http://schemas.openxmlformats.org/officeDocument/2006/relationships/customXml" Target="../customXml/item2.xml"/><Relationship Id="rId61" Type="http://schemas.openxmlformats.org/officeDocument/2006/relationships/slide" Target="slides/slide51.xml"/><Relationship Id="rId82" Type="http://schemas.openxmlformats.org/officeDocument/2006/relationships/font" Target="fonts/font2.fntdata"/><Relationship Id="rId19" Type="http://schemas.openxmlformats.org/officeDocument/2006/relationships/slide" Target="slides/slide9.xml"/><Relationship Id="rId14" Type="http://schemas.openxmlformats.org/officeDocument/2006/relationships/slide" Target="slides/slide4.xml"/><Relationship Id="rId30" Type="http://schemas.openxmlformats.org/officeDocument/2006/relationships/slide" Target="slides/slide20.xml"/><Relationship Id="rId35" Type="http://schemas.openxmlformats.org/officeDocument/2006/relationships/slide" Target="slides/slide25.xml"/><Relationship Id="rId56" Type="http://schemas.openxmlformats.org/officeDocument/2006/relationships/slide" Target="slides/slide46.xml"/><Relationship Id="rId77" Type="http://schemas.openxmlformats.org/officeDocument/2006/relationships/slide" Target="slides/slide67.xml"/><Relationship Id="rId100" Type="http://schemas.openxmlformats.org/officeDocument/2006/relationships/font" Target="fonts/font20.fntdata"/><Relationship Id="rId105" Type="http://schemas.openxmlformats.org/officeDocument/2006/relationships/presProps" Target="presProps.xml"/><Relationship Id="rId8" Type="http://schemas.openxmlformats.org/officeDocument/2006/relationships/slideMaster" Target="slideMasters/slideMaster8.xml"/><Relationship Id="rId51" Type="http://schemas.openxmlformats.org/officeDocument/2006/relationships/slide" Target="slides/slide41.xml"/><Relationship Id="rId72" Type="http://schemas.openxmlformats.org/officeDocument/2006/relationships/slide" Target="slides/slide62.xml"/><Relationship Id="rId93" Type="http://schemas.openxmlformats.org/officeDocument/2006/relationships/font" Target="fonts/font13.fntdata"/><Relationship Id="rId98" Type="http://schemas.openxmlformats.org/officeDocument/2006/relationships/font" Target="fonts/font18.fntdata"/><Relationship Id="rId3" Type="http://schemas.openxmlformats.org/officeDocument/2006/relationships/slideMaster" Target="slideMasters/slideMaster3.xml"/><Relationship Id="rId25" Type="http://schemas.openxmlformats.org/officeDocument/2006/relationships/slide" Target="slides/slide15.xml"/><Relationship Id="rId46" Type="http://schemas.openxmlformats.org/officeDocument/2006/relationships/slide" Target="slides/slide36.xml"/><Relationship Id="rId67" Type="http://schemas.openxmlformats.org/officeDocument/2006/relationships/slide" Target="slides/slide57.xml"/><Relationship Id="rId20" Type="http://schemas.openxmlformats.org/officeDocument/2006/relationships/slide" Target="slides/slide10.xml"/><Relationship Id="rId41" Type="http://schemas.openxmlformats.org/officeDocument/2006/relationships/slide" Target="slides/slide31.xml"/><Relationship Id="rId62" Type="http://schemas.openxmlformats.org/officeDocument/2006/relationships/slide" Target="slides/slide52.xml"/><Relationship Id="rId83" Type="http://schemas.openxmlformats.org/officeDocument/2006/relationships/font" Target="fonts/font3.fntdata"/><Relationship Id="rId88" Type="http://schemas.openxmlformats.org/officeDocument/2006/relationships/font" Target="fonts/font8.fntdata"/><Relationship Id="rId111" Type="http://schemas.openxmlformats.org/officeDocument/2006/relationships/customXml" Target="../customXml/item3.xml"/></Relationships>
</file>

<file path=ppt/ink/ink1.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5-09T04:20:45.921"/>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17361 6276 38 0,'-34'-37'18'0,"34"37"-15"0,0 0 2 0,0-13 11 0,12 13-9 0,23 0-4 0,37 0-1 0,11 0 1 0,24 0 1 0,35-11-2 0,1-1 0 0,2 1-1 0,-51 22-2 0,2 12 3 0,-1-23 1 0,24 0-2 0,12 0 0 0,-36 13-1 0,-1-13 0 0,-33 0 2 0,-14-13 1 0,-10 13 3 0,-3 0-3 0,2-11-1 0,-11 11 1 0,-14-12 0 0,-11 1-2 0,24 11-1 0,-12 47-89 0</inkml:trace>
  <inkml:trace contextRef="#ctx0" brushRef="#br0" timeOffset="1">7099 11300 21 0,'0'0'0'0,"-13"-25"24"0,26 13-9 0,-13-1-4 0,0 13-9 0,11 0 6 0,-1-10 3 0,15-1 1 0,-14 11-5 0,14 0-2 0,-1 0-2 0,12-13 1 0,11 13-2 0,-11 0-1 0,23 0 1 0,2 0 1 0,-2 0-2 0,12 0 1 0,-11 13-1 0,11-13 0 0,0 0 1 0,12-13 0 0,-11 1-2 0,12 12 0 0,-2 0 0 0,2 0-1 0,-12-12 3 0,11-1 0 0,-11 2 0 0,-13-12 0 0,13 10-1 0,-1 13 0 0,-24 0-1 0,1-12 2 0,0 0 0 0,-12 12-1 0,11 0 0 0,1 0-1 0,-23 12 1 0,9-12 0 0,2 12-1 0,-12-12 0 0,12 13 0 0,-2-2 0 0,-9-11 0 0,-14 12 2 0,14-12-1 0,-25 0 0 0,11 0-1 0,2 0 1 0,-13-12 0 0,12 1-1 0,-12 11 1 0,0 0-13 0,0 23-100 0</inkml:trace>
  <inkml:trace contextRef="#ctx0" brushRef="#br0" timeOffset="2">20578 13561 23 0,'0'-25'14'0,"58"15"3"0,3-14-4 0,-2 24-6 0,-11 0-3 0,-37 0-4 0,49 24 4 0,-24-1-1 0,-12-11 1 0,-12 13-1 0,-12 9-1 0,0 14-1 0,0 25-1 0,13 9 1 0,-2 12 1 0,1-10-1 0,-1 12 0 0,-11 0 1 0,0-1-1 0,0-12-1 0,12 12 1 0,-12-47 0 0,0-13-1 0,0-23 1 0,0 1 1 0,-12-2-2 0,-22 1 0 0,-27-1 1 0,-10 2-1 0,-12-1 1 0,-1 0-1 0,23-12 0 0,27 13 0 0,34-13 1 0,24-13-29 0,11-11-44 0</inkml:trace>
  <inkml:trace contextRef="#ctx0" brushRef="#br0" timeOffset="3">21090 14133 30 0,'-12'0'3'0,"12"-11"2"0,46-2 6 0,15 1 0 0,10 12-1 0,12 12 0 0,1-12-4 0,-2 0-1 0,3-12-2 0,-25 12 1 0,-26 0 1 0,-21 0-1 0,-1-12-2 0,-1-12-6 0,14 12-45 0,-14 12 1 0</inkml:trace>
  <inkml:trace contextRef="#ctx0" brushRef="#br0" timeOffset="4">21554 13871 12 0,'-13'0'4'0,"2"-12"14"0,11-1 2 0,11 13-6 0,2 13-5 0,35 11-4 0,0 10-2 0,11 3-1 0,-12-1-1 0,-11-12 1 0,0 0 0 0,-36-13 2 0,0-11 4 0,-12 0-5 0,-24 12-2 0,1 24-1 0,-1 23 0 0,0 1 1 0,13-24 1 0,10 0-1 0,2-1 1 0,-2-10 0 0,13-14 0 0,0-11 0 0,0 0 0 0,0 0-3 0,0 0-23 0,-11-11-61 0</inkml:trace>
  <inkml:trace contextRef="#ctx0" brushRef="#br0" timeOffset="5">17744 16098 6 0,'-12'0'9'0,"1"11"3"0,-2-11 7 0,13 0 0 0,13 0-3 0,10 12-12 0,24-12 0 0,13 11-1 0,23-11 0 0,0-11 2 0,25 11-2 0,-1-12 1 0,-1 12-1 0,-10 0 1 0,11-11-1 0,12 11 3 0,1 0-3 0,-2 0 2 0,2 11-4 0,-13 1 2 0,-12-1-1 0,24 2 0 0,0-1-1 0,11 0 5 0,-23 0-3 0,1 0-1 0,-12-2 1 0,-1-10-2 0,-11 13 0 0,-25-13 2 0,-23 12-3 0,-36-12 5 0,0 0-2 0,-25 0-1 0,-45 0-2 0,-14 0 0 0,-11 12 0 0,-24-12-1 0,-36 13 0 0,-24-13-2 0,-11 11 1 0,23 1-1 0,13-12 1 0,9-12-1 0,4 1 2 0,-27-2-1 0,14 13 0 0,23 0 1 0,35 0 1 0,1 0 0 0,11 24-1 0,2-12 0 0,21-12 2 0,27-12-1 0,-2 1 1 0,24-2-1 0,0 1 0 0,0 12 1 0,24 0-1 0,12-12 0 0,0 12 0 0,35-13 1 0,35-9 0 0,62 10 0 0,35-12-1 0,-1 24 3 0,-23 0-2 0,-24 12 1 0,-36 0-1 0,0 0 2 0,-12-12-2 0,25 0 1 0,-13 0 0 0,11 0 0 0,-22 0-1 0,10 0 0 0,-21 0 0 0,-14 12 0 0,-12-12-1 0,-11 0 2 0,11-12-1 0,-23 12-1 0,0-12 1 0,-24 12-1 0,0 0 1 0,-12 0 0 0,-12 0 0 0,0 0-1 0,12 0 0 0,-12 0-170 0</inkml:trace>
</inkml:ink>
</file>

<file path=ppt/ink/ink2.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5-09T04:20:46.088"/>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18660 10086 38 0,'0'-25'4'0,"-11"-11"4"0,11 24 1 0,-23-12 12 0,-38 0-10 0,-23 13-5 0,-23-12-4 0,-178 34 0 0,94 1 0 0,14-1-1 0,9 1-1 0,37 0 1 0,24 1-1 0,12 10 1 0,-1-12-1 0,24 2 1 0,13 11 0 0,24-11-1 0,-14 21 0 0,2-10 1 0,1 23-1 0,-15 1 0 0,25 12 0 0,13-13 1 0,-2 13-1 0,2 12 1 0,-1-12-1 0,-12 11 0 0,12 24 1 0,1-12-1 0,10-1 0 0,2 27 0 0,-14-13 1 0,2 9 0 0,10 3-1 0,-9-1 1 0,10 12 0 0,12-1-1 0,0-21 1 0,-12 11-1 0,0 22 1 0,12 13 0 0,-12 11 0 0,0 1-1 0,12-12 1 0,0 24 0 0,12 0-1 0,-12-25 0 0,24 13 0 0,-12-37-1 0,-12-22 2 0,0-12 0 0,-12 23-1 0,12-13-1 0,12-44 1 0,12-39 2 0,11 1-1 0,1 11-2 0,11 13 2 0,24-13-1 0,-10-34 1 0,46-12 0 0,-12 10 0 0,0 1-1 0,12 12 0 0,1-23 0 0,23-13 1 0,-12 24-1 0,12 12 1 0,-12 0-1 0,-24 0 1 0,12-12-1 0,24-1 1 0,-12 2-2 0,-13-1 3 0,-21 12-2 0,-2-11 1 0,0 11 0 0,-23-12 0 0,-11-13 0 0,-26 2 1 0,11-13 0 0,-9 1 1 0,11-26-1 0,-24-33 1 0,0-25-1 0,0-36-1 0,-12 12 1 0,0 0 0 0,10-47-1 0,-10-13 0 0,13 2-1 0,-1 9 0 0,-12-22 2 0,0 24-2 0,-12 11 2 0,12 12 0 0,0 0-1 0,-13 25-1 0,3 45 1 0,-14 3 0 0,24-38 0 0,0 14 0 0,12 35 0 0,-12 35-1 0,0-23 1 0,-24-13 0 0,12 25 0 0,0 23-1 0,12 24 0 0,0 12 0 0,0-12 1 0,0 12-1 0,0 0 0 0,12 60-126 0</inkml:trace>
  <inkml:trace contextRef="#ctx0" brushRef="#br0" timeOffset="1">2930 11823 0 0,'0'-24'0'0,"-12"-23"0"0,0-1 2 0,0-12 9 0,-24 1 6 0,24 11-10 0,12 24-2 0,36 48 7 0,12 95-3 0,11 72-3 0,-11-1-3 0,-12-60-3 0,-1-22 1 0,1-36-16 0,-25-47-40 0</inkml:trace>
  <inkml:trace contextRef="#ctx0" brushRef="#br0" timeOffset="2">2976 12121 23 0,'-10'0'5'0,"10"-12"0"0,35-1 5 0,37-21-4 0,23-16-4 0,0-32 0 0,1 11 0 0,-37-13-1 0,-35-10 1 0,-24-14-1 0,0 36 0 0,-36 37 1 0,12 82 7 0,35 84-4 0,26 11-2 0,11-10-2 0,-13-13-1 0,1-12-4 0,0-34-57 0</inkml:trace>
  <inkml:trace contextRef="#ctx0" brushRef="#br0" timeOffset="3">3787 11728 33 0,'-12'-13'15'0,"-12"13"-12"0,13 37 0 0,11 22 0 0,35-11-1 0,13-37 2 0,10-22-1 0,-9-37 0 0,-13-23-2 0,-24 23 1 0,0 0-2 0,-24 1 3 0,12 23-2 0,0 11 0 0,0 13-1 0,24 50 1 0,11 68-1 0,37 61 0 0,11 10 0 0,-23-34 2 0,-14-13-2 0,-46-33 3 0,-23-38 0 0,-24-59 2 0,-13-60-2 0,-23-35-3 0,11-24 1 0,49 11 0 0,35-11-3 0,59 0 2 0,36-23 0 0,11 22-2 0,-21 24 2 0,-51 13 0 0,-46 0 1 0,0-1 1 0,0 37-1 0,13 70-1 0,23 108-1 0,35 83 3 0,1-23-1 0,-1-36 1 0,-23-48 1 0,-35-60-2 0,-13-47 6 0,-49-95-2 0,-34-84-7 0,11-22 2 0,13-16 0 0,11-21 0 0,60 60 1 0,72 119-3 0,22 82 1 0,-10 61 1 0,-83-1 0 0,-86 0 0 0,-46 23 1 0,36-57-37 0,70-61-33 0</inkml:trace>
  <inkml:trace contextRef="#ctx0" brushRef="#br0" timeOffset="4">5037 11478 44 0,'-23'0'1'0,"46"-12"-2"0,25-24 4 0,-12-23 0 0,12-12-1 0,-1-25 0 0,-35 24-1 0,-36 48 0 0,-11 24 0 0,-1 12 0 0,0 36 0 0,24 24 0 0,12 11 0 0,12-12-1 0,35-35 3 0,-11-11 0 0,36-25 2 0,-14-37-2 0,27-10-2 0,-2-24-3 0,-23 11-11 0,-48 12-25 0,-12-12 21 0,-25 25 16 0,14-13 4 0,22 0 9 0,14 13 2 0,10 47-6 0,25 59-2 0,22 36-3 0,3-23 0 0,-50-49 0 0,-35-23 6 0,-47-59-2 0,-13-61-4 0,36 25-4 0,60 24-3 0,82-1-35 0,-46 12 7 0</inkml:trace>
  <inkml:trace contextRef="#ctx0" brushRef="#br0" timeOffset="5">6228 10751 13 0,'-23'0'23'0,"-1"47"-4"0,24 14-17 0,47 22 3 0,12 24 6 0,12 36-5 0,1 12-5 0,-24-13-1 0,-24-21 2 0,-12-100 4 0,-36-55 1 0,-72-169-3 0,-22-130-6 0,57 107 1 0,86 107 1 0,47 59-3 0,23 84 0 0,-47 60 2 0,-48-13 3 0,-108 36 0 0,-58 12-2 0,94-35-86 0</inkml:trace>
  <inkml:trace contextRef="#ctx0" brushRef="#br0" timeOffset="6">6907 10835 43 0,'-12'-24'34'0,"12"11"-35"0,59-10 1 0,-11-25 2 0,-36 1 0 0,0-13 0 0,-12-11-2 0,0 23 1 0,-24 25-1 0,-11 12-1 0,-1 11 1 0,0 21 0 0,-12 4 1 0,12 23-2 0,13 11 1 0,-1 1 0 0,24 11 0 0,11-24-1 0,14-10 1 0,11-24 1 0,-1-26 1 0,1-24-2 0,-12-10 2 0,-1-11-2 0,-10 8 0 0,-1-8 1 0,-1 22-1 0,1 12 0 0,0 24 0 0,-12 36-1 0,12 12 1 0,12 11 0 0,12-34 0 0,-2-14 1 0,15-47-2 0,23-23 0 0,-25 11-4 0,-36 0 4 0,-11 23 2 0,0-21 2 0,0 10-1 0,25 13-1 0,-1 34-2 0,23 62 1 0,-11-2 0 0,11 0 1 0,-11-37 1 0,-24-34 4 0,-24-34 1 0,-35-50-6 0,24-24 1 0,23 49-1 0,47 13-1 0,12-4 0 0,1 39-33 0,-48 11-28 0</inkml:trace>
  <inkml:trace contextRef="#ctx0" brushRef="#br0" timeOffset="7">7967 10216 20 0,'-12'-12'6'0,"0"-12"-4"0,36 60 11 0,13 71-2 0,-3-24-4 0,-11-22 0 0,-10-50 1 0,-26-22 1 0,-10-39-6 0,10 3-2 0,13 0-1 0,13-1 0 0,-13 1 0 0,23-13 0 0,13 36 0 0,-11 24 0 0,10 36-2 0,1 0 2 0,-25-1 2 0,2-11-1 0,-13-12 0 0,12 13-1 0,-12-25 2 0,0-13 1 0,0-11-2 0,0 24-1 0,0 0 0 0,11 0 0 0,-22 0 1 0,11 0-1 0,0 0 0 0,0 0 0 0,-12 0 0 0,12-13 1 0,-13 2-1 0,2-1 0 0,-1-11 0 0,-1-13 0 0,-9 0 2 0,-2 12-1 0,-12 1-1 0,0 12 0 0,11 22 0 0,4 12-1 0,8 37 0 0,1 11 1 0,12 24 0 0,12 1 0 0,12-50-1 0,-1-21 2 0,13-25-1 0,12-35 0 0,-13-26-2 0,-35-21 2 0,0 34 0 0,0 12 1 0,11 13-2 0,2 23 1 0,10 59-1 0,2 12 1 0,11-35 0 0,-13-24 1 0,25-48 0 0,-1-47-21 0,1 12-57 0</inkml:trace>
  <inkml:trace contextRef="#ctx0" brushRef="#br0" timeOffset="8">8479 10120 2 0,'0'-23'2'0,"0"-1"5"0,0 0 19 0,0 48-11 0,12 35-6 0,12 25-5 0,0-49-1 0,-14-24 3 0,-10-22 0 0,-10-72-4 0,-14-12-1 0,36 24-1 0,10 23-1 0,14 25 1 0,0 46-1 0,0 36 1 0,-12 1 1 0,-13-13 0 0,2-35 2 0,-13-24 1 0,12-59-1 0,-1-24-2 0,25 47-2 0,12 23 0 0,-12 62 0 0,12 34 0 0,-12-35 0 0,-2-25-21 0,-9-11-42 0</inkml:trace>
  <inkml:trace contextRef="#ctx0" brushRef="#br0" timeOffset="9">9193 9870 44 0,'-12'0'9'0,"49"11"-5"0,10-45-1 0,1-26-1 0,-37-1 0 0,-22 40-2 0,-25 21-1 0,-12 46 3 0,24 38 1 0,24-1-2 0,47-47 2 0,25-13 0 0,24-58 0 0,-37-13 0 0,1-59-2 0,-60-36 0 0,12-59 0 0,0 34-1 0,0 97 1 0,-1 12-1 0,-11 47 0 0,-23 49-2 0,11 68 2 0,24 63 1 0,35-26 1 0,25-58 1 0,-1-47 1 0,1-37-3 0,-13-73-10 0,-35-9-70 0</inkml:trace>
  <inkml:trace contextRef="#ctx0" brushRef="#br0" timeOffset="10">9348 9550 66 0,'-12'0'3'0,"-11"-25"6"0,130-58-5 0,24-1-3 0,12 25-32 0,-96 47-18 0</inkml:trace>
  <inkml:trace contextRef="#ctx0" brushRef="#br0" timeOffset="11">9884 9442 49 0,'-13'0'4'0,"62"-13"-1"0,-1-10-1 0,-13-13 0 0,-11 1 0 0,-1-13 1 0,-23 1-2 0,-11 22-1 0,-14 25 2 0,-21 36 3 0,10 24-3 0,12-1-1 0,12 0-1 0,48 1 2 0,0-36 2 0,23-24-1 0,0-24-1 0,12-11-1 0,-10-24-21 0,-38 9-46 0</inkml:trace>
  <inkml:trace contextRef="#ctx0" brushRef="#br0" timeOffset="12">10218 9227 5 0,'-12'-47'12'0,"24"-1"-6"0,47 12-4 0,-11 36 13 0,-14 60-4 0,15 11-4 0,-1-11-4 0,-2-23 0 0,-10-26-1 0,-23-11 3 0,-37-24-1 0,-1-36-2 0,3-22 1 0,57 9 0 0,24 38-3 0,-23 11 0 0,-12 1-1 0,12 23-5 0,-23 11-8 0,-2-11 14 0,-11 0 4 0,0-11-2 0,0 11-65 0</inkml:trace>
</inkml:ink>
</file>

<file path=ppt/ink/ink3.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5-09T04:20:46.102"/>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9991 7679 28 0,'0'-11'19'0,"-13"-1"-1"0,26 12-16 0,-1 0 3 0,12 0 6 0,-1 0-3 0,26 0-3 0,9-11 0 0,14 11 1 0,-12 0 0 0,10-13-2 0,-9 13-2 0,10-12-2 0,1 12 0 0,-1 0 0 0,1 12 1 0,-2-12 1 0,15 0 0 0,-2 0-1 0,24 0 0 0,12 0 1 0,24 0-2 0,0-12 0 0,0-13 0 0,0 14 1 0,11-1 1 0,-11 1-1 0,0-1 0 0,12 0-3 0,-1-1 4 0,-22 13-1 0,10-11-1 0,-10-1 0 0,-1 12 1 0,24-11-2 0,0 11 2 0,-1-13-1 0,1 13 0 0,-12-12 1 0,0 12 0 0,107 12 0 0,-132-12 0 0,14 0-1 0,-13 0 1 0,0 0 0 0,-12 0-1 0,36 0 2 0,-59 13-2 0,46-13 0 0,-23 0 1 0,1 0-1 0,11 0 0 0,-12 0 1 0,-11 0 0 0,-13 0-1 0,0 0 0 0,-23-13 1 0,-1 13-2 0,13 0 1 0,-37 0 1 0,-11-12 1 0,-24 12 9 0,0-12-5 0,-47 60-123 0</inkml:trace>
</inkml:ink>
</file>

<file path=ppt/ink/ink4.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5-09T04:20:46.131"/>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17721 8311 38 0,'0'-36'14'0,"11"72"-2"0,24 83 14 0,-24 71-12 0,-11-35-4 0,0-48-5 0,-11-35-3 0,-1-25 0 0,1-47-24 0,-1-24-52 0</inkml:trace>
  <inkml:trace contextRef="#ctx0" brushRef="#br0" timeOffset="1">17684 8407 3 0,'0'0'0'0,"12"-96"14"0,0 12 7 0,12 49 0 0,35 24-10 0,25 57-3 0,-2 38 1 0,-46-13 0 0,-47 12 6 0,-73-23-9 0,-36 23-3 0,50-35-37 0,58-48-38 0</inkml:trace>
  <inkml:trace contextRef="#ctx0" brushRef="#br0" timeOffset="2">18196 8286 41 0,'0'-11'4'0,"12"-1"9"0,36 12-4 0,-2 36-1 0,-10 22 1 0,-36 3-3 0,-23-1-1 0,-48-26-2 0,35-9 0 0,24-73-1 0,60-34-2 0,23 21-1 0,12 14 0 0,0 0 0 0,1 22 1 0,-23 13-1 0,-38 12 0 0,-23 0 2 0,0 0-1 0,0 48-1 0,-23 12 0 0,23 11 0 0,23-35 1 0,36-13-1 0,1-23 2 0,-25-35 0 0,-23-37 0 0,-37 1 1 0,-33-2 0 0,22 27-1 0,23 34-1 0,13 36-1 0,37 47-3 0,11 13-55 0,-26-61 23 0</inkml:trace>
  <inkml:trace contextRef="#ctx0" brushRef="#br0" timeOffset="3">19256 8252 16 0,'0'0'0'0,"0"-50"11"0,24 4-6 0,-24-2 9 0,-12 24 5 0,-24 24-13 0,-12 13-5 0,13 21 1 0,-13 27 1 0,12-14-1 0,24 25-3 0,0-13 1 0,24-22 0 0,24-26 2 0,12-72 0 0,-1-10 0 0,-11 37 1 0,-13 21 7 0,-10 49-8 0,11 0 0 0,-12 10-2 0,46-9-39 0,-33-24-21 0</inkml:trace>
  <inkml:trace contextRef="#ctx0" brushRef="#br0" timeOffset="4">19731 8181 16 0,'-11'-37'18'0,"11"24"2"0,-25 26 0 0,-9 45-9 0,10 15-9 0,36-2-3 0,47-23 1 0,0-24-1 0,14-12 3 0,10-60 0 0,0-23 0 0,-11-38-1 0,-38 4-1 0,-9-16 0 0,-14 16 0 0,14 21 0 0,-1 24 0 0,-13 49 0 0,-11 22 0 0,-35 62 0 0,10 32-1 0,14 16 2 0,35-16-1 0,23-21 0 0,13-36 1 0,-1-48 1 0,1-61 0 0,23-33-2 0,-23 12 1 0,-12 45-4 0,-26 37 3 0,-9 71 4 0,-1 13-1 0,-1-13-1 0,38-23 0 0,-13-25-59 0,-36-23 22 0</inkml:trace>
  <inkml:trace contextRef="#ctx0" brushRef="#br0" timeOffset="5">20756 7716 49 0,'-24'-13'-6'0,"24"13"-34"0</inkml:trace>
  <inkml:trace contextRef="#ctx0" brushRef="#br0" timeOffset="6">19863 8001 100 0,'0'0'0'0,"-36"-59"13"0,191 22-11 0,95-22-57 0,-214 47 13 0</inkml:trace>
  <inkml:trace contextRef="#ctx0" brushRef="#br0" timeOffset="7">21042 7989 22 0,'0'-13'5'0,"0"38"0"0,36 34 8 0,-12 12-2 0,-12-21-1 0,11-29-7 0,-11-8 0 0,-1-26 0 0,25-58-1 0,12 0-3 0,-12 12 2 0,0 34-3 0,-13 14 2 0,2 22 0 0,-14 39 0 0,1-4 0 0,0 13 0 0,12-34 0 0,36-25 1 0,34-36 0 0,13-24 0 0,-11 1 0 0,-48 11-1 0,-36 13 2 0,-48 11-2 0,-23 24 0 0,11 48 0 0,1 11 0 0,34 0-1 0,60-11 0 0,37-12 1 0,36-36 0 0,-1-36 1 0,-12-35-1 0,-11-24 0 0,-49-13-1 0,-24-23 2 0,-34 23 0 0,-1 26-1 0,12 34 0 0,0 13-1 0,0 35 0 0,0 0 0 0,-13 60 1 0,2 11-1 0,-1 13 1 0,1 10 1 0,-2 1-2 0,13 1 1 0,13-13 0 0,-2-36-2 0,37-35 3 0,23-35 0 0,-1-50 1 0,-21 2-2 0,-13 48 0 0,-24 35 0 0,0 24 1 0,35-13 0 0,48-23 0 0,-11-48 0 0,-36-11 0 0,-37 47 0 0,-11 36-1 0,0 71-1 0,23 72 0 0,2 59 1 0,11-10-1 0,-24 10 0 0,-24-84 1 0,-49-47 3 0,-9-72 3 0,-14-82-3 0,13-48-1 0,83-24-1 0,95-58-1 0,60-3 1 0,-36 85-4 0,-48 46 2 0,-47 3 6 0,-36 11 5 0,-25 34-8 0,-9 49-13 0,10 0-73 0</inkml:trace>
  <inkml:trace contextRef="#ctx0" brushRef="#br0" timeOffset="8">22589 11668 48 0,'0'-37'25'0,"36"98"-19"0,36-1 10 0,-1 11-7 0,-12-12-7 0,-22-23-23 0,-25-24-58 0</inkml:trace>
  <inkml:trace contextRef="#ctx0" brushRef="#br0" timeOffset="9">22900 11644 42 0,'-24'-13'28'0,"-25"38"-14"0,38 47-2 0,-12 23-1 0,-13-24-6 0,-12-11-4 0,-11-12-67 0,47-38 28 0</inkml:trace>
  <inkml:trace contextRef="#ctx0" brushRef="#br0" timeOffset="10">16172 11442 26 0,'-12'-24'8'0,"-1"0"4"0,13 1 3 0,36 11 5 0,37 58-3 0,20 38-11 0,4 0-4 0,-15-13 0 0,-22-59-13 0,-24-24-67 0,-25-11 60 0</inkml:trace>
  <inkml:trace contextRef="#ctx0" brushRef="#br0" timeOffset="11">16541 11359 23 0,'-24'-36'37'0,"-1"36"-13"0,2 59-3 0,-36 48-14 0,-13 14-5 0,13-3-15 0,36-60-77 0</inkml:trace>
  <inkml:trace contextRef="#ctx0" brushRef="#br0" timeOffset="12">20400 9227 30 0,'-13'-71'14'0,"26"11"-7"0,10 12 27 0,13 25-3 0,-13 23-19 0,1 48-4 0,-24 59-1 0,0 12 0 0,-47 95 7 0,35-131-11 0,12-24 0 0,12-34-1 0,-1-13 1 0,37-24-1 0,0 0-2 0,11-12 1 0,13 12-1 0,10-12-11 0,-10 0-49 0,-60 13-35 0</inkml:trace>
  <inkml:trace contextRef="#ctx0" brushRef="#br0" timeOffset="13">20518 9429 64 0,'-25'-23'9'0,"74"-13"9"0,45-10-1 0,38 21-13 0,-25 0-25 0,-83 25-41 0</inkml:trace>
  <inkml:trace contextRef="#ctx0" brushRef="#br0" timeOffset="14">20493 9144 81 0,'0'-12'5'0,"-23"-59"24"0,71-13-1 0,47 25-24 0,60 47-22 0,-60 12-96 0</inkml:trace>
  <inkml:trace contextRef="#ctx0" brushRef="#br0" timeOffset="15">21352 9370 26 0,'0'0'2'0,"0"-46"5"0,0-4 22 0,0 16-8 0,0-3 1 0,0 3-12 0,0 9-8 0,-24 13 0 0,1 12 0 0,-14 24 3 0,-10 12 0 0,-1 23-3 0,24 14 0 0,12-2-2 0,12-12 0 0,23-24 2 0,13-35 0 0,12-35 0 0,0-37-1 0,-1 25-1 0,-22 11 0 0,-2 24 1 0,-23 12 0 0,12 12 0 0,0 13-1 0,0 21 0 0,36-10 0 0,11-13 0 0,24-10-1 0,1-13-1 0,-1-24-4 0,2-12 3 0,-39-11 2 0,14-14-1 0,-36 14 4 0,-12 0-3 0,-36 11 3 0,0 11-2 0,-13 14 1 0,-20 47-1 0,-4 35 2 0,2 1-3 0,34-14 3 0,50-21-2 0,46-37 1 0,-11-47-1 0,-14-1-1 0,-21 12 2 0,-13 12-2 0,-12 24 1 0,0 24 1 0,0 60 0 0,0 47 1 0,24 47-4 0,0-23 2 0,-2-23 1 0,-32-38 2 0,-38-33 1 0,-1-50 2 0,15-47-2 0,22 24-4 0,-24-83 4 0,12-24 0 0,60-24-1 0,34 1-2 0,37 58-17 0,14 47-122 0</inkml:trace>
  <inkml:trace contextRef="#ctx0" brushRef="#br0" timeOffset="16">22292 9406 71 0,'-48'-24'20'0,"48"12"-15"0,36-23-1 0,36-13-1 0,-1 1-3 0,-35 10 2 0,-36 3 2 0,-24-3 0 0,-11 24 6 0,-1 13 2 0,-12 25-4 0,1 46-2 0,22 1-4 0,38-14 0 0,22-8 0 0,25-39 1 0,11-11-1 0,1 0-1 0,-1-11-42 0,-23-2-55 0</inkml:trace>
  <inkml:trace contextRef="#ctx0" brushRef="#br0" timeOffset="17">22673 9215 67 0,'-23'-23'35'0,"46"0"-16"0,25 23-3 0,-1 46-10 0,1 50-2 0,-37-12-2 0,-11-61 4 0,0-46 5 0,0-73-6 0,49-11-4 0,-1 59 0 0,-25 12 1 0,-11 13-1 0,-1 11-2 0,2 24-129 0</inkml:trace>
  <inkml:trace contextRef="#ctx0" brushRef="#br0" timeOffset="18">5157 8311 5 0,'12'-25'6'0,"35"-34"12"0,-11 13 13 0,-36-4 2 0,0 39-17 0,0 11-12 0,0 72 1 0,0 22-1 0,-12 38 1 0,-12 23 1 0,12-13 0 0,-12-46 1 0,13-25-2 0,11-23-1 0,23-35 1 0,25-13-1 0,22-13 0 0,27-11-2 0,-2 0 1 0,-12 1 0 0,-35-2-1 0,-48 13-1 0,0 24-71 0,12-12-21 0</inkml:trace>
  <inkml:trace contextRef="#ctx0" brushRef="#br0" timeOffset="19">6002 8738 22 0,'0'-11'10'0,"11"-36"15"0,-11 0-3 0,0-3-6 0,-11 4-6 0,-1 10-5 0,-12-12-3 0,-23 36 0 0,11 1 1 0,-13 22 0 0,3 26-1 0,-2 10 2 0,12 36 0 0,2 13-4 0,21-25 1 0,13 0 0 0,24-35 3 0,22-36 0 0,15-48-2 0,-2-11-1 0,-11-12 1 0,-37 11-2 0,2 24 2 0,-1 36 5 0,-1 48 0 0,13 0-4 0,0 11 0 0,-12-11-2 0,-1 0-13 0,-11-14-115 0</inkml:trace>
  <inkml:trace contextRef="#ctx0" brushRef="#br0" timeOffset="20">6205 8489 71 0,'-12'-36'12'0,"47"1"-8"0,49-1 2 0,-38 36 18 0,-10 59-12 0,-23 25-6 0,-62 11-3 0,15-35-1 0,34-48-1 0,23-12 0 0,37 35-1 0,11 26-2 0,-23 33 0 0,-24 1 2 0,-35 1 0 0,-50-25 2 0,-34-35 2 0,24-60 12 0,46-47-7 0,62-25-4 0,58-11-4 0,0 24-2 0,0 22-3 0,-47 50-67 0,-24 11-9 0</inkml:trace>
  <inkml:trace contextRef="#ctx0" brushRef="#br0" timeOffset="21">6811 8357 70 0,'-11'-23'5'0,"-1"12"11"0,24 58 5 0,-12 48-7 0,0 2-6 0,47-39-3 0,24-22-1 0,13-36-1 0,-12-60-1 0,-1-35 0 0,-24 24-1 0,-34-2-1 0,-13 39 1 0,0 34-2 0,-13 59 1 0,13 60 0 0,13 60-1 0,34 11 0 0,-23-35 0 0,-12-11 1 0,-37-26 0 0,-21-60 2 0,-2-21 2 0,-1-61-1 0,28-60-1 0,21-46-2 0,82-71 1 0,49-4-1 0,12 50-2 0,-24 50 3 0,-49 34 0 0,-34 10 2 0,-36 38 0 0,-46 23-3 0,-2 59-36 0,24-34-57 0</inkml:trace>
  <inkml:trace contextRef="#ctx0" brushRef="#br0" timeOffset="22">5954 13134 9 0,'0'-13'6'0,"0"1"7"0,0-13-5 0,0 2 0 0,0 12 0 0,0-14-2 0,-12-10 0 0,-24-13-2 0,-11 12-1 0,-12 25-1 0,-14-1 0 0,-9 0 0 0,-25-12 1 0,11 12-1 0,-11 12 1 0,0 12-1 0,0-1-1 0,0 2-2 0,-12 11 2 0,10-1-2 0,3 13 1 0,-13 0 0 0,-1 11 0 0,-10 0-1 0,11 14 2 0,0-14-2 0,12 25-1 0,-12 11 2 0,12 12-1 0,12 12 2 0,11 12-2 0,13-23 2 0,11 11-2 0,12 12 1 0,0 13-2 0,1-2 2 0,11 37-1 0,24-83 1 0,0 34-2 0,24 1 1 0,12 0 1 0,24-23 0 0,0-1 0 0,-14-1 0 0,3 14 1 0,11-24-1 0,23-25 2 0,12-13-2 0,0-9 1 0,-11 10-1 0,1-10 0 0,20 10 0 0,3-10 1 0,23-26 1 0,0-22 2 0,-1-2-3 0,-21 26 1 0,-15-13-2 0,26-25 2 0,35-58 3 0,23-1 1 0,-23 37-5 0,-35 23 0 0,-25-23 0 0,13-24 0 0,34-13 0 0,25-12 0 0,-12 13 2 0,-23-1-1 0,-37 13 1 0,-12-13-1 0,11-10 0 0,-10-1-1 0,-23 11 2 0,-38-11 1 0,0 11-2 0,2 13-2 0,-1-13 1 0,-1-11 1 0,-11 1 1 0,0-14-1 0,-23 36-1 0,-1 1 0 0,-11-12 1 0,10-24-2 0,2 23 1 0,10 13 0 0,-23-13 0 0,-10 13 2 0,-2-24-2 0,12 24 1 0,-11 0-1 0,-12 21-1 0,-14-8 1 0,-81-49-2 0,83 71 1 0,-1 0 2 0,-12 13-2 0,-10 10 1 0,-2 1-1 0,-11 37 0 0,0 9-7 0,23-21-121 0</inkml:trace>
</inkml:ink>
</file>

<file path=ppt/ink/ink5.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5-09T04:20:48.250"/>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2608 7109 13 0,'36'-25'7'0,"107"37"-7"0,36 12 4 0,35-12 2 0,-35-48 5 0,-60-11-4 0,-36 23-10 0,-72 24-35 0</inkml:trace>
  <inkml:trace contextRef="#ctx0" brushRef="#br0" timeOffset="1">2394 10036 62 0,'0'0'0'0,"-60"-34"8"0,96 34-5 0,119 59 3 0,47 0-4 0,1-47 2 0,-60-58-2 0,-48-15-3 0,-59 38-78 0</inkml:trace>
  <inkml:trace contextRef="#ctx0" brushRef="#br0" timeOffset="2">2525 13561 34 0,'-24'-35'24'0,"84"35"-21"0,106-24 2 0,49-24-3 0,-25-23-1 0,-71 35 0 0,-59 36-20 0,-48 0-27 0</inkml:trace>
</inkml:ink>
</file>

<file path=ppt/ink/ink6.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5-09T04:20:48.552"/>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3263 7180 12 0,'0'0'2'0,"0"-24"3"0,0 0 10 0,-24 1 18 0,12 10-8 0,-11 13-13 0,10 0-7 0,2 0 2 0,11 0-4 0,59 24 1 0,61-12-1 0,11-24 0 0,47-12 5 0,-11 0-4 0,-24 11-3 0,-48 3 3 0,-47-14-2 0,-37 12-1 0,13 0 1 0,-12 12-3 0,-12 0-16 0,-36 0-23 0,-47 0-48 0</inkml:trace>
  <inkml:trace contextRef="#ctx0" brushRef="#br0" timeOffset="1">3251 7203 26 0,'0'0'0'0,"-83"0"32"0,47 0-17 0,36-12 6 0,0-11-4 0,36 23-8 0,35 0-6 0,13 12-1 0,-1 11 1 0,11-12 2 0,3-11 0 0,-2 0-2 0,-24-23 0 0,1 0-1 0,-26 23-2 0,-10-12-1 0,-11-1 3 0,-14 2-3 0,-11-12-24 0,0 34-50 0,0-11 43 0</inkml:trace>
  <inkml:trace contextRef="#ctx0" brushRef="#br0" timeOffset="2">3168 7203 2 0,'-13'11'14'0,"-10"-11"15"0,10 0-8 0,13 0-4 0,13 13-4 0,23-13-5 0,23-13 0 0,25 2-4 0,11-12-1 0,-1-1-2 0,-22 11 4 0,1 2-3 0,-26 11 2 0,-24-12-1 0,2 12 1 0,-25 0 0 0,0-11 2 0,0 11-4 0,11 0 1 0,-11-13-3 0,12 13 2 0,-24 0 0 0,12 13-2 0,0-13 1 0,-11 0-1 0,11 0-2 0,0-13-39 0,0 26-40 0</inkml:trace>
  <inkml:trace contextRef="#ctx0" brushRef="#br0" timeOffset="3">12921 15491 7 0,'-24'0'15'0,"-1"0"2"0,14 0-1 0,-1 11-2 0,12 1 1 0,12-1-6 0,24 2-3 0,11-1-3 0,37-24 1 0,11-1-1 0,24 2 0 0,-12 11-1 0,-11-12-1 0,11 12 0 0,-25 12 0 0,3-12 0 0,9 11-1 0,2 2 1 0,-13-13 1 0,-11 0-1 0,-24 0 1 0,-25-13 1 0,0 13 0 0,-23-11-2 0,13 11-22 0,-1 0-82 0</inkml:trace>
  <inkml:trace contextRef="#ctx0" brushRef="#br0" timeOffset="4">16315 11489 26 0,'-48'-23'16'0,"12"12"-7"0,24-2 0 0,0 13-1 0,48 0-2 0,47 0-1 0,47 13-1 0,49-13 0 0,59-13-1 0,13-11-1 0,35 0 0 0,-12 12 1 0,-1 1-1 0,-34 34-2 0,-61-12 1 0,-46 14-1 0,-85-25 2 0,-35 12 3 0,-24-12 7 0,-60-12-10 0,-58 12-1 0,-49 0 0 0,-72 0 0 0,-34 0 0 0,-12 12-1 0,10-12 1 0,14-12 0 0,35 0-1 0,46 12 0 0,62 0 0 0,47 0 0 0,47 12 0 0,11-12 1 0,38 0-1 0,35 0 0 0,59-12 0 0,72-1 1 0,83 13 0 0,47-11-1 0,25 11-2 0,-1 11 3 0,-11 2-1 0,-25-1 0 0,-35-12 1 0,-83-12-1 0,-60 12 0 0,-71-13 2 0,-24 2 0 0,-13 11 1 0,-35-12-1 0,-94 12-2 0,-133 23 0 0,-94-10 0 0,-61 11 0 0,-11-11 0 0,36-2 2 0,97-22-2 0,116-14 0 0,74 25-1 0,46 0 1 0,11 12-1 0,37 1 1 0,13 10-1 0,106-12 2 0,119-11-1 0,131-11 0 0,36 11-2 0,0 0 4 0,-24 0-3 0,-59-12 2 0,-120 1-1 0,-143-2 4 0,-59-11-1 0,-11-12-1 0,11 25-128 0</inkml:trace>
</inkml:ink>
</file>

<file path=ppt/ink/ink7.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5-09T04:20:48.855"/>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12861 9726 4 0,'0'-10'16'0,"0"10"-14"0,24 0 4 0,59-11 3 0,25-14-1 0,-1 13-3 0,-1 12-2 0,-22 12 0 0,-25 0-1 0,-11 12 2 0,0-1-3 0,-12 37 1 0,-23 11 3 0,21 24-1 0,-11 13-1 0,2 23-1 0,-14 11-1 0,26 0 2 0,-14-10 1 0,1-1-2 0,12 0-2 0,-24 0 2 0,-12 12 0 0,0-36 0 0,0-11-1 0,0-25 0 0,0-12 0 0,11 1 0 0,-11-12-1 0,-11-14 2 0,-25 3-1 0,-23-13 0 0,-25-1 1 0,-35-10-2 0,-12-13 1 0,24 0 0 0,12-13 1 0,23 13 2 0,49-11 2 0,11 11-4 0,12 0-2 0,0 0-31 0</inkml:trace>
  <inkml:trace contextRef="#ctx0" brushRef="#br0" timeOffset="1">14600 10251 4 0,'-12'-60'23'0,"-1"1"17"0,13 47-13 0,13 96-20 0,11 95 2 0,23-1-7 0,12-35-1 0,-34-24-1 0,-25-48-91 0</inkml:trace>
  <inkml:trace contextRef="#ctx0" brushRef="#br0" timeOffset="2">14373 10609 59 0,'0'-12'4'0,"0"0"-1"0,96-35 1 0,47 22 6 0,35 0-6 0,13 15-1 0,-60 10-1 0,-71 0 0 0,-49 0 2 0,-46 35 0 0,-1 13-4 0,36 0 1 0,47-1-1 0,36-23 1 0,-11-24 0 0,-36-48 2 0,-60-12-1 0,-47 13 0 0,-12 10-2 0,10 37 0 0,62 0-1 0,47 13-1 0,71-1-2 0,36 13 2 0,0-25 1 0,-1 0 0 0,-22-37 3 0,-49 3 0 0,-47-3 1 0,-36 13-1 0,-48 24-2 0,-23 36 0 0,0 10 0 0,59-9 0 0,48-1 0 0,35-25 0 0,12-34 1 0,-23-38 0 0,-12-21 0 0,-24-49-1 0,-24 24 1 0,-12 25 0 0,24 9-1 0,0 49 0 0,0 12 0 0,0 37-1 0,12 46 0 0,0 36 1 0,0 0-1 0,24-11 1 0,-2-37 0 0,27-34 1 0,-1-25 0 0,-25-25 0 0,1-34 0 0,-13-1 0 0,2 12-1 0,-14 35 0 0,-11 13-1 0,0 50 1 0,12-4 0 0,12-10 0 0,24-24 0 0,23-24 1 0,1-24-1 0,-36 1 1 0,-13-26 0 0,0 15 0 0,-10 21 0 0,-1 14-1 0,-12 47 0 0,11 23 0 0,2 60 0 0,-1 25 0 0,12 22 0 0,11-22 0 0,-23-14 0 0,-1-11 1 0,-22-60 0 0,-36-47 3 0,-13-48-1 0,-11-83-2 0,23-12 1 0,48 0-2 0,71 12 1 0,1 12-1 0,-1 24 2 0,-23 47-15 0,-37 36-87 0</inkml:trace>
  <inkml:trace contextRef="#ctx0" brushRef="#br0" timeOffset="3">16564 10323 7 0,'0'0'6'0,"-11"-48"22"0,11 1-6 0,-12 10-7 0,-1 3-12 0,13 21-3 0,-23 13-59 0</inkml:trace>
  <inkml:trace contextRef="#ctx0" brushRef="#br0" timeOffset="4">16136 10239 0 0,'0'0'0'0,"-12"-11"3"0,12-1-2 0,-13 12 0 0,2 0 0 0,-1 12 2 0,-1-1 3 0,-9 12 5 0,22-10-2 0,-12 24-4 0,0 9-2 0,12-10-2 0,0 0 2 0,0-24 1 0,24-12 0 0,11-48 1 0,-35 12-4 0,12 1 0 0,-1-13 0 0,-11 24 0 0,25 24 0 0,-25 0-1 0,0 36 4 0,0 0 2 0,24-13-2 0,11 14-1 0,13-37-1 0,-12 0-1 0,-25-13 1 0,2-34-1 0,-26 11 0 0,13-12-1 0,0 25 0 0,13-2 0 0,-13 2 0 0,12 12 0 0,-1 11 0 0,1 0 0 0,-12 11 0 0,0 25-1 0,0-1 1 0,24 1 1 0,0-24-1 0,0 0 1 0,-12-24-1 0,0-13 1 0,10-9-1 0,-9-3 1 0,-1 14-1 0,-12 12-1 0,11 22-2 0,-11 1-48 0</inkml:trace>
  <inkml:trace contextRef="#ctx0" brushRef="#br0" timeOffset="5">9694 11882 7 0,'0'0'3'0,"-12"0"7"0,12 0 3 0,-13 0-4 0,49-12-3 0,12 12 2 0,0 0 0 0,35 0-5 0,1 0 0 0,34-11-1 0,14 11 11 0,-1 0-5 0,11-12-6 0,-11 12-2 0,0-11 0 0,-1 11 4 0,2 0 1 0,-13 0-3 0,24 0-1 0,-47 11-2 0,-49-11 10 0,-11 0 1 0,-13 0-5 0,-10-24-2 0,10 0 0 0,-23 11-2 0,0 13-50 0,0 13 3 0</inkml:trace>
  <inkml:trace contextRef="#ctx0" brushRef="#br0" timeOffset="6">10896 11882 6 0,'0'0'0'0,"-13"0"6"0,13 0 0 0,-22 36 8 0,-26 12 1 0,0-2-3 0,0 4-4 0,14-27-3 0,9 1 2 0,1 0-2 0,24-13 1 0,-12-11-3 0,12-11-1 0,0-13-80 0</inkml:trace>
  <inkml:trace contextRef="#ctx0" brushRef="#br0" timeOffset="7">10622 11954 14 0,'0'0'6'0,"0"-13"1"0,36 13 11 0,0 50 7 0,0-4-13 0,10-10-7 0,-9-13 0 0,-13 2-2 0,-24-13 0 0,12-12 1 0,0-12-20 0,-12 12-28 0</inkml:trace>
  <inkml:trace contextRef="#ctx0" brushRef="#br0" timeOffset="8">21554 16538 40 0,'-13'-12'9'0,"26"12"-10"0,59-13 3 0,35-10 0 0,0-1 0 0,-12 0 1 0,-1-10 0 0,3-39 0 0,-2 2 3 0,-24-24 0 0,1-13-1 0,-13-47-2 0,-11 0-1 0,-12 0 1 0,-12 0 0 0,-24-10-1 0,-36-26 2 0,-24 1-1 0,-23-13 0 0,-25 1 1 0,-35 0 1 0,-23 11-2 0,-49-10-1 0,0-4-2 0,-34-8 3 0,-24-1-2 0,-49 23 1 0,-23 13-1 0,-48 36-1 0,-1-2 0 0,-10 25-1 0,-25 22 3 0,-23 26-3 0,-1 12 3 0,-11 24-2 0,23 24 2 0,1 34-3 0,11 36 2 0,24 14-1 0,48-2 1 0,83-12-1 0,95-24 2 0,84-24-1 0,59-11 2 0,24-11-3 0,35-36 0 0,38-13-3 0,-2 2 3 0,13-15-2 0,-13 14 2 0,-11 11 0 0,-24 0 0 0,-24 13 1 0,0 11 2 0,-24 35-3 0,-12 37 0 0,-23 25 0 0,-25 9 1 0,-23 12-1 0,24-10 1 0,35-24 0 0,36-24 0 0,12-11 0 0,36-14 1 0,47 1-1 0,0 36-1 0,24-1 1 0,-23 11 0 0,-12-45 0 0,-49 11 1 0,-23 0 3 0,0-12 0 0,0-1-4 0,0-11-19 0</inkml:trace>
  <inkml:trace contextRef="#ctx0" brushRef="#br0" timeOffset="9">6788 13454 25 0,'0'0'0'0,"-13"-48"7"0,2 25-2 0,-1 11 9 0,12 95 1 0,12 72-4 0,-1 11-5 0,-22-24 0 0,-14-10-5 0,3-59 0 0,10-50 2 0,-12-59 0 0,0-35-1 0,24 0-3 0,48 21 2 0,22 16-2 0,2 47 0 0,-1 45 0 0,-58 2 0 0,-73-2 1 0,-23-8 0 0,24-39 1 0,35-11-81 0</inkml:trace>
  <inkml:trace contextRef="#ctx0" brushRef="#br0" timeOffset="10">7038 14072 71 0,'0'0'2'0,"12"13"-2"0,48-49 2 0,11-12-1 0,11 1 2 0,-21 0-4 0,-50 23 1 0,-11 0 2 0,-36 11 0 0,0 13-2 0,2 25 1 0,10 21-1 0,11 15-1 0,26-13 1 0,23 11-1 0,11-22 1 0,0-26 0 0,13-22 0 0,-11-14-25 0,-26 13-23 0</inkml:trace>
  <inkml:trace contextRef="#ctx0" brushRef="#br0" timeOffset="11">7705 13859 0 0,'0'0'0'0,"47"-24"10"0,-47 1 1 0,0 23 4 0,-47 23-6 0,11 25-5 0,11-1-2 0,61 1 0 0,49 0-1 0,-38-2-2 0,-36 4 2 0,-45-16 3 0,-39-22-1 0,26-12-3 0,35-23-28 0,24 11-4 0</inkml:trace>
  <inkml:trace contextRef="#ctx0" brushRef="#br0" timeOffset="12">8110 13597 25 0,'-36'-24'21'0,"0"37"-3"0,13 58-2 0,23 47-10 0,35-22-4 0,12-13 0 0,-10-23-10 0,-37-48-73 0</inkml:trace>
  <inkml:trace contextRef="#ctx0" brushRef="#br0" timeOffset="13">7967 13883 39 0,'0'0'14'0,"0"-37"-2"0,94-10 4 0,38 12-12 0,-25 12-3 0,-35 23 0 0,-61 0-23 0,-11 11-39 0</inkml:trace>
  <inkml:trace contextRef="#ctx0" brushRef="#br0" timeOffset="14">9444 13787 54 0,'0'-23'2'0,"-12"0"0"0,24 57 8 0,11 98 4 0,13 58-11 0,-13-35 1 0,-23-36-2 0,0-12-1 0,-11-95-35 0,-1-36-19 0</inkml:trace>
  <inkml:trace contextRef="#ctx0" brushRef="#br0" timeOffset="15">9454 13871 22 0,'13'-48'6'0,"59"-59"0"0,22 71 10 0,-22 97-8 0,-60 33 1 0,-60-12 1 0,-35-32-5 0,36-50-5 0,34-37-70 0</inkml:trace>
  <inkml:trace contextRef="#ctx0" brushRef="#br0" timeOffset="16">10218 13764 1 0,'0'-12'2'0,"0"-36"12"0,-36 24 0 0,11 12-9 0,-22 12-3 0,12 0-1 0,-1 48 2 0,-25 0 2 0,27 23-2 0,10-10-3 0,12-3 1 0,12-22-1 0,24-25 2 0,22-34-2 0,15-25 0 0,-14 1 1 0,1-13-1 0,-25 12 0 0,2 25 1 0,-25-1-1 0,0 24 1 0,0 24-1 0,0 23 0 0,11 0-1 0,14-22 2 0,10 0-1 0,13-14 0 0,-11-11 0 0,9-11 1 0,1-39 0 0,-10-21-1 0,22 24 0 0,-23 35 1 0,-25 24 2 0,2 59 2 0,-1-11-3 0,11-12-1 0,-11-48 2 0,0-48 0 0,12-36 1 0,12 25-1 0,11 23-3 0,25 1-7 0,-24 23-65 0</inkml:trace>
  <inkml:trace contextRef="#ctx0" brushRef="#br0" timeOffset="17">11004 13859 22 0,'0'0'3'0,"11"24"-2"0,61-36 2 0,-13 0-2 0,-23-24 1 0,-24 0-1 0,-24 1-1 0,-12-13 1 0,0 1 1 0,1 23 3 0,-13 11 0 0,-11 26 1 0,10 34-1 0,1 25-4 0,25-1 0 0,-1 2-1 0,24-27 1 0,12-21 0 0,23-25 0 0,0-37 1 0,2-10-2 0,-14-1 0 0,-11 0 1 0,0 13-1 0,-24 35 0 0,0-11 0 0,-12 34 0 0,12 12 0 0,12 1 0 0,12 0 0 0,12-11 0 0,-1-25-1 0,12-25 2 0,2-11-1 0,-27-12 1 0,3 13-1 0,-1 11 0 0,-12 37-1 0,-1 33 3 0,-11 2 1 0,0 0-2 0,-11-35 0 0,11-13 3 0,-12-25-4 0,35-23 0 0,13 12 0 0,24 13 1 0,-13 11-1 0,-11 35 0 0,-24 14-1 0,-12-14 2 0,0-23-1 0,24-48 2 0,36 2-1 0,10 33-2 0,-21 60 1 0,-62 49-1 0,13-84-20 0</inkml:trace>
  <inkml:trace contextRef="#ctx0" brushRef="#br0" timeOffset="18">12242 13967 20 0,'0'-13'8'0,"24"-11"3"0,22-10-6 0,26-3-3 0,1-23 0 0,-50 13 1 0,-23 11-2 0,-48 24 0 0,0 12 1 0,-11 37-1 0,36 9-1 0,23 13 1 0,59-22 0 0,12-13 0 0,37-24 1 0,-13-48-1 0,-1-47-3 0,-33-36-11 0,-37-24 9 0,-24 48 6 0,0 35 3 0,0 49-1 0,-12 57-2 0,0 62 2 0,0 34-1 0,12-9 0 0,24-26-2 0,23-35 0 0,-11-49-20 0,-24-11-26 0</inkml:trace>
  <inkml:trace contextRef="#ctx0" brushRef="#br0" timeOffset="19">12623 13620 22 0,'0'0'0'0,"-24"-34"16"0,108-16-14 0,11 29 0 0,-12 21-4 0,-47 11-28 0</inkml:trace>
  <inkml:trace contextRef="#ctx0" brushRef="#br0" timeOffset="20">13028 13728 48 0,'-11'0'5'0,"11"0"-4"0,59-12 0 0,-12-13-1 0,1-21 1 0,-24 21-1 0,-36 2 0 0,-12-1 1 0,0 12-2 0,12 48 1 0,-12 24 1 0,1-1 0 0,11 0 0 0,35-22-1 0,25-26 0 0,24-22 1 0,10-37-4 0,-22 0-10 0,-36-11 12 0,-12 22 3 0,-1 14 2 0,14 35-1 0,22 47-3 0,-11 1 1 0,-24-1 0 0,-24-23 0 0,-12-24 2 0,12-48-1 0,60-22-2 0,24-3 0 0,-1 14 0 0,0-13 0 0,-24 13 0 0,-22 23 1 0,-37 12 1 0,-24 48 5 0,12 35-4 0,71-11-2 0,49-13-1 0,-36-23 0 0,-96 0 1 0,-84-24-3 0,38-36-7 0,128-12-19 0,51 25 19 0,-26 11 8 0,-47 12-20 0</inkml:trace>
  <inkml:trace contextRef="#ctx0" brushRef="#br0" timeOffset="21">14957 13741 34 0,'-48'-25'14'0,"0"13"-8"0,37-1 6 0,70 2-4 0,59-1-4 0,61 12-1 0,25 0-2 0,-14 0 0 0,-47-11 1 0,-48-1-1 0,-71 0 3 0,-60-35-2 0,-35 22-1 0,23 13 0 0,48 12-1 0,59 48-1 0,1 0 1 0,-48-25 1 0,-24-23-1 0,0 0-26 0,36 12-34 0</inkml:trace>
  <inkml:trace contextRef="#ctx0" brushRef="#br0" timeOffset="22">16410 13228 16 0,'12'-36'0'0,"35"-47"1"0,1 47 22 0,-37 36 0 0,-11 72-5 0,-23 70-12 0,23 13-4 0,0-24 0 0,0-36-1 0,12-35 1 0,-1-24 0 0,14-25 2 0,23-22-2 0,47-25-3 0,0-1-32 0,-59 26-20 0</inkml:trace>
  <inkml:trace contextRef="#ctx0" brushRef="#br0" timeOffset="23">16898 13620 59 0,'0'0'0'0,"-25"0"6"0,86-11-4 0,10-1-1 0,12-36 0 0,-10 14 0 0,-73-3 0 0,-13 1 0 0,-47 25 2 0,13 11 1 0,-1 34 2 0,13 37 2 0,11 13-4 0,48-24-3 0,34-24 1 0,50-24-20 0,-1-24-60 0</inkml:trace>
  <inkml:trace contextRef="#ctx0" brushRef="#br0" timeOffset="24">17612 13526 21 0,'-11'-36'4'0,"11"0"1"0,0 13 11 0,-25-2 0 0,-22 25-8 0,11 12-5 0,-11 35-2 0,23 14 0 0,-1 10 1 0,38-23-2 0,10-13 2 0,26-35-2 0,-14-12-1 0,-12-23 2 0,-10-1-1 0,-1 12 0 0,12 0 1 0,-12 11-1 0,-12 13 0 0,0 25 0 0,0 23 0 0,23-12 0 0,25-1 1 0,1-35 0 0,8-12 0 0,-21-11 0 0,-11-13 0 0,-1-12 2 0,11 13-1 0,1 11-1 0,0 24-2 0,-13 13-1 0,-11 8-51 0,-12-21 29 0</inkml:trace>
  <inkml:trace contextRef="#ctx0" brushRef="#br0" timeOffset="25">18089 13442 30 0,'0'0'38'0,"0"0"-10"0,11 12-11 0,14 36-9 0,-14 23-6 0,1 1 0 0,-12-13-2 0,12-22 2 0,-12-26 2 0,0-47 2 0,-12-35-3 0,-11-38 0 0,34 63-2 0,49-2 0 0,23 24-21 0,-24 12-83 0</inkml:trace>
  <inkml:trace contextRef="#ctx0" brushRef="#br0" timeOffset="26">18637 13454 93 0,'-11'-23'12'0,"22"23"-3"0,-11 59 3 0,0 0-8 0,0-11 0 0,0-25-2 0,0-10 3 0,12-49 0 0,11-25-4 0,25 3 0 0,0 22 0 0,-13 0-1 0,1 24-1 0,-24 24 0 0,-1 24 0 0,-11 12 1 0,25-12 0 0,23-1 0 0,-1-23 0 0,12-36 1 0,1-10 0 0,-12-16-1 0,-13 16 1 0,-23 9-1 0,-1 13 0 0,-11 12-1 0,-11 37 0 0,22 10 1 0,25-10 0 0,13-3 0 0,9-22 0 0,14-24-2 0,12-11 0 0,-48 12 2 0,-24 11-1 0,-12 21 3 0,0 4-1 0,-12-25 2 0,24-25-1 0,22-33-1 0,15-2 0 0,9 48-2 0,-9 24-2 0,-26 24 3 0,2 0-1 0,-25-11 1 0,0-25-25 0,-12-25-85 0</inkml:trace>
  <inkml:trace contextRef="#ctx0" brushRef="#br0" timeOffset="27">19625 13155 120 0,'0'0'0'0,"-48"-46"8"0,84 46-38 0,-12 12-57 0</inkml:trace>
  <inkml:trace contextRef="#ctx0" brushRef="#br0" timeOffset="28">20006 13465 42 0,'0'0'18'0,"36"-11"-19"0,-23 11 1 0,57-23 0 0,-34-14 10 0,-36 3 10 0,0 9-11 0,0-11-6 0,-13 24-2 0,2-11 0 0,11 11 4 0,-25 12-1 0,2 0-3 0,0 12 1 0,-13 0 2 0,0 35 2 0,12 1-5 0,24-13 1 0,24-23 1 0,24 12-3 0,-1 60-2 0,-35 47 2 0,-35-13 2 0,-25-47 2 0,0-46-115 0</inkml:trace>
  <inkml:trace contextRef="#ctx0" brushRef="#br0" timeOffset="29">20470 13620 176 0,'-47'-59'3'0,"24"59"-93"0,34 0 28 0</inkml:trace>
  <inkml:trace contextRef="#ctx0" brushRef="#br0" timeOffset="30">17065 14122 28 0,'-24'-13'3'0,"-37"13"-2"0,39 0 21 0,10 0-4 0,12 0-10 0,59 0 1 0,97 0-3 0,116 0 1 0,86-12-2 0,59-13-2 0,24 14-1 0,-25 22-1 0,-82 2 1 0,-96-1 0 0,-108-12 0 0,-81 0-2 0,-62 0-89 0</inkml:trace>
  <inkml:trace contextRef="#ctx0" brushRef="#br0" timeOffset="31">17458 14109 72 0,'-238'0'8'0,"106"24"-6"0,109-12 7 0,106-12-1 0,179-23-1 0,155-27 2 0,107 27-3 0,-13 0-2 0,-70 11 0 0,-156-1-2 0,-142 2 0 0,-118-1-99 0</inkml:trace>
  <inkml:trace contextRef="#ctx0" brushRef="#br0" timeOffset="32">17482 12716 36 0,'0'-13'5'0,"-13"-10"4"0,50 46 11 0,10 61 0 0,1-13-5 0,-13-11-8 0,-23-24 1 0,-12-36-2 0,-24-25-1 0,12-21-4 0,1 10 0 0,22-12-1 0,13 13 2 0,72-13 0 0,-50 72-3 0,-10 47 1 0,-36-24 0 0,0-10 2 0,-11-37 2 0,11-48-1 0,0-25-3 0,36 27 0 0,0 21 0 0,23 14 0 0,12 35 1 0,-10 0-1 0,-38 10-1 0,-23-9 1 0,-12 11 1 0,1-13-1 0,11-10 0 0,34-26-13 0,26-46-24 0,-12 0 21 0,-24 11 14 0,-12 12 9 0,10 24 4 0,-9 48-2 0,10 37-7 0,2-27 0 0,22-10-1 0,1-24 2 0,-25-35-1 0,-23-48 0 0,-23 10-1 0,-25 25 0 0,12 36-1 0,0 13 0 0,13 10 0 0,46 1-1 0,62 0 1 0,34-11-3 0,24-2 1 0,11-35 2 0,-22-13-1 0,-49 3 1 0,-107 9 1 0,-72 37 0 0,-46 35 1 0,46 14-2 0,73-26 0 0,69-23 1 0,39-36 1 0,-2-35-1 0,-36-48 0 0,-23-12-2 0,-24 35 2 0,0 38 0 0,-11 9-1 0,11 49 0 0,-13 47 0 0,13 37 0 0,24 11-2 0,36-13 2 0,11-23 0 0,1-46 1 0,10-25 0 0,14-59 1 0,12-1-1 0,-61 12 0 0,-47 37-1 0,-47-12 0 0,-25 23 0 0,13 34 0 0,35 37-1 0,36 0 1 0,59-21 0 0,24-39 1 0,0-35 0 0,-11-47 0 0,-2-60 0 0,3-35 0 0,-49 34 0 0,-36 61 1 0,-24 35-2 0,-12 36-2 0,0 95 0 0,11 72 1 0,38 11 0 0,71-35 2 0,23-95-1 0,-12-48 2 0,-11-48-2 0,-25 1 1 0,-48 35 0 0,-22 12-7 0,-1 0-67 0</inkml:trace>
  <inkml:trace contextRef="#ctx0" brushRef="#br0" timeOffset="33">9705 15299 55 0,'-11'0'4'0,"-25"0"6"0,24 0 13 0,24-11-11 0,35-1-1 0,37 1-5 0,47-14-3 0,35 13 0 0,13 12-1 0,-13 0 1 0,-23 24-2 0,-34-11-3 0,-50-2 4 0,-12-11 1 0,13-24-2 0,-26 12-48 0,-34 24-34 0</inkml:trace>
  <inkml:trace contextRef="#ctx0" brushRef="#br0" timeOffset="34">10551 15050 52 0,'-13'0'4'0,"-34"-36"19"0,36 24 1 0,22 12-15 0,36 12-2 0,2 12-3 0,34-2-5 0,-11 15 2 0,-1-1 0 0,-23-12 0 0,-26 0 0 0,-9-24 2 0,-13 34 5 0,-47 16-2 0,-26-4-3 0,27 2 3 0,10-12-1 0,25-24 0 0,11 0-3 0,0-24-34 0,0 12-87 0</inkml:trace>
  <inkml:trace contextRef="#ctx0" brushRef="#br0" timeOffset="35">11575 14918 1 0,'-12'-34'17'0,"12"21"11"0,0 26-13 0,25 81-6 0,-2 49-3 0,-12-24-1 0,-11-36-1 0,0-59 1 0,-11-60 0 0,22-35-4 0,37 35-2 0,12 60 0 0,-12 36 0 0,-13-1 0 0,-47-36 1 0,-47-10 1 0,-1-13 0 0,25 0-1 0,23 12-22 0,12 0-39 0</inkml:trace>
  <inkml:trace contextRef="#ctx0" brushRef="#br0" timeOffset="36">12123 15347 0 0,'0'0'0'0,"0"-11"9"0,0-2 11 0,25-11-7 0,-14 1-2 0,1-1-4 0,-12-13-4 0,0 14-2 0,0 0 0 0,-12-2 0 0,-24 25 0 0,12-11-1 0,-12 11 1 0,12 11 1 0,1 37 2 0,-1 0-1 0,-1 0 0 0,14 0-2 0,11-14 0 0,24-9 2 0,12-50-1 0,-1-9-1 0,13-3-1 0,-24 14 1 0,-12 12-1 0,-12 22-1 0,0 24 1 0,24 1 0 0,11-13 0 0,25-23 0 0,-2-11-1 0,3-49 0 0,-14-24-1 0,-10-21 1 0,-14-27 1 0,1 25 2 0,-24 70 1 0,0 26 4 0,-13 47-6 0,-10 60-1 0,12 46 1 0,22-11-1 0,37-36 0 0,-12-48-12 0,-1-47-70 0</inkml:trace>
  <inkml:trace contextRef="#ctx0" brushRef="#br0" timeOffset="37">12348 15073 21 0,'0'0'14'0,"25"-23"3"0,46-1 2 0,25 0-14 0,-13 11-40 0,-71 13 1 0</inkml:trace>
  <inkml:trace contextRef="#ctx0" brushRef="#br0" timeOffset="38">13017 15110 5 0,'-13'-25'17'0,"13"25"19"0,-24 0-18 0,-12 36-6 0,-11 12-7 0,35-2-4 0,12-9 0 0,59-13-1 0,-11-12 1 0,24-12 0 0,11-36-14 0,23-47-47 0,-81 71 41 0</inkml:trace>
  <inkml:trace contextRef="#ctx0" brushRef="#br0" timeOffset="39">13338 14859 0 0,'-13'-36'4'0,"13"1"12"0,0 23-1 0,0 36 0 0,0 23-5 0,0 24 0 0,0 25 1 0,0-13-7 0,0-11-2 0,-11-26 0 0,11-21-1 0,0-50 5 0,48-57-5 0,-14 59-1 0,15 23-1 0,-2 59 0 0,-23 12 1 0,0-35 0 0,0-24 1 0,0-48-18 0,-1-1-60 0</inkml:trace>
  <inkml:trace contextRef="#ctx0" brushRef="#br0" timeOffset="40">14230 15169 1 0,'-11'0'7'0,"-1"-12"13"0,12 12-6 0,12-13 23 0,23 13-28 0,25 0-6 0,47 0-1 0,-35-11-1 0,-1-1 0 0,-47 1-10 0,-24 11-43 0,0 11 18 0</inkml:trace>
  <inkml:trace contextRef="#ctx0" brushRef="#br0" timeOffset="41">14314 15240 31 0,'-13'0'7'0,"2"12"18"0,47-12-13 0,71 13-10 0,12-13-1 0,-47 0 2 0,-61-13 1 0,-11 1-21 0</inkml:trace>
  <inkml:trace contextRef="#ctx0" brushRef="#br0" timeOffset="42">15242 14907 6 0,'-11'0'4'0,"-1"-12"15"0,24-12 2 0,12 12-5 0,-1 0-3 0,-11 12-7 0,24 0-2 0,36 24-2 0,-1 12-1 0,-35 12 0 0,-36-14 1 0,-61 15 1 0,4-14-3 0,44-11 0 0,72 23 0 0,13 13-1 0,-26-12 0 0,-46-24 3 0,-82-1 3 0,0 1-3 0,33 12-4 0,37-25-75 0</inkml:trace>
  <inkml:trace contextRef="#ctx0" brushRef="#br0" timeOffset="43">15791 14942 30 0,'0'-24'13'0,"-12"1"27"0,47 12-28 0,13 11-9 0,12 23-2 0,-25 25 1 0,-60 11 2 0,-45 12-1 0,-1-12 0 0,35-11 0 0,24-25-1 0,24-23 1 0,47 0-2 0,13-23-8 0,10 12-91 0</inkml:trace>
  <inkml:trace contextRef="#ctx0" brushRef="#br0" timeOffset="44">16446 15299 79 0,'-24'37'17'0,"-36"34"16"0,-12-24-22 0,25 1-11 0,-1 12-55 0,36-49-24 0</inkml:trace>
  <inkml:trace contextRef="#ctx0" brushRef="#br0" timeOffset="45">17005 14776 62 0,'0'-13'5'0,"-25"-21"27"0,-9 68-16 0,-14 98-11 0,23 11-5 0,74-37 0 0,34-58 2 0,0-71 2 0,-35-49-1 0,-60 13 0 0,-71 35-2 0,-24 60-1 0,59 11-12 0,71 0-93 0</inkml:trace>
  <inkml:trace contextRef="#ctx0" brushRef="#br0" timeOffset="46">17339 14740 11 0,'0'-24'19'0,"12"0"14"0,-2 24-16 0,-10 0-4 0,0 0-4 0,0 37-2 0,0 10-4 0,-10 11-2 0,10 3 0 0,10-14-1 0,26-23 2 0,13-24-1 0,-13-11 0 0,-25 22-1 0,2 49 2 0,-13-1-1 0,0-34-5 0,11-2-68 0,1-23 36 0</inkml:trace>
  <inkml:trace contextRef="#ctx0" brushRef="#br0" timeOffset="47">17803 15157 31 0,'11'35'27'0,"-11"49"15"0,-59-24-30 0,-12-13-16 0,23-11-92 0</inkml:trace>
  <inkml:trace contextRef="#ctx0" brushRef="#br0" timeOffset="48">18266 14776 62 0,'-10'-13'17'0,"10"38"9"0,-12 71-15 0,12 9-7 0,12-34-4 0,-2-21-11 0,3-39-94 0</inkml:trace>
  <inkml:trace contextRef="#ctx0" brushRef="#br0" timeOffset="49">18565 14847 40 0,'0'0'0'0,"0"-13"43"0,12 26-17 0,-12 35-16 0,-12 35-7 0,12-11-1 0,36-25-2 0,0-23 1 0,10-35-1 0,-21-49 1 0,-37-12-1 0,-35-11 0 0,-1 11 2 0,0 37-2 0,36 23 0 0,0 36 1 0,12 23-2 0,48-10 1 0,35-14 0 0,25-23 1 0,-1-36 0 0,-47 12-1 0,-26 11 2 0,-34 26 0 0,0 35 0 0,25-1 0 0,22-11-2 0,25-12 1 0,-24-48 1 0,-25-36 0 0,-46-24 0 0,-49 38 0 0,-12 34-1 0,14 59-27 0,22 14-85 0</inkml:trace>
  <inkml:trace contextRef="#ctx0" brushRef="#br0" timeOffset="50">15326 15872 49 0,'-24'0'3'0,"60"0"0"0,95-37 0 0,83-22-58 0</inkml:trace>
  <inkml:trace contextRef="#ctx0" brushRef="#br0" timeOffset="51">17100 15822 46 0,'-12'-10'3'0,"36"-14"8"0,84-13-7 0,82-34-64 0</inkml:trace>
  <inkml:trace contextRef="#ctx0" brushRef="#br0" timeOffset="52">18565 15883 70 0,'-12'-24'2'0,"108"-35"-3"0,23 10-55 0</inkml:trace>
  <inkml:trace contextRef="#ctx0" brushRef="#br0" timeOffset="53">8050 13155 4 0,'-46'0'26'0,"21"-10"6"0,13-1-14 0,60 11-13 0,83 0 0 0,23 0-4 0,13-25 3 0,-60 25-1 0,-83 12-3 0,-24 12-22 0,0-1-48 0</inkml:trace>
  <inkml:trace contextRef="#ctx0" brushRef="#br0" timeOffset="54">10014 13205 21 0,'-46'-13'2'0,"34"-11"3"0,12 11 11 0,0 13-6 0,0 0-3 0,22 25-4 0,3-25-3 0,178-12 3 0,-1-11-2 0,12 12-2 0,-11-2 2 0,-37 1 0 0,-46 12 0 0,-85 0 12 0,-23 0-2 0,0 0-6 0,12 0-16 0,0 0-63 0</inkml:trace>
  <inkml:trace contextRef="#ctx0" brushRef="#br0" timeOffset="55">20851 16193 5 0,'0'-12'12'0,"0"0"3"0,0 12-3 0,0 0-2 0,-11 47 3 0,-25 1-2 0,0 23-2 0,-24 2-4 0,-12-2-2 0,14 12-1 0,22-24 1 0,12-12 1 0,12-22-3 0,-1-13 1 0,26-24 4 0,23-13-5 0,0 14-2 0,35-1 1 0,1 12 1 0,-14 23-2 0,-9-10 2 0,-26-13-1 0,13 0 1 0,0-13-1 0,-24 2-6 0,-12 11-66 0</inkml:trace>
  <inkml:trace contextRef="#ctx0" brushRef="#br0" timeOffset="56">20875 16335 24 0,'0'-11'10'0,"12"-1"13"0,-12 71-2 0,0 49-7 0,-24 47-5 0,12-13-4 0,1-24-2 0,11-57 0 0,-12-38-1 0,12-36 2 0,12-81-2 0,11-13-1 0,-23-36-3 0,12-12 0 0,0 36 3 0,-12 36-1 0,12 47 0 0,-12 11 0 0,0 50-1 0,-12 71 1 0,-24 82 1 0,13 25 4 0,10-48-4 0,-10-50 0 0,23-55 2 0,0-50 2 0,0-25-2 0,12-34-2 0,-1-1-6 0,14-47-48 0,-14 24-18 0</inkml:trace>
  <inkml:trace contextRef="#ctx0" brushRef="#br0" timeOffset="57">20875 16253 23 0,'-24'0'11'0,"1"23"10"0,-26 48-7 0,2 13-4 0,-24-2-5 0,0-21 1 0,23-26-3 0,24-10 1 0,12-25-3 0,12 11 0 0,36-22-1 0,22-2-3 0,27 13 2 0,-2 13 4 0,-23 10-2 0,-13-12-1 0,-11-11 1 0,0-11 0 0,-12-25-2 0,-24-1-11 0,-24-34-5 0,12 12 7 0,-12 0 10 0,0-12 1 0,12 34 3 0,12 26 12 0,0 70-3 0,0 72 1 0,-12 71-3 0,0-47-6 0,-11-35-4 0,10-48 0 0,13-49-4 0,0-46-42 0,25-27-26 0</inkml:trace>
  <inkml:trace contextRef="#ctx0" brushRef="#br0" timeOffset="58">20911 16253 14 0,'0'0'5'0,"-12"-37"10"0,-12 37 7 0,-23 71-5 0,-13 37-7 0,0-1-5 0,13-47 0 0,-1-25-2 0,-11-11 1 0,23-11-3 0,36-2 0 0,24-22-2 0,47-39-1 0,24 40 2 0,-11 20 0 0,-13 27 1 0,-23 10-1 0,1-22 0 0,-3-37 1 0,-22-24 0 0,-12-12-13 0,-12 25-50 0,-12 23 38 0</inkml:trace>
  <inkml:trace contextRef="#ctx0" brushRef="#br0" timeOffset="59">20911 16264 28 0,'0'0'6'0,"0"0"18"0,0 83 0 0,-12 83-14 0,-12 26-2 0,0-37-6 0,1-37-2 0,10-58 1 0,13-36 2 0,0-71-4 0,25-97-12 0,10-22 8 0,-35 82 3 0,0 47 2 0,0 50 7 0,0 95 1 0,0-1-4 0,-12-12-3 0,-11-47-1 0,23-25-91 0</inkml:trace>
  <inkml:trace contextRef="#ctx0" brushRef="#br0" timeOffset="60">2203 12073 42 0,'-23'-11'19'0,"-14"22"-5"0,-10-11 2 0,0 12-6 0,-37 12-5 0,-47-12-2 0,12 11-1 0,23 0 2 0,49-10 0 0,22-1-3 0,15-12 2 0,-1 25-2 0,-2 21 0 0,1 38 0 0,12-1-4 0,0 12 4 0,12 36-2 0,1 12 1 0,-13 0-1 0,11-12 0 0,12-12 0 0,0-12 2 0,2 25-2 0,-25-14 2 0,11-10 0 0,-11-1 0 0,0 0 0 0,-11-11-2 0,-14-2 2 0,14-22 1 0,-1 35-1 0,12-36-1 0,-13 0 0 0,13-34 1 0,13-3 0 0,10-21-1 0,2 24 1 0,-14-14-1 0,2-12 0 0,-1 1 1 0,12-12 0 0,-2 12-1 0,14-12 1 0,13-12-1 0,34-11 0 0,24-13 0 0,-11 12 0 0,-25 0 2 0,-23 1 1 0,-25-1 0 0,-23 24 0 0,-11-13-12 0,11-10-95 0</inkml:trace>
</inkml:ink>
</file>

<file path=ppt/ink/ink8.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5-09T04:20:48.916"/>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17732 5024 13 0,'-24'-12'5'0,"-36"12"0"0,60 0 3 0,60-11-2 0,71-1 3 0,59 1 0 0,25 11-4 0,-37 0 4 0,-59-13 1 0,-71 13-5 0,-48-12 0 0,-36 0-3 0,-59 24-15 0,-12 24-57 0</inkml:trace>
  <inkml:trace contextRef="#ctx0" brushRef="#br0" timeOffset="1">14945 4928 19 0,'0'0'0'0,"-71"-11"24"0,-1 35-20 0,48-24 6 0,12 0-1 0,36 0-2 0,95 12 0 0,71-12-3 0,73 0-3 0,-38 0 0 0,-57 0 1 0,-85-12-1 0,-71 24-4 0,-60 13-60 0</inkml:trace>
  <inkml:trace contextRef="#ctx0" brushRef="#br0" timeOffset="2">1977 7811 1 0,'0'0'1'0,"0"-24"12"0,0 0-8 0,0 11-1 0,24 13 7 0,0 13 0 0,22 11-1 0,26-24-4 0,35 13 1 0,49 8-5 0,11-8 0 0,0-13 0 0,23 0 1 0,-1 0-1 0,15 0-2 0,-2 12 3 0,13 13 0 0,-2-2-1 0,14-23 0 0,23 0-2 0,12-23 0 0,0 10 2 0,-24 1 1 0,12 0-2 0,1-1-1 0,-25-8 0 0,-36 8 0 0,-12 13 0 0,-35 0 3 0,-23 0-2 0,-25 0 3 0,-11 0-3 0,-25-12 1 0,-23 0 3 0,-24-1 3 0,-12 2-6 0,0 11-18 0,0 0-81 0</inkml:trace>
  <inkml:trace contextRef="#ctx0" brushRef="#br0" timeOffset="3">7120 10358 0 0,'-10'0'2'0,"10"0"1"0,-11 0 3 0,11 0 5 0,-13 0 5 0,13 0-5 0,13 0-3 0,-2 0-3 0,-1 12-2 0,15-12-1 0,22 0 1 0,2-12 2 0,9 12-1 0,-9 0-3 0,22 0 1 0,-12 0-1 0,13 12-1 0,-12-12 1 0,10 0 0 0,2 0 0 0,-1 13 0 0,1-13-1 0,-12 11-1 0,0-11 2 0,-1 0-1 0,1 0 1 0,-13 0-3 0,1 12 2 0,-12-1 0 0,11-11 1 0,49-11 0 0,-13 11 0 0,24-12 0 0,0 1 0 0,12-2-1 0,-11 13-1 0,-1-12 1 0,-1 12 0 0,-10-12 1 0,-1 12-1 0,1 0 0 0,-25 0 1 0,12 0-1 0,0 0 1 0,1 0-1 0,0-11-1 0,-13 11 1 0,-1 0 1 0,2-12-1 0,1 12 0 0,-14 0 1 0,12 0-1 0,1 0 0 0,-2 0 0 0,-9 0 0 0,-15-11 0 0,3 11 1 0,-13 11-1 0,11 1-2 0,2-12 1 0,-2 0 3 0,-1 0 1 0,-21 0-1 0,23 11-1 0,-14-11-1 0,-9 0 1 0,-1 0 0 0,-12 0 1 0,-1 0-4 0,2 0-57 0</inkml:trace>
  <inkml:trace contextRef="#ctx0" brushRef="#br0" timeOffset="4">11766 10335 28 0,'-36'-12'21'0,"24"12"-13"0,48 12 11 0,47-12-8 0,83 0-5 0,49-12-3 0,166 1 0 0,-251 22-2 0,-69 1 0 0,-49-12 0 0,-12 0-9 0,-60 0-23 0,-11 0-23 0</inkml:trace>
  <inkml:trace contextRef="#ctx0" brushRef="#br0" timeOffset="5">11813 10358 34 0,'-25'0'9'0,"-45"0"1"0,82 0 3 0,71 0 2 0,107-12-7 0,85-11-4 0,10 23 0 0,-58 12-3 0,-84-1 1 0,-72 1-2 0,-58-12 2 0,-13-12 1 0,-13 12-3 0,-11 0-28 0,24 0-35 0</inkml:trace>
  <inkml:trace contextRef="#ctx0" brushRef="#br0" timeOffset="6">9086 11250 0 0,'-13'-10'6'0,"13"-1"21"0,0-2-5 0,13 1-7 0,-13 12-3 0,23 25-5 0,-10 9-4 0,23 3 0 0,-1-26-2 0,-23 12 1 0,1 2-1 0,-2-13 1 0,-11-1-1 0,12-11 1 0,24-11 0 0,11-37-1 0,37 12-1 0,-2-11 1 0,3-14 0 0,9 2-1 0,2 13 1 0,-24 9 0 0,-1 1 1 0,-11 13 0 0,-37 11 0 0,-11-1-1 0,-1 13-1 0,-11-11-6 0,0 11-66 0,13 0 40 0</inkml:trace>
  <inkml:trace contextRef="#ctx0" brushRef="#br0" timeOffset="7">13099 12335 1 0,'0'-13'3'0,"-12"13"0"0,24 0 4 0,-12 0 0 0,0 0 14 0,0 13-15 0,24 11-3 0,-12 0 0 0,0-1 0 0,0 1-1 0,-12 12 0 0,12 0 1 0,-12-13-1 0,12 0-1 0,0 2 0 0,0-13 0 0,-2 1 0 0,-10-13 1 0,13 0 0 0,-1-25-1 0,35-11 1 0,2-11-2 0,9 0 0 0,-9-3 2 0,10 4-1 0,14-13-1 0,-16 11 1 0,-8 25-1 0,-13-2 1 0,-14 0 0 0,-9 14 1 0,-13-1-1 0,12 12 0 0,-1-11-1 0,2 11-73 0</inkml:trace>
  <inkml:trace contextRef="#ctx0" brushRef="#br0" timeOffset="8">11407 14277 18 0,'-11'-13'12'0,"-24"-11"4"0,23 0 4 0,36 12-9 0,71 1-5 0,48 11-2 0,83-13-1 0,60 1-1 0,23 0-2 0,-35 12 2 0,-72 12-1 0,-34 0-1 0,-73-12 1 0,-49 0 3 0,-33-12 0 0,-13 12-7 0,0-12-96 0</inkml:trace>
  <inkml:trace contextRef="#ctx0" brushRef="#br0" timeOffset="9">12135 13431 37 0,'-12'-13'14'0,"12"1"-3"0,25-23 6 0,-2-13-12 0,0-36 0 0,1 0-1 0,-12-34-2 0,0 23-1 0,0 36 0 0,0 23 3 0,-12 24 5 0,-12 12-6 0,-12 48 1 0,12 35-2 0,-1 12 0 0,26 24-1 0,11-35 0 0,12-49-1 0,-2-24 2 0,15-34 2 0,-1-36-2 0,0 11-2 0,-25 23 0 0,-12 25-1 0,2 50 1 0,-1-3 0 0,12 0 1 0,-1-11-2 0,-11-36 3 0,12-12-1 0,0-24 1 0,-24-35-2 0,0 10 2 0,-24 3-2 0,-12 34 0 0,13 12-1 0,-1 35 1 0,-1 27-2 0,14 8 3 0,11-11-2 0,11-10 1 0,38-14 0 0,-2-23 1 0,13-12 0 0,22-36-1 0,-21 1 0 0,-2-11 1 0,-11 8-1 0,-37 16 0 0,2 9-1 0,-13 2 2 0,0 23-2 0,-13 0 1 0,-23 23 0 0,25 61 0 0,58-25-1 0,-22 1 1 0,-2-24-1 0,-46-13 3 0,-25-23-1 0,12 0-1 0,23-11 0 0,26 11-1 0,23 0 2 0,23 0-2 0,1 0-1 0,0-48 3 0,-14 12-1 0,-9-11-2 0,-13-1 3 0,-12 24-1 0,-12-12 0 0,0 24 0 0,-12 12-1 0,0 36 0 0,36 37 0 0,0-15 1 0,-1-11 0 0,-46-10 5 0,-25-14 5 0,12-12-6 0,23-11-71 0,13 0 10 0</inkml:trace>
  <inkml:trace contextRef="#ctx0" brushRef="#br0" timeOffset="10">18351 15585 3 0,'-13'0'1'0,"-59"-12"13"0,26 12 13 0,10-23-4 0,12-2-1 0,24 25-7 0,24 0-2 0,36 0-9 0,59 0 0 0,59-11-1 0,25-1 1 0,47 12-1 0,-1-11 0 0,3 11-1 0,-39 0 1 0,-22 0 0 0,-35-13 2 0,-38 13 0 0,-11 0-1 0,-24 0-1 0,-35 0-1 0,-25 13 0 0,-10-13 1 0,-13 0 1 0,0 0-19 0,-13 0-127 0</inkml:trace>
  <inkml:trace contextRef="#ctx0" brushRef="#br0" timeOffset="11">8419 16776 1 0,'-23'0'3'0,"-24"0"11"0,22-12 8 0,1 0-3 0,0-1-2 0,1 13-7 0,10 0-3 0,13 0-2 0,36 0-2 0,24 0 0 0,23 13-1 0,37-13 0 0,33-13 1 0,27 13 0 0,11-11 0 0,-13 11 0 0,13 0-2 0,-1 0-1 0,-11 0-1 0,-12 0 0 0,-25-12 1 0,1 1 0 0,-37-1 0 0,-34 12 0 0,-47 12 0 0,-25-1 3 0,12-22 2 0,0 11-47 0,-12 11-36 0</inkml:trace>
  <inkml:trace contextRef="#ctx0" brushRef="#br0" timeOffset="12">9051 8013 9 0,'35'-71'8'0,"-35"11"7"0,0 36 11 0,-59 84-16 0,-13 130 4 0,-23 59-11 0,59-10-1 0,60-97 1 0,60-81 3 0,11-38 2 0,0-46-5 0,-24-13-93 0</inkml:trace>
  <inkml:trace contextRef="#ctx0" brushRef="#br0" timeOffset="13">9705 8202 17 0,'0'0'0'0,"0"-21"4"0,-11 8-1 0,11 1 4 0,-12 0 9 0,-12-1-9 0,-1 2-4 0,-33-1-1 0,-14 12 0 0,13 12-2 0,-1 12 1 0,36-12-1 0,12 13 0 0,12 9 0 0,48 3 0 0,0 22 0 0,-2 12 0 0,3 12-1 0,-37-11 2 0,-37-13 1 0,-34-22 2 0,0-26 1 0,23-47 0 0,60-47-3 0,24 23-1 0,23-11-1 0,0 23 0 0,12 13-1 0,-23 10 1 0,-11 25-1 0,-26 25-1 0,-23 21 2 0,11 4-1 0,14-16 1 0,22-10 0 0,1-48 2 0,-12-23-1 0,-13-13 1 0,-23 12-1 0,-23 1-1 0,-25 23 1 0,-24 24-1 0,25 0 2 0,24 37-3 0,46 10-62 0,1-47 45 0</inkml:trace>
  <inkml:trace contextRef="#ctx0" brushRef="#br0" timeOffset="14">10313 7834 19 0,'0'-23'16'0,"12"-61"-4"0,-12 96-9 0,0 131 14 0,-12 83-3 0,0 0-6 0,12-35-2 0,12-49-2 0,0-34 1 0,-12-49-16 0,13-47-65 0</inkml:trace>
  <inkml:trace contextRef="#ctx0" brushRef="#br0" timeOffset="15">10551 8252 23 0,'0'0'0'0,"-13"-50"13"0,49 4-2 0,12 21-4 0,13 14-5 0,-2 35 1 0,-36 13 1 0,-23 9-1 0,-23 13 0 0,-13-11-1 0,-12 12 0 0,0-1 1 0,37-34-2 0,22-25 2 0,49 0-3 0,0-25 2 0,47-34-2 0,-25 11 0 0,-21 13 1 0,-26 23-1 0,-22 12 0 0,-26 24-1 0,13 10 1 0,60-9 0 0,11-25 2 0,-11-36-1 0,-23-11 2 0,-62 0 0 0,-47 22 3 0,-23 25-5 0,48 36-6 0,47-13-69 0</inkml:trace>
  <inkml:trace contextRef="#ctx0" brushRef="#br0" timeOffset="16">11670 8489 42 0,'0'0'4'0,"24"73"9"0,-12-2 4 0,-36-24-8 0,-36 0-4 0,1 1-71 0</inkml:trace>
  <inkml:trace contextRef="#ctx0" brushRef="#br0" timeOffset="17">12290 7976 45 0,'-72'-11'8'0,"59"22"-5"0,62-11 1 0,58 13 0 0,23-37 0 0,-34 24-1 0,-84 36 5 0,-36 35 3 0,1 13-9 0,11-1-1 0,-1 1 1 0,13 0 0 0,25-13-4 0,10-48-87 0</inkml:trace>
  <inkml:trace contextRef="#ctx0" brushRef="#br0" timeOffset="18">12325 8311 17 0,'-23'-12'5'0,"46"-1"3"0,61-10-3 0,70-13-1 0,25-35 0 0,-49-13-1 0,-81-12-1 0,-62 2-2 0,-23 33 5 0,25 51 5 0,-1 117 4 0,12 83-6 0,0 25-3 0,12-37-4 0,-1-35 5 0,2-72-6 0,10-48-87 0</inkml:trace>
  <inkml:trace contextRef="#ctx0" brushRef="#br0" timeOffset="19">12742 8181 10 0,'0'0'4'0,"-13"-25"0"0,13 25-4 0,-46 83 20 0,34-23-13 0,24-25-3 0,23-23 1 0,1-24-1 0,-12-47-1 0,-24-14 0 0,-24 27-1 0,-12 21-2 0,24 38 0 0,12 11-39 0</inkml:trace>
  <inkml:trace contextRef="#ctx0" brushRef="#br0" timeOffset="20">12992 8120 0 0,'0'0'0'0,"25"-23"13"0,-14-2 5 0,1 13-5 0,12-11-5 0,35 12-4 0,-11 22-2 0,-24 36 1 0,-24 0 1 0,-48 3 0 0,11-16-1 0,37-34-1 0,37 24-1 0,11 23-2 0,-36 24 1 0,-48-34 0 0,-12-13 2 0,35-24 2 0,38-36-10 0,57-12-5 0,-10 25 9 0,-12 11 1 0,-36 36 2 0,-12-13 1 0,-1-11 2 0,25-35 1 0,-11-25 1 0,-25 48-4 0,-48 37-1 0,1-2-68 0</inkml:trace>
  <inkml:trace contextRef="#ctx0" brushRef="#br0" timeOffset="21">13647 7821 54 0,'12'0'2'0,"83"61"-3"0,84 106 7 0,-72 83-2 0,-132 0 0 0,-117-107 5 0,-36-60-2 0,47-59-46 0,119-24 5 0</inkml:trace>
</inkml:ink>
</file>

<file path=ppt/ink/ink9.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5-09T04:20:49.432"/>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10027 8430 5 0,'-24'-12'28'0,"24"1"-8"0,11-14 3 0,2 25-5 0,-1 12-8 0,-12 12-4 0,11-12-4 0,2 11 3 0,10 2-1 0,-10 22-2 0,-2-10 0 0,2-16 0 0,10-8-1 0,1-1 1 0,24-24-1 0,-13-1 1 0,37-21 0 0,11-14-2 0,0 0 0 0,-11 2-2 0,-1 9 2 0,1 1 0 0,-25 13 0 0,-11 11-1 0,-12-1 3 0,-12 2-1 0,-12-1 0 0,0 12 0 0,0 0 0 0,0 0-6 0,12 12-73 0,0-1 40 0</inkml:trace>
  <inkml:trace contextRef="#ctx0" brushRef="#br0" timeOffset="1">10861 9358 23 0,'0'0'0'0,"-48"-13"18"0,36 13-10 0,24-10 21 0,0 10-9 0,12 23-12 0,10 1-5 0,-9 12 0 0,-14 12-1 0,-11-14 1 0,13-9 0 0,-1 0-1 0,-12-14-1 0,24 1 1 0,-1-24 1 0,48-24-2 0,13-23 0 0,13 11-1 0,-4 12 0 0,-22-1-1 0,-22 16 1 0,-26-4 0 0,2 13 1 0,-14 12 0 0,13 0-1 0,-12-13 1 0,25 2-11 0,-3 35-91 0</inkml:trace>
  <inkml:trace contextRef="#ctx0" brushRef="#br0" timeOffset="2">11622 10919 0 0,'-11'-13'6'0,"-1"-24"18"0,24-9 16 0,-12 21-15 0,0 25-15 0,11 13-2 0,-11 24-2 0,13-3-2 0,-1 3-2 0,11-3-1 0,1 14 0 0,0 0 0 0,-12-23-1 0,12-14 2 0,10-22-1 0,15-26 1 0,23-22-2 0,22-13 1 0,2 1-1 0,-13 11 0 0,-23 12 0 0,10 1-1 0,2-1 2 0,-12 13-1 0,-13 10 0 0,-22 14 1 0,-25 11-1 0,0 0 0 0,0 0-18 0,11 11-90 0</inkml:trace>
</inkml:ink>
</file>

<file path=ppt/ink/ink10.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5-09T04:20:50.496"/>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6739 10239 44 0,'25'-23'12'0,"35"11"-8"0,34-1 15 0,14 2-5 0,11 11-8 0,12-12-3 0,-12 12-2 0,-47-24 2 0,-36 0 4 0,-48 24 5 0,-35-13-9 0,-2 13-2 0,49 0 0 0,24 13-1 0,24 35 0 0,-24-12 2 0,-37-12 5 0,-34-13-6 0,23 1-65 0,24-12 12 0</inkml:trace>
  <inkml:trace contextRef="#ctx0" brushRef="#br0" timeOffset="1">8598 10204 73 0,'0'-13'5'0,"0"-10"8"0,12-13-10 0,24-10-1 0,-25-15 0 0,-22 38 4 0,-50 10 4 0,-33 26-7 0,-1 46-3 0,35 12 0 0,36 1 1 0,24-14-2 0,37-21 2 0,33-49 0 0,14-47-1 0,23-62 0 0,-60 27 0 0,-12 12 0 0,-22-2 0 0,-13 0 1 0,-13 47-1 0,2 37 0 0,0 50 1 0,-13 68 1 0,24 1 0 0,24-25 0 0,11-33-1 0,24-13 0 0,-11-36 0 0,12-24 0 0,0-47 0 0,-13 9-1 0,-11 16 0 0,-24 22 1 0,-12 12-1 0,0 25 0 0,0 9 0 0,0 14 0 0,0-12-4 0,12-1-20 0,-12-23-70 0</inkml:trace>
  <inkml:trace contextRef="#ctx0" brushRef="#br0" timeOffset="2">8991 9942 45 0,'-12'-24'5'0,"-1"12"-20"0,26 12-20 0</inkml:trace>
  <inkml:trace contextRef="#ctx0" brushRef="#br0" timeOffset="3">9420 9799 48 0,'-12'-36'20'0,"0"-1"5"0,-12 27-1 0,12 10-17 0,-12 60-5 0,24 58-1 0,24 13-1 0,36 1 1 0,-26-2 1 0,-44-47 2 0,-86-36-1 0,-11-22-3 0,59-61-56 0,36 13-14 0</inkml:trace>
  <inkml:trace contextRef="#ctx0" brushRef="#br0" timeOffset="4">9324 10107 53 0,'0'0'0'0,"0"-10"10"0,84-26-9 0,-2-12-1 0,25-11 1 0,-35-1 0 0,-36 1-1 0,-24 0 1 0,-12 22 0 0,-12 14 5 0,1 23 3 0,-14 83 4 0,14 60-9 0,35 1-3 0,-1-39 0 0,-23-34-10 0,-23-21-41 0,10-50 10 0</inkml:trace>
  <inkml:trace contextRef="#ctx0" brushRef="#br0" timeOffset="5">9575 10120 27 0,'0'-13'21'0,"58"-21"-3"0,50-14-1 0,-1 12-14 0,-59 24-3 0,-48 24-64 0</inkml:trace>
  <inkml:trace contextRef="#ctx0" brushRef="#br0" timeOffset="6">10919 9965 20 0,'0'-11'11'0,"0"-1"12"0,0-12 3 0,-11 12 0 0,11 12-19 0,0 36-1 0,11 24-3 0,-11-13-1 0,25 1-1 0,-1-13 0 0,12-10 0 0,11-25 0 0,-11-37 1 0,11 3-2 0,25-27 1 0,11 25-1 0,-11 24 0 0,-26 48 0 0,-33 24 1 0,-37-13 2 0,-36-23-4 0,-22-11-68 0,71-13 23 0</inkml:trace>
  <inkml:trace contextRef="#ctx0" brushRef="#br0" timeOffset="7">11015 9705 74 0,'-35'-37'23'0,"35"37"-27"0,11 24-63 0</inkml:trace>
  <inkml:trace contextRef="#ctx0" brushRef="#br0" timeOffset="8">12087 10002 46 0,'0'-13'10'0,"12"1"8"0,12 37-6 0,-24 22-4 0,0 11-4 0,12-8-3 0,-12-39 1 0,13-11 1 0,21-61-2 0,14 15-1 0,-24-2 1 0,12 12-2 0,-1 24 2 0,1 24-2 0,12 13 1 0,-25 22 0 0,-23-10 1 0,-12-3-1 0,1-34 1 0,11-34 0 0,48-27-1 0,22 13 0 0,-10 25 0 0,-24 23 0 0,-12 23-1 0,-12 25 1 0,-12-12 0 0,12 0 0 0,10-26 0 0,27 3 0 0,23-13-2 0,-1-23 1 0,-12-25 0 0,-11 1 1 0,-36-13 0 0,-12 49 1 0,-24 11-1 0,0 23 0 0,1 25 1 0,34-1-1 0,37 1-3 0,36-25-20 0,-1-11-54 0</inkml:trace>
  <inkml:trace contextRef="#ctx0" brushRef="#br0" timeOffset="9">13492 9989 13 0,'0'0'0'0,"-12"-47"8"0,12 11-7 0,-23 24 4 0,-13 12 0 0,-12 37 5 0,-23-3-1 0,22 14-5 0,26 0-3 0,10-12-1 0,38-26 2 0,-1-10-2 0,35-34 0 0,-11-3 0 0,0-10 0 0,-24 23 1 0,-12 13-1 0,-12-1 1 0,-12 24 1 0,-1 11-2 0,26 13 1 0,10-13-1 0,25-10 0 0,24-1 1 0,-13-37-1 0,-11 2 0 0,-13 12 2 0,-11 22 7 0,-24 12-4 0,-13 2-2 0,2-13-2 0,0-24 1 0,33-47-1 0,39 22-1 0,-2 26 0 0,2 11-1 0,-38 35 0 0,1 12 1 0,-1-22 1 0,-11 0-1 0,36-25 0 0,22-25 0 0,-9-11-1 0,-1-12 0 0,-36 25 1 0,-13 11 1 0,-11 1-1 0,0 22 1 0,0 12-2 0,12 14 2 0,-1-3-1 0,14-21 0 0,22-1 0 0,25-24 0 0,-24 12 0 0,-36 0 1 0,-12 0 3 0,0 12-1 0,0-12-1 0,11-48 0 0,25 0-2 0,24 14-1 0,-1 21 1 0,-12 84 0 0,1 1-1 0,0-36-7 0,-35-26-62 0,-13-20 52 0</inkml:trace>
  <inkml:trace contextRef="#ctx0" brushRef="#br0" timeOffset="10">14600 9655 102 0,'0'0'0'0,"-72"-23"18"0,83 46-32 0,14 14-73 0</inkml:trace>
  <inkml:trace contextRef="#ctx0" brushRef="#br0" timeOffset="11">15052 9989 40 0,'0'-12'11'0,"0"0"-2"0,24-11 3 0,-1-13 10 0,2 24-14 0,-25-12-6 0,-12 12-1 0,-12-11 0 0,-1 11 0 0,2 12 0 0,-12 12 0 0,11 0 2 0,0 22-1 0,12 3-1 0,0-1 0 0,12-1 0 0,12 1-1 0,24 25 1 0,10 21 0 0,-10-22 1 0,-23-49 1 0,-49-34-20 0,-47-13-83 0</inkml:trace>
  <inkml:trace contextRef="#ctx0" brushRef="#br0" timeOffset="12">15421 9525 33 0,'12'-36'23'0,"-1"24"-9"0,14 72 15 0,11 83-19 0,-12 47-5 0,-2 1-4 0,-32-84 1 0,-26-36 0 0,12-59-2 0,24-119-38 0,24-12-17 0,-36 59 65 0,-48 26 7 0,-11 9 5 0,35 0-10 0,36 25-10 0,48 13-2 0,11-1 0 0,13-24 2 0,-13-35 0 0,-11-1 0 0,-12 25 4 0,-25 10 0 0,2 13-4 0,-13-12 0 0,23 12 1 0,-23 25 1 0,0 22-2 0,0 11-1 0,24-21-1 0,23-24 2 0,13-26-1 0,-12-24 1 0,0 3-2 0,-13-3 1 0,-24 14 0 0,-11 23-2 0,0 12 3 0,13 24-2 0,10-13 0 0,14 13 1 0,10-12 0 0,37-36 0 0,-13-24 0 0,12-24 0 0,1-24 1 0,-25-21-2 0,-36 9 1 0,-23 60 0 0,-23 24-2 0,-24 85 1 0,35 45-1 0,48 1 0 0,59-36 2 0,12-35 0 0,-12-48 3 0,-47-37 1 0,-12 14-2 0,-36 0-7 0,-36 11-129 0</inkml:trace>
  <inkml:trace contextRef="#ctx0" brushRef="#br0" timeOffset="13">11527 9644 25 0,'0'0'4'0,"24"24"8"0,-12 34 18 0,-12 3-13 0,0-13-7 0,0-25-3 0,0-11 0 0,-12-35-3 0,24-25-2 0,0 0-2 0,12 13 1 0,-12 11-1 0,24 12 0 0,-1 0 0 0,-11 24 0 0,-24 13 1 0,0 9-1 0,0 3 1 0,0-14-1 0,48-12 1 0,-1-22 0 0,12-25 1 0,-10-1-1 0,-27-9-1 0,-9 21 1 0,-13 14-1 0,0 35-1 0,0 13 1 0,23-3 0 0,13-10 0 0,-11-24 0 0,10-12 1 0,-11-34 0 0,-24 9 0 0,-36 1-1 0,1 36 0 0,11 12 0 0,12 12-1 0,35 0 1 0,37-24 0 0,12-12 1 0,11-36-1 0,-23-23 0 0,-36-1 0 0,-24 12 1 0,0 49-2 0,-12 47 2 0,0 47-1 0,24-12-1 0,23-11 1 0,1-23-63 0,-36-26 24 0</inkml:trace>
  <inkml:trace contextRef="#ctx0" brushRef="#br0" timeOffset="14">12290 9537 45 0,'0'-12'21'0,"35"-24"-18"0,60-11-1 0,12 34-7 0,-94 13-54 0</inkml:trace>
  <inkml:trace contextRef="#ctx0" brushRef="#br0" timeOffset="15">11801 10061 32 0,'12'-36'12'0,"12"13"14"0,-12 23-2 0,-24 71-8 0,-12 24-7 0,-1-1-1 0,15-21-4 0,10-38-1 0,0-22 1 0,0-50-1 0,23-34-2 0,-11 24 0 0,-1-13 0 0,-11 24-1 0,13 36 0 0,10 36 0 0,13 24 0 0,-1 11 0 0,1-47 1 0,25-24 0 0,46-36-44 0,-71 24-47 0</inkml:trace>
  <inkml:trace contextRef="#ctx0" brushRef="#br0" timeOffset="16">5895 11882 50 0,'-25'-23'6'0,"25"0"13"0,49 10 5 0,22 13-15 0,36 13 4 0,1-13-4 0,-26-13-2 0,-11-11-3 0,-10 0-2 0,-37 12 1 0,-24-11 1 0,-36-13-2 0,-13 0-1 0,-9 24 0 0,58 12-2 0,12 0 0 0,47 25 1 0,0 22-1 0,-34 0 2 0,-86 14-1 0,-21 33-1 0,57-22-48 0,38-49-29 0</inkml:trace>
  <inkml:trace contextRef="#ctx0" brushRef="#br0" timeOffset="17">7360 11894 34 0,'-25'-35'26'0,"25"-13"-22"0,-11 0 8 0,-37 25 0 0,-11 23-3 0,-25 35-5 0,13 37-4 0,47-12 0 0,24-1 0 0,36-23 0 0,23-13 1 0,25-46 0 0,-2-38 0 0,-10-33-1 0,-12-1 2 0,-36 11-1 0,-1 13 1 0,-23 23-1 0,-11 48 0 0,-1 48-1 0,12 47 0 0,23 12 1 0,25-24-2 0,0-35 3 0,12-37 2 0,11-45 0 0,0-26-2 0,-24 12 0 0,-11 35-3 0,-11 38 1 0,-14 23-1 0,-11 23 2 0,0-23-2 0,0-14-86 0</inkml:trace>
  <inkml:trace contextRef="#ctx0" brushRef="#br0" timeOffset="18">7848 11752 70 0,'-59'-37'20'0,"59"26"-25"0,34 11-68 0</inkml:trace>
  <inkml:trace contextRef="#ctx0" brushRef="#br0" timeOffset="19">8168 11752 56 0,'0'-24'13'0,"36"-23"-10"0,0-37 8 0,-23 47 1 0,-13 37 2 0,-13 25-12 0,2 58-2 0,11 12-1 0,0 12 1 0,0 14 0 0,-12-16-2 0,12-34-95 0</inkml:trace>
  <inkml:trace contextRef="#ctx0" brushRef="#br0" timeOffset="20">8110 12012 72 0,'-13'-34'5'0,"84"-26"-3"0,49-22 0 0,23 21-2 0,-59 1 0 0,-50 1 2 0,-34 13 1 0,-34 33 5 0,-14 60-1 0,12 72-6 0,36 12 0 0,12 0-5 0,-12-71-89 0</inkml:trace>
  <inkml:trace contextRef="#ctx0" brushRef="#br0" timeOffset="21">8360 12025 40 0,'-11'-34'40'0,"81"-27"-26"0,50 25-12 0,-13 24-88 0</inkml:trace>
  <inkml:trace contextRef="#ctx0" brushRef="#br0" timeOffset="22">9717 11799 20 0,'36'-36'25'0,"-11"-12"10"0,-14 25-14 0,-11 23-15 0,12 12-2 0,-12 36-1 0,11-1-2 0,14 1 0 0,-2-1-1 0,1-11 1 0,12-25 1 0,12-22 0 0,11-37 0 0,24-11-1 0,0 22-1 0,1 14 0 0,-23 59-1 0,-40 12 3 0,-42-1 1 0,-40-23-1 0,-46-12-52 0,60-35-19 0</inkml:trace>
  <inkml:trace contextRef="#ctx0" brushRef="#br0" timeOffset="23">9944 11489 106 0,'0'0'0'0,"-36"-23"5"0,72 46-8 0,11 1-94 0</inkml:trace>
  <inkml:trace contextRef="#ctx0" brushRef="#br0" timeOffset="24">11230 11786 45 0,'0'-46'12'0,"24"21"2"0,11 38 1 0,1 82-3 0,-12 0-5 0,-12-11 0 0,-12-49-2 0,0-23 1 0,12-49 2 0,11-45-6 0,13-1-2 0,11 35-1 0,25 24 1 0,-24 48-1 0,-12 47 1 0,-36 0 0 0,-13-21 1 0,2-39 3 0,-1-59 0 0,35-36-3 0,37 13-1 0,12 47 0 0,-2 24-1 0,-21 48 0 0,-13 11 1 0,-14-11-1 0,3-24 1 0,47-12 1 0,35-37-2 0,12-22-1 0,-12 12-3 0,-84-13 5 0,-34 0 1 0,-37 25-2 0,-11 23 2 0,11 46-2 0,35 15 0 0,50-1 0 0,33-13-1 0,15-10-11 0,9-37-57 0,-22 0 26 0</inkml:trace>
  <inkml:trace contextRef="#ctx0" brushRef="#br0" timeOffset="25">12718 11894 2 0,'11'0'3'0,"25"-58"16"0,-23-3-3 0,-1 14 0 0,-37 23-4 0,2 12-6 0,-13 24-3 0,1 24-1 0,-1 10-1 0,12 4 0 0,24 8-1 0,12-22 1 0,12-25 1 0,35-11-1 0,-23-47 1 0,12 12 1 0,-24-1 3 0,-2 12-2 0,-22 24-3 0,0 12-1 0,0 24 1 0,13-13-1 0,35-11 1 0,11-12-2 0,2 0 0 0,-14 59 0 0,-24-9 2 0,-23-16 2 0,-23-34 2 0,23-47-1 0,0-24-4 0,35-25 0 0,13 71-1 0,0 25 2 0,-1 50-3 0,-11-4 2 0,-12 2-1 0,12-24 1 0,-1-12 1 0,13-12 1 0,35-36-3 0,1-12 2 0,-25 13-1 0,-11-1 1 0,-24 48-1 0,-13 35 3 0,0 1-1 0,-11-25 0 0,25-10 3 0,11-73-2 0,23 25-3 0,2 23 1 0,-2 47-2 0,-12 24 0 0,1-46 2 0,-36-13-2 0,-36-47-38 0,-36-24-29 0,12-2 47 0,25 50 39 0,12 23-10 0,22 0-29 0</inkml:trace>
  <inkml:trace contextRef="#ctx0" brushRef="#br0" timeOffset="26">13707 11455 118 0,'-48'-25'3'0,"36"13"-5"0,119 24-21 0,-48-12-55 0</inkml:trace>
  <inkml:trace contextRef="#ctx0" brushRef="#br0" timeOffset="27">14469 11870 2 0,'0'0'3'0,"0"-23"13"0,0-13 0 0,0 0-3 0,13 1-6 0,-26 10-1 0,1 25-4 0,-12 0 0 0,0 0-1 0,0 13 0 0,-11-13 0 0,-1 35 0 0,12 13-1 0,1-12 1 0,23-1 0 0,23-23 3 0,24 24-5 0,13 59 1 0,-12 13 0 0,-48-37 4 0,-48-35 1 0,-59-36-4 0,47-12-42 0,60-12 8 0</inkml:trace>
  <inkml:trace contextRef="#ctx0" brushRef="#br0" timeOffset="28">14731 11442 79 0,'0'-37'10'0,"-36"3"-8"0,36 105 0 0,-13 84 5 0,13 47-6 0,49-23-1 0,-2-61 2 0,2-34 0 0,-26-72-7 0,-35-83-27 0,-60-38 19 0,-35 27 13 0,23 22 2 0,37 49 6 0,58-1 1 0,50-12-5 0,46 12-2 0,13-13 0 0,-26 2 0 0,-46 0 0 0,-24-2 5 0,-12 2-1 0,0 12-5 0,-2 22-1 0,3 25 0 0,-1 22 0 0,12-8 0 0,12-4 1 0,24-21 0 0,-13-38 1 0,1-22 0 0,-13-13-1 0,-11 23 0 0,-12 14-1 0,0 11 0 0,0 24 0 0,13 13 0 0,21-14 2 0,38-23-1 0,11-12 0 0,0-60 1 0,-23-59 0 0,-25 13 0 0,-47 34-1 0,-12 60-2 0,-36 36 0 0,12 84-1 0,25 46 2 0,58-11 1 0,37-36 1 0,-12-82 2 0,-1-50 1 0,-11-22-4 0,-49 23-36 0,-11 24-25 0</inkml:trace>
  <inkml:trace contextRef="#ctx0" brushRef="#br0" timeOffset="29">2810 9584 51 0,'0'-23'6'0,"13"23"4"0,-26 12 18 0,-23-12-13 0,-23 11-7 0,0-11-6 0,-13 12-1 0,1 0 0 0,10 1-1 0,15-13 0 0,-2 11 2 0,12 12-1 0,13-10 0 0,-1 11 2 0,12-11-2 0,-1 8 1 0,13 29-1 0,-11-3 1 0,11 24-2 0,0 12 1 0,0 1-1 0,11 12-1 0,2 9 1 0,-13 16 0 0,12-3-1 0,-1 37 0 0,-11 0-2 0,13 12 5 0,-1-13-3 0,-1 14 1 0,13-13 0 0,-12 0-1 0,12-13 1 0,-24-35-1 0,12 36 1 0,0-24 0 0,-12-23 0 0,12-25-1 0,-12 0 1 0,0-12-1 0,0-23 1 0,0-13 3 0,0 2-2 0,-12-2-1 0,-12 0 1 0,12 2-2 0,0 0 1 0,0-14 0 0,12 1 1 0,0-12 0 0,-12 0-1 0,12 11 1 0,0-11-2 0,0 12 2 0,0-12-2 0,0 12 2 0,0 1-2 0,0-2 2 0,-12-11 0 0,12 0-1 0,0 0 1 0,12 0-1 0,-12 12 1 0,0-12-1 0,0 0 0 0,0 0 0 0,12 0-1 0,-12 0 2 0,12 0-1 0,0 0 1 0,0-12-2 0,12 12 2 0,1-11-2 0,9 11 2 0,14 0-1 0,23-13 1 0,1 1-3 0,-1 0 4 0,1 1-3 0,-36 11 3 0,-13-12-1 0,-11 12 1 0,0 0-1 0,-12-11 2 0,0-2-2 0,0 13 0 0,0 0-31 0,0 0-72 0</inkml:trace>
  <inkml:trace contextRef="#ctx0" brushRef="#br0" timeOffset="30">18732 9251 43 0,'-12'-11'5'0,"-48"22"15"0,-11 73 7 0,-12 81-12 0,22 15-8 0,61-13-4 0,61-60 2 0,-2-36-3 0,2-35-3 0,-4-24-70 0,-44-24 30 0</inkml:trace>
  <inkml:trace contextRef="#ctx0" brushRef="#br0" timeOffset="31">18982 9632 61 0,'0'-36'6'0,"12"13"-5"0,-12 0 27 0,-25 23-10 0,-22 23-13 0,12 25-1 0,35 23-3 0,35 0-2 0,25-24 2 0,-1-22 0 0,1-25 1 0,-36-36 0 0,-12-12 0 0,-12-11 1 0,-12 11 1 0,-12-12-1 0,0 13-2 0,-12 10 0 0,0 14 0 0,-23 23-4 0,24 12-32 0,59 12-60 0</inkml:trace>
  <inkml:trace contextRef="#ctx0" brushRef="#br0" timeOffset="32">19458 9132 81 0,'0'0'0'0,"48"37"0"0,23 129-1 0,-47 72 10 0,-83-60 8 0,-1-48-6 0,-11-46-7 0,10-24-5 0,38-12-97 0</inkml:trace>
  <inkml:trace contextRef="#ctx0" brushRef="#br0" timeOffset="33">18053 11300 24 0,'13'-60'24'0,"-13"24"16"0,-25 48-19 0,-46 95-10 0,11 71-2 0,25 2-4 0,35-38-2 0,35-24 0 0,12-47-5 0,25-46-41 0,-48-25-29 0</inkml:trace>
  <inkml:trace contextRef="#ctx0" brushRef="#br0" timeOffset="34">18363 11573 71 0,'0'-47'14'0,"0"22"-10"0,0 37 11 0,-36 35-7 0,24 24-4 0,12 2-3 0,36-25 1 0,0-1-3 0,11-35 4 0,-11-37-1 0,-12-33 2 0,-12-14-4 0,-12 26 2 0,-25-15-1 0,-11 25-1 0,13 1-9 0,12 35-77 0,-2 11 57 0</inkml:trace>
  <inkml:trace contextRef="#ctx0" brushRef="#br0" timeOffset="35">18780 11275 60 0,'0'-12'37'0,"10"24"-33"0,3 72 5 0,-13 58-1 0,-13 13 0 0,3-25 1 0,-50-46 0 0,0-13-4 0,13-46-2 0,35-50-16 0,12-34-102 0</inkml:trace>
</inkml:ink>
</file>

<file path=ppt/ink/ink11.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5-09T04:20:50.565"/>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691 5370 6 0,'0'-24'11'0,"0"24"-5"0,12 13-6 0,24 21 1 0,10 37 2 0,3 0 2 0,-13-10 0 0,11-49 5 0,2-35 4 0,33-37-2 0,26-1-5 0,-1 2-4 0,0-12 0 0,0-12-2 0,-37 11 2 0,-34 47-3 0,-11 25-14 0,-14 37-55 0</inkml:trace>
  <inkml:trace contextRef="#ctx0" brushRef="#br0" timeOffset="1">333 11311 29 0,'-23'-11'7'0,"10"-14"-1"0,2 25-6 0,35 25 1 0,12 9 5 0,11 26 7 0,-11-12-6 0,0-24-2 0,23 11-2 0,1-10-1 0,11-25 3 0,13-71-3 0,47-37 1 0,12-23 1 0,35-11 3 0,-35 34-2 0,-24 11-3 0,-35 39-2 0,-25 22 1 0,-23 12 4 0,-24 0 0 0,-12 13 1 0,0 11-2 0,0 0-4 0,0 35-102 0</inkml:trace>
  <inkml:trace contextRef="#ctx0" brushRef="#br0" timeOffset="2">8193 5154 17 0,'-59'-71'13'0,"-1"71"-12"0,47 13 2 0,13-26 1 0,36 2 5 0,60 11 0 0,71-12-4 0,22 12-2 0,-46-24-1 0,-71 12 1 0,-72 12-1 0,13 12-2 0,34 12-37 0,-23-12 4 0</inkml:trace>
  <inkml:trace contextRef="#ctx0" brushRef="#br0" timeOffset="3">9324 4655 2 0,'0'-12'1'0,"-11"-34"7"0,22 46 3 0,-11 34 2 0,0 74-4 0,-11 23-4 0,11-12-1 0,35-25-1 0,-11-44-26 0,-12-39-10 0</inkml:trace>
  <inkml:trace contextRef="#ctx0" brushRef="#br0" timeOffset="4">9277 4679 13 0,'0'0'0'0,"-36"-48"9"0,24 37-6 0,35 34 2 0,13 36 4 0,12 37-2 0,48-24-1 0,11-14-3 0,-36-21-1 0,-12-1 1 0,-11-25-15 0,0-11-36 0</inkml:trace>
  <inkml:trace contextRef="#ctx0" brushRef="#br0" timeOffset="5">9825 4465 27 0,'-24'-36'6'0,"1"-11"0"0,34 107-4 0,1 70 5 0,-12 13-2 0,11-24-1 0,2-36-1 0,-1-11 0 0,-12-12-66 0</inkml:trace>
  <inkml:trace contextRef="#ctx0" brushRef="#br0" timeOffset="6">10325 4928 49 0,'-36'50'1'0,"36"55"0"0,0-34 6 0,-24-10-2 0,-23-25-2 0,35-24-27 0,12-12-16 0</inkml:trace>
  <inkml:trace contextRef="#ctx0" brushRef="#br0" timeOffset="7">11028 4560 13 0,'0'0'0'0,"0"-71"22"0,0 58-10 0,0 26-7 0,-13 45-1 0,-11 26 0 0,24-13-3 0,37 13 1 0,33-36 1 0,2-25 0 0,24-10 0 0,-1-37-3 0,-24-24 2 0,-35-11-1 0,-25-1 0 0,-34-11 1 0,-13-1-1 0,1 12-1 0,-14 1 1 0,-10 47-1 0,12 12-1 0,-13 24 1 0,1 23 0 0,10 24-1 0,-9 25-27 0,34-48-20 0</inkml:trace>
  <inkml:trace contextRef="#ctx0" brushRef="#br0" timeOffset="8">8979 10620 25 0,'-13'-11'5'0,"-21"-13"-3"0,22 24 7 0,12-13 5 0,12 13-6 0,47 13-3 0,48-1 0 0,47 0 1 0,26-24 0 0,-26 0-1 0,-35-1-2 0,-46 2-2 0,-39 22-2 0,-21-11-21 0,-26-11-49 0</inkml:trace>
  <inkml:trace contextRef="#ctx0" brushRef="#br0" timeOffset="9">9705 10442 2 0,'0'0'4'0,"-36"-48"22"0,49 12-8 0,58 48-10 0,36 60 1 0,-35 11-3 0,-72 1-1 0,-95-13-1 0,-1 0-8 0,60-24-71 0</inkml:trace>
  <inkml:trace contextRef="#ctx0" brushRef="#br0" timeOffset="10">10420 10287 6 0,'-12'-12'4'0,"-12"-1"7"0,24 13 3 0,24-11-3 0,48-12-4 0,58 11-3 0,13-24-2 0,0 24 1 0,-35 1-1 0,-50 11-1 0,-45 0 0 0,-26 0 1 0,-58 0-1 0,-12 11-1 0,0-11 1 0,34 0 0 0,38 0-2 0,11 36 1 0,24 35 0 0,0 12 0 0,-12-11 0 0,0-14 0 0,-12 3 0 0,-12-25 1 0,-12-1 0 0,-12-23 0 0,-23-1-1 0,-1 2 1 0,1-13 1 0,46 0-1 0,61-24-2 0,47 12-1 0,37-11 4 0,-37 11 1 0,-35-1 1 0,-49 13-2 0,-11 0-20 0,0 13-44 0</inkml:trace>
  <inkml:trace contextRef="#ctx0" brushRef="#br0" timeOffset="11">11730 10620 27 0,'0'0'0'0,"-12"-35"13"0,24 22-7 0,-12 26 6 0,-24 34 1 0,0 25-6 0,-23-1 0 0,11-11-1 0,0-26-3 0,12 3-1 0,12-24 0 0,12-13-1 0,0 0-1 0,0 11-2 0,0-22-78 0</inkml:trace>
  <inkml:trace contextRef="#ctx0" brushRef="#br0" timeOffset="12">12527 10144 17 0,'0'-12'1'0,"-11"0"7"0,11-1 0 0,0 3 11 0,-12 10-7 0,-12 10-3 0,1 3-3 0,10 24-3 0,1-3-1 0,0 14-1 0,1 12 1 0,-1-13-1 0,-1 1 0 0,38 36 3 0,-2-37-3 0,13-23 1 0,0-1-1 0,12-10 0 0,-13-13 0 0,-11 0 0 0,-12 0 0 0,-12-13 0 0,0 13-1 0,-12 0-6 0,12 0-27 0,-24 13-21 0,12-13 44 0</inkml:trace>
  <inkml:trace contextRef="#ctx0" brushRef="#br0" timeOffset="13">12468 10120 23 0,'-11'-47'27'0,"11"10"-13"0,0 50-4 0,11 58 2 0,1 71-6 0,-1 2-1 0,2-25-1 0,-13-24 0 0,0-22-1 0,0-50-1 0,0-12 2 0,-13-45 0 0,-10-50-3 0,12-24 0 0,-2 1 0 0,26-12 0 0,21 1-1 0,27 47 0 0,-2 21-1 0,13 39 1 0,-13 59-1 0,-36 23 0 0,-23 13 1 0,-47-13 0 0,-12-12 0 0,-1-23 1 0,24-13-1 0,0-23 1 0,25 13-2 0,22-1 1 0,37 13-1 0,48 33 1 0,11 14-1 0,-13-13 2 0,-10-11 0 0,-48-13 1 0,-11-23 0 0,-14 1 0 0,-11-26-2 0,-11-22-73 0,-2 35 31 0</inkml:trace>
</inkml:ink>
</file>

<file path=ppt/ink/ink12.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5-09T04:20:50.629"/>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12063 8346 0 0,'0'0'0'0,"-35"0"8"0,23 0 3 0,-1 0-1 0,2 11-2 0,11 2-3 0,0-1 2 0,24-12 2 0,71-12-5 0,36-1 0 0,0 13-1 0,-13 13 0 0,-34-13 0 0,-24 0-1 0,-2-13-1 0,-22 13-1 0,-36 0-14 0,-11 0-31 0,11 0 28 0</inkml:trace>
  <inkml:trace contextRef="#ctx0" brushRef="#br0" timeOffset="1">12516 8181 7 0,'-25'-25'6'0,"2"13"-4"0,23 12 7 0,-11 0 11 0,-2 12-10 0,13 0-5 0,13 1-2 0,-2 8 0 0,25-8-1 0,12 11 0 0,-1 0-1 0,13-1 1 0,-13 2-2 0,-11-2 1 0,0 13-1 0,-24 1 2 0,-12-14 1 0,-12 12-1 0,-12 1 0 0,-24 0-1 0,-23 0 0 0,11-1 0 0,25-10 0 0,-1-14 1 0,36 1 0 0,0-12 3 0,0 0-17 0,-13 11-69 0</inkml:trace>
  <inkml:trace contextRef="#ctx0" brushRef="#br0" timeOffset="2">13409 8323 12 0,'0'-24'11'0,"0"0"1"0,36 1-9 0,-1 10 6 0,13 13 5 0,1 36-6 0,-3 23-5 0,1 1-2 0,-10 11 0 0,-25-11-1 0,-12-23 2 0,-36-16-1 0,12-8 1 0,-1-13-1 0,14-13 1 0,-1-21-2 0,35-3 1 0,26-10 0 0,34-11-1 0,24-3 0 0,1 26-2 0,-25 10 1 0,-25 14 1 0,-33-1 0 0,-14 1-1 0,-11 22 1 0,0 12 0 0,13 25 0 0,-1-12 0 0,-1 12 0 0,38-25-1 0,-14-11 2 0,1 0-1 0,-13-12 1 0,-10-35-1 0,-1 12 1 0,-24-27-1 0,-1 4-1 0,-23 10 1 0,2 24 0 0,-3 12-1 0,1 12 0 0,0 12 1 0,13 11-2 0,10 1 1 0,13 1 1 0,36-3 0 0,25-34 1 0,10-11-1 0,1-37 0 0,-13 12 1 0,-23-11-1 0,-11 23 2 0,-2-12-1 0,-12 24 0 0,1 12-1 0,-1 25 1 0,-11 9-1 0,0 14 1 0,13 12-1 0,10-24 0 0,2-13 1 0,-1-11 0 0,23-24 0 0,-11-11-1 0,0-25 1 0,-1 12-1 0,-11-11 0 0,-12 23 0 0,1 24 1 0,-13 0-2 0,11 11 1 0,1 26-1 0,-1-3 1 0,25-9 1 0,0 0-1 0,12-14 0 0,-2-11 1 0,-10-36-1 0,-11 11 1 0,-1-21-1 0,-12 10 1 0,-12 0-1 0,0 12 1 0,-25 24-1 0,2 0-1 0,-1 37 0 0,24-14 2 0,47-12-1 0,49-22 0 0,35 11 0 0,-24 48-1 0,-47 11 1 0,-60-11 2 0,-60-37 3 0,-11-11-4 0,23-11-17 0,36 11-53 0</inkml:trace>
  <inkml:trace contextRef="#ctx0" brushRef="#br0" timeOffset="3">15112 4786 33 0,'0'-23'3'0,"23"23"-2"0,61 10 8 0,11 3 5 0,35-1-3 0,38-12-7 0,11-25-1 0,-72 4-1 0,-83-4 1 0,-84-11-1 0,-23 24-1 0,47 1 0 0,72 45-1 0,47 37 0 0,12-21 1 0,-71-3 0 0,-83-12-1 0,-25 13-26 0,60-23-31 0</inkml:trace>
  <inkml:trace contextRef="#ctx0" brushRef="#br0" timeOffset="4">16588 4608 33 0,'0'-61'19'0,"36"38"-18"0,0 12 3 0,-36 34 5 0,-48 49-5 0,0 22-2 0,37-10-2 0,11-24 1 0,48-36 0 0,11-24 1 0,12-36-2 0,14-35 0 0,-15 47-1 0,-22 0 1 0,-36 24 2 0,-12 37 0 0,12 9-1 0,10-10 0 0,27-13 0 0,-1-23 0 0,-13-34 1 0,-23-16-2 0,-24-8 0 0,0 22 0 0,-23 12-1 0,-14 37 0 0,-9 21 1 0,34 27-1 0,36-14 1 0,47-11-1 0,24-25 1 0,13-34-1 0,-1-48 0 0,-13-37 2 0,-33-23-1 0,-26-1 0 0,-23 50 0 0,0 46-1 0,0 24 0 0,-11 48 2 0,-1 83 1 0,-1 24-1 0,38-12-1 0,-1-59 1 0,-1-37-2 0,-23-10-35 0,0-25-8 0</inkml:trace>
  <inkml:trace contextRef="#ctx0" brushRef="#br0" timeOffset="5">17672 4597 43 0,'-12'-50'11'0,"36"39"-6"0,-36 11 7 0,-48 36-4 0,24 23-5 0,61 12-3 0,22 0 1 0,-23-21 0 0,-48-27 1 0,-23-12-12 0,35-11-51 0</inkml:trace>
  <inkml:trace contextRef="#ctx0" brushRef="#br0" timeOffset="6">17839 4702 46 0,'-72'0'-20'0,"60"13"-2"0</inkml:trace>
</inkml:ink>
</file>

<file path=ppt/ink/ink13.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5-09T04:20:51.146"/>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8324 5941 2 0,'-12'-12'17'0,"0"24"-4"0,-12 13 0 0,-12 9-4 0,0 14-2 0,-11 0-4 0,-13 11-1 0,24-11-2 0,13-36-34 0,23-12 3 0</inkml:trace>
  <inkml:trace contextRef="#ctx0" brushRef="#br0" timeOffset="1">8038 5989 12 0,'0'0'0'0,"0"-36"21"0,12 49-9 0,24 46 1 0,24 24-10 0,11 1-4 0,-23-25-54 0</inkml:trace>
  <inkml:trace contextRef="#ctx0" brushRef="#br0" timeOffset="2">23543 14277 255 0,'0'0'0'0,"-72"-13"0"0,-250-24 0 0,-189 3 0 0,-299 45 0 0,-273 25 0 0,-167 59 0 0,545-35 0 0</inkml:trace>
</inkml:ink>
</file>

<file path=ppt/ink/ink14.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5-09T04:20:51.198"/>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7002 7549 6 0,'-23'-36'14'0,"34"24"-6"0,25 1 7 0,-24-2-3 0,12 37-3 0,0 24-3 0,0-2 0 0,-14 4 1 0,15 8-2 0,-14-22-3 0,25-12 0 0,1-24 2 0,-3-36-2 0,51-12-2 0,11-23 1 0,46-13-1 0,13 0 2 0,-37 38-2 0,-34 21 3 0,-36 14-1 0,-48-1 0 0,0 1-3 0,0 22-87 0</inkml:trace>
</inkml:ink>
</file>

<file path=ppt/ink/ink15.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5-09T04:20:51.379"/>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6669 11013 7 0,'0'-12'10'0,"0"-11"8"0,0 23-4 0,12 83 5 0,-12 48-9 0,-12-12-5 0,24-48-2 0,0-35-2 0,12-24-36 0,-24-12-12 0</inkml:trace>
  <inkml:trace contextRef="#ctx0" brushRef="#br0" timeOffset="1">6693 10990 34 0,'0'-12'2'0,"46"-13"0"0,15 25 11 0,-14 48-1 0,24 25-4 0,-35 32-1 0,-23 3-1 0,-37-24-2 0,12-73-4 0,-72 49 4 0,12-24-1 0,36-36-2 0,14-23-21 0,22-2-46 0</inkml:trace>
  <inkml:trace contextRef="#ctx0" brushRef="#br0" timeOffset="2">7205 11061 15 0,'0'0'0'0,"24"-48"23"0,-12 36-3 0,-12 12-3 0,11 48-6 0,0 11-4 0,2 12-2 0,-26 0-1 0,-21 2-1 0,10-14-1 0,48-36 0 0,46-23 4 0,38-23-2 0,-12 0-3 0,-49-2 0 0,-23 14 2 0,-24 11-19 0,-12 11-49 0,0 2 24 0</inkml:trace>
  <inkml:trace contextRef="#ctx0" brushRef="#br0" timeOffset="3">6586 11811 35 0,'-36'0'16'0,"-48"12"-14"0,73 1 10 0,118-50-6 0,95-22 1 0,72-13-1 0,-13 14-3 0,-46 21-2 0,-60 13 1 0,-83 1 0 0,-133 46-44 0,3 1-6 0</inkml:trace>
  <inkml:trace contextRef="#ctx0" brushRef="#br0" timeOffset="4">6609 11918 34 0,'-11'0'3'0,"-37"23"-2"0,37-23 7 0,93-47-1 0,121-24 2 0,93-24 0 0,3 23-7 0,58 1 6 0,-321 59-5 0,-36 12-1 0,-36 0-11 0,1 12-66 0</inkml:trace>
</inkml:ink>
</file>

<file path=ppt/ink/ink16.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5-09T04:20:51.499"/>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7657 4727 14 0,'-13'0'2'0,"-33"-25"13"0,34 25-6 0,0-11-3 0,12-12 5 0,0 10 0 0,24 13-6 0,-12 0-1 0,12 0-1 0,11 13 0 0,-11 10-1 0,-1 25 0 0,-10 11 0 0,-13 0 0 0,23-34-1 0,-10-25 2 0,22-12-1 0,13-24-1 0,35-35 0 0,36-24 0 0,35-37-1 0,2 1 1 0,-25 47 0 0,-48 37-2 0,-47 23 3 0,0 1-1 0,-12 12 1 0,11 11-2 0,13 34-85 0</inkml:trace>
  <inkml:trace contextRef="#ctx0" brushRef="#br0" timeOffset="1">7062 7537 3 0,'0'0'0'0,"0"0"14"0,0 0 0 0,0 0 7 0,12 0-13 0,-12 24 2 0,12-24-5 0,-12 11-2 0,0-34 4 0,0-25-5 0,-24-23-1 0,12-13 0 0,0 25 1 0,0 11-2 0,12-11 1 0,12 22-1 0,-12 26 0 0,12-1 0 0,12 35 0 0,1 14 0 0,-4 47 3 0,15-13-2 0,0-12 1 0,-11-23 0 0,-13-26 1 0,0-10 0 0,-24-10 1 0,-12-14-5 0,-25 24 2 0,13 0-1 0,-22 0 2 0,-14 13-2 0,-23 8 1 0,11 4-1 0,61-13 1 0,46-12-2 0,37-37 2 0,23-9-2 0,-11-2 2 0,1 12-2 0,-27 1 2 0,-10 11-2 0,-12 0 2 0,-12 11-1 0,-12 13 1 0,0 0-2 0,-12 13 1 0,-1 24 0 0,-10 34-1 0,-36 13 3 0,-1-2-3 0,24-22 1 0,24-26 3 0,12-21-2 0,24-13 0 0,-12-13-46 0,0 13-7 0</inkml:trace>
</inkml:ink>
</file>

<file path=ppt/ink/ink17.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5-09T04:20:51.774"/>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20101 6739 16 0,'0'0'10'0,"0"0"9"0,0 0 1 0,-23 0-9 0,0 12-3 0,-2-12 1 0,25 0-5 0,-12 11 1 0,12-11-3 0,0 13 3 0,12-26 1 0,36 2-5 0,-1 11 0 0,25-12 0 0,11 12-2 0,24 0 2 0,36 0-3 0,-1 12 1 0,1-1 3 0,2 2-4 0,-3-13 3 0,0 0-2 0,25 0 1 0,-1 0 0 0,2 12 1 0,-2-24-1 0,-23-1 0 0,24 2-1 0,-24 22 0 0,-25 2 0 0,-22-13 1 0,-1 0 0 0,13 12 0 0,11-12-2 0,0 0 1 0,-25 0 0 0,-45 0 1 0,-49 0 1 0,12 0-1 0,-1 0 0 0,1 0 0 0,-12-12 1 0,0 12-1 0,0 0 1 0,0-13-1 0,12 13 1 0,-12 0-17 0,12 25-63 0</inkml:trace>
  <inkml:trace contextRef="#ctx0" brushRef="#br0" timeOffset="1">6300 7572 16 0,'0'0'17'0,"-13"-11"-2"0,2 11 0 0,11-12-7 0,11 12-6 0,14 0 0 0,10 0 2 0,25-12 1 0,11 12-1 0,24 0-3 0,37 12-1 0,-1-12 0 0,47 0 3 0,0 12 0 0,1-12-2 0,24 0 0 0,23 0-1 0,-11-12 0 0,23 0 0 0,-12-1 2 0,12 2 0 0,0-1-1 0,25 1 0 0,9-2-1 0,16 1 0 0,-27-13-1 0,1 4 2 0,-12 8-1 0,-12 1-2 0,1 12 2 0,-13-12 1 0,-24-1-1 0,-11 2-2 0,-50-12 3 0,-20 23-1 0,-50 0 1 0,-48-13 1 0,2 13-1 0,-25 0-12 0,0 0-58 0</inkml:trace>
  <inkml:trace contextRef="#ctx0" brushRef="#br0" timeOffset="2">1501 9931 63 0,'-36'-25'4'0,"36"25"-1"0,12 48 13 0,0 47 1 0,-12 36-6 0,0-36-5 0,0-24 1 0,0-23-3 0,0 0-1 0,-12-36 1 0,0-24 3 0,12-36-5 0,-12-11-1 0,12-25 0 0,0 13-1 0,12-2 1 0,12 2-1 0,-12 24 1 0,0 35 0 0,1 12-2 0,33 36 0 0,1 37 0 0,24 21 1 0,1 1-1 0,0-12 1 0,-12-47 0 0,-24-24 1 0,-1-12 1 0,-11-71 1 0,0-48-2 0,-24 0 0 0,0 11 0 0,0 37 0 0,-12 34 0 0,12 3 0 0,0 22 0 0,0 12-2 0,24 12-4 0,0 35-75 0,-24-47 28 0</inkml:trace>
  <inkml:trace contextRef="#ctx0" brushRef="#br0" timeOffset="3">3728 10204 30 0,'0'-36'4'0,"12"0"-4"0,-1-23 13 0,-11 22 5 0,0 14 0 0,0 12-4 0,0 58-2 0,-11 84-4 0,11 1-4 0,0-38 1 0,0-33-1 0,0-27-2 0,0-10 1 0,0-24 1 0,0-37-3 0,0-9 1 0,-12-13 0 0,-1-12-2 0,2-13 1 0,11 0-1 0,0 26 0 0,11 21 1 0,2 24-1 0,10 13-1 0,1 25 1 0,24 58-3 0,10 35 2 0,27-10 1 0,-27-36 3 0,3-36-3 0,-37-26 1 0,11-20-1 0,-11-51-2 0,-12-33 1 0,-12-25 2 0,-12 1 0 0,12 34-1 0,12 24 1 0,-12 24 1 0,12 24-1 0,-12 12-2 0,-12 24-1 0,12 0-40 0,0-12-33 0</inkml:trace>
  <inkml:trace contextRef="#ctx0" brushRef="#br0" timeOffset="4">6264 9799 30 0,'0'-23'15'0,"0"-14"1"0,-13 14-2 0,2-1-4 0,-1 24-4 0,-1 0 1 0,-21 24 1 0,-2 23-2 0,-12 13-2 0,13 23 0 0,11 24-1 0,24 0 0 0,36-11 0 0,35-25-1 0,-11-23 0 0,22-25 0 0,-11-11-1 0,-10-36 1 0,10-10-2 0,-11-39 1 0,-12 2-1 0,-37 0 1 0,-11-13 0 0,0 13 0 0,-23-1-1 0,-1 1 1 0,-12 35-1 0,0-1 0 0,-11 27 2 0,11-1-2 0,-24 22-1 0,0-1 2 0,13 15-1 0,0-13 0 0,11 24 2 0,12 0-3 0,0-1-10 0,12 13-48 0,12-24-6 0</inkml:trace>
  <inkml:trace contextRef="#ctx0" brushRef="#br0" timeOffset="5">8562 10097 53 0,'0'-11'3'0,"-13"-2"-2"0,13 26 1 0,0 58 14 0,-10 47-1 0,20-23-4 0,3-35-3 0,-13-23-4 0,0-16-1 0,0-21 3 0,-13-10-2 0,13-38-3 0,0 1 0 0,-10-13 0 0,10-12-1 0,0 1 1 0,10 11-1 0,15 13 0 0,-25 23 0 0,11 11 0 0,-11 13-1 0,13 0 0 0,10 25 1 0,13 11 0 0,-1 11 1 0,14 25-1 0,10 11 0 0,-23-24 0 0,0-11-1 0,1-12 2 0,-14-36 0 0,-12 12 1 0,12-24 0 0,-10-24-1 0,-1 0 0 0,-12-35 0 0,0-48 0 0,0 36 0 0,0 11-1 0,0 12 0 0,0 13 3 0,0 35 0 0,0 12-1 0,0 0-2 0,0 0 0 0,0 12 0 0,0-12 0 0,12 13-33 0,-12 10-72 0</inkml:trace>
  <inkml:trace contextRef="#ctx0" brushRef="#br0" timeOffset="6">11051 10312 15 0,'0'0'10'0,"0"-13"-6"0,0 1 9 0,24-24-1 0,-24 24-8 0,12 12-1 0,-12 0 13 0,0 48-1 0,0 35-8 0,0 1-4 0,0-25-1 0,0 0 1 0,0-22-1 0,0-26 1 0,0-11 3 0,-12-11-3 0,-1-37-3 0,-10-12 1 0,12 13 1 0,11-13-2 0,0-11 1 0,11-13-1 0,1 25 0 0,-1 23 0 0,-11 24-1 0,13 12 0 0,-1 12 0 0,24 60 2 0,-1 24-1 0,13-14 1 0,0-9 0 0,-13-39 1 0,12-22 0 0,-10-24 1 0,-14-22 0 0,-12-39 0 0,-11-34-2 0,-11 0-1 0,11 47 1 0,0 13 0 0,0 23-1 0,0 11 0 0,0 13-1 0,0 0-5 0,24 25-108 0</inkml:trace>
  <inkml:trace contextRef="#ctx0" brushRef="#br0" timeOffset="7">13314 9705 28 0,'0'-13'4'0,"-12"26"-3"0,12-13 14 0,0 0-6 0,-13 0-2 0,26 0-3 0,-13 0-2 0,0 0 0 0,0 0 5 0,0 0-5 0,0 0 0 0,-13 0 0 0,13 0 0 0,0 0-1 0,-11 0 1 0,11 0-1 0,-12 0-1 0,12 0 1 0,0 0-1 0,0 0 1 0,0 0 0 0,0 0 9 0,0-13-10 0,0 13 0 0,0 13 0 0,-13-13 0 0,13 0 0 0,0 0 1 0,0 0-1 0,0 0 0 0,0 0 0 0,0 0 1 0,0 0-2 0,0 0 1 0,0 0 0 0,0 11 0 0,0 12-1 0,-11 37 1 0,11-1-1 0,-12 1 1 0,12-1 0 0,0-11 1 0,-13-24-1 0,3-12 2 0,10 0-3 0,-12-12 2 0,12-24 0 0,0 0 1 0,0 1-2 0,0-14 0 0,0-22 0 0,12 0 1 0,-2 11-1 0,3-12 1 0,-1 13 0 0,-12-13-1 0,11 1 0 0,14 11 1 0,-1 12-2 0,-1 1 2 0,1 10-1 0,23 2-1 0,-11 23 1 0,12 12 1 0,-24 36 0 0,-12-1-1 0,0 1 0 0,-24-1 1 0,-24 0 1 0,-23-10-1 0,11-13 1 0,13-1-2 0,-14 1 0 0,26-24 0 0,10 13 1 0,38-26-1 0,-1 1 0 0,23 24 0 0,-11 12-1 0,24 24 1 0,11 11 0 0,1 1 0 0,-37-12 1 0,-24-25 2 0,2 1 3 0,-13-24-2 0,0 12 1 0,12-24-1 0,-12 12-2 0,11-24 0 0,-11-12-3 0,0 12-34 0,-11 13-60 0</inkml:trace>
  <inkml:trace contextRef="#ctx0" brushRef="#br0" timeOffset="8">16755 10228 28 0,'0'-12'18'0,"0"-13"-7"0,0 14 9 0,0 47 5 0,-12 60-16 0,0-14-4 0,0 2 1 0,0-13-3 0,1-11-1 0,11-37-1 0,0-23 5 0,-12-23-2 0,12-37-2 0,0-11-2 0,0-1 2 0,12 1-2 0,-1-13 0 0,1 13 0 0,12 35 2 0,0 24-5 0,-12 24 3 0,36 72-3 0,23 34 3 0,-11-10-1 0,11-37 2 0,-23-47-1 0,-25-12 3 0,1-85-1 0,0-45 0 0,-11 10-1 0,-2 26 1 0,1 9-3 0,-12 15 2 0,0 22-2 0,0 25 2 0,0-2-1 0,11 13-16 0,2 24-81 0,-1-24 67 0</inkml:trace>
  <inkml:trace contextRef="#ctx0" brushRef="#br0" timeOffset="9">19923 10191 13 0,'0'-11'15'0,"-13"11"-13"0,13 0 1 0,0-12 6 0,0 12-2 0,0-11 0 0,-11-2 3 0,11 13-8 0,0 0 0 0,0 0 1 0,0 0 3 0,0 0 12 0,0 0-16 0,-12 0 1 0,12 0 0 0,0 0-1 0,0-12-1 0,-13 12 0 0,13 0 0 0,0 0 0 0,0 0 1 0,0 0-2 0,0 0 1 0,-11 0 0 0,11 0-1 0,0 0 2 0,0 0-2 0,0 0 1 0,0 0-2 0,0 0 1 0,0 0 2 0,-12 0-4 0,12 0 3 0,0 0 0 0,0 0-2 0,0 0 1 0,-11 0 0 0,11 0 1 0,0 12-1 0,-13-12 0 0,2 0 0 0,11 13-1 0,-13 10 2 0,-10 25-1 0,-1 23 0 0,-1 0 1 0,14-11 0 0,11 11 0 0,11-11-1 0,2-12 0 0,23-14 1 0,11-9 0 0,0-13 1 0,2-24-1 0,-2 0 0 0,1-1 0 0,12-21 0 0,-13-3 0 0,1-10 0 0,-36 0 0 0,0-25 1 0,-1 24-1 0,-11 2-1 0,-11-15 1 0,-1 14 0 0,-25 11 1 0,1 0 2 0,-10 24 0 0,10-1-3 0,0 13 0 0,0 25-1 0,-23 0 1 0,11-2-1 0,13 13 0 0,-25 35-19 0,-11 36-66 0,59-95 49 0</inkml:trace>
  <inkml:trace contextRef="#ctx0" brushRef="#br0" timeOffset="10">22709 10204 42 0,'0'0'0'0,"-12"-24"25"0,0 12-20 0,24-12 11 0,-12 0 6 0,0 24-11 0,0 0-9 0,0 60 11 0,-24 72-2 0,-11-14-2 0,11-10-4 0,12-49 0 0,12-24-2 0,0-35 2 0,0-23 0 0,12-61-3 0,12 1-1 0,-12 11 0 0,-1-11-1 0,1 12 0 0,12 23 0 0,0 12 1 0,0 24-1 0,-1 24-4 0,-10 60 2 0,33 23 2 0,15-24 0 0,-2-11-1 0,13-36 1 0,-25-11 0 0,-11-26-1 0,-12-47 3 0,-12-35 0 0,-1-13 0 0,2 49-2 0,-13 34 1 0,-13 4-2 0,2 21 2 0,11 0-11 0,24-13-123 0</inkml:trace>
  <inkml:trace contextRef="#ctx0" brushRef="#br0" timeOffset="11">10919 9787 15 0,'0'0'0'0,"-58"0"12"0,34-11-2 0,12 11 3 0,0 0 1 0,12 0-6 0,0 0 0 0,24 11 2 0,35-11-1 0,60-11-5 0,24-2-2 0,-1 1-1 0,-22 0 1 0,-13 12 0 0,-35-13 4 0,-24 3 2 0,-13-14-1 0,-23 12-3 0,0 0-3 0,-12 12-2 0,24-24-57 0,-24 24-10 0</inkml:trace>
  <inkml:trace contextRef="#ctx0" brushRef="#br0" timeOffset="12">11277 9108 21 0,'0'-23'21'0,"12"-25"-1"0,-24 12 5 0,1 24-1 0,-12 0-13 0,-2 24-6 0,-11 47 4 0,0 12 2 0,1 2-2 0,11 9-7 0,24-11 1 0,24 13 0 0,11-24 0 0,25-12-1 0,-12-24 1 0,11-12 2 0,-11-35-2 0,-2-38 2 0,3-10-5 0,-26 23 0 0,2-11 2 0,-25-1 0 0,0 12-1 0,0 14 0 0,0-3 0 0,0 13 0 0,-25-11 1 0,-11 10 0 0,-22 2 0 0,9 12-2 0,-33 22 3 0,34 12-3 0,12 25-1 0,12 12 1 0,-11 24-53 0,22-50-51 0</inkml:trace>
  <inkml:trace contextRef="#ctx0" brushRef="#br0" timeOffset="13">12635 8453 5 0,'-12'0'4'0,"-12"-12"1"0,12 1 5 0,0 11 0 0,0-12-2 0,12 12-2 0,12-11-4 0,48-2 0 0,34-11 0 0,13-12 0 0,-22 13-1 0,-38 11-1 0,-23 12 1 0,1-13-1 0,-25 13 2 0,11 0-2 0,-11 0 0 0,12 0 1 0,-12 13-1 0,11-13 0 0,-11 0 1 0,0 0 0 0,-11 0-1 0,-1 0 0 0,1 0 1 0,34 0-39 0,-12 0 15 0</inkml:trace>
  <inkml:trace contextRef="#ctx0" brushRef="#br0" timeOffset="14">13099 8239 29 0,'-35'0'8'0,"11"24"-4"0,12 36-2 0,-24-1 2 0,12 12 1 0,0 1-1 0,1-1-2 0,-1 0 0 0,-12-23-1 0,0-12 0 0,25-12 0 0,-1-11 0 0,0-2 0 0,12 1 1 0,24-12 2 0,11 0 1 0,24-23-2 0,13 10-2 0,-12 1 0 0,-13 0-1 0,-35-1 0 0,-1 13-12 0,-11 0-47 0</inkml:trace>
  <inkml:trace contextRef="#ctx0" brushRef="#br0" timeOffset="15">12693 8704 22 0,'-10'-12'9'0,"33"-13"8"0,61-34 3 0,-13 34-19 0,36 4-1 0,-24 8-24 0,-70 13-9 0</inkml:trace>
  <inkml:trace contextRef="#ctx0" brushRef="#br0" timeOffset="16">13183 8596 41 0,'-12'0'4'0,"12"0"0"0,24-23 4 0,11-1-2 0,13-13-3 0,-12 3-1 0,-25 9-1 0,-22 13 0 0,-25 12 1 0,0 24 1 0,1 0-1 0,11 12-2 0,24 12 1 0,12-1 0 0,23-11 2 0,-12-25 0 0,38 2-1 0,-13-49-2 0,22 0-66 0</inkml:trace>
  <inkml:trace contextRef="#ctx0" brushRef="#br0" timeOffset="17">13457 8465 14 0,'-12'-12'0'0,"-1"-11"3"0,38 0 1 0,-2 10 0 0,13 13-1 0,12 36-1 0,-14 12 1 0,2-1-2 0,0-10 1 0,-23-16-1 0,-13-8 1 0,-36-1 1 0,-13-12-2 0,28-12 0 0,8-11 0 0,13-13 0 0,24-12-1 0,35 0 0 0,1 25 0 0,-13-1 0 0,-11 12 0 0,0-13 1 0,-24 25-1 0,-1 13-1 0,-11 24 1 0,0 21 0 0,12-11 1 0,24-22-2 0,23-25 2 0,0-25 0 0,-34-34 0 0,-25-12 1 0,-118-12 5 0,81 83-8 0,25 24-13 0,36-13-24 0</inkml:trace>
  <inkml:trace contextRef="#ctx0" brushRef="#br0" timeOffset="18">14314 8311 73 0,'-24'-25'6'0,"24"2"0"0,95-13-3 0,-11 24-1 0,-25-1-2 0,-35 13 1 0,-24 13-11 0,0-13-3 0,-13 12-31 0</inkml:trace>
  <inkml:trace contextRef="#ctx0" brushRef="#br0" timeOffset="19">15027 8013 54 0,'-34'-60'6'0,"34"37"-7"0,24 23 2 0,11 23 8 0,-11 73-2 0,24 23-4 0,-13-48 0 0,-11-47 2 0,-24-35 11 0,-11-49-12 0,-13-35-2 0,35 11 0 0,13 47-2 0,-1 14-1 0,2 35 1 0,22 36-1 0,1 36-1 0,-12-37 1 0,-24-23 2 0,-12-36 2 0,0-60 0 0,13-23-1 0,10 48-2 0,0 10 0 0,13 37-2 0,-12 37 1 0,12 22 1 0,11-23 0 0,-11-13 1 0,11-23-1 0,24-23 0 0,1-25 0 0,-24 1 1 0,-24-1 0 0,-24 0 0 0,-24 2 0 0,-12 33-3 0,13 47 2 0,11 27-1 0,12 10 1 0,35-23-1 0,49-23 1 0,11-25-20 0,-13-37-55 0</inkml:trace>
  <inkml:trace contextRef="#ctx0" brushRef="#br0" timeOffset="20">16326 7787 8 0,'-11'-12'22'0,"-1"-24"-4"0,12 13-8 0,-24 10 0 0,1 1-6 0,-14 37-2 0,1 9 0 0,0 16 0 0,13-4 0 0,23 2-1 0,-13-12 0 0,38-24 0 0,-14-12 3 0,25-37-2 0,-12 3-1 0,-12 9 0 0,0 0 0 0,0 25-1 0,1 0 0 0,-2 0 0 0,1 13 0 0,12-1 0 0,-1 0 0 0,0 1 0 0,14-13 1 0,-13-13 0 0,0-24-1 0,11 16 0 0,-23 21 0 0,-1 11 1 0,-11 12 0 0,0-11 2 0,0-12 0 0,-11-35-1 0,22-13-2 0,25 24 0 0,0 12 0 0,-12 12 0 0,12 12 0 0,0-1 0 0,-12 14 0 0,-12-13 0 0,11-12 0 0,13-12 0 0,12-13 1 0,-1-9-1 0,-24-3 0 0,2 14 0 0,-25-1 0 0,0 12 0 0,0 24 0 0,0 1-1 0,11 21 2 0,2 3-2 0,11-26 2 0,10-22-1 0,2-26 1 0,0 26-1 0,-23 11 0 0,-13 11 0 0,0 1 1 0,12-47 1 0,23 11-2 0,-11 0-1 0,1 36 0 0,22 13 2 0,-1-14-2 0,3-11-79 0</inkml:trace>
  <inkml:trace contextRef="#ctx0" brushRef="#br0" timeOffset="21">17088 7310 86 0,'0'0'0'0,"-59"12"-3"0,82 1-66 0</inkml:trace>
  <inkml:trace contextRef="#ctx0" brushRef="#br0" timeOffset="22">17589 7537 14 0,'0'-24'24'0,"-13"1"0"0,2-2-18 0,-1 0-4 0,-1 15-2 0,2-1 1 0,-12 11 2 0,-14 0-1 0,14 0-1 0,-1 11-1 0,12 12 1 0,-1-23 0 0,13 0 0 0,0 0 0 0,0 24-1 0,0 12 0 0,-11 12 0 0,11-1 1 0,11-23 0 0,25 0 0 0,0-24 1 0,-23-24 1 0,-2-24-1 0,2 1-2 0,-2 34 1 0,25 2-1 0,0-1 0 0,-13 35 0 0,-11 48 0 0,-12 37 0 0,0 35 0 0,12-47 1 0,-12-62 5 0,-24-21 9 0,-35-60-10 0,12-49-3 0,47-23-2 0,47 48-1 0,48-13 0 0,12-23-2 0,-59-36-2 0,-37 1 4 0,-34 71 2 0,10 46 0 0,2 0-2 0,35 38 1 0,-1 83-1 0,-10 82-1 0,11 48 0 0,10-71 2 0,27-71 1 0,-25-61 3 0,-36-82 0 0,-36-60-3 0,-35 0-2 0,-1 72 1 0,47 10 1 0,61-10-2 0,25-1 1 0,10 12 0 0,-24 12 0 0,-23 13-1 0,-12-1 2 0,-12 12-1 0,12 12 0 0,0 23-1 0,1 1 1 0,-2-36-1 0,25-23 3 0,-13-2-2 0,-11 13 0 0,0 24-1 0,12 13 2 0,12-25-2 0,10-37 4 0,-10-47-3 0,-11-10 2 0,-14 23-3 0,2 35 2 0,-1 36-3 0,-12 36 2 0,0 47 0 0,0 12 0 0,0 24-16 0,11-59-61 0</inkml:trace>
  <inkml:trace contextRef="#ctx0" brushRef="#br0" timeOffset="23">18589 7239 76 0,'-24'-25'10'0,"-12"14"-6"0,36 22-57 0</inkml:trace>
  <inkml:trace contextRef="#ctx0" brushRef="#br0" timeOffset="24">10849 10299 8 0,'0'0'6'0,"12"-12"14"0,95-84 26 0,12 37-36 0,0 0-3 0,-12 11 1 0,-24 25 0 0,-59 10-3 0,-12 13-2 0,-12 0 3 0,-47 13-4 0,-13 21 0 0,-22 27-1 0,-27 10-1 0,3 12 0 0,-14-11 1 0,49-12-1 0,23-37 1 0,35 1-1 0,38-24 2 0,57-36 0 0,63-35-1 0,-3-13 0 0,-23 36 0 0,-35 14-1 0,-61 21 1 0,-23 13 1 0,-35 24-1 0,-49 36 0 0,-11 24 0 0,-12-2-1 0,12-34 1 0,34-2-1 0,50-33 1 0,11-1-1 0,72-37 0 0,35-21 0 0,24-26 1 0,-24 25-2 0,0-1 1 0,-71 35-3 0,-25 26 4 0,-58 35 1 0,-36 12-1 0,-23 11-1 0,-3 0 0 0,50 1-1 0,23-49 2 0,72-11-2 0,12-35 1 0,35-14 1 0,11-22-2 0,2 24 1 0,-24 11-1 0,-48 12 0 0,-12 12 1 0,-24 0 0 0,12 0-16 0,23 12-90 0</inkml:trace>
</inkml:ink>
</file>

<file path=ppt/ink/ink18.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5-09T04:20:53.218"/>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12099 4620 26 0,'-36'-23'21'0,"1"-2"5"0,23 0-3 0,12-21-5 0,0 34-7 0,12 12-9 0,-1 83 2 0,13 36 0 0,12 24 1 0,-12-12 0 0,-12-47 2 0,1-13-1 0,-13-37-2 0,11-21-5 0,1-13-40 0,-1 0-60 0</inkml:trace>
  <inkml:trace contextRef="#ctx0" brushRef="#br0" timeOffset="1">12278 4857 91 0,'0'-23'26'0,"0"35"-20"0,0-12 8 0,0 0-6 0,0 11-18 0,0 2-95 0</inkml:trace>
  <inkml:trace contextRef="#ctx0" brushRef="#br0" timeOffset="2">5538 6678 23 0,'-49'-46'24'0,"38"10"0"0,-1 24 5 0,12 12-17 0,12 48 3 0,12 35-5 0,12 1-3 0,-1-13-2 0,1-12-4 0,-12-23 0 0,-12-24 1 0,-12-12 4 0,-12-36-2 0,-12-11-2 0,12-1-2 0,-12-23 1 0,1-13 1 0,-2-23-4 0,14 25 2 0,22 21 1 0,2 26 1 0,-1 23-2 0,11 24-1 0,25 34 1 0,12 15-1 0,-14-14 1 0,3-11 1 0,-13-25-1 0,-14 2 0 0,3-26 1 0,-14-10-1 0,14-25 1 0,-14-11 0 0,-11-24-1 0,13 11 0 0,-1 13 3 0,-1 47-3 0,13 0-2 0,0 49 1 0,12 34 1 0,0-12 0 0,-24-24 2 0,-12-24-3 0,11 14-1 0,13 0-43 0,-12-14-56 0</inkml:trace>
  <inkml:trace contextRef="#ctx0" brushRef="#br0" timeOffset="3">6539 6429 45 0,'-25'-11'26'0,"13"11"-16"0,12 47 15 0,0 36-8 0,-12 1-6 0,-12-25-2 0,13-35-4 0,-1-11-4 0,12-2-45 0,0-11-36 0</inkml:trace>
  <inkml:trace contextRef="#ctx0" brushRef="#br0" timeOffset="4">6645 5941 8 0,'-24'-12'13'0,"1"-22"16"0,23 9-2 0,0 13-3 0,11 49-13 0,1 34-5 0,12-24-3 0,0-12 0 0,0-23 0 0,-12-1-2 0,-12 2 3 0,0-13-1 0,-12-13 0 0,0-33-2 0,-12-26 0 0,12 1-1 0,12 11 2 0,12 24-1 0,12 24-3 0,0 24 1 0,10 36 2 0,-9 0-2 0,11-14 4 0,-25-21-3 0,-11-13 3 0,0-23-2 0,0-38 0 0,25-10 0 0,-1-13 0 0,11 50-1 0,1-3 0 0,-13 50-2 0,25 45 2 0,-24 15-1 0,0-38 2 0,-12 1-1 0,-12-25 1 0,0 14-3 0,12 0-55 0,13-25-17 0</inkml:trace>
  <inkml:trace contextRef="#ctx0" brushRef="#br0" timeOffset="5">7537 5715 3 0,'0'0'10'0,"-23"-48"13"0,0 13 2 0,-13-1-9 0,0 12-7 0,12 12-4 0,0 12-2 0,1 12 1 0,-1 1 2 0,12 21-4 0,12 26 0 0,-13 1-1 0,13-15 0 0,0 2 1 0,13-24 0 0,-1-24 1 0,12-47-1 0,-1-1-2 0,1-12 1 0,0 24-1 0,-12 13 2 0,-12 23 2 0,0 0-3 0,13 12-1 0,10 22 1 0,13-9 0 0,-2-25-1 0,3 0 2 0,11-25-1 0,-13-21 1 0,-12-26-1 0,-10-11 0 0,-1-13 0 0,-12 12 0 0,-25 26-1 0,2 22 1 0,10 12-1 0,3 12 0 0,10 12-1 0,-12 48 0 0,0 23 1 0,12 24-1 0,24-24 1 0,11-10 0 0,25-14-1 0,-13-23 2 0,13-12-1 0,-12-24 0 0,11-12 0 0,2-23 0 0,-15 23 1 0,-10-13-1 0,-12 3 0 0,-24-3 0 0,-13 3 1 0,-10 9-1 0,-1 13 1 0,-1 12-2 0,4 12 1 0,-4 24-1 0,1 11 1 0,12 0 0 0,24 3 0 0,12-4-1 0,12-21 1 0,10-14 0 0,3-35 0 0,-13-13 1 0,-25 27-1 0,0-1 1 0,-11-2-1 0,0 13-15 0,0 24-98 0</inkml:trace>
  <inkml:trace contextRef="#ctx0" brushRef="#br0" timeOffset="6">8598 5514 30 0,'0'11'13'0,"0"36"16"0,0-11-1 0,-24 12-11 0,-23 11-5 0,-13 12-3 0,12-12-4 0,12-34-1 0,36-13-1 0,-11-12-4 0,22 0-61 0,2 0-13 0</inkml:trace>
  <inkml:trace contextRef="#ctx0" brushRef="#br0" timeOffset="7">8979 5060 18 0,'-13'-36'39'0,"13"1"-8"0,0-1-10 0,0 24-11 0,0 24-1 0,13 47-2 0,-1 12-7 0,-12 13 1 0,12 0 1 0,0-26-1 0,-12-8 1 0,12-39 0 0,-12-22 2 0,-12-50-2 0,-12-22 2 0,-24 1-2 0,25 9-1 0,23 14 0 0,0 11-4 0,0 23 3 0,0 75 0 0,0 21 2 0,12 13-3 0,11-13 1 0,1-37-1 0,-24-9 0 0,0-25 3 0,0-12 2 0,-13-12-4 0,13 12-2 0,0 12-79 0,0 0 30 0</inkml:trace>
  <inkml:trace contextRef="#ctx0" brushRef="#br0" timeOffset="8">16803 6287 1 0,'0'-11'6'0,"34"-26"31"0,2 49-7 0,37 59-13 0,33 25-7 0,-10-1-6 0,-13-24-2 0,-11-11 3 0,-14-13-30 0,-33-35-42 0</inkml:trace>
  <inkml:trace contextRef="#ctx0" brushRef="#br0" timeOffset="9">17303 6226 29 0,'-49'-11'0'0,"26"72"5"0,-13 57 30 0,-35 36-11 0,-12-45-7 0,0-38-11 0,23-12-3 0,48-24-12 0,12-24-80 0</inkml:trace>
  <inkml:trace contextRef="#ctx0" brushRef="#br0" timeOffset="10">17433 6276 18 0,'0'0'2'0,"0"-13"12"0,25 72 33 0,-25 37-21 0,-12 34-14 0,12-34-5 0,12-37-3 0,23-23-45 0,-22-36-14 0</inkml:trace>
  <inkml:trace contextRef="#ctx0" brushRef="#br0" timeOffset="11">17684 6297 55 0,'-24'-34'7'0,"0"10"2"0,109-12-4 0,-3 25 7 0,-10 34 2 0,-26 25-3 0,-33 23-5 0,-13 13-1 0,-36 0-1 0,-35-2-1 0,11-22 1 0,48-26-3 0,24-21 1 0,84-13 1 0,23-23-2 0,-12 12-2 0,-48-2 1 0,-59 13 2 0,0-12-1 0,-12 24-30 0,12 1-55 0</inkml:trace>
</inkml:ink>
</file>

<file path=ppt/ink/ink19.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5-09T04:20:53.545"/>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7848 11966 8 0,'-12'-12'13'0,"12"-1"0"0,0 13-3 0,12-11 1 0,-12 11 9 0,11 0-5 0,-11-12-8 0,13 12-4 0,-13 12 1 0,12-1-2 0,-1 2 2 0,1 24 1 0,0-16-2 0,0 4 0 0,0 0-1 0,-12-2 0 0,12 1-1 0,0-12 1 0,12 0-1 0,-24-12 0 0,13 0 1 0,8 0-1 0,15-37 0 0,13 3 0 0,9-26-1 0,14-1 1 0,-12 2 0 0,-11 13 3 0,-15 21 0 0,-21 13 1 0,10-12-4 0,-23 24 0 0,12-12-2 0,12 12-40 0,0-11-45 0</inkml:trace>
</inkml:ink>
</file>

<file path=ppt/ink/ink20.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5-09T04:20:57.745"/>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1406 6121 45 0,'-25'-37'14'0,"14"24"-7"0,22-10 3 0,-11 23 4 0,0 0-4 0,13 23-3 0,22 14-3 0,1 10 0 0,0-23 1 0,-24 0 0 0,1-1-1 0,8-23 3 0,15 0-5 0,25-23 3 0,21-59-2 0,74-26 1 0,-13 24-3 0,-25 13 3 0,-22 11-5 0,-36 25 3 0,-25-1 2 0,-23 12 1 0,-12 24-3 0,0 0-2 0,12 37-122 0</inkml:trace>
  <inkml:trace contextRef="#ctx0" brushRef="#br0" timeOffset="1">1477 7049 21 0,'0'0'0'0,"0"-61"20"0,12 14 2 0,0 12 0 0,-24 35-6 0,12 0-5 0,0 23-4 0,12 25 0 0,13 0-1 0,9 11 0 0,-11-34-2 0,2-2-1 0,-1-12 0 0,23-22 1 0,25-49-2 0,11-11 1 0,24-13-1 0,-23 13-2 0,-13 0 1 0,-11 24-2 0,-13-3 5 0,-11 16-5 0,0 10 2 0,0 11-2 0,-13 2-8 0,1 11-27 0,-12 11-60 0</inkml:trace>
  <inkml:trace contextRef="#ctx0" brushRef="#br0" timeOffset="2">1227 7084 31 0,'-36'-12'9'0,"24"12"3"0,12-13 15 0,12 13-10 0,12 13-7 0,12 24-5 0,0 10-2 0,-1 0 0 0,-12-11 1 0,-10-11 0 0,10-14 0 0,13-35-1 0,36-36-2 0,22-22 1 0,26-2 0 0,-25-12-1 0,-22 25 0 0,-3 23 0 0,-34 13 0 0,0 11-1 0,-36 1 2 0,0 23-1 0,-12 11-10 0,0 12-91 0</inkml:trace>
  <inkml:trace contextRef="#ctx0" brushRef="#br0" timeOffset="3">10193 9454 51 0,'-11'-36'6'0,"22"36"19"0,-11 24-8 0,13 11-6 0,10-12-5 0,13-10-2 0,-12 11-1 0,-12-24 1 0,12 0-1 0,0-24 0 0,-1-12-1 0,25-23-1 0,34-14 0 0,26 2-1 0,12 12 0 0,-13 0 2 0,-12 11 3 0,-36 25-1 0,1-1 0 0,-36 11 0 0,-1 13-2 0,2-23-1 0,22 23-41 0,-23 12-44 0</inkml:trace>
  <inkml:trace contextRef="#ctx0" brushRef="#br0" timeOffset="4">11896 9596 35 0,'0'-35'6'0,"0"-13"4"0,13-11 4 0,22 23 0 0,13 24-4 0,23 24-5 0,1 24-1 0,-13 35-3 0,-35-12 0 0,-24 1 1 0,-24-12 0 0,1-35 1 0,0-2 0 0,10-47 0 0,37-36 0 0,22-11 5 0,15 0-2 0,-2 36-5 0,0 22-1 0,-34 13-22 0,-14 36-63 0</inkml:trace>
  <inkml:trace contextRef="#ctx0" brushRef="#br0" timeOffset="5">12671 9395 59 0,'0'-13'6'0,"-24"-24"3"0,24 37-5 0,0 25 10 0,0 23-6 0,-12 11-5 0,24-11-1 0,0-12 0 0,35-13 0 0,-24-11 0 0,13-24 0 0,-23-11-1 0,-13-1 0 0,0-24 0 0,-13 13-1 0,-10-24 1 0,10 22-1 0,-23 14 0 0,26 12 0 0,-26 22-1 0,0 12 0 0,24 14 1 0,0-3 0 0,36-9-1 0,0-2 2 0,24-11-1 0,11-24 0 0,-11 1 0 0,-13-13 0 0,1-12 0 0,-12 0 1 0,-1 11-1 0,2 4 1 0,-14 8-1 0,-11 13 0 0,12 0 0 0,-12 24 0 0,0 23 0 0,12 0 0 0,0 13 0 0,0-36 0 0,0 0 0 0,1-11 1 0,10-26 1 0,1-24-2 0,11 14 0 0,-11-25-1 0,0 14 1 0,-12-16 1 0,0 29-1 0,-12 21 0 0,0 11-1 0,12 24 1 0,0 13 0 0,10-12 0 0,3-13-1 0,-1-11 2 0,12-12 0 0,-13-12 0 0,-10-23 0 0,-2-12-1 0,-11-3 1 0,13 16 0 0,-13 10-1 0,11 11 1 0,-11 13-1 0,12 25-1 0,-12 11 1 0,24-1-1 0,-12 1-18 0,-1 0-69 0</inkml:trace>
  <inkml:trace contextRef="#ctx0" brushRef="#br0" timeOffset="6">13730 9240 39 0,'0'-48'16'0,"-11"25"-6"0,11-2 4 0,0 13-2 0,-12-1-6 0,-12 26-1 0,-12 24 0 0,23-3-4 0,13 3 0 0,36-3-1 0,24 16 1 0,-13 8-2 0,-11 2 1 0,-36-13 1 0,-36-23 7 0,-34-24 3 0,-3-13 0 0,50 2-8 0,23-1-2 0,12 12-12 0,12 0-45 0,-24 12-5 0</inkml:trace>
  <inkml:trace contextRef="#ctx0" brushRef="#br0" timeOffset="7">12444 10061 18 0,'0'0'0'0,"-83"12"2"0,47-12 4 0,1 0 19 0,11 0-3 0,24-12-8 0,46-13-10 0,99-9 4 0,69-14 1 0,59 12-3 0,13 12-4 0,-36 0 2 0,-11 12 1 0,-120-11 1 0,-60 11 2 0,-47-12 3 0,1 1-9 0,-2 10-2 0,12 1-15 0,-10 12-37 0,-13 12-21 0</inkml:trace>
  <inkml:trace contextRef="#ctx0" brushRef="#br0" timeOffset="8">12409 10107 18 0,'-36'0'10'0,"-25"0"1"0,39 0 13 0,10 0-10 0,12 13-6 0,34-13-4 0,38 0 6 0,35-23 0 0,37-25-2 0,70 35-7 0,24-21 0 0,0-3 0 0,-23 3 0 0,-48 9 1 0,-61 13 1 0,-46-1 2 0,-24 2 0 0,-12 11-3 0,12 0 0 0,-13 0-2 0,0-12 2 0,-23 12-1 0,0 0-34 0</inkml:trace>
  <inkml:trace contextRef="#ctx0" brushRef="#br0" timeOffset="9">15338 11752 43 0,'0'-60'11'0,"0"-1"-3"0,0 27 17 0,-12 22-12 0,-12 37-9 0,-11 69-1 0,-13 38-2 0,24-14-1 0,1-10-1 0,23-49 3 0,11-24-1 0,37-24 3 0,35-57-3 0,1-13-1 0,-25 9 0 0,-11 4 1 0,-2-2 0 0,-21 24-1 0,-25 24-2 0,0 47 1 0,0 14 0 0,11-14 1 0,25-23 0 0,13-12 1 0,-2-35 0 0,-11-27-2 0,-61-32-1 0,-22 46 1 0,12 12 1 0,10 13-1 0,14 46-2 0,-14 25 1 0,38-12 2 0,23-1-1 0,23-23 0 0,12-35 0 0,13-26 1 0,11-34 0 0,-11-1 0 0,-38 1 1 0,-21-25-1 0,-25 2 1 0,11 22-1 0,-22 24 1 0,-1 36-1 0,-12 36-3 0,1 48 2 0,23 35 1 0,0 37 1 0,12-2 1 0,23-47-1 0,-23-59 2 0,-12-24 2 0,0-37-2 0,0-22-46 0,0 35-8 0</inkml:trace>
  <inkml:trace contextRef="#ctx0" brushRef="#br0" timeOffset="10">16386 11823 32 0,'24'-24'7'0,"-12"11"4"0,0-10 16 0,-24 23-9 0,-12 12-10 0,-12 24-4 0,36 0-2 0,24 11-1 0,12 25-2 0,-2-1 1 0,-34-23 2 0,-22-24 12 0,-38-24-7 0,1-24-3 0,23-12-12 0,36 24-102 0</inkml:trace>
  <inkml:trace contextRef="#ctx0" brushRef="#br0" timeOffset="11">15672 12406 61 0,'-108'12'7'0,"49"13"0"0,59-25 12 0,46-13-18 0,110-24 2 0,118-9 0 0,-48 21 5 0,-47 2 0 0,-48-1-1 0,-95 12-5 0,-25 0-2 0,-47 36-35 0,-36 12-47 0</inkml:trace>
  <inkml:trace contextRef="#ctx0" brushRef="#br0" timeOffset="12">15612 12537 66 0,'-95'0'8'0,"59"11"-5"0,60-22 0 0,83-24-1 0,72-13 4 0,47 0 7 0,-36 25-5 0,-35-13 0 0,-71 24-2 0,-49-1 0 0,-35 13-1 0,0 0-12 0,-35 25-112 0</inkml:trace>
  <inkml:trace contextRef="#ctx0" brushRef="#br0" timeOffset="13">17136 14752 49 0,'-12'-36'4'0,"0"-1"0"0,0 27 10 0,0 45-10 0,1 37 0 0,11 47-2 0,-12 12 0 0,12 12-2 0,0-13 1 0,23-22-1 0,37-13 0 0,46-12 0 0,26-22 1 0,35-3-1 0,47-11 2 0,48-10-1 0,11-3 1 0,-10-9 1 0,-48 11-2 0,-13-24 3 0,-35-1-1 0,-36 14-1 0,-48-25 1 0,-60 0 1 0,-23-12 1 0,0-24-2 0,0 0-12 0,0 24-75 0</inkml:trace>
  <inkml:trace contextRef="#ctx0" brushRef="#br0" timeOffset="14">19077 15621 37 0,'-12'-25'8'0,"-12"2"8"0,13 0 13 0,11 23-21 0,35 23-6 0,37 37 0 0,11-1 0 0,24 0 2 0,-12-10 0 0,-35-14-1 0,-24-11 1 0,-36 0 3 0,-36 12 0 0,-60 11-5 0,-10 25 0 0,33-1-2 0,37-11 0 0,-10-1 1 0,34-23 1 0,12-36 2 0,36-36-52 0,-36 24-15 0</inkml:trace>
</inkml:ink>
</file>

<file path=ppt/ink/ink21.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5-09T04:20:57.832"/>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3835 8704 46 0,'-12'-12'9'0,"-12"-13"7"0,36 25-14 0,37 0-2 0,-15 13 1 0,14-13 1 0,12 0 5 0,11 0-2 0,0 0-2 0,1-13-2 0,-13 13 2 0,13-11 0 0,11-1 1 0,24-12-1 0,1 12-2 0,12 0 0 0,-2-1 0 0,0 3 1 0,14-14-1 0,23 12 0 0,-24 0 0 0,11-1-1 0,1 2 0 0,-13 11 1 0,2 0 0 0,11 0 0 0,-12 11-1 0,0-11 0 0,0 0 0 0,-1 0 0 0,2 0 2 0,-1 0 0 0,0 13-1 0,-1-13 0 0,-10 0-1 0,11 0-2 0,-24 0 2 0,1 0 1 0,22 0-1 0,-23 0 0 0,1 12 1 0,11-12 0 0,-12 0-2 0,0 0 2 0,1 12-1 0,-13-12 1 0,12 13-1 0,-12-13 1 0,0 0-1 0,14 0 1 0,-15 11-2 0,25-22 2 0,-12-2 0 0,-12 13-1 0,13 0 0 0,-14 0 0 0,-10 13 0 0,11-13 0 0,1 0 1 0,-13 0-2 0,1 0 1 0,-2 11 0 0,14-11 0 0,-1 10 0 0,13 3 0 0,-1-13 0 0,11 0-2 0,-9 0 0 0,-3 12 1 0,13 0 1 0,-12 1 0 0,1-13 0 0,-1 0 0 0,-12 0-1 0,0 11 1 0,0-11-2 0,12 0 3 0,-11 0-1 0,-1-11 0 0,23-2 1 0,-10 1-1 0,-12 12 0 0,23 0 1 0,0 0-2 0,-1-12 1 0,2 12 1 0,23-23-1 0,-12 23 0 0,1-11-1 0,-2 11 2 0,12 0-2 0,-22 0 2 0,23 0-2 0,-12 0 2 0,12-13-1 0,12 26 0 0,-24-13 0 0,0 11 1 0,11-11-1 0,-11 0 0 0,12 0 0 0,-24 0 0 0,0-11 0 0,-11 11 0 0,-1-13 1 0,12 1-2 0,-12 12 2 0,-12 0-1 0,13 0 0 0,-13 0 0 0,-1 0 0 0,-10 12 0 0,-12 1 0 0,-36-13 0 0,-13 0 1 0,0-13 0 0,-10-11 0 0,23 0-1 0,0 12 0 0,-1 1-91 0</inkml:trace>
  <inkml:trace contextRef="#ctx0" brushRef="#br0" timeOffset="1">5192 10609 38 0,'-23'-12'13'0,"34"12"-8"0,37-12-3 0,0 12-1 0,11 12 3 0,1-12 3 0,11 12-2 0,13-12-1 0,11 0-1 0,-24 0 1 0,13 11 4 0,-14 1-3 0,39-12-1 0,9 0-2 0,13 0 0 0,-1-12-1 0,26 1-1 0,-13-13 1 0,0 11 0 0,11 2 0 0,2-1 0 0,10 1-1 0,-11 11-1 0,-12-13 1 0,12 13 1 0,-12 0-1 0,0-12-1 0,10 0 0 0,-9 12 0 0,-13 0 2 0,11 0 0 0,-22 0-1 0,-1-13 0 0,0 13 0 0,1 13-2 0,-2-13 3 0,-11 0 0 0,13 12 0 0,-2-12-1 0,-11 12 0 0,25 1 0 0,-26-2-2 0,-9 1 3 0,-2-12-1 0,-12 11 1 0,12 2 0 0,-23-13-1 0,-13 12 0 0,13-12 1 0,-14-12 1 0,-9-1-1 0,-13 26 0 0,-1-13-1 0,1 0-2 0,0-13 3 0,0 13 0 0,-24 0-1 0,11 0 1 0,-12 0-1 0,2 0 2 0,-13-11 0 0,12 11-1 0,-12 0-1 0,24 0-13 0,12 0-71 0</inkml:trace>
  <inkml:trace contextRef="#ctx0" brushRef="#br0" timeOffset="2">642 11371 40 0,'-21'-24'13'0,"21"11"-6"0,0 13-2 0,11 0 2 0,-1 0 4 0,39-11-3 0,-1 11 0 0,11-12-2 0,25 12-2 0,0 0-2 0,-2 0 0 0,14 0 0 0,23 0 1 0,-1 0-3 0,27 0 1 0,-3-11-1 0,12 11 3 0,13-13-2 0,0 1 0 0,23 12-1 0,-11-12 1 0,-1 12 0 0,13 0 0 0,-12 12-2 0,23-12 1 0,1 0 1 0,11-12 1 0,0 12-2 0,1 0 3 0,-1 0-2 0,12 0 0 0,-22 12-1 0,-4-12 2 0,-21 12-1 0,23-12-1 0,2 0-1 0,-14 13 1 0,-11-13 0 0,-13 11-1 0,-23-11 1 0,12 0 0 0,1 0 0 0,-2 0 1 0,-23 0-1 0,12 0 0 0,-24-11 0 0,-13 11 0 0,-22 0 0 0,-36-13-2 0,-1 13 2 0,-23 0 1 0,0 0-1 0,-12 0 1 0,1 0-20 0,-2 0-59 0</inkml:trace>
  <inkml:trace contextRef="#ctx0" brushRef="#br0" timeOffset="3">20351 4405 31 0,'0'0'0'0,"-35"37"3"0,35-14-4 0,35-23 1 0,14-48 3 0,21-11 2 0,38-37-2 0,11-11 1 0,-24 13-3 0,-59 69 0 0,-1 25 0 0,-11 0-35 0</inkml:trace>
  <inkml:trace contextRef="#ctx0" brushRef="#br0" timeOffset="4">20542 4917 29 0,'0'11'2'0,"0"26"-2"0,24-24 2 0,35-50 3 0,48-58-2 0,48-36-1 0,-25 47-10 0,-105 73-16 0</inkml:trace>
  <inkml:trace contextRef="#ctx0" brushRef="#br0" timeOffset="5">20208 5763 40 0,'0'0'0'0,"-11"0"0"0,58-23 0 0,60-50 1 0,-58 38-36 0</inkml:trace>
  <inkml:trace contextRef="#ctx0" brushRef="#br0" timeOffset="6">21292 6334 40 0,'0'0'4'0,"-12"-24"-4"0,96-35 0 0,11-25-26 0</inkml:trace>
  <inkml:trace contextRef="#ctx0" brushRef="#br0" timeOffset="7">21673 7156 48 0,'-12'-13'3'0,"1"13"-5"0,45 0 3 0,62-47 0 0,59-61 1 0,-36 14-38 0</inkml:trace>
  <inkml:trace contextRef="#ctx0" brushRef="#br0" timeOffset="8">20649 8001 0 0,'0'0'1'0,"0"0"3"0,12 25 5 0,12 46-5 0,12-24-2 0,11-47 2 0,36-84 0 0,13-11-2 0,10 1-2 0,-35 10 1 0,-10 36-1 0,-37 25 0 0,-12 23 0 0,-12 11-13 0,0 1-2 0</inkml:trace>
  <inkml:trace contextRef="#ctx0" brushRef="#br0" timeOffset="9">22090 8311 12 0,'-12'-25'5'0,"12"14"-3"0,36-12-2 0,23-2 1 0,12 25-2 0,1-12 3 0,-12 12-1 0,-26 0 1 0,-9 37 0 0,-25-3 0 0,11 37-1 0,2 2 0 0,23 22-1 0,0 24 0 0,-1 12 0 0,1 12-1 0,12 35 1 0,-1 0 0 0,1 37 0 0,-12-24-1 0,-1-24 1 0,-24-1 1 0,2-22-1 0,-13 11 0 0,0-37 1 0,-13-23-1 0,-10 0 1 0,12-22-1 0,11-2 0 0,-12-12 1 0,12-13-1 0,0-21 0 0,12 0 1 0,-1-2-1 0,-11 1 0 0,-11 0 0 0,-1-1 1 0,-12-12-1 0,1 26 1 0,-26-1 0 0,-11-1 1 0,1 1 5 0,12-25-1 0,-13 2 0 0,36-13-2 0,12 0-2 0,12 12-20 0,12 0-15 0</inkml:trace>
  <inkml:trace contextRef="#ctx0" brushRef="#br0" timeOffset="10">21495 12085 55 0,'-12'-12'4'0,"12"1"-2"0,0 22 0 0,35 12 9 0,-12 25 2 0,13-12-10 0,0-24 0 0,12-24 1 0,24-47-1 0,23-13-1 0,-35 25 0 0,-13-1 0 0,-35 35 2 0,0-10-2 0,0 12-1 0,12-2-3 0,-24 13-87 0</inkml:trace>
  <inkml:trace contextRef="#ctx0" brushRef="#br0" timeOffset="11">20721 13383 47 0,'-24'0'3'0,"-1"0"-1"0,38-12-2 0,23-12 0 0,11 0 1 0,0 0-1 0,1 24 1 0,-24 24 0 0,0 13-1 0,0 9 1 0,1 13-1 0,-2 12 0 0,0 26 0 0,-12 11 0 0,25 22 0 0,1 13-1 0,10-12 1 0,1 1-1 0,-37-14 0 0,-11 48 1 0,13 25 0 0,-13-25 0 0,23-11-1 0,1-36 0 0,-12 0 1 0,-12 24 0 0,-36-1-1 0,0-10 2 0,25-25 0 0,-1 1-1 0,12-24 0 0,-13-13 0 0,-10 12 0 0,-12 12 0 0,-1 12 0 0,0-11-1 0,0-13 2 0,-23-48 1 0,11-11 2 0,-11-11 1 0,-13-2-2 0,24-11 2 0,1 12-1 0,35-1-4 0,-1 14-27 0,13-25-5 0</inkml:trace>
  <inkml:trace contextRef="#ctx0" brushRef="#br0" timeOffset="12">8253 17717 7 0,'-13'-12'5'0,"-10"0"6"0,10 0 5 0,2 0-5 0,22-1-3 0,38 2-2 0,34 11-1 0,36 0 0 0,60 0 0 0,35 0 0 0,36 0-1 0,36 11-4 0,35-11-1 0,-12-11-2 0,2 11-1 0,-2 0-2 0,-11 11-1 0,13 2 2 0,45-26 2 0,12-10 5 0,2-1 1 0,-48 24 2 0,-13 0 0 0,-24 0 2 0,2-12 1 0,-25 12 3 0,48-23-7 0,-108-25-1 0,-71 36 1 0,-60-1-3 0,-48 13-12 0,-23 0-21 0,-46 0 0 0,-110 25-4 0</inkml:trace>
  <inkml:trace contextRef="#ctx0" brushRef="#br0" timeOffset="13">8467 17895 2 0,'0'0'0'0,"-107"-24"9"0,12 12-3 0,23 1 7 0,47-1 0 0,38-13-4 0,46 25-2 0,50 0 1 0,91 0 2 0,99 0-1 0,82-11-2 0,95-25-6 0,25-1-4 0,23 3-5 0,12 10-1 0,-14 11 7 0,15 2 5 0,-26 11 3 0,-22-12 4 0,-48 1 0 0,-36-2 4 0,-60-11-2 0,-59 1-2 0,-61 12-4 0,-10-14-12 0,-167 0 14 0,-36 14 6 0,-24 11-10 0,-11-12-5 0,-2 12-92 0,25 0 43 0</inkml:trace>
</inkml:ink>
</file>

<file path=ppt/ink/ink22.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5-09T04:20:58.417"/>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7537 10061 64 0,'-23'-12'18'0,"-47"-35"-6"0,81 34-11 0,37 13-1 0,47-12 3 0,83 0 2 0,71-11 1 0,75 12-5 0,8-14 2 0,-47 13 0 0,-106 12 3 0,-95 0 5 0,-72 0-2 0,-12 12-6 0,24 13-45 0,-24-25-19 0</inkml:trace>
  <inkml:trace contextRef="#ctx0" brushRef="#br0" timeOffset="1">10193 9918 57 0,'-36'-37'11'0,"36"26"-9"0,49-1 2 0,10 12 6 0,25 12 2 0,-2 36-4 0,-69 11-1 0,-26 0 5 0,-59 12-2 0,-10 2-4 0,-13-14-2 0,59 1-2 0,24-47 0 0,48 10 1 0,35-23 0 0,26-12-2 0,9 1 2 0,1-14-3 0,-24-11-54 0,-59 13-31 0</inkml:trace>
  <inkml:trace contextRef="#ctx0" brushRef="#br0" timeOffset="2">10170 10120 66 0,'0'0'0'0,"-36"-23"12"0,72 23-10 0,83-36-1 0,48 11-1 0,23 2-14 0,-60-1 0 0,-45 0 12 0,-73 24 5 0,-12 12 5 0,-48 36-1 0,24 13-4 0,12-3-1 0,48-11 1 0,12-22 1 0,11-25 0 0,-11-36 2 0,-24-24-4 0,-24-11 0 0,-24 24-1 0,-24-1-1 0,-1 36 0 0,3 24 0 0,-2 23-1 0,35 12 1 0,50-10 0 0,33-13 1 0,38-24 0 0,24-36 0 0,-37-12-1 0,-36 37 1 0,-36 11-1 0,-23 11 1 0,-11 25-1 0,11-12 0 0,36 10 1 0,24-21 0 0,-2-13 1 0,-9-34-2 0,-37-16 3 0,-24-21-2 0,-24 12 1 0,-13 34-2 0,3 25 0 0,-15 50-1 0,15 32 0 0,46-9 0 0,46-27 1 0,39-34 1 0,22-49-2 0,-11-9 2 0,-14 21-1 0,-22 25-1 0,-24 37 1 0,-24 10 0 0,-12-10 0 0,-12-14 2 0,-12-12 0 0,12-34 2 0,12-13-3 0,12 1-1 0,34-1 0 0,26 11 0 0,-1 25-1 0,-35 25 0 0,-11 0 1 0,-25 9 0 0,-25-10 2 0,25-48 2 0,49-35-3 0,46 34-2 0,12 38 0 0,-59 45-1 0,-36-8 2 0,-12-27 1 0,47-12-96 0</inkml:trace>
  <inkml:trace contextRef="#ctx0" brushRef="#br0" timeOffset="3">13099 10049 53 0,'-71'12'16'0,"47"71"-10"0,48-23-3 0,24-36 3 0,-1-36 0 0,13-47-1 0,-48-49-3 0,-24 13 0 0,-36 59-2 0,0 24 3 0,-22 60-2 0,21 11 0 0,37 1 0 0,36-26 0 0,36-9-1 0,10-13 2 0,15-24 0 0,-2-23 0 0,-12-1-1 0,-24-12 0 0,-11 12 0 0,-23 13 0 0,-1 11 0 0,-12 12-3 0,-12 35 2 0,-1 13 0 0,26 0 0 0,10-14 1 0,25-21 0 0,24-13 0 0,-26-23 0 0,3-25 0 0,-25 24 0 0,-1 1-1 0,-12 23-1 0,25 23 0 0,13 1 2 0,10-12-1 0,12-37 1 0,13-22 0 0,-24-48 2 0,-13-73-1 0,-23 15 0 0,-24 93-2 0,-13 24 0 0,-10 59-2 0,-24 73 2 0,23 24 0 0,48-1 0 0,46-23 2 0,-9-14 0 0,-13-46-34 0,-37-36-48 0</inkml:trace>
  <inkml:trace contextRef="#ctx0" brushRef="#br0" timeOffset="4">14135 9799 92 0,'0'-12'7'0,"36"-36"16"0,130 1-11 0,-10-1-3 0,-97 12-4 0,-47 36-17 0,-12 0-82 0</inkml:trace>
</inkml:ink>
</file>

<file path=ppt/ink/ink23.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5-09T04:20:58.664"/>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2214 7191 34 0,'-11'-11'7'0,"-12"11"-5"0,35-12 0 0,10 24 5 0,-9-1 9 0,-1 25-3 0,24 1-4 0,0-3-2 0,-1-22-5 0,13-24 3 0,23-22 0 0,25-39-1 0,23-9-2 0,24-2 1 0,-36 13 1 0,-25 11 4 0,-21 12-4 0,10 12-2 0,36 13-42 0,-95 23-16 0</inkml:trace>
  <inkml:trace contextRef="#ctx0" brushRef="#br0" timeOffset="1">2061 9382 13 0,'0'0'6'0,"0"-12"4"0,10 12-8 0,15 0 11 0,-1 36 5 0,-1 12-2 0,2 11-5 0,-1-11-3 0,11-25-6 0,1-11 3 0,23-35-3 0,37-37 0 0,23-47 0 0,36 12 0 0,-1-1 0 0,-34 13 11 0,-13 24-7 0,-25 11-4 0,26 12-101 0</inkml:trace>
  <inkml:trace contextRef="#ctx0" brushRef="#br0" timeOffset="2">2239 14348 3 0,'0'0'0'0,"-12"0"24"0,-1-25-5 0,13 13-10 0,0-1-5 0,13 13-3 0,-13 0 20 0,0-10-6 0,0 10-14 0,12 0 0 0,-12 0 2 0,0 0 8 0,0 10-1 0,0 3-6 0,24 11-2 0,12 48 0 0,-13-26 0 0,1-9 0 0,0-13-1 0,12-24 1 0,0 0 0 0,-1-24 1 0,61-36-2 0,23-47 1 0,47-12-2 0,1 0 2 0,-24 35 1 0,-60 25 4 0,-34 13-5 0,-2 21-18 0,-12 25-97 0</inkml:trace>
</inkml:ink>
</file>

<file path=ppt/ink/ink24.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5-09T04:20:59.816"/>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20387 11216 0 0,'-12'0'28'0,"-24"-12"3"0,13 12-9 0,-2-12-13 0,25 12 1 0,-11 12 4 0,11-12-7 0,0 0-2 0,11 0-2 0,25 0-3 0,24 0 2 0,23 0-1 0,13 12-3 0,-1-12 2 0,0 0 2 0,12-12-2 0,1 0 1 0,11-1 0 0,0 13-1 0,-12 13-1 0,0-13 1 0,0 12 2 0,0-12-1 0,-24 0 1 0,1 0-1 0,-23 0-2 0,-38 0 3 0,-23 12 0 0,-23-24 0 0,-14 12 0 0,-58 0-2 0,-12 0 1 0,-48-12 0 0,-11 12 1 0,-2 0-1 0,-22 0 1 0,11 0-2 0,1 12 0 0,35-12 2 0,35 12-2 0,24-12 1 0,26 0-1 0,-2 13 0 0,35-13-1 0,25 0 2 0,0 0-2 0,36 0 1 0,13 0 0 0,34 0-1 0,60-13 1 0,24 1-2 0,22 12 1 0,15 0 0 0,-2 0 0 0,-23 0 0 0,-13 0 1 0,-35 0 0 0,-36 0 0 0,1 0 0 0,-26 0 0 0,-9-12 0 0,-25 12 0 0,-13 0 0 0,-11-13 0 0,-1 2-3 0,14 11-106 0</inkml:trace>
  <inkml:trace contextRef="#ctx0" brushRef="#br0" timeOffset="1">13719 12275 76 0,'0'-47'3'0,"-24"59"0"0,-37 47 22 0,-45 48 2 0,-13 12-11 0,-1-12-6 0,38-36-6 0,58-34-2 0,12-3-9 0,48-34-123 0</inkml:trace>
  <inkml:trace contextRef="#ctx0" brushRef="#br0" timeOffset="2">13217 12299 46 0,'0'-24'3'0,"13"-47"8"0,10 47 26 0,13 72-5 0,13 71-12 0,9 36-10 0,26-36 0 0,-24-48 0 0,-23-35-4 0,-26-36-2 0,-11 0 1 0,-11-12-78 0,-2-1-35 0</inkml:trace>
  <inkml:trace contextRef="#ctx0" brushRef="#br0" timeOffset="3">19816 14478 44 0,'0'0'0'0,"24"-59"10"0,-13-12 17 0,1 0-5 0,-12-2-9 0,-12 2-2 0,-12 10-2 0,-36-10-4 0,-22 0 1 0,-38 24-4 0,-11-13 0 0,11 24 0 0,-10 24-2 0,11 1 1 0,-24 11-1 0,-35 23 1 0,-1 2-1 0,25 9 1 0,34 3-1 0,25 22 0 0,-1 25 0 0,13 12 1 0,-13 9-1 0,26 16 0 0,-3-16-1 0,3 3 1 0,34 10 0 0,24 3-1 0,36 9 1 0,24 0 0 0,23 14 0 0,11-1 1 0,26-24-1 0,24 0-2 0,9 0 2 0,15-47 2 0,11-26 1 0,-12-21-1 0,-24-37 3 0,12-35 1 0,0-13-5 0,-24 1 1 0,-13-1 1 0,3-35 0 0,-16 0 0 0,4-25 0 0,-15 2-1 0,-46 22 0 0,-23 13 0 0,34-48-1 0,13 36 1 0,-37-2 0 0,-11 3 5 0,-24-13 0 0,-35 0-3 0,-25 24 0 0,1-1-2 0,35 13-1 0,24 47-23 0,12 37-125 0</inkml:trace>
  <inkml:trace contextRef="#ctx0" brushRef="#br0" timeOffset="4">13634 14382 27 0,'0'-47'12'0,"-23"71"25"0,-72 95-8 0,-48 48-18 0,48-36-3 0,47-48-4 0,25-24-5 0,11-35-14 0,24-24-91 0</inkml:trace>
  <inkml:trace contextRef="#ctx0" brushRef="#br0" timeOffset="5">13195 14430 42 0,'0'-11'1'0,"35"11"22"0,13 95 16 0,23 49-23 0,1 9-10 0,-13-46-1 0,-23-70 0 0,-12-26-1 0,-12-70-15 0,-12 23-102 0</inkml:trace>
</inkml:ink>
</file>

<file path=ppt/ink/ink25.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5-09T04:20:59.963"/>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5001 10204 19 0,'-36'0'36'0,"25"-24"-28"0,-1 12-7 0,-1 1 3 0,-9-14-2 0,-27 0 3 0,13-9 0 0,0 10 2 0,-10 11-2 0,-2 13 0 0,1 0-3 0,-1 0-1 0,1 13 1 0,-1 11-1 0,-13-11 0 0,-9 8 0 0,-3-8 0 0,3-1 0 0,-14-12 0 0,25 12-1 0,-13 1-1 0,1-2 1 0,0 1 1 0,-1-12-1 0,1 11 0 0,11 2-1 0,0 11 0 0,1-1-1 0,10 1 1 0,15 13 0 0,-2-14 1 0,12 0 0 0,-12 2-1 0,0 9 1 0,13 3-1 0,12-3 0 0,11 16 1 0,0-3-1 0,11 0 0 0,37 1 0 0,-1-1 1 0,13-23 1 0,10-11 0 0,14-2 1 0,0-11 0 0,23-11 0 0,-12 11 0 0,-11 0 0 0,-25 11 0 0,13 1 1 0,-25-1-1 0,13 2 0 0,-1-13 0 0,13 0 0 0,-1 0-1 0,-11 0 1 0,0-13-1 0,10-10 0 0,2 12 1 0,-12-14-1 0,-1 2-1 0,-35-13 1 0,36 12 0 0,-13 0-1 0,1 1 0 0,-1-14 2 0,-11 14-1 0,-12-13 0 0,-11 11-1 0,-13-9 1 0,-13 10-1 0,13-12 1 0,-24-12 0 0,0-11 0 0,-35 11 0 0,-2 13 0 0,3 11-2 0,9-12-3 0,26 24 1 0,0 48-2 0,12 12-73 0</inkml:trace>
  <inkml:trace contextRef="#ctx0" brushRef="#br0" timeOffset="1">23507 6452 4 0,'0'0'12'0,"0"-11"2"0,-13 11-8 0,2 0 0 0,-1 11 0 0,-12 2-2 0,-11 11-2 0,-13 35 2 0,-22 13 0 0,-15-1-1 0,2 0 1 0,-1 13 2 0,-11 11-3 0,36-48 1 0,11-10 1 0,24-24 0 0,12 8-3 0,1-8 0 0,11-13 1 0,0 0-1 0,-12 0 1 0,12-23-2 0,0 12-43 0,0-2-6 0</inkml:trace>
  <inkml:trace contextRef="#ctx0" brushRef="#br0" timeOffset="2">22876 6502 14 0,'0'0'11'0,"-12"0"0"0,12 0 0 0,0 0 1 0,12 11-6 0,0 12-2 0,12 14-2 0,11-3 1 0,13-9 0 0,-24 11 2 0,-1 11-3 0,1 13-2 0,12-2 1 0,11-8 0 0,13-4 0 0,-12-10 0 0,-24 0 1 0,-11-12-1 0,21 0 0 0,-11-1 0 0,2-11 0 0,-1 0 0 0,-12-12 2 0,-12 0 1 0,12-12-1 0,0 0-1 0,-1-1-92 0</inkml:trace>
</inkml:ink>
</file>

<file path=ppt/ink/ink26.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5-09T04:21:00.499"/>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2203 7025 67 0,'-23'-12'8'0,"-1"0"0"0,24-12 8 0,0 12-2 0,0 12-3 0,12 0-2 0,34 0-3 0,39-11-1 0,22-2 0 0,48 26 0 0,35 10-2 0,-11-12-1 0,-1 2-1 0,-23-26-1 0,-48 13 1 0,-23 0 7 0,-60 0 4 0,-12 0-5 0,-2 0-5 0,3 0-66 0,-13 0-9 0</inkml:trace>
  <inkml:trace contextRef="#ctx0" brushRef="#br0" timeOffset="1">2013 11250 78 0,'-12'0'3'0,"-12"-21"6"0,24 21 2 0,12 0 1 0,12 0 1 0,34-13-4 0,27 1-3 0,34-13-2 0,12 14-2 0,-106 11-2 0,128 0 4 0,3 11-2 0,10 2-1 0,-11-13-1 0,0 0-1 0,22 12 4 0,-9-12 0 0,-1 0-1 0,-24 0 0 0,-12 0 0 0,-1 0-1 0,-23 12 1 0,-35 12 2 0,0-14-1 0,11-10 0 0,1-10 1 0,-1 10-2 0,-12 0 0 0,-23 10 1 0,-35-10 1 0,-2 0 3 0,-1 0-3 0,3-10-2 0,-1-1-9 0,-12 11-139 0</inkml:trace>
</inkml:ink>
</file>

<file path=ppt/ink/ink27.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5-09T04:21:00.579"/>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3751 11250 63 0,'-11'-10'5'0,"-1"-1"-3"0,-1 11 4 0,13 0 8 0,-11 0-5 0,11 11-5 0,0-11 3 0,24 0 2 0,35 0 1 0,14 10-3 0,20-10-3 0,14 13 0 0,1-13-2 0,11 0-1 0,-1-13 0 0,14 13 0 0,-1 0 1 0,0 0-2 0,-1 0 4 0,-22 0-3 0,-12 0 1 0,-25-10-2 0,1 10 1 0,-38 0 2 0,-9-11 0 0,-14-2-2 0,-11 26-25 0,25 21-93 0</inkml:trace>
  <inkml:trace contextRef="#ctx0" brushRef="#br0" timeOffset="1">6717 11229 51 0,'-24'-13'12'0,"-12"13"-2"0,11 0 2 0,25-12 0 0,13 12 0 0,35 0-2 0,34 0-5 0,38 12-1 0,-13 12-1 0,11-1-2 0,-9-11 0 0,22-12-1 0,12 0 3 0,-24 0 1 0,11-25-1 0,-23 15-1 0,1-1-2 0,-14 11-1 0,13-13 1 0,-10 1 1 0,-13 12 0 0,-37 0-1 0,0 0 2 0,1 12 0 0,0-12 1 0,-25 0 0 0,-11 13-1 0,-1-13 0 0,-11 11-126 0</inkml:trace>
  <inkml:trace contextRef="#ctx0" brushRef="#br0" timeOffset="2">6181 13942 53 0,'-24'-12'13'0,"12"-11"-1"0,-12 12 11 0,12 11-5 0,0-13 2 0,36 1-15 0,36 12 1 0,10 12-2 0,37-12 0 0,13 0-1 0,23 0-1 0,24 0 0 0,35 0 0 0,25-12-1 0,0 12-3 0,-14 0 3 0,2 0-1 0,-1 0 0 0,12 0 1 0,-11-12-1 0,-14-1 1 0,-33 13 0 0,-37 25-3 0,-60-13 2 0,-11 12 2 0,-25-14-2 0,1-10 4 0,-24 13 1 0,-1-13 5 0,-11-23-1 0,0-13-6 0,-11 0-9 0,11 36-148 0</inkml:trace>
  <inkml:trace contextRef="#ctx0" brushRef="#br0" timeOffset="3">14921 13134 50 0,'0'-13'8'0,"12"-11"4"0,-12 24 4 0,-47 71 6 0,-12 13-8 0,-14 24-6 0,-10-14-2 0,12 1-2 0,-13-11-2 0,37-37 2 0,23-23-2 0,36-12 2 0,47-24 1 0,49-12-2 0,34 1-2 0,13 23 3 0,-36-12-3 0,-60 12 0 0,-59 0-2 0,0 0-45 0,-23-48-23 0,10 37 34 0</inkml:trace>
  <inkml:trace contextRef="#ctx0" brushRef="#br0" timeOffset="4">14969 13205 40 0,'-24'-60'32'0,"60"191"27"0,23 71-42 0,-23-12-5 0,-13-46-8 0,-23-39-2 0,-11-32-4 0,-1-73-69 0,12-23 1 0</inkml:trace>
  <inkml:trace contextRef="#ctx0" brushRef="#br0" timeOffset="5">15587 13216 70 0,'-11'-11'5'0,"-14"-2"1"0,15 26 17 0,-2 58-7 0,12-24-7 0,47 13-6 0,36-1-2 0,13 14 0 0,-37 9 2 0,-35-11 9 0,-36-23-4 0,-48-12-5 0,1-24-1 0,-25-48-53 0,37-47-40 0</inkml:trace>
  <inkml:trace contextRef="#ctx0" brushRef="#br0" timeOffset="6">15505 13299 42 0,'0'-23'10'0,"12"-85"17"0,83 24-4 0,59 25-13 0,2 36-7 0,-61 11-4 0,-71 12-74 0,-24 0 45 0</inkml:trace>
  <inkml:trace contextRef="#ctx0" brushRef="#br0" timeOffset="7">14301 14692 77 0,'-11'0'2'0,"-49"37"-2"0,73-37 13 0,94-25 5 0,118-58 3 0,121-24-9 0,83-12-5 0,-13 12-3 0,-58 23-1 0,-96 36-1 0,-84 14-2 0,-82 9-2 0,-85 25-35 0,-81 48-24 0,10-37 10 0</inkml:trace>
  <inkml:trace contextRef="#ctx0" brushRef="#br0" timeOffset="8">14385 14884 56 0,'-107'11'9'0,"59"12"-8"0,85-23 9 0,81-59 4 0,132-48 4 0,155-37-9 0,96-11-2 0,-1 25-1 0,-119 59 2 0,-143 23 2 0,-119 24 2 0,-82 12-5 0,-37 0-3 0,0 12-5 0,0-11-158 0</inkml:trace>
</inkml:ink>
</file>

<file path=ppt/ink/ink28.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5-09T04:21:00.962"/>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19077 6370 6 0,'0'-12'8'0,"0"12"-2"0,0 0-5 0,0 23 1 0,-12 2 0 0,0-2 1 0,12 13 1 0,12 1-3 0,0 21 1 0,0 2-1 0,-12-2 2 0,-12 3 2 0,12 10-1 0,0 2-3 0,12 9-1 0,-12 2 1 0,0-24-1 0,0-13 1 0,0 11-1 0,12 3 1 0,12-1 0 0,-24-1-1 0,0-13 1 0,-12 15 0 0,0-13-1 0,12 11 1 0,12 1-1 0,-12-12 1 0,-12 11 0 0,12-13-1 0,0 27 0 0,0-14 0 0,0 14 1 0,0 9-1 0,0-9 0 0,0-2 0 0,0 0-1 0,0 0 1 0,0 13 1 0,0 0-1 0,0 21-1 0,0-9 1 0,0 0 0 0,0 9 0 0,-12 4 0 0,0-13 0 0,12 9 0 0,-12 16 0 0,0-3 0 0,12-10-1 0,0 22 2 0,0-23-1 0,-12 12 0 0,12 1 0 0,0-13 1 0,0 24-1 0,0-24 1 0,-11 12 0 0,-1 0-1 0,-1 12-1 0,13-23 1 0,0-3 0 0,0-21 1 0,0 12-1 0,0 0 0 0,13-14 1 0,-1 2-1 0,-1-13 1 0,-11 2-1 0,0-2 2 0,0 11-2 0,0-9 1 0,0-2 0 0,0-12 2 0,-11 12-3 0,-1 13 2 0,12-25-1 0,0 1 1 0,0-12 1 0,12-1 2 0,-12-10-1 0,0-16 0 0,0 16-2 0,0-13-1 0,11-12 0 0,-11-1 0 0,-23-95-54 0,10 26 13 0</inkml:trace>
  <inkml:trace contextRef="#ctx0" brushRef="#br0" timeOffset="1">19018 6263 24 0,'-24'0'4'0,"24"0"-4"0,0 24 2 0,0 11 11 0,-25 13-2 0,2 23-6 0,-1 1-1 0,13-25 2 0,-2-11-3 0,13 0 0 0,0-24 0 0,0-12-1 0,0-37 5 0,24-34-9 0,0 0 3 0,12 12 0 0,-13 0 0 0,-10 9-2 0,-13 16 2 0,12 10-1 0,-1 24 1 0,25 0-1 0,0 58 3 0,12 3-1 0,-13-1 0 0,-11-26-2 0,-1 3 1 0,-10-1 0 0,-13-13 1 0,12-11-26 0,0-12-39 0</inkml:trace>
  <inkml:trace contextRef="#ctx0" brushRef="#br0" timeOffset="2">18696 5953 18 0,'0'-24'5'0,"12"1"-1"0,24 23 3 0,-12 47 6 0,-12 13-6 0,-2-25-4 0,3 1-1 0,-13 1 0 0,0-14-1 0,0-23 2 0,0-12-1 0,0-49 0 0,-13 3-2 0,13-2 1 0,13 2-2 0,23 8 1 0,12 3-1 0,0 12 0 0,-14 35 1 0,-9 35 1 0,-14 12-1 0,2 3 0 0,-13-16 1 0,0-22 0 0,0-12 0 0,0 0 1 0,0-12-1 0,0-35 0 0,12-13-1 0,23 1 1 0,1 23-2 0,0 12 1 0,-12 36-1 0,-1 36 1 0,-11 0 0 0,-12 11 0 0,11-34 0 0,-11-4 0 0,13-21-1 0,-1 0-27 0,-1-10-7 0</inkml:trace>
  <inkml:trace contextRef="#ctx0" brushRef="#br0" timeOffset="3">19386 5703 27 0,'-11'-36'6'0,"47"25"-29"0</inkml:trace>
  <inkml:trace contextRef="#ctx0" brushRef="#br0" timeOffset="4">19434 5644 17 0,'0'0'8'0,"-23"0"8"0,-2 23-7 0,14 0-5 0,11 2 0 0,0-25 0 0,24-25-1 0,11-21-1 0,-23-2-1 0,-12 0 0 0,0 25 0 0,-24 12 0 0,13 22-1 0,-14 36 0 0,2 37 2 0,10 11 2 0,26-48-2 0,10-11-1 0,25-36 1 0,24-48-6 0,10-11-63 0</inkml:trace>
  <inkml:trace contextRef="#ctx0" brushRef="#br0" timeOffset="5">19756 5489 4 0,'0'-12'4'0,"11"-24"-3"0,14 0 1 0,-25 24 6 0,-36 1 0 0,0 22-4 0,1 26-2 0,-13 22 4 0,-1 24 0 0,38-11-4 0,-1-13-1 0,24-22 0 0,12-26-1 0,12-35 2 0,-12-36-1 0,10 1-1 0,-21-1 0 0,10 13 1 0,-23 23-2 0,0 36 10 0,0 34-4 0,0-9-4 0,13 10-3 0,-1-22 3 0,35-13-14 0,-10-12-38 0</inkml:trace>
  <inkml:trace contextRef="#ctx0" brushRef="#br0" timeOffset="6">19863 5464 30 0,'0'0'0'0,"-36"-34"10"0,72-3-9 0,24 14 0 0,-25 46 8 0,-11 25 0 0,12 0-6 0,-12-23-2 0,-24-4 1 0,-12-8 0 0,12-13 1 0,-24-34-1 0,24-16-2 0,0-9 1 0,24 0-1 0,12 22 0 0,10 14-1 0,3 46 1 0,-25 38 2 0,-1-14 0 0,-23-23 2 0,0-24-1 0,0 0-47 0,0 12 13 0</inkml:trace>
  <inkml:trace contextRef="#ctx0" brushRef="#br0" timeOffset="7">19280 11621 32 0,'-12'0'9'0,"-49"0"-4"0,38 0 15 0,0-11-2 0,11-2-2 0,12 13-8 0,47 0-4 0,49 0-3 0,34-12 2 0,25 12 1 0,-12-12-1 0,-47-1 2 0,-38 13 1 0,-33-11-4 0,-1-1-1 0,-1 1 2 0,-23-2-2 0,-11 1 1 0,-14 0 0 0,14 1-3 0,-1-12 1 0,12 10 1 0,0 13-1 0,36 47 2 0,-13-10 1 0,1 10 2 0,-24-35-1 0,-24 0-2 0,1 12-57 0,10-1-17 0</inkml:trace>
  <inkml:trace contextRef="#ctx0" brushRef="#br0" timeOffset="8">19041 12895 30 0,'-11'0'2'0,"11"-24"4"0,0-12 2 0,0 0 6 0,11 1 7 0,-11 35-7 0,12 71 0 0,-12 48-2 0,-12 11-4 0,12-22 1 0,0-24-3 0,0-25-4 0,0-11 1 0,-11-37-20 0,-1-34-90 0</inkml:trace>
  <inkml:trace contextRef="#ctx0" brushRef="#br0" timeOffset="9">19041 12764 46 0,'-11'-11'4'0,"11"-2"7"0,0 26 12 0,-12 33-3 0,24-10-7 0,-1 24-5 0,1-1-5 0,0-11-1 0,12-13-1 0,12-35 2 0,10 0-1 0,-10-47 0 0,25-25-2 0,-15 25-1 0,-33 0 1 0,-13-24 1 0,0 21-1 0,0 50-1 0,0 37 2 0,-13 47 1 0,13-2 0 0,13-22 0 0,-1-13 0 0,12-23-25 0,-12-11-83 0</inkml:trace>
  <inkml:trace contextRef="#ctx0" brushRef="#br0" timeOffset="10">19613 12929 45 0,'-12'-11'11'0,"-12"-1"2"0,24 1-4 0,24-1 2 0,0 0 4 0,24 12-2 0,10-24-7 0,14 12-4 0,-35 12-1 0,-26 0 1 0,-11 0-1 0,0 0-8 0,-11 12-108 0</inkml:trace>
  <inkml:trace contextRef="#ctx0" brushRef="#br0" timeOffset="11">19731 12716 33 0,'0'0'11'0,"0"24"11"0,13 47 11 0,-1-24-15 0,12 13-10 0,-12-36-4 0,-12 0 0 0,0-11-9 0,-12-13-56 0,12 0 9 0</inkml:trace>
  <inkml:trace contextRef="#ctx0" brushRef="#br0" timeOffset="12">20101 12811 53 0,'-12'-12'7'0,"12"0"-2"0,48-22-4 0,-24 34 9 0,12 0 9 0,-14 11-5 0,14 12-5 0,-11 14-5 0,-1-3-3 0,-12 3 0 0,-24-14 1 0,-24 1 0 0,-24-12 0 0,0-24-1 0,24-24 0 0,13 1-1 0,12-12 0 0,11 10-1 0,11-10 1 0,37 10 0 0,23 14-1 0,25-1 1 0,-13 0 0 0,-11 13 0 0,-49-1 5 0,1 1-1 0,-12 11-3 0,12-13-7 0,-12 26-52 0,-24-13 4 0</inkml:trace>
  <inkml:trace contextRef="#ctx0" brushRef="#br0" timeOffset="13">17708 12906 53 0,'-12'-11'18'0,"-24"34"3"0,36 84 5 0,24 48-18 0,13-36-5 0,-26-47-1 0,1-37-1 0,-12-23-54 0,0-24-5 0</inkml:trace>
  <inkml:trace contextRef="#ctx0" brushRef="#br0" timeOffset="14">17648 12942 50 0,'-12'0'4'0,"-12"-24"10"0,24 24 9 0,12 11-4 0,12 26-12 0,12 22-5 0,12-11 0 0,-13-12-1 0,12-24 1 0,2-24-1 0,-14-36 1 0,-12-23-3 0,-10-1 2 0,-13 25-1 0,0 23 1 0,0 24-2 0,0 24 6 0,12 47-1 0,12 12-1 0,-12-24-1 0,-1-22-5 0,13-24-63 0,-12-13 2 0</inkml:trace>
  <inkml:trace contextRef="#ctx0" brushRef="#br0" timeOffset="15">18136 12895 64 0,'0'0'0'0,"-11"-12"22"0,46 0-5 0,25-12-5 0,-1 12-10 0,-11 12-48 0,-48 0-8 0</inkml:trace>
  <inkml:trace contextRef="#ctx0" brushRef="#br0" timeOffset="16">18363 12740 56 0,'0'-12'7'0,"24"0"-4"0,0-1 17 0,35 50-2 0,-12-3-10 0,1-9-5 0,-36-13-1 0,-36 1 1 0,-48-13-1 0,13-25-1 0,24-10-1 0,22 11 0 0,61-13 1 0,24 3-1 0,-1-14 0 0,-23 25 2 0,-24 10 6 0,-12 1-5 0,-12 0-24 0,0 12-69 0</inkml:trace>
  <inkml:trace contextRef="#ctx0" brushRef="#br0" timeOffset="17">19840 7406 3 0,'0'0'0'0,"0"-12"21"0,11 12-10 0,-11 0 8 0,0-12-9 0,0 12-5 0,0 0-2 0,59 0-4 0,37 0 2 0,23-13-1 0,-25 13 1 0,-22 0-1 0,-47 0 1 0,-14 0-1 0,-11 0 1 0,0 0 0 0,12 13-9 0,-12-13-29 0</inkml:trace>
  <inkml:trace contextRef="#ctx0" brushRef="#br0" timeOffset="18">17921 7501 1 0,'96'-24'2'0,"35"0"-5"0</inkml:trace>
  <inkml:trace contextRef="#ctx0" brushRef="#br0" timeOffset="19">22019 9608 18 0,'0'0'7'0,"-12"-12"2"0,34 0-5 0,-22 1 4 0,0 11 3 0,13 0-10 0,-13 11-1 0,12 26 0 0,-1 34 0 0,2 13 0 0,10 46 1 0,-10 13 2 0,-13 36 0 0,0-13 3 0,0 12-2 0,0 1-2 0,12-11 1 0,-12-26 0 0,-12-24 0 0,12-34 1 0,12-60-2 0,-12-24-4 0,11-47-81 0</inkml:trace>
  <inkml:trace contextRef="#ctx0" brushRef="#br0" timeOffset="20">16160 9466 17 0,'-13'-24'4'0,"26"11"-2"0,-13 13 2 0,0-11 4 0,0 22-7 0,0 14 0 0,12 34-1 0,-12 24 0 0,11 26 0 0,1 21 0 0,-12 48 0 0,0 13 0 0,-12-1 0 0,24 13 2 0,0-25-2 0,12-11 3 0,-12-12-1 0,12-36-1 0,-24-24-1 0,-11-1 1 0,11 2-1 0,0-37 0 0,0-9 1 0,11-29 1 0,1-21-1 0,-12 0-1 0,24-10-48 0</inkml:trace>
  <inkml:trace contextRef="#ctx0" brushRef="#br0" timeOffset="21">19910 13823 24 0,'0'0'2'0,"0"-48"14"0,25 14-1 0,-25-3 1 0,11 24-3 0,-11 63 1 0,0 68 1 0,-11 72-3 0,11 1-5 0,0-49-3 0,-12-34-1 0,12-61 0 0,0-35-4 0,0-58-75 0,0 21 25 0</inkml:trace>
  <inkml:trace contextRef="#ctx0" brushRef="#br0" timeOffset="22">19923 13764 30 0,'0'-12'11'0,"0"-12"4"0,0 12-1 0,12 37-6 0,-1 33 1 0,1 26-1 0,12-13-2 0,24-11-3 0,0-48 0 0,22-12 0 0,-10-59-1 0,0-12-1 0,-24-2 0 0,-1 14 0 0,-23 36 0 0,-12 10-2 0,-12 60 5 0,0 37 2 0,12-26-3 0,24 3-1 0,0-13-6 0,12-36-98 0</inkml:trace>
  <inkml:trace contextRef="#ctx0" brushRef="#br0" timeOffset="23">20661 13846 15 0,'-12'0'5'0,"-12"-23"8"0,35 12-3 0,25-2-2 0,37 1-2 0,10 0-2 0,-12 1-2 0,-10 11-2 0,-50-12-58 0</inkml:trace>
  <inkml:trace contextRef="#ctx0" brushRef="#br0" timeOffset="24">20815 13633 31 0,'-11'-13'8'0,"-1"50"7"0,12 58-1 0,23 12-7 0,2-49-5 0,10-21-22 0,-23-37-31 0</inkml:trace>
  <inkml:trace contextRef="#ctx0" brushRef="#br0" timeOffset="25">21209 13597 35 0,'-13'-11'8'0,"26"-26"8"0,-1 14-4 0,23 12-2 0,1 11-3 0,24 34 1 0,-25 50 0 0,-23-1-4 0,-36 0 1 0,-35-11-2 0,-1-26 0 0,25-21 2 0,10-13-1 0,38-12-2 0,22-12 0 0,49 0 1 0,-13-1 0 0,1 3-1 0,-2-1-27 0,-45-2-64 0</inkml:trace>
  <inkml:trace contextRef="#ctx0" brushRef="#br0" timeOffset="26">21684 13657 15 0,'0'-24'12'0,"49"24"-2"0,10 24 5 0,-11 10-5 0,-23 3-4 0,-25-1-3 0,-25-13 0 0,-47-23 0 0,13-23-1 0,34-25-1 0,14 0 0 0,35 0-1 0,35 1-1 0,25 23 2 0,35-10 0 0,0 9 4 0,-47 0-3 0,-25 2 0 0,-47 23-83 0</inkml:trace>
  <inkml:trace contextRef="#ctx0" brushRef="#br0" timeOffset="27">16422 13812 42 0,'0'-25'1'0,"24"97"8"0,-1 107 7 0,-23 10-6 0,23-34-6 0,-10-47-2 0,-13-49-1 0,-13-23-46 0,13-36 9 0</inkml:trace>
  <inkml:trace contextRef="#ctx0" brushRef="#br0" timeOffset="28">16469 13835 10 0,'0'-12'2'0,"0"-24"11"0,0 24-2 0,12 24 2 0,-1 60-1 0,14 36-8 0,22-14-3 0,-10-22 1 0,10-49 0 0,-11-46 2 0,23-49-2 0,1-11 0 0,-13 35-2 0,-24 35 0 0,-10 38 3 0,-13 47 1 0,12-1-3 0,-12-11-10 0,11-12-65 0</inkml:trace>
  <inkml:trace contextRef="#ctx0" brushRef="#br0" timeOffset="29">17065 14061 50 0,'0'0'0'0,"0"-35"15"0,83 10-9 0,-11 14-5 0,-13 11-66 0</inkml:trace>
  <inkml:trace contextRef="#ctx0" brushRef="#br0" timeOffset="30">17529 13823 50 0,'0'-11'4'0,"0"-26"-3"0,47 14 12 0,1 35 5 0,0 36-8 0,-24 23-6 0,-36 0-1 0,-48-11 0 0,12-36 3 0,37-1 2 0,11-23-4 0,59 0 0 0,25-12-3 0,-1-11-30 0,-23-13-57 0</inkml:trace>
  <inkml:trace contextRef="#ctx0" brushRef="#br0" timeOffset="31">17957 13896 56 0,'0'0'5'0,"-11"-13"12"0,47 1-11 0,23 37-4 0,-11 9-1 0,-48-10 3 0,-60-11-1 0,-35-2 0 0,46-47 1 0,49 1 0 0,61-13-2 0,34 12 0 0,-23 12 0 0,-37 0 5 0,-11 1-2 0,-12 23-5 0,-12 0-34 0,12 0-40 0</inkml:trace>
  <inkml:trace contextRef="#ctx0" brushRef="#br0" timeOffset="32">16243 11799 14 0,'-12'12'6'0,"12"24"-7"0,-12 47 2 0,-12 49 3 0,1 105-1 0,-2 85-1 0,14 82-1 0,11 13-3 0,0-47 0 0,11-85 7 0,2 0-3 0,-26 2-3 0,13-49-2 0,-23-60 2 0,-1-59 5 0,-12-58 6 0,13-27-8 0,35-22-20 0,-12-12-3 0</inkml:trace>
  <inkml:trace contextRef="#ctx0" brushRef="#br0" timeOffset="33">22983 10287 1 0,'12'-36'0'0,"24"13"0"0,-1 11 0 0,-11 0 0 0,-12-1 0 0,-1 2 0 0,-11 11 1 0,13-12 7 0,-13 1 0 0,0 34-5 0,0 13-3 0,-24 47 1 0,1 24 1 0,-1 12 0 0,11 49-2 0,13 21 0 0,0 37 0 0,-11 60 0 0,22 1 1 0,2-2-2 0,11 37 1 0,-13 46-1 0,1 1 1 0,-1-84-1 0,14-34 17 0,11 11-13 0,11-36-4 0,-23-48 1 0,-24-107-11 0,0-92-20 0</inkml:trace>
  <inkml:trace contextRef="#ctx0" brushRef="#br0" timeOffset="34">15088 10239 17 0,'0'0'0'0,"11"-35"1"0,14 22-1 0,-25 13 12 0,0 60-8 0,-12 12-1 0,12 47-1 0,12 24-1 0,12 36-2 0,-24 23 2 0,11 24 2 0,2 12-1 0,-2 47-1 0,12 2-2 0,-10 22 0 0,-1 12 1 0,-1-11-2 0,14-36 2 0,-25 25-2 0,11-2 1 0,-11 13-1 0,12-2 1 0,0-22 0 0,0 12 0 0,0-84 1 0,-12-35 8 0,0-13-1 0,0-35-2 0,0-84-15 0,12-47-34 0</inkml:trace>
  <inkml:trace contextRef="#ctx0" brushRef="#br0" timeOffset="35">18946 12692 9 0,'0'0'0'0,"-11"-48"13"0,-2 13-7 0,13 24-4 0,24 34-1 0,12 72 1 0,-24 107-1 0,-12 167-1 0,-12 156-3 0,-12 34 0 0,24 25 0 0,11-37 0 0,14-130 1 0,-1-60 9 0,-1-71-5 0,-11-109 1 0,0-104-13 0,12-96-9 0</inkml:trace>
  <inkml:trace contextRef="#ctx0" brushRef="#br0" timeOffset="36">20851 15525 8 0,'0'-11'7'0,"0"-25"1"0,0 12 4 0,12 24-4 0,12 24 7 0,0 83 10 0,-24 96-10 0,24 11-5 0,-12-47-5 0,1-60 0 0,-2-48-3 0,-11-47 2 0,0-59-10 0,-24 11-27 0,12 0-26 0,12 24 45 0</inkml:trace>
  <inkml:trace contextRef="#ctx0" brushRef="#br0" timeOffset="37">20947 15478 1 0,'0'0'0'0,"0"-12"12"0,0 0-6 0,13 12 3 0,-13-13 0 0,11 13-5 0,-11 25 1 0,0 23 2 0,0 0 1 0,12 11-1 0,-1 0-5 0,12-11 0 0,2-25 0 0,11-23 0 0,-12-23-2 0,-2-25 1 0,3 1-1 0,-1-1 0 0,-1 1 1 0,25 11-1 0,-36-25 1 0,0 39-1 0,-12 22 3 0,0 59 9 0,0 36-5 0,12 12-4 0,0-47 1 0,1-36-1 0,-2-24-2 0,1-60-45 0,12 13-23 0</inkml:trace>
  <inkml:trace contextRef="#ctx0" brushRef="#br0" timeOffset="38">21541 15538 22 0,'0'0'6'0,"-23"-13"21"0,23 2-14 0,59-1-3 0,1 1-5 0,12-2-2 0,-25 1-1 0,-23 12-3 0,-12 0-42 0,-12 0 3 0</inkml:trace>
  <inkml:trace contextRef="#ctx0" brushRef="#br0" timeOffset="39">21626 15370 14 0,'0'0'16'0,"-13"37"18"0,13 47-11 0,24-2-12 0,0-22-6 0,-1-36-2 0,-23-12-1 0,0-48-54 0,13 24 6 0</inkml:trace>
  <inkml:trace contextRef="#ctx0" brushRef="#br0" timeOffset="40">21995 15169 15 0,'0'-12'8'0,"0"-1"4"0,12 2-3 0,0-1 4 0,11 12-1 0,13 0-5 0,12 12-3 0,-1 36 0 0,-35 23 1 0,-24-12-1 0,-24 0-1 0,0-22-1 0,25-25-2 0,35 0 0 0,59 48-2 0,-11 11 0 0,-37 0 2 0,-59-35 2 0,-35-13-1 0,23-23 3 0,12 0-6 0,24 0-61 0,0 0 41 0</inkml:trace>
  <inkml:trace contextRef="#ctx0" brushRef="#br0" timeOffset="41">22482 15347 30 0,'25'-36'13'0,"10"24"23"0,12 12-19 0,2 48-11 0,-14 0-4 0,-23-2-1 0,-12-9 1 0,-35-13 0 0,-13-12 0 0,-12-48-1 0,13 12 1 0,11-23-1 0,36-1 0 0,36 0-1 0,47-11 0 0,36 11-1 0,-23 25 2 0,-25-1 7 0,-47 11 0 0,0-10-4 0,-24 23-3 0,0 0-38 0,-12 0-56 0</inkml:trace>
  <inkml:trace contextRef="#ctx0" brushRef="#br0" timeOffset="42">15529 16002 11 0,'0'0'0'0,"-12"-12"12"0,12-1 4 0,12 2-4 0,0 59 11 0,-2 59-10 0,3 48-7 0,10 11-2 0,-10-24 1 0,-1-21 3 0,-12-37-6 0,0-38-1 0,-12-21-2 0,-1-25-23 0,-10-60-51 0,23 49 62 0</inkml:trace>
  <inkml:trace contextRef="#ctx0" brushRef="#br0" timeOffset="43">15493 16157 13 0,'0'0'0'0,"0"-48"12"0,12 12 4 0,0 36 3 0,12 48 3 0,-1 47-16 0,0 13-3 0,2-49 0 0,11-47-1 0,-1-49 1 0,1-57-1 0,-12 33 2 0,-12 51 0 0,12 81 1 0,-1 0-3 0,1 2-3 0,0-39-25 0,-12-22-48 0</inkml:trace>
  <inkml:trace contextRef="#ctx0" brushRef="#br0" timeOffset="44">16053 16276 46 0,'0'-12'3'0,"35"-36"40"0,49 1-26 0,-13 23-12 0,-58 24-5 0,-13 12-49 0,0 0-10 0</inkml:trace>
  <inkml:trace contextRef="#ctx0" brushRef="#br0" timeOffset="45">16456 15895 8 0,'0'0'3'0,"-22"-12"8"0,22-12-2 0,22 12 3 0,3 0 1 0,11-1 4 0,11 26-7 0,-10 35-5 0,-14 12-3 0,-35-1 0 0,-36-11-1 0,37-25-1 0,46 13 0 0,48 12-2 0,-23 23 0 0,-36-12 1 0,-60-22 4 0,-23-14-1 0,34-12-22 0,14-22-51 0</inkml:trace>
  <inkml:trace contextRef="#ctx0" brushRef="#br0" timeOffset="46">16862 15990 30 0,'24'-59'22'0,"36"47"13"0,-1 36-26 0,1 10-8 0,-48 16 0 0,-60 8 0 0,-35-22-1 0,10-36 1 0,50-48 0 0,23-11 0 0,36 11 0 0,24 1 0 0,-1 0 3 0,13 10 3 0,-1 14-4 0,-35-1-2 0,0 24-40 0,-13 0-36 0</inkml:trace>
  <inkml:trace contextRef="#ctx0" brushRef="#br0" timeOffset="47">12778 9751 27 0,'-13'-71'10'0,"13"23"-1"0,25 12 5 0,-13 48 0 0,22 72 4 0,-21 71-9 0,10-13-3 0,13-24 1 0,-11-21-2 0,22-39-3 0,-10-33 1 0,10-25 1 0,12-25-18 0,-23 2-35 0,-36-12-14 0</inkml:trace>
  <inkml:trace contextRef="#ctx0" brushRef="#br0" timeOffset="48">12778 10061 29 0,'-13'-36'7'0,"50"-35"4"0,46-2-2 0,49 15-9 0,-39 22-46 0</inkml:trace>
  <inkml:trace contextRef="#ctx0" brushRef="#br0" timeOffset="49">13480 9918 11 0,'-23'-24'11'0,"-2"-12"0"0,2 1-2 0,-13 11-1 0,25 24-6 0,-13 11 1 0,-12 37 4 0,12 25-3 0,-1-15-1 0,14 2-1 0,11-23-1 0,24-16 1 0,-1-8-1 0,26-13 0 0,-14-34 0 0,13-3 1 0,-24 1-2 0,-1-23 1 0,1 11-1 0,-12 12 3 0,0 13 0 0,-12 34-3 0,12 37 2 0,-12 11 0 0,12-22 1 0,0-14-1 0,24-12 1 0,10-22 0 0,3-25-1 0,-37-22-1 0,12 8 0 0,-2 27-1 0,3 12-1 0,-14 45 2 0,2 27-1 0,-1-14 1 0,-1-11-9 0,-11-12-47 0,0-24 23 0</inkml:trace>
  <inkml:trace contextRef="#ctx0" brushRef="#br0" timeOffset="50">13683 9573 43 0,'-13'-23'-2'0,"13"23"-30"0</inkml:trace>
  <inkml:trace contextRef="#ctx0" brushRef="#br0" timeOffset="51">13885 9906 32 0,'0'0'0'0,"0"48"6"0,48-25-16 0,-12-69 10 0,-1-38 4 0,-24-58 3 0,-11 10 3 0,0 36 0 0,0 25-1 0,0 23 8 0,0 35-10 0,-23 63-7 0,0 68 0 0,10 24 1 0,49-21 1 0,48-50 2 0,11-37 1 0,1-45-1 0,-13-36-5 0,-48 0-32 0,-35 34-21 0</inkml:trace>
  <inkml:trace contextRef="#ctx0" brushRef="#br0" timeOffset="52">12968 10693 35 0,'-35'23'3'0,"-26"0"-2"0,50-11 9 0,71-47-6 0,83-61-2 0,82-23 4 0,84-36 0 0,2 25-3 0,-73 34 0 0,-84 49 0 0,-70 23-2 0,-72 24-4 0,-47 24-12 0,-73 35-42 0</inkml:trace>
  <inkml:trace contextRef="#ctx0" brushRef="#br0" timeOffset="53">13017 10798 47 0,'-84'25'4'0,"23"0"1"0,110-62 1 0,129-58-2 0,144-60-1 0,83-12 2 0,-48 12-3 0,-107 60 1 0,-144 48-1 0,-81 23 1 0,-50 24-76 0</inkml:trace>
  <inkml:trace contextRef="#ctx0" brushRef="#br0" timeOffset="54">24626 10228 19 0,'-35'-24'11'0,"-1"11"-7"0,-12-10 6 0,1-13-1 0,11 1-2 0,-35 11-4 0,-26 0 2 0,-9 11 3 0,23 13-4 0,-13-23-2 0,13 23 0 0,12 0-1 0,-14 23 2 0,-21-10-1 0,35 11-1 0,-1 10 0 0,1 3 2 0,23-13-1 0,1-1-2 0,11 14 0 0,12-3 1 0,-12 16-1 0,12-4 0 0,12 2 0 0,1 13 0 0,11-15-1 0,11 26 2 0,-11-1-2 0,24-11 1 0,0 11 1 0,12 1-1 0,0 11 0 0,10-12-1 0,3 1 1 0,9 11-1 0,3-1 1 0,-14-9-1 0,26-25 2 0,9-1 0 0,14-10-1 0,11-3 3 0,36-34-1 0,23-34-2 0,-11-3 2 0,-36-10-2 0,-12-13 1 0,13-1 1 0,-25-10 0 0,-24 0-1 0,-12-13 1 0,-11 2-1 0,-24-1-1 0,-24 11 1 0,-12 12 1 0,0-35 2 0,-11 1 0 0,11 10-2 0,-24 13 3 0,-35 0 0 0,-14-2 0 0,-9 2 0 0,22 10-2 0,2 15-1 0,-3 21 0 0,1 14-1 0,26 11-17 0,22 11-111 0</inkml:trace>
  <inkml:trace contextRef="#ctx0" brushRef="#br0" timeOffset="55">14122 9965 23 0,'-22'-11'4'0,"-38"-1"1"0,24 1-4 0,-23 11 3 0,-37 0 7 0,-12 46-4 0,1 26-3 0,-11 23-3 0,-2 23-1 0,26 3 1 0,-1 9 2 0,23 0 0 0,13 14 0 0,47 11-1 0,47-12-1 0,49 1 0 0,22-14 2 0,26-23 0 0,24-24 0 0,8-35 0 0,4-24 0 0,11-48 1 0,-13-36-1 0,13-35 1 0,-48-13-2 0,-24-10 0 0,-24-1-1 0,-23 12 1 0,-36-14-1 0,-35-21 1 0,-38 12 0 0,2 0 2 0,-25 9 2 0,-35-21-1 0,-24 24 4 0,-12 34-2 0,0 36-5 0,0 48-3 0,-23 82-19 0,10 62-99 0</inkml:trace>
  <inkml:trace contextRef="#ctx0" brushRef="#br0" timeOffset="56">19518 11870 4 0,'0'-11'6'0,"0"-1"0"0,11 1 1 0,2-2 4 0,-13 1 3 0,-13 12-3 0,2 12-4 0,-12 1-2 0,-2 33 2 0,1 2-1 0,0 13-3 0,1-27-1 0,23 3-1 0,-13 10 0 0,13 0 1 0,0-11-1 0,13 0 0 0,22-36 0 0,13 0 0 0,-1 0 0 0,-11-11 0 0,-24-2 1 0,-12-24-1 0,0 14 0 0,-12 0 1 0,-11 11 4 0,-13 12-4 0,12 12-1 0,0 11-1 0,0 13-1 0,12 12-19 0,12-1-46 0,0-47 42 0</inkml:trace>
  <inkml:trace contextRef="#ctx0" brushRef="#br0" timeOffset="57">19970 11954 57 0,'0'0'0'0,"0"0"9"0,0-24 12 0,12 1-4 0,0-2-4 0,-12 2 0 0,12-13-3 0,-12 12-2 0,-12 0 0 0,0 1-2 0,-24 11 1 0,13 12-6 0,-26 0 0 0,15 23 0 0,10 0 1 0,0 2-1 0,-1 11 1 0,25-1-3 0,36-10-1 0,24 22 3 0,-13-10 0 0,1-3-1 0,-24 3 0 0,-48 10 1 0,-24-12-2 0,-11-12 3 0,11-23 0 0,12-23-2 0,25-12 1 0,22 11 0 0,38-24-1 0,9 2-1 0,-9 9 3 0,-14 13-3 0,-23 12-7 0,0 12-77 0,0 12 14 0</inkml:trace>
  <inkml:trace contextRef="#ctx0" brushRef="#br0" timeOffset="58">20161 11692 80 0,'0'0'0'0,"-13"-24"28"0,13 24-14 0,0 0-15 0,25 13-75 0,-13-13 44 0</inkml:trace>
  <inkml:trace contextRef="#ctx0" brushRef="#br0" timeOffset="59">20387 11478 29 0,'13'-12'19'0,"-26"35"21"0,-23 98-16 0,1 44-12 0,10-10-6 0,14-48-4 0,-1-23 0 0,-12-25-6 0,-1-22-40 0,25-26-22 0</inkml:trace>
  <inkml:trace contextRef="#ctx0" brushRef="#br0" timeOffset="60">20434 12037 77 0,'0'-12'8'0,"-11"-1"27"0,11 13-7 0,-23-10-18 0,10 10-10 0,13 10-51 0,0 3-35 0</inkml:trace>
  <inkml:trace contextRef="#ctx0" brushRef="#br0" timeOffset="61">20768 13310 23 0,'0'0'1'0,"0"-11"1"0,24-1 2 0,-12-11 0 0,-1-2-1 0,14-9 1 0,-25 21 2 0,0-11-1 0,0 1 0 0,-12 12-2 0,-1-2 2 0,-10 1-2 0,-13 12 4 0,1 25-3 0,-1-4-1 0,0 16-2 0,-13-1-1 0,15 23 2 0,10-11-2 0,24-23 1 0,48-38-1 0,23-24 1 0,0 14 0 0,-11 12 2 0,-12 45 6 0,-37 3-4 0,1 10-1 0,-12-23-3 0,-12 12 1 0,12 0-2 0,-23-11-9 0,10 9-33 0,13-34-16 0</inkml:trace>
  <inkml:trace contextRef="#ctx0" brushRef="#br0" timeOffset="62">21209 13155 29 0,'12'-21'9'0,"-12"21"4"0,0 21 4 0,-12 4-4 0,-1-13-4 0,13 12-6 0,13 12-1 0,22-24-1 0,1 0 0 0,12 11 4 0,-37 1 4 0,-11 0-1 0,-11 0-4 0,-12-12-2 0,-14 11-3 0,-10 2-23 0,-1-14-70 0</inkml:trace>
  <inkml:trace contextRef="#ctx0" brushRef="#br0" timeOffset="63">21124 13228 36 0,'0'0'0'0,"-10"-23"11"0,45-2 15 0,37 0-6 0,23 15-13 0,-12-1-5 0,-23 11-38 0,-36 0-23 0</inkml:trace>
  <inkml:trace contextRef="#ctx0" brushRef="#br0" timeOffset="64">21780 12835 45 0,'0'-24'31'0,"-12"37"-2"0,12 46-10 0,-23 37-16 0,23-25-3 0,0 47-51 0,0-70-16 0</inkml:trace>
  <inkml:trace contextRef="#ctx0" brushRef="#br0" timeOffset="65">21995 13192 72 0,'-36'-12'30'0,"24"12"-6"0,0 0-24 0,12 12-106 0</inkml:trace>
  <inkml:trace contextRef="#ctx0" brushRef="#br0" timeOffset="66">21221 14763 3 0,'0'0'6'0,"0"-23"2"0,11 12 2 0,1-2 3 0,0-11-1 0,0 11 1 0,-12 3-3 0,0-1-4 0,0-2-2 0,0 1-2 0,-12 0-1 0,-12 12 2 0,13 12-2 0,-1 0 1 0,-12 1 0 0,12-2-2 0,-12 24 1 0,12-10 0 0,-1 9-1 0,13-21 1 0,13-26 1 0,23-10-2 0,12 12 0 0,-13 34 0 0,-11 48 0 0,1-23 3 0,-25-1-1 0,-13-10 0 0,-11-3-12 0,0-9-59 0,24-13 43 0</inkml:trace>
  <inkml:trace contextRef="#ctx0" brushRef="#br0" timeOffset="67">21650 14752 14 0,'0'0'9'0,"0"-23"2"0,11-2 6 0,-11 13-9 0,0-11 0 0,0-1-3 0,0 0 0 0,-11 0-3 0,-2 12 2 0,-11 12-2 0,13 0 0 0,-14 0 1 0,2 12 1 0,-1 12 1 0,-1 24-2 0,3-13-2 0,22-10 0 0,12-14 0 0,23-22 1 0,12-14-1 0,2 13-1 0,-25 49 4 0,-1 22 2 0,-12-13-3 0,2-21-1 0,-26 11-1 0,2-13-26 0,-1-11-58 0</inkml:trace>
  <inkml:trace contextRef="#ctx0" brushRef="#br0" timeOffset="68">21865 14729 51 0,'0'0'0'0,"-25"-13"41"0,25 13-12 0,12 0-27 0,12 13-19 0,-1 10-83 0</inkml:trace>
  <inkml:trace contextRef="#ctx0" brushRef="#br0" timeOffset="69">22114 14503 44 0,'0'-13'13'0,"-24"-11"21"0,24 11-10 0,60 2-22 0,23 11-1 0,-47 11 5 0,-25 62 6 0,-34 9-7 0,23 14-4 0,0-24-5 0,0-14-36 0,-13-33-40 0</inkml:trace>
  <inkml:trace contextRef="#ctx0" brushRef="#br0" timeOffset="70">22161 14692 24 0,'-11'-13'22'0,"-2"3"20"0,73-26-33 0,23 11-21 0,-23 14-67 0</inkml:trace>
  <inkml:trace contextRef="#ctx0" brushRef="#br0" timeOffset="71">22495 14395 46 0,'-13'-13'16'0,"13"2"1"0,60 11-57 0,-49 0 8 0</inkml:trace>
  <inkml:trace contextRef="#ctx0" brushRef="#br0" timeOffset="72">22840 14216 51 0,'0'-12'9'0,"0"-24"52"0,-36 95-46 0,-11 73-13 0,11 46-25 0,12-36-80 0</inkml:trace>
  <inkml:trace contextRef="#ctx0" brushRef="#br0" timeOffset="73">22888 14763 44 0,'12'-34'53'0,"-12"21"-25"0,-12 13-79 0,12 13-3 0</inkml:trace>
  <inkml:trace contextRef="#ctx0" brushRef="#br0" timeOffset="74">9682 11560 25 0,'0'-47'18'0,"-13"0"1"0,13 11 3 0,0 48-12 0,36 106 2 0,-12 97 1 0,-12 22-3 0,-12-57-2 0,-12-37-2 0,0-72-2 0,0-34-1 0,-11-87-44 0,10-8-50 0</inkml:trace>
  <inkml:trace contextRef="#ctx0" brushRef="#br0" timeOffset="75">9633 11610 32 0,'-23'-61'6'0,"35"13"5"0,-1 2 11 0,14 33-3 0,11 49 1 0,-13 35-7 0,-11 24-4 0,12-11-2 0,1-13-1 0,-14-11-3 0,37-37-2 0,11-23 3 0,13-59-2 0,-13-12 1 0,-23-13-2 0,-13-24 1 0,-23 14-1 0,13 33 0 0,-2 38-1 0,-11 23-1 0,0 12 0 0,24 60 1 0,35 83 0 0,-11-95 0 0,12-13 0 0,-12-35 1 0,-2-12 1 0,15-48-1 0,-15 12 0 0,-10-10 0 0,-23 9-2 0,-26 24-124 0</inkml:trace>
  <inkml:trace contextRef="#ctx0" brushRef="#br0" timeOffset="76">10277 13002 10 0,'0'-36'15'0,"0"12"2"0,24-12 6 0,-12 25-6 0,24 11-5 0,10 11-3 0,3 25-1 0,-2 12-3 0,-23 12-2 0,-12-13 1 0,-24 1-1 0,-12-1 0 0,-23-11-1 0,-13-36 0 0,1 0 0 0,-1-12 0 0,13-24-1 0,22-10 0 0,2-4 2 0,46 3-3 0,25-11 1 0,36-3 1 0,22 14 0 0,1-25-1 0,-11 26 1 0,-24 9 0 0,-48 24 1 0,-12 2 0 0,-1 11-2 0,-11 0-1 0,0 0-23 0,0 0-90 0</inkml:trace>
  <inkml:trace contextRef="#ctx0" brushRef="#br0" timeOffset="77">11134 12537 42 0,'36'-35'5'0,"-12"-13"1"0,-12-13 17 0,-24 15-6 0,-36 10 4 0,-47 13-11 0,-37 10-1 0,-11 1-3 0,1 24 0 0,-24 24 1 0,-1 36-1 0,-11-1-5 0,11 36 2 0,36 24-1 0,23 12 0 0,37 12-1 0,35 23 0 0,48-11-4 0,48-12 2 0,36-36 0 0,22-37 0 0,36-45 3 0,49-24 0 0,12-13-2 0,11-50 0 0,-12-21 3 0,-24-23-1 0,-45-1-1 0,-52-1 1 0,-22-11 2 0,-46-24-3 0,-25-24 2 0,-71-13 1 0,-24 26 4 0,-25 47-1 0,2 24-4 0,22 35-1 0,47 24-2 0,27 24-14 0,34 35-110 0,-12-34 76 0</inkml:trace>
  <inkml:trace contextRef="#ctx0" brushRef="#br0" timeOffset="78">11563 11978 83 0,'0'0'0'0,"-24"-96"4"0,48 13 30 0,1 36-9 0,34 47-14 0,12 47-5 0,-11 48-1 0,-50 13 0 0,-20-14 1 0,-26-23-1 0,-12-10-2 0,12-1-10 0,13 35-61 0,10-35-17 0</inkml:trace>
  <inkml:trace contextRef="#ctx0" brushRef="#br0" timeOffset="79">11885 12799 73 0,'-36'-25'28'0,"24"-9"11"0,-12 22-14 0,-1 12-15 0,15 25-6 0,-2-4-4 0,34 16 2 0,14-24-1 0,0-26 3 0,-23-24-1 0,-13 16 8 0,-13 8-4 0,-10 13-6 0,10 0-3 0,13 34-81 0,-11-21-22 0</inkml:trace>
</inkml:ink>
</file>

<file path=ppt/ink/ink29.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5-09T04:21:01.696"/>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6824 11156 70 0,'-24'-48'9'0,"48"25"-6"0,83 23-3 0,61 0 1 0,32-11 1 0,63-2 7 0,47 1 4 0,71 12-9 0,58-12-2 0,14 12-2 0,-23 0 1 0,-49 0-2 0,-60-13 3 0,-83 2-1 0,-95-1-2 0,-95 1 2 0,-60 11 1 0,-60 0-13 0,-59 11-87 0</inkml:trace>
  <inkml:trace contextRef="#ctx0" brushRef="#br0" timeOffset="1">7099 11132 62 0,'-109'-35'7'0,"50"12"-1"0,82 23-1 0,73 11-1 0,142 12 7 0,48-23-3 0,47 0 0 0,191-34-5 0,-131 21 1 0,119 13-2 0,-179-12 2 0,48 12 2 0,-118 0 2 0,-120 0 1 0,-84 0-1 0,-47 0-5 0,-24 12-3 0,12 1-120 0</inkml:trace>
  <inkml:trace contextRef="#ctx0" brushRef="#br0" timeOffset="2">2096 18418 0 0,'0'0'2'0,"0"0"-2"0,-12 0 1 0,12 13 1 0,12-13 1 0,-1 0 0 0,2-13 1 0,10 13-2 0,14-11-1 0,-3 11 0 0,15 0 0 0,10 11 1 0,13-11 1 0,11 0 0 0,13 0 0 0,-2 0 1 0,2 13-2 0,-13-1 0 0,13 0 0 0,10-12-2 0,-10 0 1 0,-1 0 0 0,0 0-1 0,-11 12-1 0,-2-12 0 0,3 12 1 0,9-12-1 0,-22 0 0 0,12-12 0 0,-13 12 3 0,-11 0-3 0,-2 0 1 0,3 0 4 0,-37 0 1 0,-1-12-2 0,-11 0-33 0,-12 12 9 0</inkml:trace>
  <inkml:trace contextRef="#ctx0" brushRef="#br0" timeOffset="3">10670 18550 0 0,'0'0'0'0,"0"-11"0"0,-12-2 1 0,0 1 0 0,12-13-1 0,0 15 3 0,0-2 3 0,0 0 0 0,0 0-2 0,12 12-2 0,0-12 1 0,24-1-1 0,0 13 1 0,11-11-2 0,25-1 0 0,11 1-1 0,12 11 1 0,24 0-1 0,23-13 2 0,14 1 0 0,-1 0-2 0,22 1-1 0,15-1 0 0,-13 1 0 0,10 11 1 0,-21 0 1 0,9-13 1 0,-9 13 0 0,-1 0 0 0,-12 0 1 0,-24 0 0 0,-24 0-1 0,-24 0-1 0,-23 0-1 0,-36 13 3 0,-24-13 2 0,10 0-8 0,-10 0-53 0</inkml:trace>
  <inkml:trace contextRef="#ctx0" brushRef="#br0" timeOffset="4">19695 18539 0 0,'0'0'0'0,"0"-13"3"0,-10 1 2 0,-14 12 1 0,0 0 4 0,12 0 2 0,12 0-2 0,-12 0-1 0,12 0-5 0,12 0-3 0,0 12 1 0,36-12 2 0,-2 13-3 0,15-13 2 0,-2 0-1 0,0 11 1 0,1-11-1 0,25 0 2 0,-3 0-3 0,13 12 1 0,12-12-2 0,1 0 6 0,-1-12-6 0,11 12 2 0,2 0 0 0,-1 0 0 0,0 0-3 0,11 0 0 0,2 0-2 0,-1 0 6 0,0 0-3 0,-24 0 1 0,12 0-2 0,-11 0 2 0,-25 0-1 0,-25 0 6 0,-33 0 8 0,-14-11-9 0,2-2-4 0,-13 1-18 0,0 0-82 0</inkml:trace>
</inkml:ink>
</file>

<file path=ppt/ink/ink30.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5-09T04:21:01.832"/>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10468 17109 10 0,'0'0'0'0,"0"0"42"0,0 11-23 0,0 14-1 0,12-13-6 0,23-12-2 0,37-12-2 0,-1-13-7 0,1 62-1 0,23-37 0 0,48-12 0 0,47-24-1 0,1 24 1 0,-1 1-3 0,1 11 3 0,-25 0-2 0,1 23 2 0,-25 1 1 0,-10 0-2 0,-25-24 2 0,12 0 2 0,1-12-2 0,11-13 2 0,-37 25 0 0,-10-11-1 0,-36 11-2 0,-37 0 2 0,-34 0-1 0,-49 11 0 0,-48 2-1 0,-23-13-3 0,-34 12 3 0,-37-12-1 0,-1 0 1 0,-12 12 0 0,-11-12 2 0,1 13 4 0,34-13-3 0,36 11 1 0,35-22-1 0,25-2 1 0,48-11-2 0,25 0-1 0,9 12 0 0,13 12-1 0,24 0-2 0,24 0 1 0,23 12 0 0,25-12 0 0,34 0-1 0,50-12-1 0,34 1 0 0,24 11-3 0,11-12 5 0,-9 12 0 0,-2 12 0 0,0-12 1 0,12 11 2 0,0 1 1 0,1-1 0 0,-26 14 1 0,2-25 0 0,0-12 0 0,-1-1 1 0,-11 2-1 0,-37 11-3 0,0 0 0 0,-23 0 0 0,0 0 2 0,-23 0-2 0,-13-12-1 0,-12 1 0 0,-47 11 0 0,-37 0 2 0,-22 0 3 0,-37-12-5 0,-36 24 1 0,-34-12-1 0,-49 11-1 0,-23 1-2 0,-37-1 2 0,-35-11-2 0,-24 25-4 0,-11-13 3 0,-2-12-1 0,14 0 0 0,23 0 3 0,0-37 0 0,23 26 4 0,1-1-2 0,25 1 1 0,10 11 2 0,37 0 2 0,-1 0-2 0,36 11-2 0,24-11 1 0,23 0-1 0,37 0 1 0,-1 0 0 0,48 0 0 0,0-11-6 0,36 11-143 0</inkml:trace>
  <inkml:trace contextRef="#ctx0" brushRef="#br0" timeOffset="1">17161 17228 3 0,'0'-12'4'0,"0"12"5"0,0-12 14 0,0 1 7 0,0 11-14 0,0 0-8 0,59 0-3 0,36 0-4 0,83 0 1 0,37 0-2 0,47 11 1 0,34-11 2 0,15 24 2 0,-1 0 1 0,10-1 3 0,2-10 0 0,0-1 2 0,-25-24-3 0,-11-1-2 0,-12 2-3 0,1-1 1 0,-37 12-3 0,-12 0-3 0,-47 0 1 0,-37 12 2 0,-45-1-3 0,-74 2 4 0,-23-13 4 0,-23-13-3 0,-86-10-2 0,-34 23 3 0,-95 0-2 0,-59 0 1 0,-36 0-3 0,-37 0-2 0,-47 0-8 0,-12 0-2 0,1 0 2 0,23-11 0 0,47-2 6 0,37 1 0 0,59 0 5 0,36 12 0 0,58 0 2 0,38 0-2 0,47-11 2 0,23 11-3 0,37 0 1 0,10 0-3 0,26 11 2 0,46 1-2 0,71-12 0 0,109 0 1 0,59 0 0 0,59 0 3 0,60 0 4 0,0 25 2 0,23-2 2 0,-22 1 2 0,-39-12-4 0,-8 0-3 0,-38-12-4 0,-47 0 0 0,-48 0-5 0,-59 12 1 0,-72-12 3 0,-72 0 1 0,-35 0 4 0,0-24-2 0,0-1-6 0,-12 2-123 0,1 12 80 0</inkml:trace>
  <inkml:trace contextRef="#ctx0" brushRef="#br0" timeOffset="2">6264 17693 2 0,'0'0'0'0,"0"0"5"0,0 0-3 0,-13 0 2 0,13 0 1 0,0 0-4 0,0 0 2 0,0 12-2 0,0-12 2 0,0 0 0 0,0 12 2 0,13-12 0 0,-1 0 1 0,12 10-3 0,0-10 0 0,-1 0 1 0,1 0 0 0,12 0-2 0,0 0 1 0,-1 0-3 0,1 0 2 0,12 13 0 0,11-13 0 0,1-13-1 0,11 13 1 0,1 13-1 0,11-13 1 0,-11 0-1 0,11-13 0 0,-12 13-1 0,13 13 2 0,-2-13-1 0,2 12 0 0,0-12 2 0,11 0 0 0,0 0-1 0,-11 0 1 0,-2 0 1 0,-10 0-1 0,0 0 0 0,-14 0 0 0,-9 0 0 0,-1-12 0 0,-2 12 0 0,-10 0-1 0,0 0-1 0,12 0 1 0,-12 0 1 0,12 0 0 0,-24 0-2 0,11 0 1 0,1 0-1 0,-12 0 1 0,-12 0 1 0,0 0 4 0,-12-13 0 0,12-9-2 0,-12-2-93 0,0 24 40 0</inkml:trace>
  <inkml:trace contextRef="#ctx0" brushRef="#br0" timeOffset="3">9408 17824 5 0,'-12'-13'10'0,"12"13"-4"0,0 0-1 0,0 0 1 0,12 0 14 0,24 0-13 0,10 0-2 0,3 0-2 0,22 13 0 0,1-13 0 0,11-13 1 0,-11 13 0 0,23 0-2 0,0 13-2 0,12-13-1 0,12 0 1 0,0 0 0 0,0-13 1 0,0 13-2 0,1-11 0 0,-1 11-1 0,-13 0 0 0,1 0 0 0,13-12 1 0,-13 1 1 0,0-2 0 0,1 1-1 0,-24 0 1 0,-2 12 0 0,-10 0 0 0,10 0 1 0,-10-13-1 0,-12 13 1 0,0-10-1 0,-1 10 0 0,-11 0 0 0,0 0 1 0,-1 0-2 0,-35 0 4 0,0 0 1 0,-12 0 1 0,12-24-9 0</inkml:trace>
  <inkml:trace contextRef="#ctx0" brushRef="#br0" timeOffset="4">13183 17752 2 0,'0'0'0'0,"0"0"5"0,-12-12-1 0,-12-1 3 0,12 13-1 0,0 0 2 0,-1 0-1 0,26 0 5 0,11-10-6 0,0 10-4 0,0 0 0 0,11 10-2 0,13 3 3 0,23-13 0 0,1 0 0 0,11 0 2 0,1 12-1 0,11 0-1 0,-12 1 0 0,24-13 0 0,-11 0 4 0,23 0-2 0,-13 11-2 0,14-11 0 0,-1 12-1 0,12-12-1 0,0 0 2 0,12-12-2 0,0 12-1 0,-12-11 1 0,-12 11-1 0,-12-13-1 0,-24 13 1 0,-23 0 0 0,-12 0 2 0,-13 0-2 0,-12 0 1 0,-10 0 1 0,-13 0-1 0,0 0 0 0,12 0 5 0,-12-12-3 0,0 0-2 0,0 12-72 0,-25 0 18 0</inkml:trace>
  <inkml:trace contextRef="#ctx0" brushRef="#br0" timeOffset="5">5371 18371 0 0,'0'0'1'0,"-71"0"6"0,35 0-1 0,0 13-5 0,36-13 1 0,36 11-2 0,46 1 0 0,38-12 1 0,47-12-2 0,23-12 0 0,36 12-2 0,12-11 5 0,14 11-3 0,-16 1 2 0,-21-2-1 0,-49 13-1 0,-70 0 1 0,-60 0 0 0,-12 13-13 0,-24-13 12 0</inkml:trace>
  <inkml:trace contextRef="#ctx0" brushRef="#br0" timeOffset="6">8455 18633 0 0,'0'0'0'0,"-47"-12"0"0,-12-11 0 0,10-2 2 0,25 14-2 0,36 22 2 0,49 2 2 0,69 11 2 0,48-24-3 0,61 11 0 0,46-34-1 0,24-2 0 0,2 2-3 0,-37-25-1 0,-36 25 2 0,-60-1 0 0,-82 12 1 0,-61 0-1 0,-23 24-18 0,-12-12 14 0</inkml:trace>
  <inkml:trace contextRef="#ctx0" brushRef="#br0" timeOffset="7">12278 18313 0 0,'0'0'0'0,"0"0"0"0,-24-13 0 0,0 13 2 0,-12-12 1 0,1 24 1 0,24-12-2 0,11 0-2 0,11 0 1 0,35 0-1 0,39 0 1 0,45 0 0 0,61-12 0 0,34 12 0 0,38 0 3 0,23 12-1 0,-12 24 1 0,-11-13 2 0,-2 13-2 0,-11-13-4 0,-24 14-1 0,-35-13 1 0,-48-1-1 0,-48-11 8 0,-71-12 5 0,-12 0-8 0,-12-25-38 0,-12 25 10 0</inkml:trace>
  <inkml:trace contextRef="#ctx0" brushRef="#br0" timeOffset="8">2418 17288 39 0,'0'-24'2'0,"24"1"15"0,-14 10 17 0,-44 13-10 0,-38 13-14 0,-35 10-8 0,11 1 2 0,60-24 5 0,25-13-4 0,11 2-2 0,0 11-3 0,11 60-2 0,2 23-1 0,-13 36-2 0,12-23 4 0,-1 34-8 0,2 0-1 0,23-9 1 0,-36-50 10 0,11 13-8 0,0 21 1 0,2-9 2 0,-13-37 7 0,0-10-1 0,0-14 0 0,0-11-6 0,12 12 4 0,12-12 5 0,47-24 0 0,26-13 1 0,9-10-2 0,-23-1-1 0,-59 24 1 0,-12-12-7 0,-12 12-100 0</inkml:trace>
</inkml:ink>
</file>

<file path=ppt/ink/ink31.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5-09T04:21:02.834"/>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18053 11085 82 0,'0'-95'12'0,"60"213"25"0,-37 133-19 0,-11-13-11 0,0-49-2 0,0-57-3 0,-12-59-4 0,12-98-58 0,12-47-15 0</inkml:trace>
  <inkml:trace contextRef="#ctx0" brushRef="#br0" timeOffset="1">18422 11275 60 0,'0'-25'10'0,"0"4"9"0,12 92-2 0,-12 34 2 0,11 16-12 0,2-26-2 0,23-24-3 0,-1-35 1 0,1-36 1 0,0-60 1 0,-24-35-3 0,-12 11-1 0,-24-11 1 0,-12-12 0 0,12 24-2 0,-11 58 1 0,-1 38-2 0,-11 58 2 0,23 25-3 0,48-13 1 0,59-24 0 0,24-34 2 0,36-50 0 0,0-58 2 0,-12 24-3 0,-60 11 2 0,-47 37 2 0,-12 11 0 0,-12 47-1 0,0 24-1 0,0 12-4 0,24-11 3 0,11-24 0 0,13-25 0 0,23-36 3 0,-24-21-3 0,-34-26 1 0,-13-35 1 0,-13-13-2 0,-45 24 0 0,-14 26 0 0,13 34-1 0,-1 12 0 0,36 35-2 0,24 27 2 0,36 8 0 0,35 2-1 0,48-25 1 0,24-35 0 0,-1-35 1 0,1-37 0 0,-47 13 0 0,-36 22-1 0,-48 14 1 0,-12 23-2 0,0 36 0 0,0 35 1 0,36 0 0 0,35-11 0 0,12-24-1 0,25-36 2 0,-25-71 1 0,-47-38 0 0,-61 4-1 0,-34 34 0 0,-48 58 1 0,0 26-2 0,-12 33 0 0,47 26-52 0,61-35-43 0</inkml:trace>
  <inkml:trace contextRef="#ctx0" brushRef="#br0" timeOffset="2">18708 12322 60 0,'0'-34'2'0,"0"-37"0"0,12 21 11 0,-12 27 15 0,-12 46-10 0,-36 73-6 0,14 34-5 0,-15 14-2 0,1-25-2 0,-23-1-1 0,24-34-1 0,10-47 1 0,26-37 2 0,-1-37-1 0,12-22-2 0,12 13 0 0,-12 21 0 0,0 13-2 0,0 49 1 0,0 21 0 0,11-11 0 0,37-22 0 0,-12-25 1 0,35-25 2 0,26-34-2 0,-15 47-57 0,-70 12-32 0</inkml:trace>
  <inkml:trace contextRef="#ctx0" brushRef="#br0" timeOffset="3">16624 14109 75 0,'-12'-12'2'0,"1"0"-2"0,11-12 13 0,11-23 1 0,25-25-5 0,-24 1-4 0,12 12-2 0,-24 11-2 0,-13 0 2 0,2 12 0 0,-25 13 0 0,-11-1 0 0,11 24-1 0,-13 12 0 0,13 23 0 0,-10 26-1 0,22 21 0 0,0-9 0 0,11-15-1 0,13-34 0 0,25-24 3 0,23-48 0 0,22-23-1 0,-9 47-1 0,-26 48-1 0,1 34 1 0,-25 39 2 0,-11-2-1 0,0-11 1 0,0-25-2 0,0-34 1 0,13-14-8 0,-1-35-119 0</inkml:trace>
  <inkml:trace contextRef="#ctx0" brushRef="#br0" timeOffset="4">17220 13859 53 0,'0'-24'12'0,"-12"-36"-9"0,35 1 14 0,-11 11 0 0,-12-11-1 0,-23 23-2 0,-2 12-6 0,-9 24-5 0,-3 12-1 0,1 24-1 0,0 12 1 0,0-2-1 0,13 15 0 0,23-14-1 0,23 0 0 0,13 14 0 0,12-26 0 0,24 1 0 0,-13 12 0 0,-36-2 0 0,-34 4 2 0,-37-16 1 0,-11-10 0 0,11-24-1 0,12-24 0 0,25-23-1 0,11-24 0 0,36-13-1 0,23 13 0 0,25 23 0 0,11 0 0 0,-13 48-1 0,-46 59 0 0,0 12 1 0,12-10-1 0,36-38 2 0,11-82 1 0,-47-48 2 0,-60-12-1 0,-72 71 1 0,-35 37-3 0,-24 58-8 0,60 36-130 0</inkml:trace>
  <inkml:trace contextRef="#ctx0" brushRef="#br0" timeOffset="5">15696 15633 61 0,'-1'0'0'0,"-22"-24"38"0,81-12-37 0,62-46 4 0,34-62-1 0,14-46 1 0,-97 22-1 0,-58 50-2 0,-50-1 0 0,-10 25-1 0,-1 44-1 0,12 39-2 0,12 59 1 0,13 59 1 0,11 48 0 0,11 11 4 0,-11 1-3 0,11-60 0 0,2-59 2 0,-13-60 7 0,0-72-5 0,12-23-3 0,12 48-2 0,24 11 0 0,-13 48-2 0,14 72 0 0,-15 11 1 0,14 0 0 0,24-47 0 0,10-25 1 0,14-45 1 0,12-26 1 0,-25-24-1 0,-46 13 1 0,-26-24 0 0,-35 47-1 0,-24 48-2 0,0 60 0 0,12 35 0 0,36-13 0 0,60-32 1 0,36-50 1 0,35-37-20 0,-1 1-69 0,-118 25 59 0</inkml:trace>
  <inkml:trace contextRef="#ctx0" brushRef="#br0" timeOffset="6">17469 15133 36 0,'0'0'15'0,"-23"-23"-13"0,23-14 0 0,12 14 0 0,-12-25 3 0,-12 1 1 0,-12-1-2 0,-12 25 0 0,1 10 3 0,-1 37 0 0,-25 23-2 0,-9 25-1 0,34 11-1 0,0-11-3 0,36-37 2 0,36-24 3 0,24-69 1 0,11-14-5 0,-23 25 1 0,-14 35-3 0,-21 46 0 0,-1 16 0 0,24-27 1 0,24 1 1 0,-2-37 1 0,26-10 0 0,0-60 1 0,-1-60-1 0,11-73-1 0,-22 86 0 0,-72 71-1 0,-36 47-2 0,-10 48-1 0,22 71 0 0,0 24 1 0,48 12 0 0,35-36 1 0,1-49 1 0,11-45 2 0,24-84 2 0,13-36-3 0,-14-25 0 0,-34 2 1 0,-36 23 0 0,-12 0-1 0,-12 59-1 0,0 72-4 0,-36 95 5 0,1 46-1 0,23 3-1 0,59-85 2 0,25-58 4 0,23-62-1 0,-11-81-1 0,-1-49-2 0,-35-13 1 0,-38 50-1 0,-20 84-1 0,-14 46-4 0,0 58 3 0,-12 73 1 0,23 11-1 0,-10-10 1 0,12-25-1 0,11-47 2 0,0-49 3 0,11-70 1 0,12-12-3 0,14 12-1 0,-1 9-1 0,11 29 1 0,1 8-2 0,-24 26 0 0,-1 33 0 0,-10 13-2 0,-2-11 3 0,2-25 0 0,34-10 1 0,1-37 0 0,11-11 0 0,-11-13 0 0,-24-13 0 0,-1 3 0 0,13 22-1 0,0 25 1 0,-36 11-2 0,0 23 0 0,0 25 1 0,0-1 0 0,24-23 0 0,23-24 2 0,12-58 0 0,1-15-1 0,-24 49-1 0,-23 48-1 0,-13 83 1 0,-13 24 0 0,13 24 1 0,-12-48-1 0,-12-35-8 0,-47-72-81 0,46-13 50 0</inkml:trace>
  <inkml:trace contextRef="#ctx0" brushRef="#br0" timeOffset="7">18434 14608 71 0,'-23'-71'26'0,"165"24"-24"0,61 23-1 0,-24 24-2 0,-84 0-81 0</inkml:trace>
  <inkml:trace contextRef="#ctx0" brushRef="#br0" timeOffset="8">20756 12073 52 0,'-24'-24'5'0,"-36"-34"9"0,49 8 20 0,22 27-5 0,49 46-18 0,36 85-3 0,47 23-5 0,35 0-2 0,25-24-1 0,-37-11 2 0,-82-49-1 0,-49-23 3 0,-22-48 2 0,-2-47-3 0,-11 11-1 0,0 13-1 0,-11 23 0 0,-2 24 0 0,13 34 0 0,13 16-1 0,10 9 1 0,1-13 2 0,-12 4 2 0,-48-27 0 0,-60 25-3 0,2 23-49 0,70-24-90 0</inkml:trace>
  <inkml:trace contextRef="#ctx0" brushRef="#br0" timeOffset="9">21745 13155 77 0,'-12'-10'2'0,"-24"-38"9"0,59 1 6 0,13 10-1 0,24 26-8 0,12 22 0 0,-25 26-1 0,-23 34-3 0,-24-24-2 0,-12 13 1 0,-24-1-2 0,-23 1 2 0,-1 11-1 0,1-24 0 0,23-22 0 0,23-25 2 0,13 0 0 0,36-12 0 0,60-12-2 0,10 1 0 0,14-2-1 0,-12 2 0 0,-25 11-1 0,-24-12-36 0,-11 12-46 0,-24 0 37 0</inkml:trace>
  <inkml:trace contextRef="#ctx0" brushRef="#br0" timeOffset="10">22471 13168 9 0,'11'-34'20'0,"-11"21"9"0,-11 47-12 0,-1 39-9 0,12-14-6 0,60-23 1 0,35-24-1 0,12-37 0 0,-35-46 1 0,-49-23 1 0,-58 46 5 0,-61 24-3 0,-23 24-4 0,-1 61-2 0,38 44-17 0,58-21-73 0</inkml:trace>
  <inkml:trace contextRef="#ctx0" brushRef="#br0" timeOffset="11">22054 14323 14 0,'0'-25'5'0,"-12"-9"-3"0,24 10-1 0,12 11 3 0,-12 2 6 0,24-1 1 0,-1 35-4 0,14 38-2 0,-2-1-2 0,-12-1 0 0,-23 0 2 0,-12-22 2 0,0 9-4 0,0-34 0 0,-12 1-1 0,0-13 0 0,1 0 0 0,-14-13-1 0,25 13 0 0,-11-12-1 0,11 0 1 0,0 1-1 0,0 11 0 0,0 0 0 0,0 0 1 0,11 0-2 0,-11 0 2 0,0 0-1 0,0 0 0 0,0 0 0 0,0 0 0 0,13-12 0 0,-13 12 1 0,0 0-1 0,12-11 0 0,-1-14 0 0,1-11 1 0,0-47 0 0,12-12 0 0,0 24 0 0,24 23-1 0,-2 25 0 0,-10 23-2 0,13 0-57 0,-38 11 25 0</inkml:trace>
  <inkml:trace contextRef="#ctx0" brushRef="#br0" timeOffset="12">22912 14311 19 0,'0'-34'2'0,"22"-3"0"0,-9-23 2 0,-13 13 1 0,-13 11 1 0,-9 0 1 0,-14 24-1 0,-13 24-1 0,-10 24-3 0,0 12 1 0,11 23-2 0,1-10 0 0,22-3 0 0,25-22-1 0,25-25 2 0,22-22 0 0,1-25 0 0,0-11-2 0,-24 23 1 0,-1-13-1 0,0 14 1 0,2-1-1 0,-25 24 1 0,12 13-1 0,-12 21-1 0,0 16 1 0,12-4-1 0,24-10 1 0,-1-36 0 0,1-11 1 0,23-26 0 0,1 3-1 0,0-3 0 0,-13 24 0 0,-11 13 0 0,0 37-1 0,-23-3 0 0,-13-9 1 0,0 0 0 0,11-38 3 0,12-45-1 0,25-15-1 0,23 25-2 0,1 14-10 0,11 9 4 0,-35 0 6 0,0 14 0 0,-1-1 1 0,1 12 0 0,-12-11 0 0,-1-26 1 0,-24 26-1 0,-47 11 0 0,-34 48 4 0,10 11-1 0,72-11-1 0,60-37 0 0,35-22-8 0,-23-1-56 0</inkml:trace>
  <inkml:trace contextRef="#ctx0" brushRef="#br0" timeOffset="13">23031 15157 27 0,'-12'-47'3'0,"12"-3"-3"0,0-21 2 0,-36 60 6 0,-47 71 7 0,-13 35-7 0,37 12-3 0,35-36-2 0,60-35-2 0,23-36 0 0,13-48 0 0,-1-47 0 0,-11-49-1 0,-13-32 1 0,-11 21 1 0,-25 71-1 0,-22 72-1 0,-1 37-1 0,-12 57 0 0,24 37 0 0,36 0-1 0,0-12 1 0,-25-59 1 0,25-37 1 0,36-58 0 0,11-24-1 0,-23 34 0 0,-36 62 0 0,-1 21 1 0,-12 4-1 0,25-16-6 0,-36-34-46 0,0 0 35 0</inkml:trace>
  <inkml:trace contextRef="#ctx0" brushRef="#br0" timeOffset="14">23507 14658 42 0,'-13'-13'14'0,"-57"13"-15"0,104 34-35 0,-9-9 19 0</inkml:trace>
  <inkml:trace contextRef="#ctx0" brushRef="#br0" timeOffset="15">23805 14811 13 0,'0'-11'4'0,"-24"-37"5"0,0 12 13 0,-24 36-5 0,25 47-12 0,35 49-4 0,35 0-3 0,-23-13 2 0,-61-61 5 0,-22-22-2 0,12-34 0 0,23 10-3 0,48 24-1 0,48-13-1 0,47-21-4 0,11-26 3 0,-23-35 3 0,-35 24 1 0,-48 34 1 0,-36 24-1 0,-24 26 0 0,-12 47-1 0,37-1-1 0,58 1 0 0,25-36 1 0,11-12-2 0,1-24 1 0,-25-36 0 0,-12 1 2 0,-34-1-1 0,-13 0 0 0,-24 23 1 0,12 15-1 0,-1 10 0 0,13 0 0 0,-23 23 0 0,0 25 0 0,-13 0 0 0,24-25 0 0,36-11 1 0,23-1 0 0,1-11-1 0,12-23 0 0,23-12-1 0,0-12 1 0,-35 70-2 0,-36 48 1 0,-24 1 2 0,0-49 2 0,-24-46 0 0,-11-38-2 0,35 38-1 0,35 23-1 0,49 12 0 0,71-1 2 0,35-45-3 0,1-50-7 0,-119 26 8 0,-120 33 6 0,-59 50 9 0,107 9-8 0,107-22-2 0,48-37-18 0,-60 4-50 0</inkml:trace>
  <inkml:trace contextRef="#ctx0" brushRef="#br0" timeOffset="16">17732 15550 19 0,'-11'-48'4'0,"-2"0"7"0,13 13 12 0,0 23-7 0,0 12-10 0,13 71 6 0,21 72-5 0,-11 36 1 0,-10-25-6 0,-1-35 0 0,-1-35-1 0,2-38-1 0,-1-46-60 0,-24-10 11 0</inkml:trace>
  <inkml:trace contextRef="#ctx0" brushRef="#br0" timeOffset="17">17482 15931 20 0,'-13'-12'5'0,"2"-12"22"0,11 24 3 0,35 36-17 0,37 23-6 0,23 1-4 0,-11-1-1 0,-14-36-1 0,-21 2 0 0,-37-13-32 0,11 0-30 0,-23-12 45 0</inkml:trace>
  <inkml:trace contextRef="#ctx0" brushRef="#br0" timeOffset="18">18136 15847 11 0,'0'0'4'0,"-11"-25"24"0,-48 86 15 0,-25 46-27 0,23 24-8 0,15-49-5 0,34-45-1 0,12-24-1 0,0-13-61 0,0 0 8 0</inkml:trace>
  <inkml:trace contextRef="#ctx0" brushRef="#br0" timeOffset="19">17493 16776 3 0,'-11'0'2'0,"-2"-37"3"0,2 3 8 0,11-3 2 0,11 3-5 0,37-38 3 0,0 48-8 0,-1 24-1 0,1 12-1 0,-12 22-3 0,-24 27 1 0,1-13 3 0,-13 11-5 0,0 1-1 0,-25 11 1 0,-11 1 0 0,0-25 1 0,13-11 0 0,-2-12 3 0,2 0 0 0,10-13 2 0,13-11-1 0,13-11-1 0,46-1-1 0,1 0 0 0,0-1-1 0,-14 2 0 0,-10 11 0 0,1-23 1 0,-3 23-2 0,-9-13-72 0,-14 13 44 0</inkml:trace>
  <inkml:trace contextRef="#ctx0" brushRef="#br0" timeOffset="20">18148 16693 13 0,'0'-36'9'0,"-23"13"31"0,11 23-23 0,12 47-9 0,12 24-8 0,23-11-1 0,13-1 1 0,0-36 1 0,-2-23 2 0,3-47 2 0,-13-24 0 0,-25-37 0 0,-46 24-6 0,-26 50 3 0,-21 22-2 0,10 36 0 0,1 71-19 0,35-36-53 0</inkml:trace>
  <inkml:trace contextRef="#ctx0" brushRef="#br0" timeOffset="21">17576 17467 2 0,'-23'0'1'0,"-24"23"14"0,47-23 3 0,47-12-9 0,84-36 1 0,106-23 0 0,74 12 4 0,-49 0-2 0,-84 22-3 0,-94 3-4 0,-60 9-2 0,-72 61-101 0,24-24 88 0</inkml:trace>
  <inkml:trace contextRef="#ctx0" brushRef="#br0" timeOffset="22">17612 17622 5 0,'-36'11'2'0,"-34"1"24"0,104-35-16 0,134-25-1 0,190-48-5 0,-50 48 9 0,-93 14-2 0,-132-3 0 0,-47 14-5 0,-36 11-3 0,0 0-87 0</inkml:trace>
  <inkml:trace contextRef="#ctx0" brushRef="#br0" timeOffset="23">25483 17777 0 0,'0'0'0'0,"549"34"0"0,-263-21 0 0,-14-1 0 0</inkml:trace>
  <inkml:trace contextRef="#ctx0" brushRef="#br0" timeOffset="24">22673 12311 23 0,'-23'11'2'0,"11"2"10"0,12-13 4 0,-13-36-5 0,13-23-6 0,0-14-3 0,13-9 2 0,-1-1-3 0,23-25 2 0,1 25-1 0,-12 24 3 0,-1 22-1 0,-34 62 12 0,-12 21-12 0,-38 4-3 0,13-16 0 0,25-10-2 0,10-24 4 0,2-24-4 0,35-23 1 0,12 10 0 0,-1 26-1 0,26 11 0 0,-27 36 2 0,-9 0 0 0,-25-24-2 0,0 11-53 0,0-23-1 0</inkml:trace>
  <inkml:trace contextRef="#ctx0" brushRef="#br0" timeOffset="25">22781 10823 0 0,'0'-36'8'0,"0"0"1"0,0 12 0 0,12 24 3 0,11 96 13 0,-12 82-11 0,14-23-8 0,-1-48-2 0,-12-70-3 0,0-37 0 0,0-37-24 0,-12-34-26 0,0 47 32 0</inkml:trace>
  <inkml:trace contextRef="#ctx0" brushRef="#br0" timeOffset="26">22852 10930 16 0,'-12'0'5'0,"12"-11"4"0,0-14-1 0,24-21-2 0,0-15 0 0,-12 25 2 0,-24 12 1 0,-24 1-2 0,0 12-1 0,1 11-1 0,11 11-3 0,1 12-1 0,10 14 1 0,-11 34 2 0,0 13-1 0,24-25-2 0,24-13-1 0,36-9 0 0,23 10-3 0,-11 13 4 0,-14 1-1 0,-45-15 2 0,-13 13 2 0,-49 1 1 0,-21-24 0 0,10-36-2 0,24-48-2 0,25-23 0 0,11-11-2 0,59-39-1 0,13 3 2 0,23-3-1 0,-23 50-2 0,-37 37 3 0,-23 34-1 0,-12 11 2 0,0 37 1 0,24 11-1 0,-1 12-2 0,37-23 3 0,-12-12-2 0,12-49 1 0,-13-58 1 0,-24-13 0 0,-46-21 2 0,-60 34 4 0,-1 46-4 0,-34 73-2 0,9 34-19 0,73 26-78 0,36-95 72 0</inkml:trace>
  <inkml:trace contextRef="#ctx0" brushRef="#br0" timeOffset="27">22101 11704 41 0,'-36'0'5'0,"61"-12"10"0,46-49 9 0,72-33-11 0,-1-13-10 0,-35 36-1 0,-58 35-2 0,-62 36-46 0,2 11-7 0</inkml:trace>
  <inkml:trace contextRef="#ctx0" brushRef="#br0" timeOffset="28">22328 11204 42 0,'0'12'3'0,"12"72"25"0,36 71-3 0,-13 0-13 0,-12-61-7 0,2-46-3 0,-14-37-11 0,2-106-95 0</inkml:trace>
  <inkml:trace contextRef="#ctx0" brushRef="#br0" timeOffset="29">23055 10299 29 0,'-13'47'8'0,"2"-10"25"0,11-37-2 0,0-71-22 0,71-73-7 0,24 1 1 0,-23 12-1 0,-24 60 1 0,-48 35 2 0,-12 25 0 0,-60 34-3 0,-23 36-2 0,23-11 1 0,61-48 0 0,69-36-2 0,26 13 0 0,-12 46 0 0,-47 13 2 0,-25-24-2 0,0-24-128 0</inkml:trace>
  <inkml:trace contextRef="#ctx0" brushRef="#br0" timeOffset="30">23317 9192 45 0,'-12'-36'16'0,"35"95"5"0,0 84-5 0,13 12-12 0,13-60-7 0,-14-59-63 0,-35-36 40 0</inkml:trace>
  <inkml:trace contextRef="#ctx0" brushRef="#br0" timeOffset="31">23590 9119 69 0,'0'-11'9'0,"-24"59"3"0,36 23 7 0,0 37-7 0,12-37-9 0,12-35-2 0,0-24 0 0,10-24 0 0,-21-60 1 0,-25-24 0 0,-25 2-2 0,-21 33 2 0,-14 50-2 0,0 47 5 0,24 23-3 0,36-22-2 0,84-50 0 0,83-82-2 0,-1-12 2 0,-46 83 0 0,-61 84 0 0,-47 35 4 0,12-71-2 0,36-48 2 0,-13-95-1 0,-71 12 1 0,-83 70-1 0,-36 108-5 0,48 26-46 0,95-14-53 0</inkml:trace>
  <inkml:trace contextRef="#ctx0" brushRef="#br0" timeOffset="32">6347 13549 18 0,'0'-13'2'0,"11"-21"5"0,14-3 10 0,11 3-4 0,-36 9 0 0,0 13-3 0,0 12 2 0,-36 12-10 0,-11 36-1 0,-38 24-1 0,27-1 0 0,22 0 0 0,24-23 0 0,36 0-1 0,35 0 1 0,37-1 0 0,10 1 0 0,-58 12-2 0,-60-1 6 0,-60-13 0 0,-22-9 4 0,9-24 0 0,27-26-2 0,34 1-4 0,0 12-2 0,24 12-21 0,0 1-76 0</inkml:trace>
  <inkml:trace contextRef="#ctx0" brushRef="#br0" timeOffset="33">6739 13668 3 0,'0'0'1'0,"25"-71"10"0,-14 23 12 0,-11 35 1 0,0 26-16 0,0 71 0 0,13 11 2 0,10-11 5 0,-10-13-8 0,-1-24-5 0,-12-10 0 0,-12-26 3 0,-1-35-1 0,2-34-1 0,-1 8-2 0,12-21-1 0,12-13 1 0,-1-10 0 0,25 12 0 0,-23 57-1 0,-2 25 0 0,25 46 1 0,-12 27 0 0,-1-2 0 0,13-23 0 0,-12-24-1 0,-24-12 3 0,0-24 1 0,12-36-3 0,0-11-1 0,12 0 1 0,13-12-1 0,9 34 0 0,-10 24-1 0,0 63 0 0,-1 21 0 0,-11 11 1 0,12-22 0 0,-24-24-1 0,12-13-2 0,-1-35-29 0,25-35-23 0,0 23 15 0</inkml:trace>
  <inkml:trace contextRef="#ctx0" brushRef="#br0" timeOffset="34">7550 13586 1 0,'0'0'0'0,"24"-71"18"0,-24 46 11 0,0 13-12 0,0 49-10 0,12 45 0 0,0 1-2 0,24-22-1 0,23-27-2 0,24-22 0 0,-11-12 1 0,-25-35-1 0,-11-37 1 0,-36-22-1 0,-47-2 1 0,-25 24 0 0,1 48 1 0,-1 24-2 0,25 60-2 0,11 22 0 0,24 2-3 0,60 0-42 0,-13-60-19 0</inkml:trace>
  <inkml:trace contextRef="#ctx0" brushRef="#br0" timeOffset="35">8025 13347 34 0,'-10'-12'6'0,"-1"0"0"0,57-12 11 0,26 1-7 0,35-1-4 0,0 0-3 0,-60 12 0 0,-34-12 2 0,-13-13-1 0,-13 27-2 0,-34-1-1 0,11 57-1 0,12 61 3 0,24 48 4 0,24-36-1 0,0-35-4 0,1-49 0 0,-2 1-11 0,-12-11-90 0</inkml:trace>
  <inkml:trace contextRef="#ctx0" brushRef="#br0" timeOffset="36">8764 13205 45 0,'-11'-37'21'0,"11"24"-3"0,0 38-3 0,0 59-8 0,0 23 0 0,-12-13 1 0,-1-23 0 0,26 2 1 0,10-37-2 0,2-13-2 0,10-23 0 0,13-11-1 0,23-13-2 0,-23-12-3 0,12 12 1 0,-25 12-8 0,-12-13-33 0,-10-9-52 0</inkml:trace>
  <inkml:trace contextRef="#ctx0" brushRef="#br0" timeOffset="37">8741 13406 66 0,'-13'-35'21'0,"49"-1"-12"0,60-12 6 0,-1 37-12 0,-35-1-3 0,-24 0 0 0,-60 12-108 0</inkml:trace>
  <inkml:trace contextRef="#ctx0" brushRef="#br0" timeOffset="38">8705 13168 31 0,'0'0'0'0,"-13"-34"19"0,85-39 7 0,12 37-9 0,11 24-9 0,-23 12-3 0,-36 24 2 0,-14-11-3 0,-9-2-2 0,-1 12-2 0,-1-10 0 0,-11-13 0 0,0 0-2 0,0 12-29 0,-11 0-50 0</inkml:trace>
  <inkml:trace contextRef="#ctx0" brushRef="#br0" timeOffset="39">7491 15038 26 0,'0'0'0'0,"-13"-49"6"0,2 15 9 0,-12 21-1 0,-14 26-6 0,-22 70-2 0,23 12-1 0,48 0-5 0,83-35 2 0,48-12-1 0,-36 11-1 0,-96 0 2 0,-81 25 4 0,-37-13-4 0,23-34-1 0,60-26-17 0,48-59-59 0</inkml:trace>
  <inkml:trace contextRef="#ctx0" brushRef="#br0" timeOffset="40">7741 14704 18 0,'-12'-25'11'0,"12"75"6"0,0 92 3 0,12 47-14 0,-1 3-3 0,-11-97 1 0,24-72 2 0,12-82 1 0,36-71-5 0,-13-1-2 0,-35 59 0 0,-36 60-2 0,-36 48 1 0,-11 59 4 0,59-23-1 0,59-13 0 0,49-22 0 0,-1-37 0 0,-36 0-3 0,-47 0-90 0</inkml:trace>
  <inkml:trace contextRef="#ctx0" brushRef="#br0" timeOffset="41">8467 14658 11 0,'0'-13'4'0,"0"-71"-2"0,0 13 12 0,-12 34 7 0,0 37 0 0,12 61-8 0,0 70-5 0,0 24-6 0,24-25-2 0,36-34 2 0,-2-62 0 0,3-21 0 0,-2-60 1 0,13-49-1 0,-1 13 1 0,-23-1-1 0,-24 0-1 0,-35 13 0 0,-14 60-1 0,1 35-1 0,-12 59 1 0,24 24-2 0,48-34 2 0,48-50-2 0,35-46 4 0,0-27-7 0,-12-32-9 0,-12 9 8 0,-47 2 6 0,-36 0 1 0,-12 24 0 0,-24 10 1 0,-24 37 3 0,-11 25-3 0,10 46 0 0,2 1-1 0,35 11-1 0,0-24 0 0,36-34 2 0,0-25 1 0,24-48-2 0,-12 0 0 0,-13 35-1 0,-11 13-1 0,24 13 1 0,0-26 1 0,11-45 0 0,1-2 0 0,-12 36-1 0,23 36-1 0,0 36 0 0,-11-12 0 0,-36-11 2 0,-24-25 0 0,-36-37 0 0,37-10-1 0,47-1 0 0,59 0-3 0,12-11-12 0,-25 11 7 0,-57 25 8 0,-25 23 3 0,-25 47 5 0,25 11-4 0,25-33 1 0,11-37-1 0,-12-47-1 0,-1 23-3 0,-10 47 0 0,22 49 1 0,49-49 0 0,-1-69-20 0,-46-2-66 0</inkml:trace>
  <inkml:trace contextRef="#ctx0" brushRef="#br0" timeOffset="42">7074 16240 33 0,'0'0'0'0,"-84"0"6"0,73 0-2 0,131-59 1 0,152-72 9 0,157-47 22 0,154-61-12 0,49 13-8 0,-1-12-4 0,-95 58-9 0,-144 50 1 0,-190 71-5 0,-153 59-2 0,-121 34-19 0,-130 62-58 0,59-24 42 0</inkml:trace>
  <inkml:trace contextRef="#ctx0" brushRef="#br0" timeOffset="43">7455 16358 29 0,'-60'13'6'0,"36"-26"5"0,97-21-4 0,127-50 3 0,160-58 15 0,127-73-3 0,108-11 1 0,13 10-12 0,-61 27-5 0,-105 22-1 0,-121 48 0 0,-143 37 2 0,-130 57-1 0,-72 25-10 0,-59 59-139 0</inkml:trace>
  <inkml:trace contextRef="#ctx0" brushRef="#br0" timeOffset="44">21411 13168 17 0,'0'0'0'0,"-24"-59"14"0,1 47 2 0,-25 36-9 0,-36 47 6 0,25-24 2 0,23-22-5 0,13-13-5 0,11 11 0 0,12 1-3 0,0 47 1 0,12 13-2 0,23 35 1 0,25 25-2 0,-1 32 2 0,1 29 2 0,11-4-3 0,1-10 0 0,11-13 2 0,0 1-2 0,-36-24 0 0,-11 0 2 0,-11-60-2 0,10-24 0 0,13-48-1 0,12-46 3 0,35-25-3 0,-36 1 2 0,-36 35-2 0,-23 12-1 0,-11 36-74 0,11-24 36 0</inkml:trace>
  <inkml:trace contextRef="#ctx0" brushRef="#br0" timeOffset="45">19053 3286 3 0,'0'0'5'0,"-12"0"4"0,1-12 0 0,11 12 2 0,0 0-7 0,0 0 15 0,11-12-17 0,13 12 1 0,0-13-2 0,-12 13 0 0,0 0-1 0,0-10 1 0,12-1-1 0,-2 11 1 0,14 0-1 0,0 0 0 0,13-13 1 0,-2-11 0 0,0 0-1 0,1 12 1 0,0 1 0 0,-12-14 0 0,11 13-1 0,25-11 1 0,-1-1 0 0,13-13-2 0,-2 14 3 0,-10-25 0 0,-24 25-1 0,13-13 3 0,9-10-1 0,-22-4 0 0,11 16-2 0,-23-3 0 0,0 14 0 0,-1-13 1 0,13 0-2 0,12-11 1 0,-1-13 0 0,13 13 0 0,-25 11 0 0,13 0-2 0,0 13 2 0,10-14-2 0,-10 26 2 0,0-1-1 0,-1 12 0 0,-11 0 0 0,24 0 0 0,-1 0-1 0,0 0 2 0,-22 0 0 0,-15 23 0 0,-9 1 0 0,10 12 0 0,1 0 0 0,0-11-2 0,-12 9 1 0,-1 14 1 0,13-12-2 0,12-1 1 0,11-12 0 0,-11 14 0 0,11-13 1 0,-11 11-2 0,1 13 2 0,-15-12-2 0,26 10 1 0,0 4-1 0,11-16 3 0,0 3-3 0,-11-3 3 0,23 3-2 0,1-1 0 0,-1-1 0 0,12-11-1 0,-11 24 1 0,0-23 0 0,-14-4-1 0,14-8 1 0,-13 11 0 0,12-11 1 0,-12-13 0 0,-10 0-1 0,-2 0 0 0,-23-13 0 0,-11 1 1 0,-2 0 1 0,-23-22-16 0,0 21-76 0</inkml:trace>
  <inkml:trace contextRef="#ctx0" brushRef="#br0" timeOffset="46">19363 3239 7 0,'0'0'0'0,"-24"0"5"0,-12 0 1 0,-11 23 6 0,11-11-3 0,12-12-3 0,-1 0 0 0,3 0 2 0,-2-12 0 0,0 12-2 0,-12 12 2 0,-11 13-1 0,-2-14-1 0,15-11-4 0,-3 0 4 0,-10 0-4 0,11 0 0 0,1 0 1 0,11 12 0 0,0-1-4 0,0 2 3 0,12-13-3 0,12 12 3 0,0-24-2 0,24 12 2 0,12 0-3 0,-2-13 2 0,15 2-1 0,-13-1 3 0,11-12-5 0,13 12 4 0,-12-13-1 0,11 4 0 0,13-4 1 0,-1-11-1 0,-11 13 0 0,-2-14 1 0,3 26-1 0,-14-12 1 0,24-14-2 0,1 1 1 0,0 1 1 0,-14-1-1 0,14 0-2 0,-12-10 3 0,-13 9-1 0,1 1 0 0,24 0 0 0,-1 1 0 0,-24-1 0 0,2 11 0 0,-2-9-1 0,13 10 1 0,-13-12 0 0,2 0-1 0,-2 1 0 0,-1 11 2 0,39-24 0 0,-38 12-3 0,0 1 1 0,2 12 0 0,-2-14 0 0,13 13 0 0,11 1 0 0,-23-1 0 0,-1 11 0 0,-24 2 1 0,2-1-1 0,-1 12 1 0,0 0-1 0,10 0 0 0,2-11 0 0,13-2 0 0,-14 13 0 0,1 0 0 0,0 0 0 0,-13 13 2 0,49-2-1 0,-36 1-1 0,-12 12 0 0,10-12 0 0,-9 0 0 0,-1 11 0 0,-1 13 0 0,-10 0-1 0,10-13 1 0,14 1-1 0,-14 12 1 0,13-12 0 0,0 13 0 0,-13-16 0 0,1 4-1 0,0 11 0 0,0-13 1 0,1 2-1 0,-2-2 2 0,0 0-1 0,1 2 0 0,0-13-2 0,0 12 2 0,12-12 0 0,-13 11 1 0,-11-11-1 0,12 12 0 0,-12-1-1 0,-1 2 2 0,2 11-1 0,10-13 0 0,1 1 2 0,12-11-3 0,11-2 1 0,-11 1 1 0,0-1-1 0,0 2 0 0,12-1 0 0,-13-12-1 0,1 12 1 0,0-1-1 0,10 1 2 0,-10-1-2 0,13-11 1 0,-2 13-1 0,2-1 1 0,10 0-1 0,0 12 1 0,1-1-1 0,-13 1 0 0,0-11 2 0,-11-2 0 0,1 1 0 0,-3-1-1 0,-9 2 0 0,-14-13 0 0,-11 0 1 0,13 12-1 0,-13-12 0 0,0 0 1 0,0 12 0 0,0-12 2 0,0 0-2 0,-13 0 0 0,2 0 0 0,-1-12-15 0,-12 24-98 0</inkml:trace>
  <inkml:trace contextRef="#ctx0" brushRef="#br0" timeOffset="47">19577 3073 14 0,'0'0'9'0,"-12"-13"5"0,-11 1 2 0,10 12-7 0,13 0-5 0,-11 0 24 0,11 0-17 0,-12 0-8 0,12-12-3 0,12 12-1 0,12-13 0 0,-24 13 3 0,0 0-1 0,-13 0 1 0,2 0-1 0,11-11 1 0,-12 11 3 0,12 0-2 0,0 0-3 0,0 11 1 0,23 2-8 0,2 11-48 0,-14 0 7 0</inkml:trace>
  <inkml:trace contextRef="#ctx0" brushRef="#br0" timeOffset="48">19720 3441 27 0,'0'-12'5'0,"-12"-24"23"0,-1 24 5 0,-9 1-12 0,10 11-16 0,12 11-4 0,0 12 0 0,12-23 0 0,-12 0 2 0,12 0 2 0,-12-34 0 0,-12 10 1 0,0 24 1 0,-12 12-4 0,12 0-2 0,12-12 0 0,12 11-3 0,46 25-53 0,-33-24-18 0</inkml:trace>
  <inkml:trace contextRef="#ctx0" brushRef="#br0" timeOffset="49">20530 3322 34 0,'-37'-12'18'0,"26"12"11"0,-1-11-7 0,12 11-15 0,0-13 0 0,12 13-1 0,-12 13 0 0,-12 46 2 0,1-36-3 0,11-23 2 0,0-35-5 0,0 11-2 0,-12 24 2 0,-1 24-11 0,61 0-53 0,0-24-14 0</inkml:trace>
  <inkml:trace contextRef="#ctx0" brushRef="#br0" timeOffset="50">21066 3274 27 0,'0'0'6'0,"-24"-12"25"0,12-1 2 0,-1 26-21 0,2 11-7 0,22 0-3 0,14-12 2 0,11-48-1 0,-24-1 3 0,-24 27 6 0,-24 10-8 0,11 23-3 0,50-11-21 0,47 0-100 0</inkml:trace>
  <inkml:trace contextRef="#ctx0" brushRef="#br0" timeOffset="51">21745 3299 12 0,'-25'-13'18'0,"14"-11"1"0,-1 24 7 0,-1 0-9 0,13 24-8 0,0-11-2 0,0-13 1 0,0 11 3 0,-23 1-5 0,-1-1-3 0,24-11-3 0,13 0-43 0,-2 0-33 0</inkml:trace>
  <inkml:trace contextRef="#ctx0" brushRef="#br0" timeOffset="52">22137 3322 23 0,'-11'0'6'0,"-14"11"22"0,25-11-2 0,0 0-11 0,25-23-6 0,-14 23 1 0,2 12-3 0,-2-24-1 0,13-36-2 0,-12 14-3 0,-12 68-32 0,-12 14-59 0</inkml:trace>
  <inkml:trace contextRef="#ctx0" brushRef="#br0" timeOffset="53">21865 13896 44 0,'-49'-13'29'0,"1"26"-12"0,36-2-5 0,24-11-2 0,72 0-2 0,47-36-4 0,47 11-2 0,13-22-2 0,-24-11 1 0,-25 8-1 0,-46 4 1 0,-49 21-1 0,-47 14-1 0,-36 11-6 0,-23 11-6 0,-12 37-18 0,-36 0-30 0,95-48 50 0</inkml:trace>
  <inkml:trace contextRef="#ctx0" brushRef="#br0" timeOffset="54">22161 13835 13 0,'-83'36'22'0,"-12"10"6"0,34-9-8 0,50-24-10 0,35-13 1 0,70-50-7 0,62 4 1 0,23-2-6 0,-36 12 2 0,-48 1-1 0,-36 24 4 0,-35-2-2 0,-12 1 2 0,-12-13-3 0,0 14 1 0,0-12-2 0,12 23 0 0,-12 0 0 0,0 0 1 0,0 0-1 0,0 0 5 0,0 0-2 0,0-12 3 0,0 12-3 0,0 0 0 0,0 12-1 0,0-1-1 0,0 1 0 0,0-12-2 0,-12 0-27 0,24 0-22 0,13 0-21 0</inkml:trace>
  <inkml:trace contextRef="#ctx0" brushRef="#br0" timeOffset="55">23340 13418 10 0,'0'0'8'0,"-12"13"5"0,12-26 1 0,12-11-3 0,-1-35 5 0,38-24-5 0,-2-14-3 0,13-8-1 0,-1-27-1 0,1-12-1 0,12-45-2 0,-1-13-1 0,-1-1 0 0,-21 14 2 0,-1-27-3 0,-13 1 0 0,12 14 0 0,2-2 0 0,-2 0 0 0,-11 48-2 0,-24 25-1 0,-12 0 2 0,-24 9 1 0,12 39-1 0,-12-2 0 0,12 37 1 0,-11 34 0 0,-26 26-2 0,2 34 1 0,0 25 1 0,-2 11 2 0,13-1-3 0,2 2 1 0,10-36-2 0,12-25 2 0,12-10 1 0,24-60-2 0,12-1 1 0,-1-35 1 0,12 11-3 0,-11 1 1 0,1 11 2 0,-3 13-2 0,2 23-1 0,24 36 3 0,12 59-1 0,-2 0 1 0,-34-12 3 0,-11-9 1 0,-1-39-3 0,-12-11-3 0,-24-36-31 0,0-12-78 0</inkml:trace>
  <inkml:trace contextRef="#ctx0" brushRef="#br0" timeOffset="56">23732 9763 26 0,'-11'0'4'0,"-71"36"10"0,-14 23 3 0,47-23-2 0,49-36-1 0,96-59-5 0,71-37-9 0,0 1 2 0,-24 12 7 0,-11 11-4 0,-26 37-5 0,-82 10 1 0,-12 25-9 0,-48 0-18 0,-36 60-22 0,25-24 19 0</inkml:trace>
  <inkml:trace contextRef="#ctx0" brushRef="#br0" timeOffset="57">23650 9931 12 0,'0'0'0'0,"-84"46"30"0,61-21-13 0,35-14 4 0,59-59-10 0,60-36-5 0,48-21-2 0,-13 9 2 0,-35 37-1 0,-35 34-2 0,-62 2 0 0,-9 23-2 0,-25 0 0 0,11 0-1 0,-11 0 0 0,0 0 1 0,13 0-1 0,-1 0 0 0,-12 0 0 0,0 0 1 0,0 0 0 0,0-12-1 0,0 12 0 0,0 0 0 0,0 0 0 0,0-11 1 0,-12 11-1 0,12 0 0 0,0 0 0 0,0 0 0 0,0 23 0 0,12-12 0 0,-12-11-1 0,11 0 1 0,-11 0 1 0,0 0-8 0,-11 0-7 0,-14 0-14 0,2-11-36 0</inkml:trace>
  <inkml:trace contextRef="#ctx0" brushRef="#br0" timeOffset="58">22734 10572 19 0,'-13'25'11'0,"13"-25"7"0,-12-25 0 0,-24-22-1 0,-23-24-8 0,-36-71-4 0,-14-13-3 0,39 47 1 0,34 36 1 0,-24 1-5 0,1 0 3 0,11 35-1 0,12 13 1 0,0 10-1 0,13 1 0 0,0 12 1 0,11 36 0 0,12 12-1 0,-12 23 2 0,12 0 3 0,-12-12-3 0,12-34-1 0,0-13-1 0,0-12 1 0,0-24 0 0,-12-23-1 0,0-13-1 0,0 12 0 0,12-11 0 0,36 0 1 0,10 22-1 0,26 24 0 0,24 26 2 0,-24 11-1 0,-49 0 1 0,-11-24-1 0,-12-11-24 0,0-60-90 0</inkml:trace>
  <inkml:trace contextRef="#ctx0" brushRef="#br0" timeOffset="59">21530 9180 10 0,'-12'-36'31'0,"-1"0"-9"0,3 24-4 0,-38 12-5 0,0 36-5 0,-12 59-2 0,26-23-3 0,21-26-3 0,73-33 0 0,59-13 0 0,0 0 0 0,-48 24 0 0,-59 36 4 0,-83-2 4 0,-26-8-4 0,15-50-3 0,58-13-17 0,24-24-21 0,48-9-38 0</inkml:trace>
  <inkml:trace contextRef="#ctx0" brushRef="#br0" timeOffset="60">21577 9203 14 0,'25'-47'25'0,"10"-1"-6"0,-11 36 1 0,-1 24-9 0,2 36-6 0,11-12-2 0,11-1-3 0,-23-11 1 0,0-35 1 0,-12-49-1 0,-12-12-1 0,0 1 1 0,13 35-2 0,10 12 2 0,0 36-1 0,13 47 0 0,0 49 1 0,10 10-1 0,-21 3 0 0,-14-3 1 0,-22-58 0 0,-24-25 1 0,-25-82 1 0,12-72-2 0,25-24-3 0,34 36 2 0,37 11-2 0,12 25 2 0,-2 23-1 0,-9 48 1 0,-26 37 0 0,-10 22 1 0,-13 0 1 0,0-22-1 0,-13-37 0 0,13-25 0 0,0-46-2 0,0-13 2 0,36 25 1 0,24 22-3 0,-1 50 0 0,-11 35 0 0,-12-13 1 0,-12-35-2 0,-14-25-24 0,3-57-28 0,-13 46 25 0</inkml:trace>
  <inkml:trace contextRef="#ctx0" brushRef="#br0" timeOffset="61">22340 8430 35 0,'0'-12'14'0,"-24"-12"12"0,48 83-17 0,36 71-3 0,-1 25-3 0,1-59-3 0,-1-37-16 0,-12-59-29 0,-34-34 13 0</inkml:trace>
  <inkml:trace contextRef="#ctx0" brushRef="#br0" timeOffset="62">22519 8394 14 0,'-12'-60'32'0,"36"37"-20"0,23 58 4 0,13 84-5 0,-37 12-6 0,-11-12-1 0,-24-71 0 0,-11-60-1 0,-1-106-4 0,35 10 1 0,49 84-2 0,36 48 1 0,-1 34 0 0,-12-21-1 0,-11-74 2 0,-24-57-1 0,-14-25 3 0,-34 12-3 0,-23 83 2 0,-36 71 0 0,23 49-1 0,24 11 0 0,48-59-1 0,35-48 0 0,24-48 0 0,-11-34 3 0,-36-50-3 0,-48-35 0 0,-60-23-1 0,36 106 3 0,0 50-2 0,24 68-1 0,12 85 4 0,36 36-2 0,0-24 2 0,11-84 0 0,12-81-2 0,-11-74 1 0,-1 1-1 0,14 107-1 0,-3 71 1 0,-34 2-2 0,-24-52-5 0,-37-55-26 0,-9-50-20 0</inkml:trace>
  <inkml:trace contextRef="#ctx0" brushRef="#br0" timeOffset="63">23555 7716 9 0,'-12'0'-3'0,"12"11"-3"0</inkml:trace>
  <inkml:trace contextRef="#ctx0" brushRef="#br0" timeOffset="64">21935 8846 51 0,'-24'0'5'0,"24"-12"-2"0,167-130-12 0,178-132-33 0,-273 213 34 0</inkml:trace>
  <inkml:trace contextRef="#ctx0" brushRef="#br0" timeOffset="65">23769 7787 73 0,'-24'0'6'0,"-12"24"2"0,-11 59-6 0,-1 24 9 0,36-36 0 0,83-59-9 0,73-95-11 0,-1-24-61 0,-132 84 42 0</inkml:trace>
  <inkml:trace contextRef="#ctx0" brushRef="#br0" timeOffset="66">23066 8060 94 0,'-11'0'9'0,"46"-47"-6"0,108-48-4 0,48-60-29 0,-85 95-25 0</inkml:trace>
</inkml:ink>
</file>

<file path=ppt/ink/ink32.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16075 12156 16 0,'0'-35'8'0,"13"10"-6"0,10-9 2 0,2-3 8 0,-14 14 4 0,-11 33-7 0,0 63 2 0,-36 46-3 0,-11-1-3 0,-24-22-2 0,23-24-2 0,13-37 1 0,23-35 0 0,12-59-4 0,34-35 0 0,2 10 2 0,13 0-1 0,9 1 2 0,3-13-1 0,10 25 1 0,-22 24 0 0,-15 47 4 0,-21 71 2 0,10 24-1 0,-11 49-3 0,24-39-1 0,-12-21-1 0,0-36-2 0,-24-25-34 0,12-23-38 0</inkml:trace>
  <inkml:trace contextRef="#ctx0" brushRef="#br0">16004 12335 38 0,'-11'-24'30'0,"71"12"-12"0,34-24-2 0,26 13-13 0,-1 11-24 0,-49 35-57 0</inkml:trace>
  <inkml:trace contextRef="#ctx0" brushRef="#br0">16779 12454 26 0,'0'-11'1'0,"24"-2"0"0,0-24 12 0,-1 3-1 0,0-3-8 0,-10 3-1 0,-13-3 1 0,0 3 0 0,-13 9 1 0,-10 13 0 0,-11-1-1 0,-3 13-2 0,-11 25-1 0,1 23-1 0,-2-13 2 0,15 25-1 0,21-23-2 0,13-3 1 0,47-22 2 0,2-37-2 0,10-9 2 0,-23 10-1 0,-12-12-1 0,-11 12 1 0,-2 12 0 0,-11 12 3 0,10 12 1 0,3 60 0 0,-1 47-4 0,-1 47 1 0,2 1 0 0,-1-24-2 0,-12-35 2 0,-25-37 1 0,-11-58 0 0,-22-38-1 0,-2-47 1 0,25 1-2 0,22 0 0 0,38-25-1 0,34-34 0 0,36 34-1 0,13 25 1 0,-1 35 0 0,-11 0-2 0,-26 12-1 0,-47 1 2 0,-23-13 2 0,13 0-1 0,23 0 0 0,0 12 1 0,-14 1-1 0,-9-1 1 0,-13-24 0 0,0 25-1 0,-13 23 1 0,-21 23 0 0,-14 49-1 0,0-1 2 0,48-23-1 0,36-12-2 0,48-1 2 0,23-10 1 0,-25-14-1 0,-21-22-2 0,-38-2-63 0,-23 13 1 0</inkml:trace>
  <inkml:trace contextRef="#ctx0" brushRef="#br0">19303 11954 8 0,'0'-13'10'0,"-11"2"-3"0,33-1 7 0,27 12 5 0,22-24-5 0,37 24-7 0,-1-12-4 0,-12-11-2 0,-72 23 1 0,-23-12-1 0,-23 1 0 0,-13-2-1 0,-11 13 0 0,-1 47-1 0,12 61 1 0,24 23 0 0,1-12 0 0,11-12-1 0,-25 1 1 0,-22-49 0 0,-1-47-1 0,-11-12 1 0,11-24-1 0,35 24 1 0,38-13-1 0,35 2 1 0,36-25 0 0,10-11 0 0,1-1 2 0,-35 35 1 0,-25 2 2 0,-23 47 0 0,-35 10-2 0,-26-21-1 0,1 0-1 0,25-14 1 0,11-47-1 0,47-23 1 0,24 11-2 0,-10 36 0 0,-14 35 0 0,-11 27 1 0,-24-4-1 0,-12-21-28 0,-12-14-36 0</inkml:trace>
  <inkml:trace contextRef="#ctx0" brushRef="#br0">20255 12228 37 0,'0'0'2'0,"13"-24"4"0,10 24 1 0,-59 36 10 0,0 12-12 0,14 11-4 0,22-23-1 0,35-13 0 0,37-11 0 0,-1-24 0 0,13-35 0 0,-37 10 1 0,-11 3 0 0,-24 34 3 0,-12 0-1 0,0 23-2 0,0 13 0 0,24 0-2 0,23-26 3 0,0-10-2 0,-11-21-3 0,-23-29 1 0,-13 3 3 0,-13 0-2 0,-10 23 1 0,-13 24-1 0,0 36 1 0,1 12 0 0,35 11 0 0,22-23-1 0,50-26 1 0,24-20-5 0,-13-14 1 0,-11 12 3 0,-48 24 3 0,-11 22 5 0,-38-9-5 0,1-13 0 0,12-12 0 0,24-47 0 0,24-1-2 0,23 12 0 0,-12 12-1 0,14 37 0 0,-15 34 1 0,-21-23 0 0,-25 0 1 0,-12-24 0 0,-1-24 1 0,13-13-2 0,61-10 1 0,23 35-2 0,-14 12 0 0,-34 25 1 0,-24 9 1 0,0-21 2 0,0-1-1 0,24 13-1 0,11-25-1 0,25-13 1 0,-13-11 0 0,-11-23 0 0,-1 10-1 0,-23 14 1 0,0-1-1 0,-24 12 1 0,-12 12-1 0,-24 25 0 0,36-2 0 0,24 0 0 0,12-11 0 0,13-12 1 0,-15-24-1 0,-34 1 0 0,-11-1 0 0,-25 0 1 0,0 24-1 0,0 24-1 0,-11 23 1 0,11 24 1 0,36-21 1 0,71-4 0 0,26-46 0 0,9-35-2 0,-23-13-40 0,-59 35-18 0</inkml:trace>
  <inkml:trace contextRef="#ctx0" brushRef="#br0">15648 13609 1 0,'0'0'0'0,"-12"-12"9"0,12 1-6 0,0-2 1 0,12 1 3 0,-1-13 4 0,2 15-2 0,-2-1-5 0,1-2-2 0,12 1 2 0,-13 0 3 0,14 12-1 0,-14 0-1 0,2 12 0 0,-1 13-1 0,-1-14-2 0,1-11 1 0,-12 23 2 0,0 14-2 0,0 10-2 0,0-12 0 0,0-12 0 0,-12 14-1 0,-11-1 1 0,-13-1-1 0,-12 1 0 0,12-12 0 0,13 0 0 0,-13-11-1 0,0-13-3 0,13 11-1 0,11-11 3 0,0-11 1 0,24-14 0 0,10 0 1 0,3 14 0 0,-1-1-1 0,-1 12 3 0,13 12 2 0,-12 12 0 0,0 13-2 0,-1-3-2 0,2-10 0 0,11-24-1 0,-1-12-12 0,13-23-5 0,0-1 11 0,11 0 7 0,-36 0 1 0,2 12 5 0,-25 1 6 0,12 23-4 0,-12 0-6 0,0 12 0 0,12 23-1 0,-12 12 0 0,11-10-1 0,13-13 0 0,-1-14 0 0,13 3 0 0,0-26 1 0,-12 3 0 0,0-26-1 0,-12-12 2 0,-12 0-2 0,0 25 1 0,-12-13-1 0,-12 11 1 0,0 2 0 0,-12 12-1 0,0 11 0 0,0 23 0 0,14 25-1 0,10 11-21 0,12-11-49 0</inkml:trace>
  <inkml:trace contextRef="#ctx0" brushRef="#br0">16684 13812 43 0,'0'0'0'0,"-36"-13"29"0,23 13-5 0,13 0-10 0,61 0-4 0,34-12 1 0,-13 0-6 0,-57 12-4 0,-37 0-1 0,-24 12-40 0,23 0-50 0</inkml:trace>
  <inkml:trace contextRef="#ctx0" brushRef="#br0">17458 13549 19 0,'0'-13'9'0,"24"-21"13"0,-13 10 1 0,-11 11-6 0,-11 2-3 0,-25 11 1 0,-24 48-8 0,1-1-6 0,11 24 0 0,23 0-1 0,2-10-1 0,12 10 1 0,22-23 0 0,37-23-1 0,0-4 2 0,11-8-1 0,-23-13 1 0,0-23 1 0,-25-13 0 0,-22 11 0 0,-14 14 1 0,2 11-1 0,-13 0-2 0,-11 24 0 0,11 13-2 0,12-3-18 0,11 3-28 0,26-26-18 0</inkml:trace>
  <inkml:trace contextRef="#ctx0" brushRef="#br0">17721 13764 37 0,'23'-48'14'0,"11"12"3"0,-34 1 9 0,0 23-9 0,-23 12-3 0,-11 35-7 0,9 25-6 0,25-13 0 0,12-10-1 0,24-14 1 0,23 1-1 0,-11-24 1 0,-14-24 0 0,-21-12 1 0,-1-11 0 0,-24-14 0 0,-1 15 7 0,-21 21-2 0,-3 14-6 0,-22 11-3 0,-12 36-41 0,35-1-43 0</inkml:trace>
  <inkml:trace contextRef="#ctx0" brushRef="#br0">19923 13609 11 0,'0'0'6'0,"12"-36"5"0,-1 12 7 0,1 1 9 0,0 12-3 0,-12 69-5 0,0 73-9 0,-12-23-2 0,0-49-3 0,12-23-3 0,0-36-5 0,0-24-49 0,0-13-29 0</inkml:trace>
  <inkml:trace contextRef="#ctx0" brushRef="#br0">20219 13645 18 0,'0'0'9'0,"-22"-12"24"0,-2 24-12 0,-1 34-10 0,38 27-5 0,-1-38-5 0,23 25 0 0,1-23-1 0,0-37 2 0,11-37 0 0,-11-47-1 0,-24 13 1 0,-24 0-1 0,-24 24 1 0,0 34-1 0,-11 37-8 0,11 36-33 0,25-1-23 0</inkml:trace>
  <inkml:trace contextRef="#ctx0" brushRef="#br0">20493 13846 65 0,'-11'25'28'0,"11"34"-7"0,-23 1-15 0,-2-12-6 0,14-25-47 0,11-23-19 0</inkml:trace>
  <inkml:trace contextRef="#ctx0" brushRef="#br0">20721 13633 31 0,'0'0'0'0,"0"-24"20"0,24 24 2 0,-24 59-8 0,0 14-10 0,0-15-2 0,11-11-1 0,12-34-1 0,13-26 0 0,-11-34-3 0,-14-24 1 0,-22 11 1 0,-14 12 1 0,2 14 0 0,10 34 0 0,-10 23 0 0,12 25 1 0,11-1-1 0,23-23 0 0,13-11 1 0,35-26 0 0,25-24-1 0,-14 3 0 0,-45 10 1 0,-25 24 0 0,-12 0 3 0,0 47-3 0,-12 14-1 0,24-27 0 0,23-10 0 0,1-11 0 0,-13-13 0 0,2-37-1 0,-25 3-1 0,-12-16 1 0,-24 16 1 0,12 10 0 0,-1 11 1 0,15 13-2 0,10 13 2 0,0 34-1 0,23-23 0 0,13-12 0 0,47-24 0 0,-11-12 1 0,-13 12-2 0,-47 24 1 0,0 49 0 0,-12-38 0 0,48-12 1 0,11-45 1 0,-23-27 0 0,-49 14-1 0,-45 47-1 0,-26 24-11 0,60 23-77 0</inkml:trace>
  <inkml:trace contextRef="#ctx0" brushRef="#br0">22042 13775 38 0,'-71'0'17'0,"22"0"4"0,38 0-17 0,59 0-1 0,83 0 6 0,36 0 4 0,-48 0 0 0,-85 0-6 0,-44 12-5 0,-50 0-20 0,12 12-28 0,13-12-8 0</inkml:trace>
  <inkml:trace contextRef="#ctx0" brushRef="#br0">20672 14430 12 0,'0'-11'6'0,"0"-26"11"0,13 3 9 0,-1 21 4 0,-1 49-7 0,-11 71-10 0,-11 0-8 0,-1-47-1 0,12-47-3 0,12-38-74 0,-1 0 19 0</inkml:trace>
  <inkml:trace contextRef="#ctx0" brushRef="#br0">20983 14478 21 0,'0'0'0'0,"11"-25"8"0,25 2 12 0,-24 12 3 0,-12-1-7 0,11 0-9 0,-11 12-6 0,0-13-1 0,0 26 0 0,0-1 0 0,0-12 0 0,0 12-21 0,0-1-48 0</inkml:trace>
  <inkml:trace contextRef="#ctx0" brushRef="#br0">20947 14621 5 0,'0'12'2'0,"0"0"0"0,13-12 18 0,-2 0 15 0,-11 47-2 0,-11 13-21 0,-14-1-10 0,1-36-17 0,12-23-48 0,12 0 38 0</inkml:trace>
  <inkml:trace contextRef="#ctx0" brushRef="#br0">21124 14407 29 0,'0'0'4'0,"0"-12"15"0,0 24 2 0,-10 47-5 0,10-11-9 0,0-1-4 0,10-11-2 0,15-12 0 0,11-24 0 0,-12-13-2 0,-12-46 1 0,-12 13 1 0,-12-4-1 0,-1 4 1 0,2 21-1 0,-1 25 0 0,-1 25 2 0,-10 10-1 0,0 13-1 0,33-12-1 0,26-25 1 0,13 1 1 0,34-35-1 0,0-25 0 0,-35 23 1 0,-36 14 1 0,-24 22 2 0,-12 26-2 0,12-1-1 0,36-1 0 0,36-22-1 0,-13-50 2 0,1 3 0 0,-48-16 0 0,-48 50-3 0,-11 0-33 0,35 25-35 0</inkml:trace>
  <inkml:trace contextRef="#ctx0" brushRef="#br0">21673 14597 30 0,'11'36'37'0,"-22"23"-16"0,-12-35-16 0,-14-11-16 0,26-13-66 0</inkml:trace>
  <inkml:trace contextRef="#ctx0" brushRef="#br0">21911 14514 41 0,'0'-36'11'0,"24"24"13"0,-24 12-5 0,0 48-9 0,-13-13-9 0,13 1 1 0,37-13-2 0,11-23-1 0,-1-23-3 0,-36-25 3 0,-22-23 1 0,-24 24 0 0,23 47 0 0,-24-37 0 0,0 37 1 0,0 13 2 0,25 22-1 0,22 1-2 0,25-12 1 0,24-11-1 0,23-26 1 0,-24 1 0 0,-23-13-1 0,-12 2 1 0,-24 23 3 0,0 12 1 0,0 24-3 0,0 0-2 0,36-13-1 0,-12-23 3 0,-12 0-2 0,-1-23 1 0,-22-13-1 0,-14-12 0 0,2 0-2 0,-13 37 4 0,12 11-3 0,0 11 1 0,24 14 0 0,36-2 0 0,12 0-2 0,23-10 3 0,-11-13-1 0,-12-24 1 0,-13 12-1 0,-11 12 0 0,-24 23 0 0,0 2-1 0,12 0 1 0,24-25 0 0,23-13 1 0,-11-11-1 0,-37 0 3 0,-34 1 6 0,-26 11-7 0,3 12-21 0,-15 12-94 0</inkml:trace>
  <inkml:trace contextRef="#ctx0" brushRef="#br0">18732 11704 0 0,'-12'-12'0'0,"12"-49"1"0,-12 40-1 0,0 21 0 0,12-13 5 0,12-24 9 0,-12 26-5 0,0 11-7 0,0 24 1 0,-12 13 5 0,-1 45 0 0,2 62-2 0,-1 57-2 0,-11 2-3 0,-1 0 3 0,0 46 1 0,0 25-3 0,12 12-1 0,0-12-1 0,-12-1 0 0,1-34 0 0,-1 34 1 0,-1 1-1 0,14 25-1 0,11-50 0 0,0-12 3 0,0-45-1 0,0-14-1 0,-12 109 3 0,1-193 4 0,-2-22-3 0,13-37-2 0,0-35-2 0,0 0 2 0,0-25-20 0,0-69-57 0</inkml:trace>
  <inkml:trace contextRef="#ctx0" brushRef="#br0">16147 14503 0 0,'-11'0'4'0,"11"0"3"0,-12 0 4 0,12-13 0 0,-24 13 0 0,12 0-5 0,-1 0-1 0,26 0-3 0,35-12 0 0,11 12-1 0,13 0 1 0,35 0-1 0,36-12 0 0,36 12 0 0,11 0-1 0,-11 0 1 0,-13 0-1 0,-23 0 1 0,-35 0 1 0,-37 0 2 0,-35 12-1 0,-24-12 1 0,-1 0-2 0,-11-12-1 0,12 12 1 0,0-13-4 0,-47 38-76 0</inkml:trace>
  <inkml:trace contextRef="#ctx0" brushRef="#br0">20578 15525 16 0,'-72'0'5'0,"-34"13"-3"0,33-1 8 0,97-12 1 0,143-25-10 0,107 14 3 0,58 11 1 0,-9 0-3 0,-109 0-1 0,-142 11-6 0,-72 2-36 0</inkml:trace>
  <inkml:trace contextRef="#ctx0" brushRef="#br0">20304 15728 27 0,'-36'-11'2'0,"-13"11"2"0,98 0 0 0,130-13 6 0,130-11-6 0,37 1 3 0,-73-1 0 0,-143 12-1 0,-117 0 1 0,-36-12-6 0,-13 24-30 0,12 11-17 0</inkml:trace>
  <inkml:trace contextRef="#ctx0" brushRef="#br0">4359 8704 15 0,'-12'0'1'0,"-24"0"1"0,23 11 0 0,13-11 2 0,0-11 0 0,13 22-2 0,35 1 0 0,34-1-1 0,14-11 0 0,35 0 0 0,36-11 0 0,24 11 0 0,-1 0 1 0,13-12-2 0,-13 12 0 0,1 0 0 0,-12 0 1 0,-1 0 0 0,-35-11 1 0,-13 11 0 0,-34 11 0 0,-13 1 2 0,-35-12 3 0,-12-12 4 0,-12 1-2 0,-12-1-5 0,-12 12-4 0,0 23-28 0,0-11-13 0</inkml:trace>
  <inkml:trace contextRef="#ctx0" brushRef="#br0">9848 8763 22 0,'0'0'0'0,"-47"0"6"0,35 0-4 0,35-25 4 0,36-9 4 0,61-3-6 0,23 26-3 0,48-1-1 0,22 1 0 0,14-2 0 0,23 13 1 0,12 0 0 0,12 0-3 0,-24 0 4 0,0 0-1 0,-23-24 0 0,-48 11 0 0,-84 3 4 0,-48 10 6 0,-47 0 2 0,-12 0-5 0,0-11-7 0,-11-2-6 0,23 1-77 0</inkml:trace>
  <inkml:trace contextRef="#ctx0" brushRef="#br0">1166 17538 7 0,'0'-24'6'0,"0"-23"1"0,-10-1 1 0,-14 0 6 0,12 23 0 0,0 25-7 0,12 25-4 0,0 59-1 0,0-13 2 0,0 12-6 0,12 35-3 0,12-9 0 0,-2-38 0 0,14 0 3 0,-23-35 1 0,10-24 1 0,-10 12-1 0,10-12 0 0,-10 12 11 0,-2-12-11 0,13 23 0 0,12-10 0 0,0-14 0 0,11 1 1 0,13-1 1 0,11 2-1 0,13-1 1 0,22-12 1 0,14 12 0 0,23-12 1 0,12 11-2 0,11-11 2 0,25 23-1 0,23 2-1 0,24 0-3 0,12-14 1 0,11-11-4 0,26 0 1 0,11-11 0 0,12-14 2 0,-1 0 0 0,1 2-1 0,47-36-3 0,106 11-1 0,-152 23 2 0,-1 15 5 0,10-2-1 0,4 0-1 0,-16 36 1 0,1-1 3 0,-141 1 14 0,45 12-6 0,39 0-5 0,9-24-2 0,-11-1-2 0,12-11 0 0,-12 12 2 0,-12-12-2 0,12-12-2 0,-35 1-1 0,-1-1 2 0,-35-13 0 0,59 2-9 0,11-1 5 0,-46 12 1 0,-12 0 2 0,11-1 0 0,1 3 1 0,10 10-2 0,-9 0 0 0,-27 10 0 0,-9-10 1 0,-13 13 2 0,-48-13-1 0,-36 12 1 0,-35-12 1 0,-13-12 4 0,-10-23 0 0,10-14 2 0,1 2-1 0,-12-24 2 0,0-12 1 0,13-26-3 0,-14 15 0 0,-11 23-11 0,0 23 4 0,-11 12 1 0,-2 1-1 0,1 22 2 0,-12-10-2 0,-11 23 0 0,-1-11 0 0,-36-2 0 0,12 1 1 0,-22 0-1 0,-26-1-1 0,13 3 1 0,-37-14 0 0,2 12 1 0,-25 0 0 0,-12-12-1 0,-11 12 3 0,-1 1-1 0,-11-2 4 0,-25 13-1 0,-11 0-1 0,-36 0 1 0,-12 0 2 0,-12 13-3 0,1-2-1 0,-13-11 0 0,-12 0-2 0,1-11-3 0,10-2-2 0,2 13-1 0,13 0-3 0,-15-12 1 0,13 12 1 0,-23 0 2 0,-13 12 4 0,0 12 2 0,-11-1 3 0,12 14 0 0,-13 10 2 0,0-10-2 0,37-14 0 0,-13 1 3 0,12-12-3 0,25-12 0 0,-1 12-6 0,24-12 3 0,-1 23 0 0,26-23 1 0,22-23-3 0,13 11 0 0,23 0-1 0,11-1 0 0,13 2 1 0,13-12 0 0,35 10 0 0,0 1-1 0,-2 12 0 0,-10-12 1 0,37 12-4 0,-2 12 1 0,-11 24 0 0,-1 12 0 0,37-2-1 0,22-21 12 0,2 11-30 0,23-1-102 0</inkml:trace>
  <inkml:trace contextRef="#ctx0" brushRef="#br0">15505 16335 30 0,'0'0'0'0,"0"-59"8"0,-12 59-2 0,0 82 10 0,0 144 1 0,12 37-6 0,24-36-8 0,12-49 0 0,-24-84-1 0,-12-33 0 0,0-49-1 0,-24-95-53 0,24 22 8 0</inkml:trace>
  <inkml:trace contextRef="#ctx0" brushRef="#br0">15493 16347 12 0,'-12'-23'4'0,"0"11"6"0,12 0 1 0,0-1-2 0,36 2-2 0,23-1-1 0,25 12-4 0,34 0 3 0,61-11-4 0,59 11 0 0,35 0-1 0,14 0 0 0,22 0 0 0,13 11-1 0,12 1 3 0,24-1 1 0,10 2 2 0,37-1 2 0,-12 0 2 0,-24-1-2 0,-47-11-1 0,-48 0-2 0,-84-11-1 0,-47-1-1 0,-60 0-1 0,-24-1 1 0,-10 2 0 0,-14-1 1 0,-35 24 0 0,12 70 1 0,-24 98 1 0,-12 46 4 0,13-35-6 0,22-37 0 0,2-47-2 0,21-48-1 0,-21-46-25 0,-60-26-86 0</inkml:trace>
  <inkml:trace contextRef="#ctx0" brushRef="#br0">15696 17597 9 0,'-1'-12'2'0,"-46"1"3"0,35-1 7 0,-12 12 4 0,24 0-12 0,11 0 0 0,25 23 0 0,48-11-1 0,59-12 0 0,345-23-1 0,-178 0-4 0,83-14-4 0,47 13 2 0,-36 12 6 0,2 1 4 0,11 11 2 0,-12 23 0 0,-36 1 3 0,-107-12 7 0,24 0-6 0,-1 12-6 0,-46-24-3 0,-73 0 1 0,-47 0 1 0,-71-11 2 0,-11-2 0 0,-3-11-15 0,-34-12-2 0,-71-12-118 0</inkml:trace>
  <inkml:trace contextRef="#ctx0" brushRef="#br0">18969 16347 23 0,'0'-12'4'0,"-11"1"4"0,-12-1 6 0,10 0 8 0,2-1-7 0,11 2-5 0,0 22-6 0,0 49 2 0,0 83-1 0,-13 48 6 0,-10 35-2 0,-1-13-5 0,24-45-2 0,0-60-2 0,11-49 1 0,2-59 2 0,-13-59-29 0,-13-13-80 0</inkml:trace>
  <inkml:trace contextRef="#ctx0" brushRef="#br0">16160 16789 19 0,'0'0'0'0,"12"-13"4"0,23 1 5 0,25 12 0 0,47-25-1 0,11 14-6 0,-9-24 1 0,-75 10 1 0,-45 2-1 0,-49 23-1 0,-12 48 3 0,26 48 0 0,22 22-1 0,24 1 0 0,12-48-1 0,0-23-2 0,11-12-79 0</inkml:trace>
  <inkml:trace contextRef="#ctx0" brushRef="#br0">16684 16990 18 0,'0'-25'4'0,"0"3"6"0,23 22 3 0,13 47-5 0,12 12-4 0,-23 1-1 0,-38 1 5 0,-35-50-1 0,24-11 0 0,24-61 0 0,24 15-2 0,48-13-2 0,10 9-1 0,-22 28 1 0,-49-2-1 0,-22 24 2 0,-12 24-15 0,23-12-70 0</inkml:trace>
  <inkml:trace contextRef="#ctx0" brushRef="#br0">19399 16789 24 0,'0'0'0'0,"-13"-37"12"0,13 24 3 0,48 2-5 0,60-1-2 0,23 1-2 0,-48-13-1 0,-59 11 0 0,-48-10-2 0,-24 23-2 0,1 12 0 0,-1 95 0 0,36 36 5 0,-1-12-1 0,2-60-4 0,22-60 0 0,26-11-52 0,-13-23 2 0</inkml:trace>
  <inkml:trace contextRef="#ctx0" brushRef="#br0">19756 17038 25 0,'0'0'4'0,"0"24"5"0,24-12 11 0,23-12 0 0,36-25-9 0,-35-9-5 0,-36-3-1 0,-12-10-2 0,-47 35-1 0,-13 36 4 0,0 48 0 0,24 22-4 0,61-22 2 0,70-25 1 0,24-47 1 0,-13-12 1 0,-57 0-3 0,-25-35-2 0,-1 10-111 0</inkml:trace>
  <inkml:trace contextRef="#ctx0" brushRef="#br0">16029 16466 11 0,'0'13'8'0,"0"21"8"0,0-21 7 0,12-13-6 0,-12-13-1 0,12-10-7 0,-12-13-1 0,0-23-4 0,0-24 0 0,0 11-2 0,0-11 1 0,0-13-2 0,0 37 2 0,0 0-2 0,-12-1 1 0,12 12-1 0,-12 25 1 0,0 11 0 0,-12 12 0 0,-12 12-1 0,1 35 0 0,-1 0-1 0,12 1 1 0,0-25 0 0,24-10 1 0,-12-13 1 0,12-13-1 0,12-33-1 0,12-2 0 0,12 0 0 0,11 25-1 0,1 11 0 0,0 34-1 0,-25 28 0 0,1-27 2 0,-12-12-1 0,-1-11-33 0,-11-11-66 0</inkml:trace>
  <inkml:trace contextRef="#ctx0" brushRef="#br0">15387 15276 31 0,'0'0'0'0,"23"-72"18"0,-12-11-1 0,12 12-2 0,-10 10-5 0,-49 27 3 0,2 21-4 0,9 1-3 0,1 48-2 0,0 83-1 0,12 84 0 0,12 11-1 0,24-24 0 0,-24-94-1 0,-24-37 2 0,-23-47-13 0,-25-59-74 0,72 23 51 0</inkml:trace>
  <inkml:trace contextRef="#ctx0" brushRef="#br0">15088 15525 38 0,'0'0'0'0,"11"-23"30"0,38-25-12 0,22 25-11 0,12 11-6 0,2-12 0 0,-28-12 1 0,-8 13 1 0,-13-2 4 0,-36 25 2 0,12 25 0 0,-12 22-2 0,10 1-4 0,-10-25-2 0,13 1-22 0,-1-24-79 0</inkml:trace>
  <inkml:trace contextRef="#ctx0" brushRef="#br0">15541 15288 52 0,'0'-12'4'0,"-36"-12"15"0,36 12-15 0,46 0-31 0,-33 12-15 0</inkml:trace>
  <inkml:trace contextRef="#ctx0" brushRef="#br0">15730 15121 35 0,'13'-24'15'0,"10"12"10"0,-23 12 2 0,0 59-8 0,-23 49-10 0,23-24-5 0,36-37-4 0,11-23-1 0,-23-12-66 0,-24-24 13 0</inkml:trace>
  <inkml:trace contextRef="#ctx0" brushRef="#br0">15743 15299 48 0,'0'0'7'0,"12"-23"15"0,59-25 0 0,1 24-18 0,-25 1-3 0,-24 23-88 0</inkml:trace>
  <inkml:trace contextRef="#ctx0" brushRef="#br0">16684 15110 36 0,'0'-13'12'0,"12"-11"9"0,-1 1 4 0,-34 23-13 0,-37 23-1 0,13 14-7 0,47 22-4 0,71 0-1 0,0 1 0 0,-35-12 1 0,-72-25 2 0,-48-12 0 0,2-11-2 0,82 0-50 0,11-11-11 0</inkml:trace>
  <inkml:trace contextRef="#ctx0" brushRef="#br0">16934 15110 34 0,'12'-25'17'0,"-12"13"10"0,-37 36-4 0,-22 36-10 0,36 11-8 0,33-23-3 0,62-36-1 0,12-12-15 0,-12-23-82 0</inkml:trace>
  <inkml:trace contextRef="#ctx0" brushRef="#br0">17315 15110 17 0,'0'0'0'0,"0"-25"20"0,-24 13-4 0,-13-1 0 0,26 13-3 0,-12 0-2 0,11 25-4 0,-1 0-4 0,-10 9 0 0,-1 26-2 0,12-12 1 0,24-24-2 0,12-12 1 0,24-48-1 0,-14-12 2 0,-21 36-3 0,-13 24 2 0,12 36-2 0,24-24 1 0,35-24 1 0,1-61 1 0,-24-10-1 0,-25-47 3 0,1-1-3 0,-12 23 1 0,-1 37-1 0,-11 47-2 0,0 48 0 0,-11 47 0 0,-14 24 0 0,25 0 0 0,25-36 0 0,22-23-18 0,13-36-70 0</inkml:trace>
  <inkml:trace contextRef="#ctx0" brushRef="#br0">17921 15110 10 0,'0'0'11'0,"13"-60"11"0,-13 24 0 0,-13 11-3 0,-23 25-7 0,2 0-2 0,10 37-5 0,-12-3-2 0,23 16-2 0,13-16-1 0,13-9 0 0,23-25 1 0,-12 0 0 0,0-25 1 0,-14 2-1 0,-10-1 1 0,13 0-1 0,-13 24 2 0,0 12 0 0,12 24-2 0,12-24-1 0,-1-1 0 0,13-11 1 0,0-34 1 0,-12 9-1 0,12 13-1 0,-12 12 0 0,-1 37-1 0,-11-14 1 0,-12-12 2 0,0-45 1 0,24-16 4 0,0 28 1 0,-12 10-5 0,0 0-1 0,-12 12-23 0,12 0-90 0</inkml:trace>
  <inkml:trace contextRef="#ctx0" brushRef="#br0">15564 16883 7 0,'23'-23'7'0,"2"-2"1"0,-14 13 3 0,-11 12 14 0,-11 0-15 0,-37 0 2 0,-23 12-5 0,-35 13-3 0,-14-2-1 0,1-12-2 0,23 2 0 0,13-1-1 0,0-12 1 0,35-12 0 0,24 12 0 0,0-13 0 0,24 2 1 0,24-25-2 0,48-11 1 0,-1 11 0 0,-35 11-1 0,-36 25 3 0,-48 25-1 0,-36 23 0 0,37 0 0 0,47-14-1 0,47 3 0 0,25-25 0 0,0-12-48 0,-60 0-10 0</inkml:trace>
  <inkml:trace contextRef="#ctx0" brushRef="#br0">13552 16634 19 0,'0'-25'10'0,"12"0"12"0,-12 38 10 0,24 71-13 0,-14 11-12 0,-10-36-1 0,-10-23-1 0,10-60 7 0,-11-47-8 0,22-24 0 0,-1 48-7 0,15 34 3 0,-1 13 0 0,12 36 2 0,0 0 0 0,-25 10-2 0,-11-33 1 0,0-1 3 0,0-37 0 0,24-33-1 0,24 11-6 0,-12 34 3 0,-1 13 2 0,1 84 2 0,-36-50-27 0,13-21-61 0,-2-13 40 0</inkml:trace>
  <inkml:trace contextRef="#ctx0" brushRef="#br0">14040 16634 19 0,'0'0'0'0,"0"-25"24"0,12 13 21 0,-12 12-23 0,0 24-9 0,0 23-10 0,0-10 1 0,24-3-4 0,-12-9 0 0,22-13 3 0,-9-24-1 0,11-13 0 0,0 2-2 0,-12-12 0 0,-13 22 2 0,-11 2 3 0,13 22-3 0,-2 2 4 0,1-1-5 0,12-24 0 0,-1-1-2 0,-10 26 5 0,22 11-3 0,13-24-1 0,-12-24-27 0,-36-23-30 0,-24-25 5 0,24 60 34 0</inkml:trace>
  <inkml:trace contextRef="#ctx0" brushRef="#br0">14385 16431 12 0,'-23'-36'29'0,"-2"24"15"0,25 0-24 0,13 24-42 0,-1 13-51 0</inkml:trace>
  <inkml:trace contextRef="#ctx0" brushRef="#br0">13504 17430 18 0,'0'-34'6'0,"-12"9"15"0,12 37 0 0,36 60-8 0,13-1-11 0,-15-46 15 0,25-50-6 0,-10-71 3 0,-27 12-5 0,-9 50-6 0,-1 22-45 0,12 48-48 0</inkml:trace>
  <inkml:trace contextRef="#ctx0" brushRef="#br0">13577 17490 6 0,'0'-23'5'0,"0"-1"8"0,11 0 14 0,-1 35 5 0,15 73-16 0,-14-13-2 0,-11-11-11 0,0-24 1 0,0-84 13 0,0-59-21 0,25 48 7 0,-1 22 1 0,0 37-4 0,10 37-1 0,-9 10 0 0,-14-23 0 0,-11-11 2 0,13-50 5 0,10-34 0 0,13 35-4 0,-24 59-2 0,12 2 0 0,13 21-9 0,-14-21-31 0,13-13-38 0,-25-24 55 0</inkml:trace>
  <inkml:trace contextRef="#ctx0" brushRef="#br0">14230 17407 22 0,'-11'-11'9'0,"11"-26"10"0,-12 14 9 0,-12-1-10 0,12 24 1 0,-12 12-12 0,-11 10-2 0,11 15-2 0,0 23-3 0,24-36 0 0,0-13 1 0,12-11 5 0,12-35-1 0,-2 11-3 0,-9 24 0 0,10 24 1 0,2 0-4 0,-1-24-35 0,-1-12-16 0,-10-36 22 0,11 12 38 0,-13 24 40 0,1 24-29 0,35 0-11 0,13 1-10 0,-24-2-44 0,0-59 2 0,-23-11 45 0,-13 34 33 0,-37 38 22 0,-23 45-38 0,37-8-19 0,11-3-45 0,24-35-33 0</inkml:trace>
  <inkml:trace contextRef="#ctx0" brushRef="#br0">14612 17336 20 0,'47'-12'22'0,"-24"12"28"0,-23 0-40 0,-47 22-109 0</inkml:trace>
  <inkml:trace contextRef="#ctx0" brushRef="#br0">14100 17978 3 0,'0'0'1'0,"12"-23"5"0,11 0 2 0,0-14 8 0,-10 24 8 0,-1 2-3 0,-12-1-7 0,0 12-7 0,-36 12-10 0,-23 24-1 0,23 23-2 0,12 1 3 0,36-36 1 0,36 0 0 0,11 10 0 0,-35 3 4 0,-24-13 10 0,-24-1-5 0,-23-23-5 0,11-47-13 0,36 35-69 0,0 12 70 0</inkml:trace>
  <inkml:trace contextRef="#ctx0" brushRef="#br0">14552 18003 18 0,'-13'-13'9'0,"-10"-11"16"0,0 13 1 0,-1 11-11 0,0 11-8 0,-36 13-7 0,25 36-4 0,11-24 0 0,35-14 3 0,37-22 2 0,12-22 2 0,11-27 2 0,-35-22 1 0,-13-24 2 0,-23 1-3 0,-11 44 1 0,-1 50-1 0,-1 84-6 0,13 12-3 0,25 11-2 0,-1-47-4 0,0-26-43 0,-1-21-3 0</inkml:trace>
  <inkml:trace contextRef="#ctx0" brushRef="#br0">14827 17978 34 0,'0'0'26'0,"-13"-12"-6"0,1 1-59 0,12-1 1 0</inkml:trace>
  <inkml:trace contextRef="#ctx0" brushRef="#br0">13253 16562 19 0,'0'0'0'0,"0"-24"16"0,-11 12-1 0,-24 12-5 0,-13 12-5 0,12 12 0 0,0 23 1 0,25 25-1 0,-1-1-5 0,35 24 0 0,25-11 0 0,-12 11-1 0,-12-24 2 0,-24-11 3 0,-12-1-2 0,-12-11-3 0,0 0 0 0,12-14-1 0,12 3 2 0,12-13-2 0,24 24 2 0,23 11-1 0,-23-11 5 0,12 23-2 0,-24 23-3 0,-13-10-1 0,-11-13 0 0,-11-10-2 0,-2-1 1 0,13-13-1 0,24 1 1 0,0-13 9 0,-1 1-8 0,2 12 0 0,-1 23-3 0,-12 0 0 0,-12 1 1 0,0-24 3 0,0-1 0 0,0-34 4 0,0-2 1 0,11-35-4 0,-11 0-21 0,0 1-17 0,0 23 37 0</inkml:trace>
  <inkml:trace contextRef="#ctx0" brushRef="#br0">14267 18514 0 0,'0'0'1'0,"0"0"2"0,0-25 3 0,-13 15 3 0,13-2-1 0,0 12 2 0,0-12 1 0,0 12 6 0,0 0-14 0,0 12 0 0,13-12-2 0,-13 12 1 0,0-12 0 0,11 10 0 0,-11 3 0 0,12-1-2 0,-12 0 1 0,11 12-2 0,2-12 2 0,-1 12-3 0,-1 0 7 0,2 10-6 0,10 3 2 0,-11-1-2 0,24-1 3 0,0-11-1 0,0 12 0 0,-13 0-1 0,13-1 0 0,0-11 1 0,0 12 3 0,11-12 2 0,-11-12-6 0,35 11 0 0,12 13 7 0</inkml:trace>
  <inkml:trace contextRef="#ctx0" brushRef="#br0">16279 19014 69 0,'36'-12'-14'0,"47"1"18"0,47-13-9 0,13 0 2 0,13-24 3 0,-3 13-3 0,15-13 12 0,-1-12-13 0,0 13 9 0,-1-1-6 0,0 12 0 0,2-12-2 0,-14 25 4 0,1-13 1 0,-12 11 3 0,-12-9 2 0,-13 10-1 0,-11 0-6 0,-22-12 7 0,-14 12 1 0,1-23-2 0,-1 10 3 0,1 3-2 0,-13-3 1 0,24-34-9 0,-36 12 3 0,-34 23 3 0,10 13-1 0,2-2 2 0,-2-21 0 0,1 9-1 0,0 13-2 0,-11 1 1 0,-13 11-2 0,11 12-2 0,-11-12 1 0,12-1 0 0,-12 2 0 0,11-1 2 0,2 12-2 0,-13-11-2 0,0-2 2 0,-13 13-2 0,-21 0 0 0,-3 13-3 0,-10-2 0 0,-14 12-2 0,14-10 3 0,12-1 2 0,-1 0-1 0,11-12 2 0,14 0 0 0,22-12 2 0,2 0 1 0,35-1 1 0,-2 2-1 0,3-12 1 0,-1-2 0 0,-1 13-1 0,-35-1-2 0,13 13-1 0,-14 13-2 0,12 35-2 0,13-12 0 0,-13-1 2 0,-10 1-2 0,-1-12 3 0,0-11 1 0,0-13 3 0,-12-25 1 0,0 0-85 0,0 14 16 0</inkml:trace>
  <inkml:trace contextRef="#ctx0" brushRef="#br0">16147 7549 53 0,'0'-12'2'0,"-23"-24"15"0,-1 25-14 0,24-2 0 0,0 13 1 0,-12 13 7 0,-35 34-1 0,-26 36-1 0,37 24 1 0,36 24-3 0,36-13-5 0,49-10-1 0,-2 0-2 0,-24-37 3 0,25-48-2 0,23-23 3 0,-24-47 1 0,-24-24-3 0,-23-13 2 0,-23-24-1 0,-13 3-2 0,-24 9 1 0,-1 12 0 0,-34 38 1 0,-24 9 3 0,0 1 1 0,11 25-1 0,36-1-2 0,24 12-3 0,1 0 0 0,-1 0-9 0,-48 46-54 0,24-9-23 0</inkml:trace>
  <inkml:trace contextRef="#ctx0" brushRef="#br0">17254 7953 88 0,'-34'-23'7'0,"-50"23"4"0,48 23-11 0,48-11 4 0,12-1 10 0,35-22-4 0,25-1-4 0,23 12 0 0,0-11-2 0,1-13 1 0,-37 11-3 0,-35 13 0 0,-23 0-4 0,-2 25-89 0,-11-25 47 0</inkml:trace>
  <inkml:trace contextRef="#ctx0" brushRef="#br0">18302 7524 45 0,'0'-23'13'0,"0"12"-2"0,13 11 14 0,-26 118 12 0,-23 85-21 0,49-1-9 0,-1-34-3 0,-1-50 0 0,2-60-1 0,-1-21-1 0,-12-37-76 0,-12-12 13 0</inkml:trace>
  <inkml:trace contextRef="#ctx0" brushRef="#br0">15219 7453 52 0,'-24'-47'6'0,"24"23"-3"0,60 0-3 0,-37 35 16 0,-11 110 3 0,0 461 6 0,24-260-24 0,24-49 1 0,-14-118 0 0,-33-23-1 0,-1-72 1 0,0-37 0 0,0-23 2 0,12-23-2 0,10-2-2 0,27 0-1 0,22 4 2 0,36 8-1 0,71-11 0 0,96 11 0 0,72-10 0 0,23 23 0 0,12-11 0 0,-24 22 1 0,-24-11-1 0,-59 12 0 0,-59 12 0 0,-86-12-1 0,-69-12 2 0,-36-12-1 0,1-12 1 0,-3-12 0 0,-9-35 2 0,11-48-2 0,-25-107 1 0,13-84 1 0,-12 48-2 0,-12 83 0 0,0 49-1 0,0 11 1 0,-12-13 0 0,0 37 0 0,0 35-1 0,12 37 1 0,-11-1-1 0,-25 12 0 0,-47-13 2 0,-38 15-1 0,-32-1 0 0,-26-14-1 0,-23 25 0 0,-61-12 2 0,-46 24-3 0,-14 0 1 0,3 1 1 0,10-2-1 0,25 12 1 0,11 14 0 0,0 10-1 0,35-12 0 0,24-23 0 0,38-1 0 0,45 2 1 0,60-13 0 0,49 0 0 0,23 0-2 0,0 0-68 0,0 12 9 0</inkml:trace>
  <inkml:trace contextRef="#ctx0" brushRef="#br0">15362 6596 56 0,'-24'-36'5'0,"0"-11"0"0,48-25-5 0,12-11 2 0,-23 1-2 0,-38 32 2 0,-23 16 6 0,1 21-5 0,11 13-2 0,0 24-1 0,-24 24 0 0,24 11 0 0,0 25 1 0,25-13 2 0,11 0-2 0,11-11 1 0,14-12-1 0,-14-35 3 0,38-26 4 0,22-58-4 0,12-13-4 0,-47 60-1 0,0 24 1 0,-23 37 0 0,-2 21 1 0,12-11-1 0,25-10 1 0,-12-24 1 0,23-26 0 0,0-58 2 0,1-37-3 0,0-35 0 0,-12 13 0 0,-13 46 0 0,-23 47-1 0,-12 14 0 0,-12 23-3 0,-12 73 1 0,1 82 0 0,23 21 1 0,23-21 1 0,25-71 1 0,12-60 2 0,34-61-1 0,-10-57-1 0,0-72 0 0,-37-37-4 0,-10 59 2 0,-26 98 1 0,-22 46-5 0,-2 96 4 0,-11 70 3 0,24-12-2 0,48-22 1 0,11-37 1 0,13-1-41 0,-36-69-26 0</inkml:trace>
  <inkml:trace contextRef="#ctx0" brushRef="#br0">17506 6000 25 0,'0'-47'12'0,"0"-11"2"0,-37-15 3 0,1 14 6 0,25 59-13 0,-1 119-3 0,-24 143 3 0,13 46-7 0,11-69-2 0,12-84 1 0,-48-60-13 0,-23-71-82 0</inkml:trace>
  <inkml:trace contextRef="#ctx0" brushRef="#br0">16980 6465 57 0,'36'-36'6'0,"84"25"-3"0,95-13-3 0,-1-12 0 0,-47-12 2 0,-85-11-1 0,-57 23 1 0,-61-12-1 0,-23 25 0 0,-13 34 1 0,12 49 6 0,24 35 3 0,36 13-4 0,191-13 4 0,-37-95-11 0,14-48-57 0,-144 48 21 0</inkml:trace>
  <inkml:trace contextRef="#ctx0" brushRef="#br0">18363 6322 51 0,'0'-12'1'0,"0"-11"1"0,11-13-2 0,-11-12 2 0,-23 24 4 0,-26 0-2 0,13 13-3 0,2 11 0 0,10 11 1 0,0 13 0 0,12 0 0 0,0 12-1 0,-12 12 1 0,13-1 1 0,22 0-1 0,13-10 1 0,12-37 2 0,12-24-2 0,-1-23-1 0,-23 34-3 0,-1 26 1 0,2 34 1 0,23-12 2 0,35-35 1 0,12-59-2 0,-35-24 0 0,11-49-2 0,12-70-1 0,-24 23 0 0,-34 120 1 0,-25 59-4 0,-61 83 7 0,-33 60 7 0,22 24-7 0,72-24-2 0,12-13-11 0,24-34-88 0</inkml:trace>
  <inkml:trace contextRef="#ctx0" brushRef="#br0">18565 6132 51 0,'0'0'0'0,"-59"-72"46"0,94 60-45 0,107-11-1 0,1 11-1 0,-47-1-1 0,-36 13 2 0,-12-11 0 0,-37 11 1 0,-11 0 0 0,-47 59 0 0,11 25 1 0,13 10-2 0,34-10 1 0,37-36 2 0,11-36 0 0,13-48 0 0,-26-35 0 0,-10-13-2 0,0 26 0 0,-36 45-2 0,0 13 0 0,0 24 0 0,0 23 0 0,13-23 2 0,11-1 0 0,-1-23 0 0,24-23 0 0,14-13 0 0,-14 24 1 0,1 12-3 0,0 24 0 0,-14 0 1 0,-21-24 0 0,-13 0 4 0,12-48-2 0,12-11-1 0,34 47-4 0,14 24-7 0,1 0-3 0,-39 1 12 0,-21-13 1 0,-1-25 1 0,12 0-2 0,-12 2 2 0,-1 0-1 0,-22 23 0 0,-25 23 0 0,-12 50 3 0,48-15-3 0,59-45 4 0,49-13-3 0,-14-13 1 0,-58 37-3 0,-23-1 1 0,-26-10-2 0,26-37-13 0,45-12 3 0,3 12 12 0,-50 48-12 0,-11-11-29 0</inkml:trace>
</inkml:ink>
</file>

<file path=ppt/ink/ink33.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8681 5798 47 0,'-11'-12'8'0,"-2"0"-1"0,2 1-2 0,22-1 5 0,-11 1 5 0,0-2-5 0,0 1-1 0,24-13 0 0,12 14-5 0,24-1-1 0,11 12 0 0,13 12 0 0,11 12-4 0,23-24 4 0,25-13 0 0,23 26 1 0,2-1-1 0,11-12 0 0,-24 0-2 0,-12 0 1 0,11 0 0 0,-12 0 1 0,1 0 0 0,-23-12-2 0,-61 12 0 0,-23 0 2 0,-13 0-1 0,2-13-1 0,-1 26-1 0,0 11-89 0,-12-11 37 0</inkml:trace>
  <inkml:trace contextRef="#ctx0" brushRef="#br0">11909 5811 47 0,'0'0'0'0,"-24"-13"6"0,24 13-4 0,24-12 2 0,-2-11 7 0,3 23-3 0,-1 0-1 0,47-12 2 0,1 12-3 0,35-11-2 0,-12 11-1 0,24 0 0 0,-11-13 1 0,23 13 0 0,22 0-1 0,28-12 0 0,9 12-2 0,12 0 2 0,12 0-2 0,1 0 1 0,-1 12 0 0,-23 1-2 0,-25-2 2 0,-11-11-1 0,-1 12 1 0,2-12-1 0,-3 0 1 0,-32 0-1 0,-27 0 1 0,-58-12 3 0,-24 1 1 0,0-2-3 0,-12 13-3 0,12 0-113 0</inkml:trace>
  <inkml:trace contextRef="#ctx0" brushRef="#br0">8598 10525 49 0,'-24'0'14'0,"-11"-12"1"0,35 0-14 0,23-1 27 0,-11 13-12 0,24 0-4 0,35-10-1 0,60-1-4 0,72-2-3 0,0 13 0 0,-1 0 0 0,-47 24-2 0,-48-24 0 0,-48 10 1 0,-22-10 1 0,-50 0 0 0,-47 0-3 0,-35 0 0 0,-48 0-1 0,-36 13 1 0,0-13-1 0,13 12 1 0,12-12 2 0,57 12-3 0,51-12 0 0,21 0 0 0,38 0 0 0,34 0 1 0,61-12-1 0,58 0-1 0,13 12 1 0,11 0 1 0,1 0 1 0,-48 0-2 0,-48 12 3 0,-59-12 2 0,-24 0 0 0,-12 0-4 0,0 12-31 0,0 12-98 0,0-12 93 0</inkml:trace>
  <inkml:trace contextRef="#ctx0" brushRef="#br0">11515 10572 56 0,'-23'-23'11'0,"-1"23"-7"0,12 0 5 0,-48 12 9 0,0-12-3 0,24 11 0 0,36-11-6 0,61 13-1 0,70-26 0 0,59 13-3 0,13-11 0 0,-25 11-2 0,-47-12-1 0,-59 12-1 0,-72 12 2 0,-95-12-2 0,-37 11 0 0,-22-11-1 0,-1-11 1 0,36 11-1 0,23 0 0 0,60 0 0 0,25 0 0 0,70-12 1 0,72 1-1 0,71-2 1 0,13 13 0 0,-48 13 0 0,-61-2 0 0,-70-11 2 0,-36 0 0 0,-23 0-4 0,-13 0-30 0,1 23-100 0</inkml:trace>
  <inkml:trace contextRef="#ctx0" brushRef="#br0">18982 12525 41 0,'-36'0'4'0,"-23"0"-2"0,47 0 5 0,-12-11 17 0,24-1 0 0,0 0-3 0,0-1-6 0,36 13-6 0,46 0-5 0,26 0 0 0,22 0-2 0,13 0 0 0,25 0 0 0,22 0-1 0,1 0 1 0,-1 0-2 0,-11 0 2 0,-13 0 0 0,13-11-1 0,0 11 0 0,12 0 0 0,-1 0-1 0,12 0 0 0,-11 0 2 0,11 11-1 0,13-11 0 0,-13 13-1 0,1-1 1 0,-38-12-2 0,-9 0 2 0,-38 12 0 0,-45-12 1 0,-39 0-1 0,-21 0 1 0,-1 0-1 0,35 0 2 0,2 0-3 0,9 0 0 0,-9 0 0 0,-37 0 1 0,-37-12-24 0,-58 0-75 0,48-1 57 0</inkml:trace>
  <inkml:trace contextRef="#ctx0" brushRef="#br0">18708 12598 79 0,'-12'0'5'0,"-12"0"2"0,48 0-5 0,60-13 9 0,11 1 8 0,35 12-11 0,36-25-1 0,49 2-4 0,36 12 0 0,35 11-2 0,-24-12 0 0,0 24 0 0,-12-12-1 0,36 0 2 0,11 11-2 0,-36 1 2 0,-34-1-2 0,-73-11 0 0,-47 13 0 0,-22-13-1 0,-49 0 1 0,83 12 2 0,35-12-2 0,-24 12 0 0,-10-12 0 0,-25 0 0 0,-23 13 0 0,12-13 0 0,-13 11-2 0,0-11 3 0,-11 0-1 0,-24 0 2 0,-13 0-1 0,1 0 1 0,-24 0 2 0,0 0 1 0,-12 0-4 0,0 0-4 0,1 0-72 0,-14 0-2 0</inkml:trace>
  <inkml:trace contextRef="#ctx0" brushRef="#br0">3442 13335 37 0,'-12'-36'5'0,"0"36"-5"0,12-12 4 0,0 1 5 0,0 11-1 0,12-24-3 0,36 11 7 0,35-10-2 0,35 23-3 0,2 0-2 0,23 0-1 0,190-24 8 0,-178 24-8 0,95 0 1 0,-47 0-2 0,11 0 3 0,24-12-4 0,-23 0 0 0,-13 12 0 0,0 0 0 0,1 0 1 0,-13-13-2 0,25 13 1 0,-2 0-1 0,-9 0 1 0,-14-10-1 0,12 10 0 0,-23 0-2 0,0 10 1 0,-24 3 1 0,-1-13 0 0,-11 0 1 0,-12-13-3 0,-12 13 1 0,-1 0 1 0,3 0 0 0,-14-21 0 0,-12 21-1 0,-47-13 2 0,-25 13 2 0,-23 0 1 0,0 0-1 0,0 0-14 0,0 0-129 0</inkml:trace>
  <inkml:trace contextRef="#ctx0" brushRef="#br0">8419 14168 21 0,'0'0'0'0,"-143"12"27"0,35 1-11 0,74-26 3 0,68-11-9 0,86 13-1 0,11 11-4 0,35 0-1 0,-10 0-1 0,-61 11-1 0,-71-11 1 0,-72 0 3 0,-94 12-4 0,-73 0-2 0,36 12 2 0,60-12-3 0,84-12 3 0,70 0-2 0,84-12 3 0,108 1-2 0,-60 11-1 0,-13 0 1 0,-82 0 0 0,-84 0 0 0,-72 0 0 0,-118 0-1 0,23 23 0 0,72-12-1 0,83-11 1 0,72 13 1 0,71-26-1 0,60 2 1 0,-49 11-1 0,-34 0 0 0,-47 11 0 0,-38 2 0 0,-22-1 1 0,-26-12-1 0,13 0-8 0,12 25-38 0,12-14-21 0</inkml:trace>
  <inkml:trace contextRef="#ctx0" brushRef="#br0">13634 14193 6 0,'0'-25'7'0,"25"2"5"0,-14-13 4 0,2-1 0 0,-1 14 3 0,-12 35-2 0,0 95 1 0,-36 120-8 0,0 11-4 0,11-48-3 0,25-83-2 0,-10-48 1 0,10-46-12 0,-11-73-72 0,11 36 55 0</inkml:trace>
  <inkml:trace contextRef="#ctx0" brushRef="#br0">13647 14168 24 0,'0'-12'3'0,"12"-47"9"0,-1 11 17 0,2 37-3 0,-13 34-13 0,-13 61-4 0,13 23-4 0,13-11-4 0,34-14 1 0,0-22-1 0,14-47 2 0,23-26-1 0,9-70 1 0,-44-1-1 0,-13-12 0 0,-24 2-1 0,-2 33 0 0,-10 50 1 0,13 72 1 0,-26 33 2 0,3 13-3 0,20-48-1 0,39-46 1 0,23-26-15 0,35-46-114 0</inkml:trace>
  <inkml:trace contextRef="#ctx0" brushRef="#br0">14707 14227 64 0,'-25'-11'29'0,"14"-1"6"0,35 12-10 0,59-11-18 0,0 11-6 0,-11 0 0 0,-24 0-28 0,-24-13-89 0</inkml:trace>
  <inkml:trace contextRef="#ctx0" brushRef="#br0">14682 14395 19 0,'-11'0'8'0,"-25"12"20"0,36-12 15 0,11-12-24 0,50-1-9 0,22 2-8 0,24-1-7 0,13 1-45 0,-25-2-21 0</inkml:trace>
  <inkml:trace contextRef="#ctx0" brushRef="#br0">15398 14204 23 0,'12'-48'18'0,"22"1"17"0,-34 35 6 0,-11 0-28 0,-24 49-9 0,11 9-3 0,24 26 0 0,13-1-2 0,21-11 2 0,26-24-1 0,0-24 2 0,-14-12-1 0,-10-37 1 0,13 3-1 0,-14-16 0 0,-12 16 0 0,-23-14 1 0,0-12-1 0,-11 13 0 0,-13 10 2 0,1 26 0 0,-26-1 0 0,-10 12-1 0,0 0-1 0,11 36-1 0,12 35-5 0,2 37-94 0,21-84 55 0</inkml:trace>
  <inkml:trace contextRef="#ctx0" brushRef="#br0">14076 15311 50 0,'0'-35'10'0,"12"-13"29"0,22 12-2 0,27 36-22 0,10 36-8 0,1 47-4 0,-25-24-1 0,-47-10 0 0,-59-2 1 0,-12-11-2 0,11-47 2 0,12-49 0 0,25-12-2 0,-1 12 1 0,48-11 1 0,47-13 0 0,47 37 2 0,14 23-2 0,-37 11-1 0,-35 13-1 0,-48 0-1 0,12 0-44 0,-2 25-82 0</inkml:trace>
  <inkml:trace contextRef="#ctx0" brushRef="#br0">15124 15265 90 0,'-12'-25'10'0,"12"0"41"0,12 2-30 0,47 0-16 0,13-2-3 0,-1 25-12 0,-47 13-46 0,-12 11-42 0</inkml:trace>
  <inkml:trace contextRef="#ctx0" brushRef="#br0">15099 15383 59 0,'0'0'0'0,"-36"-13"58"0,36 13-11 0,36-11-36 0,60-12-10 0,23-2-7 0,-23 13-70 0,-49 12-5 0</inkml:trace>
  <inkml:trace contextRef="#ctx0" brushRef="#br0">15826 15085 42 0,'0'-59'48'0,"12"11"13"0,-12 59-39 0,-24 85-7 0,12 34-5 0,1-9-4 0,11-38-2 0,11-48-1 0,1-23-2 0,0-37-34 0,-12 3-121 0</inkml:trace>
  <inkml:trace contextRef="#ctx0" brushRef="#br0">13159 13846 36 0,'0'0'0'0,"-24"-82"11"0,12 46-1 0,-1 36 4 0,13 143 9 0,0 226-12 0,0 202-13 0,37-12-5 0,23-129 3 0,-1-157 2 0,-23-143 3 0,-24-93 4 0,-12-49-2 0,11-35-14 0,-11-2-5 0,0 15 14 0,-23-3 3 0,-1 26 5 0,24-1 1 0,0-12-5 0,71 24 2 0,48 0-2 0,47 13 0 0,26 21-1 0,70 3 1 0,132-26 0 0,105-11 0 0,107 0-4 0,-140 0 1 0,-145-11 1 0,1 11 5 0,-84 0-4 0,-72 0 0 0,-94-25 2 0,-60-46 5 0,-35-25-5 0,-14-70 0 0,13-49 1 0,1-129 1 0,-13 10-1 0,0 1-2 0,0 83 1 0,13 58-2 0,23 16-3 0,12 21 0 0,-12 71 1 0,-12 47-1 0,-25 26-1 0,-35 22 4 0,-34-11-3 0,-37 0 3 0,-59-23-1 0,-37-13-1 0,-70-10 1 0,-36 21 2 0,-49 0-2 0,-10 14 0 0,-24-1-1 0,10 24 2 0,37 12 2 0,72 0-2 0,106-11 3 0,119-13-2 0,84 0-12 0,49 21-105 0</inkml:trace>
  <inkml:trace contextRef="#ctx0" brushRef="#br0">16422 14264 0 0,'-12'-12'0'0,"12"12"0"0</inkml:trace>
  <inkml:trace contextRef="#ctx0" brushRef="#br0">16374 14168 1 0,'-12'0'2'0,"-24"12"12"0,-11-12-4 0,24-24 0 0,10 24 1 0,13-11-4 0,13 22-4 0,34 1 2 0,60-12-3 0,47 12 1 0,49-12 0 0,35 0-1 0,-12-12-1 0,-24 12 0 0,-34 0 1 0,-61 0 1 0,-60-12 0 0,-35 12-1 0,-12-11 0 0,11 11-43 0,2 11-2 0</inkml:trace>
  <inkml:trace contextRef="#ctx0" brushRef="#br0">17506 13967 45 0,'-13'-13'10'0,"2"13"3"0,-2 0 8 0,2 0-8 0,11 13-6 0,35-2 3 0,1 12-5 0,36-10-2 0,-13 22 0 0,2-12-1 0,-27 2 0 0,-11-13-1 0,-10 1 1 0,-13-2 1 0,-13 12 0 0,-21 1 0 0,-26 36-1 0,-12 11 0 0,13-23 1 0,35-25 2 0,1-10 0 0,23-13 0 0,0 0-2 0,0-13-1 0,11 2-109 0,-11 22 58 0</inkml:trace>
  <inkml:trace contextRef="#ctx0" brushRef="#br0">16541 15502 31 0,'-13'0'5'0,"-23"-24"5"0,25 24 4 0,-1 0-2 0,48 0 5 0,23 0-10 0,37 13-3 0,60-13-3 0,33 0 0 0,-22 0-1 0,-36 0-1 0,-1 11 3 0,2-11 2 0,-13-11-1 0,-12 11-1 0,-23 0-1 0,-49 0 1 0,-11 0 2 0,-12-13-1 0,-1-11 1 0,14 11-12 0,-2 3-93 0</inkml:trace>
  <inkml:trace contextRef="#ctx0" brushRef="#br0">17814 15265 40 0,'-23'-37'21'0,"10"24"-14"0,26 13 4 0,23 50-5 0,22-4-3 0,14 26-2 0,-12-14 2 0,-36-21 0 0,-12-13 7 0,-60-12 0 0,-36 12-5 0,-10 0-3 0,34-13 0 0,37 1-1 0,23-1-111 0</inkml:trace>
  <inkml:trace contextRef="#ctx0" brushRef="#br0">989 12871 47 0,'-12'-36'4'0,"12"0"12"0,0 36 18 0,23 96 5 0,13 46-23 0,0 1-11 0,12-24-6 0,-24-35 1 0,-12-36-30 0</inkml:trace>
  <inkml:trace contextRef="#ctx0" brushRef="#br0">966 12979 56 0,'-37'-25'1'0,"13"13"8"0,12 12 15 0,24 24 0 0,49 23-4 0,32 13-6 0,4 1-7 0,-15-3-6 0,-9-11-1 0,-26-22-4 0,-11-50-25 0,-13-46-24 0,-11-13 41 0,-24 2 11 0,-24-25 2 0,0-14 0 0,25 39 14 0,11 59 17 0,11 82 1 0,14 84-21 0,11-1-9 0,-1-34-5 0,13-37-24 0,-11-58-74 0</inkml:trace>
  <inkml:trace contextRef="#ctx0" brushRef="#br0">1668 12954 36 0,'0'0'0'0,"-12"-12"6"0,24 49-6 0,10 21 5 0,-9 14-2 0,10-36-1 0,13-26 1 0,12-31-1 0,-12-40 1 0,-11-10-2 0,-38 23 0 0,-47 12 1 0,1 13-1 0,-1 11-1 0,37 12 0 0,-1 46 0 0,24-9-1 0,24-13 1 0,10-24 0 0,27-48 0 0,22 12 0 0,1 36-1 0,-1 23 0 0,-47 14 2 0,-12-1-1 0,-48-25 2 0,-12 1 1 0,0-58 1 0,36-27 0 0,36 2-4 0,34 10-3 0,-21 51-40 0,-26 10 20 0</inkml:trace>
  <inkml:trace contextRef="#ctx0" brushRef="#br0">2192 12740 14 0,'0'0'3'0,"-12"-12"15"0,12 24-6 0,34 35-3 0,-9 1-6 0,-14-12 0 0,-22-12 1 0,-1-13 1 0,-1-34-2 0,13-25-2 0,25-13 0 0,-1 15-1 0,-1 21 0 0,2 25 1 0,-2 13 4 0,1 24-2 0,-12-16-2 0,-12 4 1 0,0-25 1 0,-12-35-1 0,24-13-1 0,24 1-1 0,-11 34 0 0,-4 26-1 0,-8 10 1 0,-1 1 0 0,-1-12-3 0,26 0-37 0,11-24 14 0,23-13 25 0,-23 2 1 0,0-1 0 0,-37-11 0 0,-11-1 1 0,-11-1 2 0,-14 3 6 0,2 10 2 0,-2 24-5 0,2 0 2 0,10 35 1 0,13 13-5 0,0-12-1 0,0-13-1 0,25-23-1 0,11-11 1 0,12 11-3 0,-1 0 1 0,-11-23 0 0,-13-14 2 0,1-22-1 0,-12-25 1 0,0-12 0 0,-12-9 0 0,-12 21 0 0,12 60-1 0,0 82-2 0,12 74 4 0,12 12-6 0,24-50 4 0,-13-33-2 0,-24-38-72 0</inkml:trace>
  <inkml:trace contextRef="#ctx0" brushRef="#br0">19887 14026 4 0,'-24'0'16'0,"1"-25"6"0,10 2 1 0,26-1-11 0,34 12-3 0,36 12-3 0,36 0-3 0,47 0-1 0,-21 12-1 0,-27-12-1 0,-70 0 0 0,-36 0 2 0,-12 0-1 0,0 0-1 0,-36 0-6 0,-24-12 2 0,12 0 3 0,14 12 0 0,-3 12 1 0,13 72 4 0,12 23 0 0,1 24-2 0,11-24-2 0,11-12 1 0,-11-35-1 0,0-1-11 0,-23-36-16 0,-37 2-5 0,-11-13 16 0,-13 1 26 0,1-13 6 0,47-13 6 0,24 1-7 0,36 0-6 0,49-1-1 0,45-10-3 0,13 12-2 0,-12-2-2 0,-12 1-4 0,-37 12-50 0,-34 0 14 0</inkml:trace>
  <inkml:trace contextRef="#ctx0" brushRef="#br0">20768 14407 22 0,'0'-12'5'0,"11"-12"8"0,-11 60 5 0,-11 47-4 0,-1 1-9 0,1-37-1 0,11-10-1 0,23-62 0 0,13-34-1 0,0-12-1 0,23 34-1 0,-11 24-1 0,11 63 1 0,-35 8 0 0,-12-22 0 0,-12-12 1 0,11 0-7 0,-11-11-53 0,0-13 37 0</inkml:trace>
  <inkml:trace contextRef="#ctx0" brushRef="#br0">21435 14371 28 0,'0'-12'7'0,"0"1"11"0,-36 34-3 0,-11 36-6 0,34 14-7 0,26-15-1 0,22-22-1 0,13-12 1 0,22-37 0 0,27-34 0 0,-26 12 0 0,-35 23-1 0,-25 1 0 0,-22 22 0 0,11 12 0 0,0 14 0 0,59-14-1 0,1-12 1 0,0 2 1 0,-26-60 0 0,-9 10 0 0,-37-22-1 0,-24 0 1 0,-11 11 0 0,-1 36-2 0,0 35 1 0,-11 48-1 0,35-10 1 0,24 10-1 0,60-35-36 0,-37-24-7 0</inkml:trace>
  <inkml:trace contextRef="#ctx0" brushRef="#br0">21995 14490 27 0,'0'0'9'0,"12"0"-1"0,10 47 0 0,-9-10 0 0,-13-3-4 0,0-9-2 0,-23-25 0 0,23-25 0 0,10-9-2 0,15-3 1 0,35 3-1 0,-13 9 1 0,13 13-2 0,-12 24 1 0,-37 24 5 0,-11-1 1 0,-11 1-2 0,-14-24-3 0,14-12 2 0,22-36-1 0,37-11-1 0,12 11-1 0,-12 11-1 0,-13 38 1 0,1 24-1 0,-25-3 2 0,-11-10-1 0,0 0 1 0,13-12-17 0,34-1-59 0</inkml:trace>
  <inkml:trace contextRef="#ctx0" brushRef="#br0">22734 14537 30 0,'-13'0'16'0,"13"12"-9"0,24-24-2 0,24-11-3 0,-14-13-1 0,-9 0 0 0,-50 24 6 0,-45 24 4 0,-2 60-8 0,48-12-2 0,84-1-1 0,71-23 0 0,23-26-2 0,-94-10 3 0,-36-21 0 0,-24 8 0 0,-11 13-82 0</inkml:trace>
  <inkml:trace contextRef="#ctx0" brushRef="#br0">22019 4453 22 0,'0'-24'2'0,"-12"12"0"0,24 96 8 0,-2 46 3 0,3-22-7 0,-13-61-1 0,-13-35 6 0,-21-83-5 0,-14-48-5 0,36-36 0 0,48 12-1 0,22 60 0 0,3 47 0 0,-1 61 1 0,-13 33 6 0,-11 39-5 0,0-15-1 0,-1 1 1 0,1-35-10 0,-12-24-48 0,-24-24 38 0</inkml:trace>
  <inkml:trace contextRef="#ctx0" brushRef="#br0">21971 4643 28 0,'0'-23'3'0,"36"-13"7"0,47-12 5 0,24-12-10 0,36 13-13 0,-48 23-42 0</inkml:trace>
  <inkml:trace contextRef="#ctx0" brushRef="#br0">22840 4371 18 0,'0'-25'2'0,"12"-11"2"0,12-12 6 0,-36 13-1 0,-12-1 0 0,-12 11-3 0,0 2 0 0,13 23 1 0,-25 23-4 0,1 38-1 0,11 10-2 0,11-11 1 0,38-26-2 0,23-9 1 0,23-60 1 0,-11-26 0 0,-12-10-1 0,-13 48 0 0,-23 12 0 0,12 22 2 0,-1 49 2 0,2 24-1 0,23 21 0 0,0 39-3 0,-14-1 1 0,3-36 0 0,-25-49 1 0,-47-21 2 0,-38-49 0 0,15-47-3 0,34-12 0 0,24 0-1 0,37-26 0 0,34 2-1 0,0 24 0 0,-47 58 1 0,94-81-3 0,-10 10 3 0,-24 13 0 0,-36-24 0 0,-13 35 0 0,-35 24 0 0,-24 24 1 0,-23 60-2 0,11 35 0 0,61 12 0 0,58-35 1 0,24-36 1 0,-11-48-2 0,-38-12 1 0,-10 1 1 0,-11 12-4 0,10 10-52 0,-35 13 25 0</inkml:trace>
  <inkml:trace contextRef="#ctx0" brushRef="#br0">22019 5417 27 0,'-60'24'10'0,"60"-24"4"0,60-36 3 0,106-71-4 0,131-24-7 0,25 0-5 0,-60 23-1 0,-83 26 1 0,-73 34 0 0,-57 13 1 0,-13 11-2 0,-25 24-7 0,-34 24-49 0,11-14 38 0</inkml:trace>
  <inkml:trace contextRef="#ctx0" brushRef="#br0">22269 5501 21 0,'-96'34'8'0,"60"-9"3"0,84-60-3 0,155-73-1 0,130-58-3 0,-35 48 1 0,-48 9 3 0,-143 63 2 0,-83 33 1 0,-24 1-6 0,0 24-101 0</inkml:trace>
  <inkml:trace contextRef="#ctx0" brushRef="#br0">8086 9454 30 0,'-36'-12'21'0,"-35"-12"6"0,-1 24-6 0,37-12-3 0,35 1-5 0,0 11-5 0,12 11 1 0,23 1-2 0,50-12-1 0,57 0-5 0,48 0 2 0,1 0 0 0,-1 0 0 0,-59 0 0 0,-47 0 2 0,-50 24-3 0,-21-12-2 0,-1 0-1 0,-12 11-57 0,36-12-31 0</inkml:trace>
  <inkml:trace contextRef="#ctx0" brushRef="#br0">9932 9477 35 0,'0'0'0'0,"-48"-23"24"0,24-2-4 0,1 14-7 0,11-1-2 0,-12 1 3 0,12 11 3 0,1 11-8 0,-2 1-3 0,13-1-1 0,36-11-1 0,47 0-3 0,1 13 0 0,47 11 1 0,-24-24 2 0,-36 0 3 0,-23 0 1 0,-35-12 0 0,-13 0-4 0,0-1-2 0,0 13-2 0,-25 0-5 0,25 0-25 0,0 0 17 0,12 25-98 0</inkml:trace>
  <inkml:trace contextRef="#ctx0" brushRef="#br0">21387 12895 12 0,'0'0'5'0,"12"-60"15"0,-24 24-2 0,-47 11-8 0,-25 50 3 0,13 71-2 0,22 46-4 0,39 49-5 0,45-36-2 0,48-60 2 0,13-83 2 0,-1-84 0 0,-23-36 0 0,-49 74-4 0,-23 81 6 0,-13 61 1 0,3-3-6 0,10-32-2 0,0-49-65 0,0-24 27 0</inkml:trace>
  <inkml:trace contextRef="#ctx0" brushRef="#br0">21292 13252 52 0,'13'-36'10'0,"57"12"-1"0,38 12-4 0,35 0-54 0</inkml:trace>
  <inkml:trace contextRef="#ctx0" brushRef="#br0">22114 13310 49 0,'-13'-11'2'0,"2"-1"3"0,22-11-1 0,14-36 0 0,-14-1-3 0,-11 12 2 0,-23 24 1 0,-26 12 2 0,-9 35 1 0,-2 14-3 0,1 22-1 0,11 25-2 0,24-1-1 0,36-12 1 0,12-47 1 0,23-24 1 0,1-71 0 0,0-13-1 0,-1 36 0 0,-11 37 1 0,-24 11 3 0,-1 48-2 0,2-1-2 0,-13 13-1 0,0-12-9 0,23-25-84 0</inkml:trace>
  <inkml:trace contextRef="#ctx0" brushRef="#br0">22292 13252 29 0,'0'-24'24'0,"0"-36"-18"0,36 37 12 0,-12 33-6 0,-12 51-6 0,-12 10-4 0,-12-23 0 0,24 0 0 0,12-37 1 0,34-34-1 0,3-25 0 0,-15 1-1 0,-33 10 0 0,-1 26 0 0,-1 22 2 0,-11 26-2 0,0-3 0 0,0 16 0 0,0-16-37 0,25-22-25 0</inkml:trace>
  <inkml:trace contextRef="#ctx0" brushRef="#br0">22912 13145 32 0,'12'-24'4'0,"-12"-24"3"0,-24 48 12 0,-36 24-4 0,36 24-13 0,72 35-2 0,12-12 0 0,-50-35 3 0,-56-11 2 0,-26-38-3 0,49 13-6 0,46 0-69 0</inkml:trace>
  <inkml:trace contextRef="#ctx0" brushRef="#br0">23162 13155 24 0,'23'-46'7'0,"1"10"3"0,-24 13 3 0,-24 34-6 0,-12 49 0 0,36-1-5 0,60 0-2 0,-12-11 2 0,-60-25 0 0,-59-10 1 0,10-26-4 0,74-21-29 0,23 22-7 0</inkml:trace>
  <inkml:trace contextRef="#ctx0" brushRef="#br0">23424 13121 22 0,'0'-12'17'0,"12"12"1"0,-24 46-4 0,0 15-10 0,24-13-3 0,-12-25-17 0,-12-11-31 0</inkml:trace>
  <inkml:trace contextRef="#ctx0" brushRef="#br0">23494 12990 40 0,'0'-24'5'0,"25"37"-5"0,-1-2-30 0</inkml:trace>
  <inkml:trace contextRef="#ctx0" brushRef="#br0">23805 13192 32 0,'0'-12'2'0,"24"-23"-1"0,-14-1 0 0,-10 0 0 0,-22 24 3 0,-14 1 1 0,0 45-3 0,12 3 2 0,1 10-1 0,11-10 0 0,12-3-1 0,0-9-1 0,0-25 2 0,23-12-1 0,13-1-1 0,12 13-1 0,-2 0-1 0,-10-23 0 0,0-1-50 0</inkml:trace>
  <inkml:trace contextRef="#ctx0" brushRef="#br0">24460 12929 47 0,'-12'0'2'0,"-24"25"5"0,12 71-5 0,-1-1 11 0,25-48-5 0,0-47 1 0,-10-24-2 0,-14-71-5 0,24-12 1 0,24 36-2 0,11 59-2 0,12 47 0 0,2 72 0 0,11-23 0 0,-13-59 7 0,0-62 5 0,-11-58-2 0,-24-36-4 0,-24 34-3 0,12 110-34 0,0-1-42 0</inkml:trace>
  <inkml:trace contextRef="#ctx0" brushRef="#br0">24923 12906 54 0,'-11'-48'24'0,"11"48"-15"0,11 60 4 0,2 35-8 0,-1-24-2 0,-12-21 1 0,-12-39 3 0,-1-59 0 0,2-36-4 0,35 13-1 0,-12 0-1 0,-1 24 0 0,-11-24 1 0,0 10-2 0,0 38 1 0,13 10-1 0,-1 1 1 0,23 0 0 0,1 12-1 0,-12 12-2 0,12 47 2 0,-13 12-1 0,0 13-1 0,-34-36 2 0,-24-12 0 0,24-24 1 0,11 36-2 0,23 23 0 0,-23-10 0 0,-48-40 3 0,-12-31 0 0,25-26-1 0,46 24-70 0,1 12 21 0</inkml:trace>
  <inkml:trace contextRef="#ctx0" brushRef="#br0">22019 13704 37 0,'-97'12'4'0,"-57"13"-2"0,36 9-1 0,58-10 5 0,47-11 7 0,2-2 12 0,47-22-11 0,118-14-7 0,204-21-5 0,201 9-2 0,155 1-3 0,13 13 2 0,-143 23-2 0,-239 0 6 0,-227 0-1 0,-105-12 2 0,-49 12-5 0,-59 12-26 0,-96 34-24 0,108-33 19 0</inkml:trace>
  <inkml:trace contextRef="#ctx0" brushRef="#br0">21768 13942 66 0,'0'0'0'0,"-285"0"8"0,130 12-6 0,132-12 14 0,236-47-8 0,276-14-4 0,249-21 1 0,83 46-2 0,-58 36-1 0,-192 0 0 0,-273 0 6 0,-228-12 9 0,-92-13-10 0,-38 25-12 0,35 25-114 0</inkml:trace>
</inkml:ink>
</file>

<file path=ppt/ink/ink34.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16969 2524 16 0,'11'-24'11'0,"-11"1"-4"0,13 12-2 0,-13-2 5 0,12 1 14 0,-1 37-7 0,2 57 1 0,-13 25-9 0,0 1-4 0,0-37 1 0,0-37-5 0,23-9 2 0,-10-37-39 0,10-11-33 0,-23 12 47 0</inkml:trace>
  <inkml:trace contextRef="#ctx0" brushRef="#br0">17422 2631 34 0,'-25'-12'11'0,"14"1"-4"0,-1 22-5 0,12 12 5 0,12-10 9 0,-12 24 1 0,0 21-11 0,24 14-4 0,-12-26 0 0,12-21 0 0,23-25-1 0,25-12 2 0,-1-35-3 0,-11-1 1 0,-35 25-1 0,-2-25 1 0,-23 12-1 0,0-12 1 0,-36 25 0 0,12 11-1 0,0 0 0 0,-24-12 2 0,12 24 0 0,0 0 1 0,25 11-2 0,-12 14 0 0,-1 10-1 0,24 1-15 0,11-11-61 0,2-25 50 0</inkml:trace>
  <inkml:trace contextRef="#ctx0" brushRef="#br0">19005 2537 18 0,'0'0'5'0,"-11"-25"1"0,11 13-3 0,0-11 4 0,24 12-2 0,11-14-1 0,1 0 0 0,0 25 1 0,-12 0-1 0,11 13-2 0,-23 24 1 0,12 9-3 0,-24-10 2 0,0 12-2 0,-24-2 3 0,-11 15-2 0,-13-26 2 0,12-10-1 0,24-14-2 0,-23 1 2 0,10-1 2 0,14 2 0 0,11-13-3 0,11 0 2 0,37 0-1 0,12-13-1 0,11 13 0 0,1-11 2 0,-25 11-2 0,-23 0 2 0,-37-12-3 0,2 1-45 0,22 11 5 0</inkml:trace>
  <inkml:trace contextRef="#ctx0" brushRef="#br0">19613 2571 19 0,'-12'-23'9'0,"-1"12"3"0,-10 11 4 0,0 0 0 0,-1 23-7 0,1 13-5 0,23-1 0 0,0 1-2 0,23 0 0 0,1-13-1 0,22-11 1 0,3-12-1 0,22-12 0 0,-23-11-2 0,-1-1 2 0,-23-13 0 0,-11 14 0 0,-13-12-1 0,0 11 1 0,-13-12-1 0,2 12 1 0,-25 1-1 0,0-1 3 0,-13 24 0 0,-9 0-2 0,-2 13 1 0,37 8-3 0,23 40-1 0,23-13-33 0,1-25-28 0</inkml:trace>
  <inkml:trace contextRef="#ctx0" brushRef="#br0">20983 2466 13 0,'0'0'9'0,"0"0"-5"0,0 0-1 0,0 0 7 0,-12 0 1 0,1 0-5 0,11-13-3 0,11 1-1 0,12 0 3 0,13-1 0 0,0 13 0 0,12 25-2 0,-2 0-2 0,-10-4 0 0,-23-8 0 0,-37 24 3 0,-24 10 1 0,13-23-3 0,-1 10-1 0,23-34-1 0,13 13 2 0,13-1-3 0,23 24 2 0,-14-1-2 0,-22 1 4 0,-34-13 3 0,-14 2 3 0,12-25-3 0,13-12-2 0,11 12-5 0,35-13-13 0,0 2-16 0,38-25-4 0,21-11 15 0,-46 36-4 0</inkml:trace>
  <inkml:trace contextRef="#ctx0" brushRef="#br0">21387 2608 12 0,'12'0'4'0,"24"-24"14"0,-36 11 3 0,-12 26-10 0,-24 34-2 0,13 1-6 0,23-1-1 0,11-23 1 0,37 0-1 0,0-24-1 0,11-48 1 0,-23-23-1 0,-25 12 6 0,-11 23 6 0,-23 36-10 0,-26 0-2 0,15 24-8 0,10 0-34 0,12-13-10 0</inkml:trace>
  <inkml:trace contextRef="#ctx0" brushRef="#br0">22602 2477 21 0,'0'0'0'0,"-24"-11"11"0,12 11-8 0,12 0-3 0,-13 0 4 0,2-13 10 0,0 1-4 0,11 12-5 0,0 0-2 0,0 0 0 0,0-12 0 0,11-1 5 0,-11 2-2 0,11 11-2 0,2 0-2 0,-1 24-1 0,-12 13 2 0,0-3-5 0,0 26 5 0,0-12-1 0,11-14 0 0,14-21-1 0,11-13 1 0,-13 0-2 0,1-13 2 0,13-10-3 0,-14 12 2 0,13-13-2 0,-13 11 2 0,-12 2-2 0,2-1 1 0,-13 12 0 0,0 23 2 0,0 25-2 0,0 25 2 0,12-27-2 0,-12 2 2 0,24-12-6 0,-12-11-39 0,12-38-17 0</inkml:trace>
  <inkml:trace contextRef="#ctx0" brushRef="#br0">23102 2560 49 0,'0'0'0'0,"0"-36"8"0,11 49-7 0,-11 46-1 0,-11-13 5 0,-12-9 12 0,23-13-10 0,23-24-4 0,24 0-2 0,1-11 0 0,-24-26-1 0,-12 13 0 0,-12-11 1 0,0-13-1 0,-12 0 1 0,-24 25 0 0,0 23 1 0,-11 10-2 0,0 15 1 0,11 11-16 0,36-13-61 0</inkml:trace>
  <inkml:trace contextRef="#ctx0" brushRef="#br0">24363 2441 14 0,'0'-12'2'0,"13"-1"2"0,10-10-4 0,-10 23 2 0,-1 0 12 0,-12 0 4 0,-12 23-16 0,-1 2-1 0,-10 0 1 0,0-4-1 0,23-8 1 0,10 11-1 0,15-11-1 0,11-2 0 0,0 12 0 0,-1-10 0 0,-23 22 0 0,-12 13 4 0,-12-23 7 0,-23-14-1 0,-1-11-2 0,0 0-4 0,24-11-5 0,-1 11-25 0,3-25-22 0,10 25 26 0</inkml:trace>
  <inkml:trace contextRef="#ctx0" brushRef="#br0">24353 2453 2 0,'23'-12'10'0,"36"0"-6"0,13-1 3 0,-12 13 6 0,-13 0-7 0,-11 0-3 0,-12 0 2 0,0-11 4 0,-12 11-2 0,-12 0-2 0,-12 11-1 0,-12 26 1 0,0 10-4 0,12 13 1 0,24-24-2 0,24-1 2 0,12-24-1 0,11-11 4 0,-11-11-4 0,-13-24 0 0,-22-13-1 0,-2 0 1 0,-11 14 6 0,-11-3 0 0,-26 13-1 0,-22 12-4 0,10 12-6 0,27 23-40 0,-2 2-17 0</inkml:trace>
  <inkml:trace contextRef="#ctx0" brushRef="#br0">17482 3381 10 0,'0'0'0'0,"35"-48"6"0,-23 14-1 0,-1 9-1 0,-11 0 8 0,0 15-4 0,0 10-2 0,-11 10-2 0,11 15 5 0,-12 23-1 0,1 34-4 0,11 26-1 0,-13 23 2 0,13 11 2 0,-24-21-1 0,13-3-3 0,-14-10-1 0,25-49-1 0,-11-34 0 0,11-14 2 0,-12-11 0 0,-12 0-2 0,12-11 0 0,-1-14 0 0,3-23 0 0,-2 0-1 0,12 14 2 0,-24 9-1 0,12 13-1 0,12 12-2 0,0 12 1 0,12 36 0 0,12 11 1 0,11 1-1 0,-12-24 1 0,2-25 1 0,22-22 1 0,1-12 0 0,-25-14 2 0,2 13-2 0,-1 1-2 0,-12-1-3 0,23 11-47 0,-11 26-10 0</inkml:trace>
  <inkml:trace contextRef="#ctx0" brushRef="#br0">17636 4547 22 0,'-35'-11'10'0,"10"-1"-1"0,2 12 6 0,10 0 5 0,2 36-7 0,-1 1-8 0,1-3-2 0,11 14 2 0,11-12-2 0,12-12-1 0,13 0 1 0,0-24-1 0,12-11-1 0,-12-14 1 0,-11 0-1 0,-2 2 0 0,0-1 1 0,-23-23 0 0,0 23-1 0,0-13 2 0,-12 3-1 0,1-14 0 0,-1 36 1 0,-12-12 0 0,0 24-1 0,0 0-1 0,-12 36-2 0,13 0 2 0,11-1-2 0,-24 1-13 0,0 0-42 0,36-1 5 0</inkml:trace>
  <inkml:trace contextRef="#ctx0" brushRef="#br0">24734 3144 15 0,'0'0'3'0,"0"-25"10"0,0 2-4 0,0 0 1 0,0-2 9 0,0 0 2 0,0 25-12 0,10 0 2 0,-10 0-4 0,0 37 0 0,13 34 0 0,-13 26-4 0,23 8 3 0,-10 3-1 0,-1-24-2 0,-1 0 2 0,-11-13-2 0,0-24-1 0,-11-12 0 0,11-23 0 0,0-12 3 0,-12-12-2 0,-12-11-1 0,12-13-2 0,-11 13 1 0,-1-2-8 0,0-10 7 0,12 11 0 0,0-13 0 0,0 26 0 0,12-1 0 0,0 12 0 0,12 23 0 0,12 2 0 0,24 11 7 0,-25-1-7 0,13-10 1 0,-24-14-1 0,24 1 1 0,-12-24 1 0,11-12-1 0,-12 0 0 0,-10 1 0 0,-1-1 0 0,-1 12 0 0,-11 12-1 0,0 0-3 0,0 0-52 0,-11 36-55 0</inkml:trace>
  <inkml:trace contextRef="#ctx0" brushRef="#br0">24805 4216 25 0,'0'0'0'0,"0"-25"16"0,0 25 8 0,-12 12 3 0,12 12-6 0,0-12-10 0,0-12-6 0,0 11-2 0,-13-11 0 0,13 0 4 0,13-34-5 0,-1-3-1 0,-1 13-1 0,2-11 0 0,-1 10 1 0,-1 2 1 0,-11 12 1 0,0 22 2 0,0 49-3 0,0 11 2 0,13 0-4 0,-2 1 1 0,-11-1 1 0,0-12 1 0,0-11-1 0,13-12-1 0,-13-24-1 0,0-12 1 0,0 0 0 0,0 12 0 0,0-12 2 0,-13 0-2 0,-11 13-1 0,-12-13 1 0,13 11-1 0,-1 1 1 0,12-1-2 0,12-11 3 0,12 0-3 0,12-11 2 0,24-1-1 0,-13 1 1 0,1 11 1 0,-25 0-1 0,-11 0 1 0,0 0 2 0,13 0-3 0,-13 0 0 0,0 0-1 0,12 0-12 0,-12-37-152 0</inkml:trace>
  <inkml:trace contextRef="#ctx0" brushRef="#br0">21232 3393 34 0,'0'-12'3'0,"0"-23"5"0,0 22-4 0,12 13-1 0,0 48 16 0,0 71-4 0,12 48-10 0,0-36-4 0,-12-36 0 0,-12-48 2 0,-36-10 0 0,-12-37 1 0,-11-48-2 0,34 25-1 0,25 34 0 0,36 37 2 0,36-2-1 0,-12-46 0 0,-1-34 1 0,-23-3-15 0,-36 14-75 0</inkml:trace>
  <inkml:trace contextRef="#ctx0" brushRef="#br0">21196 4453 21 0,'-11'-11'6'0,"-14"-2"3"0,14 49-5 0,11 12 3 0,11-1 1 0,2-10-3 0,-1-3-1 0,24-10-1 0,-1-24 1 0,-11-24-1 0,-12-23 0 0,-12-13-1 0,0 1 1 0,-12 23 0 0,-12-22 0 0,-11 33-3 0,10 25 1 0,2 12-15 0,-1 22-55 0</inkml:trace>
  <inkml:trace contextRef="#ctx0" brushRef="#br0">21566 4442 51 0,'-36'-25'14'0,"1"25"-6"0,11 0-7 0,12 0-4 0,12 12-35 0,0-12 11 0</inkml:trace>
  <inkml:trace contextRef="#ctx0" brushRef="#br0">21709 4310 15 0,'0'0'0'0,"-12"-12"11"0,-1 1-7 0,26-2-1 0,-1 13 5 0,-12 36 2 0,-12 0-7 0,12-11-2 0,12-14 0 0,12-11 0 0,11 10 0 0,13 15-1 0,-12 11 0 0,-12-13 0 0,-12 2 4 0,-12-13 10 0,-36-1 0 0,-12 1-7 0,12-1-4 0,36-11 0 0,0 0-2 0,0-11-1 0,12-1-14 0,-12 1-39 0,0 11 21 0</inkml:trace>
  <inkml:trace contextRef="#ctx0" brushRef="#br0">21697 4287 24 0,'0'0'10'0,"-13"-37"1"0,38 26-7 0,82-25 4 0,12-12 9 0,-47 25-3 0,-50 23-9 0,-68 23-8 0,-26 13-77 0</inkml:trace>
  <inkml:trace contextRef="#ctx0" brushRef="#br0">19280 4405 12 0,'0'0'0'0,"-12"-13"6"0,12 13-3 0,-12 0 0 0,-12 13 10 0,-1 11-1 0,2 12-7 0,10 0-2 0,3 10 1 0,10 4 2 0,23-4-3 0,13-21-2 0,0-14 1 0,22-22 0 0,-9-2 1 0,-26-11 2 0,2-23 0 0,-14-1-1 0,-11-12 0 0,-23 26 1 0,-1 9-3 0,-12 13-2 0,-23 12-4 0,-1 37-16 0,47-14-16 0,13-12 2 0</inkml:trace>
  <inkml:trace contextRef="#ctx0" brushRef="#br0">19554 4465 46 0,'-25'-36'19'0,"14"36"-11"0,22 0-40 0,-11 13 1 0</inkml:trace>
  <inkml:trace contextRef="#ctx0" brushRef="#br0">19792 4321 35 0,'0'-11'1'0,"-25"-25"9"0,25 12-6 0,0 13 9 0,13-1 1 0,10 12-11 0,25 0-2 0,11 12 0 0,-23 23 0 0,-24 12 3 0,-35 24-2 0,-38 26 1 0,14-26-1 0,-13-23 1 0,37-25 0 0,23-11-2 0,36-24 1 0,71-22-1 0,0-3-1 0,-23 24 1 0,-61 13-1 0,-35 13-8 0,1-1-37 0,11 0-6 0</inkml:trace>
  <inkml:trace contextRef="#ctx0" brushRef="#br0">21922 4262 10 0,'0'-12'5'0,"25"-22"-1"0,-25 9-1 0,0 13 9 0,-12-1 1 0,-24 13 1 0,-11 25-4 0,-37 11-2 0,13 24-1 0,24-13-2 0,47-35-5 0,-37 47 4 0,14 12-2 0,35 13-1 0,12-36 1 0,59-25 0 0,0-23 0 0,-35-23-1 0,0-13 1 0,-48 11-1 0,-12-21 1 0,-24 21 1 0,-24 14-1 0,-11 22-1 0,12 26-1 0,35 10-1 0,24 1-26 0,47-13-56 0</inkml:trace>
  <inkml:trace contextRef="#ctx0" brushRef="#br0">23066 4334 11 0,'0'0'0'0,"13"-47"3"0,10 22-2 0,-12 13 5 0,-11 24 9 0,-47 60 2 0,0 23-10 0,47-23-5 0,36-37-1 0,11-35 3 0,0-35 2 0,-22-37 3 0,-25 14-2 0,-61 21-4 0,14 24-13 0,12 13-41 0,23 13 22 0</inkml:trace>
  <inkml:trace contextRef="#ctx0" brushRef="#br0">23400 4371 59 0,'0'0'0'0,"-60"-13"6"0,37 26-63 0</inkml:trace>
  <inkml:trace contextRef="#ctx0" brushRef="#br0">23578 4358 32 0,'24'-24'17'0,"-12"0"-4"0,-12-24 4 0,-12 25 5 0,-24-13-7 0,13 24-8 0,-1 0-4 0,-1 12 0 0,14 24-2 0,11 0 0 0,11 36-1 0,14-13 0 0,22 1 0 0,-23 12 0 0,-24-26 1 0,-24-21 3 0,-12-13 2 0,13-60-2 0,46-11-4 0,13 23-1 0,0 12 2 0,-36 1-1 0,0 12-23 0,-12 23-75 0</inkml:trace>
  <inkml:trace contextRef="#ctx0" brushRef="#br0">5061 5191 23 0,'-35'-37'3'0,"35"37"-2"0,0 0 5 0,-143 25 6 0,25 23-7 0,21-12 0 0,62-1 0 0,35-11-2 0,23 13 0 0,1 9-1 0,-12 50 3 0,0 47-1 0,0-1-1 0,12-22-1 0,-12-1 1 0,-12 35-1 0,-12-36 1 0,0-34-2 0,24-24 1 0,24 1 0 0,10-3-1 0,27-34 4 0,10-35-2 0,0-2-2 0,-23 1-1 0,-48 48-52 0,-12-24 10 0</inkml:trace>
  <inkml:trace contextRef="#ctx0" brushRef="#br0">21650 5191 41 0,'-13'-58'10'0,"2"33"-5"0,69 13-5 0,74 12 2 0,11 0-1 0,-12-13 3 0,-60 13 4 0,-47-11 5 0,-24 22-6 0,0 14-4 0,12 11-1 0,1 58-2 0,-13 38 1 0,-13-1 0 0,-11 35 0 0,12 12-2 0,12-10 2 0,-11-26-2 0,-2-34 2 0,-46-37 0 0,-12-24 2 0,-25-22 0 0,1-25 1 0,-1-12 1 0,37-1 0 0,24-10-2 0,11 23-2 0,12 0-1 0,-24 0-11 0,12 0-89 0</inkml:trace>
  <inkml:trace contextRef="#ctx0" brushRef="#br0">8288 5608 10 0,'0'-12'5'0,"-12"1"-2"0,12 11-2 0,12-13 5 0,0 26 0 0,0-2 0 0,36 1-1 0,23 12 0 0,13 0-2 0,11-1 0 0,0-12 2 0,24 2-2 0,0-1-2 0,1-12-2 0,10-25 3 0,-35-9-1 0,-11-3 0 0,11-34-1 0,-36 24 1 0,-34-13 0 0,-1-11 0 0,-13-13-1 0,-11 2 0 0,-11 22 1 0,-38-1-1 0,-10 14 0 0,-24 0-1 0,12-1 1 0,-13 1 0 0,-23 10-1 0,-12 26 1 0,0-1 1 0,-12 12-1 0,-1 12 0 0,14 36 0 0,11-14-1 0,23 3 1 0,-11 10 1 0,0 1-1 0,23 25 0 0,26-27 0 0,21 26 0 0,13 11-1 0,12 0 1 0,12-23 0 0,0-12 0 0,22-13 0 0,2 1-17 0,-11-24-27 0</inkml:trace>
  <inkml:trace contextRef="#ctx0" brushRef="#br0">6514 6751 24 0,'-59'-12'6'0,"34"12"-4"0,50 0 0 0,-2 0 2 0,38 12 5 0,21 12-2 0,36 11-5 0,-10 1-1 0,24-12 0 0,-12-24-1 0,10 0 0 0,12 0 1 0,-10-12-1 0,-13-13 1 0,11-21 0 0,-34-2-1 0,-25 0 1 0,-11-23 0 0,-14-1 0 0,-21 1-1 0,-25 0 1 0,0-13-1 0,0 13 1 0,-12-1-1 0,-35 1 0 0,-13 0 1 0,1 11-1 0,-13 12 0 0,-23 25 0 0,-24-1 0 0,-23 0 0 0,-14 0 0 0,1 35 0 0,12 14 0 0,0 21-1 0,25 15 1 0,21 10 0 0,38 13 0 0,25 23-1 0,21 1 0 0,1-26 1 0,0 14 0 0,24-14 0 0,47 2-1 0,13-24 2 0,35-24-1 0,1-36 0 0,-25-12 1 0,-72-1 0 0,-22 13-1 0,-14 0-1 0,25-11-58 0</inkml:trace>
  <inkml:trace contextRef="#ctx0" brushRef="#br0">16743 1798 17 0,'0'-36'12'0,"12"-1"-1"0,-12 16-6 0,24 21 1 0,-12 0 3 0,13 21 3 0,-4 40 2 0,4 22-4 0,11 12-4 0,-12-35-2 0,-12-36-2 0,-12-24 3 0,-12-47-3 0,-12-1-1 0,12-12 0 0,-12 13-1 0,24-13-1 0,0-1 0 0,36 15 0 0,0 10 0 0,23 47 1 0,-11 50 1 0,-1 22 0 0,1-12 0 0,-36-47 0 0,-12-24 2 0,13-47-1 0,10-37-3 0,24 13 0 0,-24 71 1 0,2 24 0 0,23 47 2 0,11 12-1 0,1-47-3 0,0-36-51 0,-37-12-5 0</inkml:trace>
  <inkml:trace contextRef="#ctx0" brushRef="#br0">17612 1654 29 0,'12'-23'8'0,"0"23"1"0,12 36-2 0,-12 12 2 0,-12-1 1 0,12 0-3 0,25-34-2 0,-26-13-2 0,1-36-1 0,-1-12-1 0,1-23-1 0,-1 47 1 0,2 12 3 0,-1 24 0 0,-1 36 0 0,26-24 0 0,-3-1 0 0,15-36-1 0,10-21-1 0,-11-3-2 0,11 37 1 0,-11 61 0 0,-12-1 0 0,-12-37 0 0,-12-23-17 0,0-36-68 0,-12 24 67 0</inkml:trace>
  <inkml:trace contextRef="#ctx0" brushRef="#br0">17982 1405 78 0,'-12'-36'4'0,"-12"24"-13"0,48 24-45 0</inkml:trace>
  <inkml:trace contextRef="#ctx0" brushRef="#br0">24043 2012 24 0,'-12'-36'4'0,"-1"-10"3"0,26-4-3 0,23 39 3 0,11 35 13 0,-23 36-3 0,-12 22-6 0,-24-32-3 0,0-29-2 0,12-21 4 0,0-34-7 0,0-26-3 0,12-11 0 0,24 35 0 0,12 24-1 0,-1 24 1 0,-11 24 1 0,-36-1 1 0,-13-10 1 0,-10-25 0 0,23-37-3 0,36 26-2 0,0 11-15 0,-1 23-27 0,-23 13 4 0,-12-24 20 0</inkml:trace>
  <inkml:trace contextRef="#ctx0" brushRef="#br0">24329 2085 23 0,'-24'-13'6'0,"0"-24"1"0,60-10-4 0,35-11-2 0,1 33 1 0,-48 25 16 0,-13 71 3 0,1 1-15 0,0-14-4 0,-12-33-13 0,12-25-61 0</inkml:trace>
  <inkml:trace contextRef="#ctx0" brushRef="#br0">24769 1857 24 0,'0'0'0'0,"-35"-23"11"0,23 11-6 0,0-1-5 0,12 13 1 0,-12 0 14 0,-12 13 0 0,-12 45-7 0,12 3-5 0,24-14-2 0,12-34 2 0,12-50 2 0,12-10-5 0,0 47 9 0,-14 36-4 0,27 12-3 0,-13-37-3 0,-13-11-12 0,1-71-2 0,0-1 11 0,-1 37 2 0,-10 23-2 0,23 59 3 0,23 1-1 0,14-35 1 0,-16-26 1 0,-44-35-1 0,-26 1 2 0,-44 34 7 0,-52 84 9 0,-21 50-12 0,22-26 2 0,37-48-7 0,59-47 4 0,12-12-10 0,0-13-58 0,0 15 36 0</inkml:trace>
  <inkml:trace contextRef="#ctx0" brushRef="#br0">17410 5060 34 0,'-13'-11'9'0,"-10"-2"8"0,23 13-9 0,0 0-7 0,-13 0 16 0,49 0 1 0,25 0-15 0,10 0 1 0,1-12 1 0,11-11 0 0,-12 0-3 0,25-2-1 0,-13-11 2 0,0 1-2 0,-34-13 2 0,-26 12-2 0,13-23 0 0,-1 22 1 0,-23-10 0 0,-12 0 0 0,-36-1-1 0,-11-11 0 0,11 0 1 0,-12 9-1 0,-23 16 0 0,-12-3 0 0,-24 26 0 0,-13 11 0 0,13 36-1 0,0 10 0 0,24 15 1 0,23 10 0 0,13 2-1 0,11-2 0 0,0 0 1 0,24-12-1 0,0 0 1 0,12-11 0 0,48 0 0 0,23-23 2 0,1-14-2 0,23-11 1 0,1 0-1 0,-26 0 0 0,-10-11-2 0,-12-14-28 0,-24 13-84 0</inkml:trace>
  <inkml:trace contextRef="#ctx0" brushRef="#br0">24353 4857 30 0,'-12'0'7'0,"12"0"6"0,0 0 6 0,12 13-1 0,47-1-3 0,36 11-5 0,24 0-2 0,-1-10 0 0,3-26-3 0,-14-21-1 0,12-26-2 0,-12-11 0 0,-37-1 0 0,-9-11 2 0,-50-1-1 0,2-23-2 0,-26 11 1 0,2-9-2 0,-14 9 1 0,-11 12 1 0,-22 13-1 0,-37 12 1 0,-25 11-2 0,-10 25 2 0,-13 10-4 0,12 13 3 0,-12 36 0 0,12 23 1 0,24 14-2 0,23 9 1 0,37 25 0 0,22 12 0 0,14 0-1 0,35 0 0 0,23-24 0 0,25-11 0 0,11-13 0 0,11-11 0 0,-9-12 1 0,-38-37-1 0,-23 1 0 0,-12-12 1 0,1 0 0 0,-13 0 0 0,11 0-1 0,1-12 1 0,-12 1-1 0,0 11 0 0,11 0 0 0,-11 0 0 0,0 0 0 0,13-12 0 0,-1 0 1 0,-12 12-1 0,11-13 0 0,-11 2 0 0,0-1 0 0,0 12-1 0,0 0-11 0,-23 12-10 0,10-1-31 0,2-11-23 0</inkml:trace>
  <inkml:trace contextRef="#ctx0" brushRef="#br0">7276 4965 47 0,'-47'13'9'0,"35"21"-4"0,24-10 2 0,0-24 3 0,-12 0 14 0,0 0-5 0,0-12-16 0,11-34-1 0,-11-27-1 0,0 2 5 0,11 10 0 0,25 15-3 0,13-2-4 0,-2-34 3 0,2-2-2 0,-15 0 3 0,-21 13-1 0,22 0 0 0,1-13-2 0,-12-11 1 0,12 23-1 0,-1 13 1 0,1-1-1 0,12-11 0 0,11 10 1 0,0 3 0 0,1 11 0 0,-12 10 1 0,-11 3-1 0,-26-3 1 0,12-10-2 0,-11 34 1 0,-12 1 0 0,0 12 0 0,-25 12 0 0,-21 12 1 0,-26 12 1 0,-35 22-2 0,-36 15 0 0,48-25-1 0,59-25 1 0,36-12 0 0,36-22 1 0,12-12-1 0,22-14-1 0,26-10 1 0,0 0 0 0,-13-1-1 0,-34 24 1 0,-15 24-2 0,-11 82 1 0,2 27-1 0,-14-26 1 0,2-47 0 0,34-48-34 0,-23-24-92 0</inkml:trace>
  <inkml:trace contextRef="#ctx0" brushRef="#br0">8419 3370 44 0,'0'0'0'0,"-47"-24"12"0,-1-12-10 0,12-12 15 0,1 25-3 0,-1 46-7 0,0 37 0 0,-11 35 0 0,-1-12-6 0,36-47 3 0,48-24 1 0,22-24-4 0,14-36-1 0,-24-23-1 0,-24-24 0 0,-24-12 0 0,-12-1 2 0,12 13-1 0,24 60 0 0,-12 35 1 0,1 96 10 0,-2 70-5 0,25-12-2 0,11-82-1 0,1-37-19 0,-24-23-51 0</inkml:trace>
  <inkml:trace contextRef="#ctx0" brushRef="#br0">8764 3346 42 0,'-23'-36'8'0,"10"0"-4"0,13 1 1 0,0 11 0 0,-11 0 2 0,-1 11-2 0,-12 13 1 0,-23 0 2 0,11 25 0 0,0 0-2 0,23 9 0 0,-9 14-2 0,22 12 0 0,12-26-2 0,11-9 1 0,25-50-1 0,-12-9-1 0,-12 10-1 0,-2 11 0 0,3 50-1 0,11-26 1 0,11-22 1 0,13-26-1 0,-11-22 0 0,-15-12 0 0,2-36-4 0,12-12-10 0,-2-11 8 0,-21 46 6 0,-37 47 2 0,-23 74 1 0,-25 47 2 0,12 58-4 0,37-12 1 0,34-10-1 0,25-37 2 0,12-35-1 0,11-25 0 0,-12-23-1 0,0-35 0 0,-10-13-2 0,-2-13 1 0,-11-10 0 0,-36 12 1 0,-24 24-1 0,-12 24 0 0,13-2-1 0,-1 37 0 0,-1 23 3 0,25 13 0 0,25-23 1 0,46-3-1 0,13-22-1 0,-49 13-13 0,-48-25-25 0,-81 0-25 0</inkml:trace>
  <inkml:trace contextRef="#ctx0" brushRef="#br0">8909 2977 26 0,'23'-12'22'0,"84"-48"2"0,47 23-4 0,1-21 0 0,-49 11-5 0,-81 22-11 0,-25 25-10 0,0 12-43 0,0 1 0 0</inkml:trace>
  <inkml:trace contextRef="#ctx0" brushRef="#br0">11349 6370 43 0,'-13'11'7'0,"-10"14"-4"0,23-25 10 0,12 0 11 0,-1 0-16 0,60 0-1 0,85 0-3 0,105-25 3 0,50 2 7 0,-37 23-8 0,-96 12-4 0,-94 12-1 0,-84-12-25 0,-36 11-28 0,24 0 12 0</inkml:trace>
  <inkml:trace contextRef="#ctx0" brushRef="#br0">15206 6381 58 0,'-23'-11'10'0,"-133"-25"7"0,15 49-13 0,69 10-4 0,108-23 5 0,131-12 7 0,130 1 0 0,61 11-2 0,-26 0-2 0,-21-25 0 0,-98 13-1 0,-106-1-3 0,-94 13-2 0,-49 13-2 0,-107 24-61 0,84-26-25 0</inkml:trace>
  <inkml:trace contextRef="#ctx0" brushRef="#br0">785 4691 28 0,'-11'-36'6'0,"0"1"0"0,11 12-1 0,0-2 1 0,0 13 16 0,11 24 1 0,13 71-2 0,24 48-12 0,-12 11-4 0,-13-21 0 0,-11-37-3 0,-24-38-1 0,12-46-32 0,0-46-65 0</inkml:trace>
  <inkml:trace contextRef="#ctx0" brushRef="#br0">727 4274 64 0,'-72'-24'14'0,"-23"36"-10"0,24 84-4 0,35-12 0 0,0 71 0 0,12 34 0 0,12 14 1 0,12-13 3 0,36-23 0 0,48-36-1 0,23-73 0 0,36-58 1 0,-1-34 0 0,-22-37 0 0,-25-50-1 0,-37-34 0 0,-22-21-1 0,-11-4 2 0,-25 37 4 0,-12 35-3 0,-37 3-2 0,-21-3-1 0,-13 24 1 0,11 50 4 0,-12 21-3 0,-34 26-2 0,-13 45-4 0,47 39-1 0,72-15-123 0</inkml:trace>
  <inkml:trace contextRef="#ctx0" brushRef="#br0">8515 3774 55 0,'-36'-12'8'0,"-47"1"3"0,95-1-9 0,95-24 1 0,70 13 0 0,15 10 0 0,-37 1-3 0,-36 0 1 0,-72-1-18 0,-47 13-40 0</inkml:trace>
  <inkml:trace contextRef="#ctx0" brushRef="#br0">8692 3762 24 0,'-201'12'36'0,"34"12"-6"0,131-37-14 0,131-10-12 0,96 12 9 0,-12-1-4 0,-36 0-6 0,-36-1-21 0,-47 13-78 0</inkml:trace>
  <inkml:trace contextRef="#ctx0" brushRef="#br0">20018 2143 10 0,'0'-47'10'0,"-12"-14"4"0,-12 38-6 0,-48 12-3 0,-58 11-1 0,-25 11-1 0,-24 12 8 0,13 14 1 0,11 34-7 0,-1 36-4 0,49 25 3 0,25-2-1 0,46 25 1 0,36 0-1 0,59-12 2 0,49-35-1 0,46-37 0 0,49-60-2 0,24-59 1 0,-2-36-4 0,-10 2 1 0,-84-25 2 0,-72-24 0 0,-59-48 1 0,-36-11-1 0,-11 71 9 0,-13 47-5 0,-35 25-5 0,-12 23-1 0,-24-13 1 0,11 50-1 0,61 11 1 0,35-11-1 0,12-2 0 0,12-11 0 0,-12 0 0 0,12 0 0 0,0 10-12 0,12 3-6 0,0-13-23 0,0 12-13 0</inkml:trace>
  <inkml:trace contextRef="#ctx0" brushRef="#br0">4799 5286 12 0,'-13'0'5'0,"13"-23"-2"0,25-25 0 0,11 0 1 0,0 35 3 0,-1 74 4 0,-11 46-6 0,-12-12-3 0,-12-59 3 0,0-36 3 0,-12-36-5 0,-1-59-2 0,26 24 0 0,23 24-1 0,-13 10 1 0,2 37-1 0,-2 24 4 0,25 0-2 0,-12 12 0 0,0-24-1 0,-25-12 1 0,1 0 2 0,-12-48-1 0,-12-13-2 0,12 40-1 0,36 8-1 0,0 26-1 0,-12 21 2 0,-12-10-1 0,23-11-16 0,1-2-45 0</inkml:trace>
  <inkml:trace contextRef="#ctx0" brushRef="#br0">5323 5154 10 0,'-13'0'3'0,"13"13"-15"0</inkml:trace>
  <inkml:trace contextRef="#ctx0" brushRef="#br0">5395 5133 12 0,'0'0'6'0,"-13"0"6"0,2 0-6 0,11 0-1 0,0-13-3 0,11-35-1 0,2 0 1 0,-1 2-1 0,-37 33 0 0,-11 13 1 0,0 13 0 0,2 21-1 0,22 37 0 0,24-10 1 0,35-38 0 0,25-23 0 0,-14-23-1 0,-22-1 0 0,-11-24 0 0,-14 0-1 0,2 13 1 0,-1 11-3 0,-1 12 2 0,-11 0 1 0,0 24 0 0,12 13 1 0,12 9-2 0,-12-22 0 0,0 0 0 0,0-12 2 0,-12 0 0 0,24-24-2 0,0 13 1 0,11-1-1 0,1-12 0 0,-12-24 1 0,-12 1 1 0,0 34 3 0,-24 2-6 0,36 22-23 0,-2-11-25 0</inkml:trace>
  <inkml:trace contextRef="#ctx0" brushRef="#br0">5776 5359 25 0,'-12'-50'8'0,"0"16"-7"0,0-14-1 0,-24 25 6 0,-11 34-1 0,-1 25 0 0,0 22-4 0,12 15 1 0,25 9-3 0,11-45 2 0,47-37 0 0,25-48 0 0,-12-35-1 0,-13-36 1 0,-47 12-2 0,0 35 3 0,-36 36 0 0,13 24 2 0,12 24 0 0,22 60-1 0,12 35-2 0,0-13 0 0,-10-21-5 0,-1-62-49 0</inkml:trace>
  <inkml:trace contextRef="#ctx0" brushRef="#br0">6085 5120 26 0,'-23'-12'4'0,"-1"0"1"0,-1-1-2 0,2 2 0 0,-1-1 1 0,12 12-1 0,0 12-2 0,-11 12 0 0,10 24 1 0,-10 12 5 0,10-13-3 0,13 0-3 0,13-23 0 0,-1-24 2 0,-1-36-1 0,14-12-1 0,-2 37-1 0,2 11-1 0,9 11 1 0,2-11 1 0,12-34 0 0,12-37-1 0,-12-13 1 0,-25-12-3 0,0-11 1 0,-23 24 0 0,-36 35 2 0,14 35-1 0,10 26-2 0,0 58 2 0,24 25 0 0,12 11 0 0,11-24 0 0,25-47 0 0,-2-36 0 0,-9-36-1 0,-1-12 2 0,-37-35-1 0,-11 83 1 0,-23 0-1 0,10 60 1 0,26-25-1 0,22-11-32 0,-35-24-1 0</inkml:trace>
  <inkml:trace contextRef="#ctx0" brushRef="#br0">6157 4928 74 0,'-12'-11'4'0,"-12"-24"11"0,108-24-16 0,94-25-1 0,-59 47-21 0,-95 37-38 0</inkml:trace>
  <inkml:trace contextRef="#ctx0" brushRef="#br0">2774 6810 54 0,'13'-82'10'0,"10"32"-6"0,-10 40 1 0,-49 10 2 0,-95 10 1 0,-37 27-1 0,14-13 1 0,83 12 4 0,47-1-9 0,24 38-1 0,0 57-1 0,0 13 2 0,-12 59 0 0,-23 12 0 0,-14 60-3 0,13 0 2 0,-10 36 2 0,22-25-4 0,0-57 0 0,-12-39 2 0,24-10-1 0,0-24 1 0,48-37 0 0,24-81 3 0,59-37-2 0,24-25 0 0,-2 2 2 0,-9 0-2 0,-49-2-1 0,-47-34-20 0,-72-25-115 0</inkml:trace>
  <inkml:trace contextRef="#ctx0" brushRef="#br0">632 7894 60 0,'-24'-12'6'0,"-12"24"11"0,24 107-5 0,48 60-8 0,35-25 0 0,-35-35-8 0,-48-59-47 0,-1-48 22 0</inkml:trace>
  <inkml:trace contextRef="#ctx0" brushRef="#br0">465 8357 74 0,'0'0'0'0,"0"25"6"0,107-13 3 0,60-95-4 0,-60-26-2 0,-48-9-2 0,-47 35 1 0,-12 58 3 0,0 14 8 0,0 35-3 0,12 36-6 0,25 35-4 0,-14 24 2 0,1 0-47 0,-24-60-23 0</inkml:trace>
  <inkml:trace contextRef="#ctx0" brushRef="#br0">1215 7942 39 0,'-13'-24'14'0,"2"11"-2"0,-1 2 6 0,24-1 1 0,-1 24-6 0,14 47-4 0,-25 1-4 0,11-47-5 0,-11 58 4 0,0-24-2 0,13-10 0 0,-1-26 3 0,23-83-2 0,12 24-2 0,2 48-2 0,-14 36 1 0,37-13 0 0,-36-82 4 0,-26-48 7 0,-31-12-5 0,8 60-4 0,13 72-12 0,13 69-123 0</inkml:trace>
  <inkml:trace contextRef="#ctx0" brushRef="#br0">1072 8680 32 0,'0'0'0'0,"-131"71"23"0,83-34-12 0,72-62 16 0,59-46 0 0,108-38-3 0,47-9-15 0,-11 23-7 0,-96 71-1 0,-108 24-14 0,-94 61-64 0,-24-3 31 0</inkml:trace>
  <inkml:trace contextRef="#ctx0" brushRef="#br0">917 8870 42 0,'-166'60'24'0,"106"-36"6"0,143-72-4 0,143-59-10 0,96-36-1 0,-12 12-3 0,-96 24-4 0,-130 59-5 0,-96 35-33 0,-12 13-71 0</inkml:trace>
  <inkml:trace contextRef="#ctx0" brushRef="#br0">13885 10966 48 0,'-36'-13'6'0,"25"26"0"0,-14-1 19 0,14 0 4 0,-25-12-15 0,24 0-7 0,24-12-3 0,48 0 2 0,47 12 0 0,24 0 0 0,48 0-3 0,47 0 0 0,12-13-1 0,0 2-1 0,-35 11 3 0,-49 0 0 0,-58-12 2 0,-50 1-1 0,-21-14-2 0,-13 13-2 0,-36 24-78 0,-12 0-22 0</inkml:trace>
  <inkml:trace contextRef="#ctx0" brushRef="#br0">16719 10906 35 0,'-12'0'4'0,"-24"-12"0"0,13 0 14 0,-1 12 18 0,12-13-10 0,1 26-16 0,22-1-4 0,48 0 2 0,61 12-4 0,69-12-1 0,51-1-2 0,46-11-1 0,47 0 2 0,48 0-1 0,25 13 0 0,21-13-1 0,15 0 1 0,-38 0-1 0,-35 0 0 0,-37-24-1 0,-33 24 1 0,-25-12-1 0,-48 12 1 0,-12 0 1 0,-23-24 0 0,-36 24 4 0,-60-12 3 0,-59 0 1 0,-36-11-4 0,-25 12-5 0,-11-14-43 0,2 25-70 0</inkml:trace>
  <inkml:trace contextRef="#ctx0" brushRef="#br0">5335 13812 22 0,'-35'-13'3'0,"-25"1"9"0,36-11 8 0,12 0 12 0,12 10-15 0,48 26-9 0,35 10-5 0,24 0 5 0,24 13 0 0,12-13-2 0,36 2-3 0,0 0-1 0,23-4-1 0,24-8-1 0,1-13 0 0,23 0 3 0,-12-13 1 0,23-8-3 0,-23 8 0 0,-11-35 1 0,-36 12-2 0,-25-11 0 0,-47-1 1 0,-35-11 2 0,-2-13 0 0,-10 1-1 0,-37 0-1 0,-35-37 0 0,-58 13 3 0,-37 1-2 0,-48 10 1 0,-24 13-3 0,-37-13 2 0,-45 13-1 0,-24 11-1 0,-1 12 3 0,12 24-3 0,0 24 1 0,23-12-1 0,-12 35 1 0,26 27-1 0,23-4-2 0,35 13 2 0,12 25 0 0,24-1 0 0,12 1-2 0,24-1 1 0,23-11-2 0,1 24 1 0,11-2 1 0,49 13 0 0,82 0 0 0,72-34 2 0,82-15-3 0,-10-11-137 0</inkml:trace>
  <inkml:trace contextRef="#ctx0" brushRef="#br0">8455 13775 47 0,'-24'0'2'0,"24"0"1"0,0-11 28 0,-12 11-1 0,12 0-20 0,36 11-1 0,48 13-2 0,34 12-3 0,49-12 0 0,24 0-3 0,23 0 2 0,11-14 0 0,26 3-2 0,22-13-1 0,-10 0 1 0,-2 0 1 0,-33 0-4 0,-14-13 4 0,-12-21-2 0,1 10 1 0,-25-23-2 0,-35 10 2 0,-35-22 0 0,-13-12 1 0,-37-38 0 0,-22 4 1 0,-23 9 0 0,-37 0-2 0,-36-9 1 0,-58-4-1 0,-25 2 0 0,-36 24 0 0,-34 12 2 0,-39-13-3 0,-45 36 0 0,-13 25 4 0,12 23-5 0,24 0 2 0,13 23-2 0,11 37 1 0,22 1-1 0,39 10 1 0,33-12 2 0,13 24-3 0,1 1-1 0,48 11 0 0,10 12 0 0,36 12-1 0,60-12 3 0,59-24-1 0,60-11-7 0,23-37-63 0,-118-35 47 0,-11 0-24 0</inkml:trace>
  <inkml:trace contextRef="#ctx0" brushRef="#br0">20649 11560 16 0,'0'-11'17'0,"0"-25"1"0,0 1 27 0,12 23-28 0,-1 12-7 0,2 35-1 0,-1 13-6 0,-1 24 0 0,13 11 0 0,-11-12-1 0,-2-10 1 0,-11-27-1 0,12-10-2 0,12-11 2 0,12-2-2 0,11-22 1 0,13-37 1 0,-1-12-2 0,-11-11 1 0,-24 11-1 0,-12 2 2 0,0-26-2 0,-12 24 1 0,12 36-2 0,-24 12 2 0,-25 24-2 0,1 12 1 0,25 11-2 0,22 13 3 0,25 0-1 0,25-24-3 0,10-14-31 0,0-10-76 0</inkml:trace>
  <inkml:trace contextRef="#ctx0" brushRef="#br0">21780 11799 61 0,'-24'0'22'0,"-23"-13"15"0,47 13-15 0,71-11-6 0,60-1-6 0,0 12-7 0,-72-11 3 0,-46 11-1 0,-13 0-13 0,-13 11-105 0,13 1 69 0</inkml:trace>
  <inkml:trace contextRef="#ctx0" brushRef="#br0">22685 11513 53 0,'0'0'0'0,"0"-58"3"0,60 21-1 0,-48 13 30 0,-1 12 9 0,-11 35-16 0,-23 85-10 0,-1 35-7 0,12-13-4 0,0-34-2 0,12-37-1 0,0-46-22 0,-12-13-69 0,12-24 33 0</inkml:trace>
  <inkml:trace contextRef="#ctx0" brushRef="#br0">22650 11466 49 0,'0'0'0'0,"-12"-48"19"0,35 1-7 0,13 10 18 0,-12 14-8 0,-24 35-5 0,-12 12-4 0,0 34-6 0,0 15-4 0,36-2-3 0,12 1 2 0,12-25-1 0,23-23 0 0,-11-24-1 0,-1-36 2 0,0-35-2 0,-11-1-1 0,0 14 1 0,-12-3 1 0,-13 14 0 0,-35 34 1 0,-24 61-2 0,0 25 1 0,49 21 1 0,46-33-3 0,37-27 2 0,-1-22-1 0,-47-12-30 0,-60 0-116 0</inkml:trace>
  <inkml:trace contextRef="#ctx0" brushRef="#br0">20672 12454 61 0,'0'0'0'0,"-72"-11"18"0,72 11-14 0,0-13 22 0,61 1-2 0,46-13-12 0,96-9-2 0,82-3-7 0,85 26-1 0,58 11-3 0,0 0 2 0,-10 0-1 0,-61-12-1 0,-120 12 9 0,-153-11 4 0,-84-2-1 0,-48-11-12 0,1 24-44 0,0 12-76 0</inkml:trace>
  <inkml:trace contextRef="#ctx0" brushRef="#br0">21888 13002 31 0,'0'0'0'0,"11"-36"13"0,25 12 22 0,-12 11 4 0,24 26-26 0,-1 24-9 0,-11 34-3 0,11 13 1 0,-11-26 0 0,-36 2 0 0,0-25-1 0,-47 1 1 0,-1-24 0 0,-23-37 0 0,11-21-1 0,24-2 2 0,13-23-3 0,11 10 1 0,12 14-1 0,12 0 0 0,35 11 0 0,1 0 0 0,47 13-1 0,24 11 3 0,12 0 3 0,0 12-2 0,-24 0-1 0,-48-13 0 0,-59 13-1 0,0 0-44 0,0-11-69 0</inkml:trace>
  <inkml:trace contextRef="#ctx0" brushRef="#br0">19018 12322 59 0,'-36'-23'15'0,"36"23"1"0,0-11 13 0,23 11-19 0,13-13-6 0,24 13 0 0,23-12-3 0,13 0 0 0,-13 1-2 0,-47 11-12 0,-36 11-61 0,0 1 32 0</inkml:trace>
  <inkml:trace contextRef="#ctx0" brushRef="#br0">19125 12406 17 0,'-12'0'2'0,"-83"24"9"0,82-24-2 0,38 0 10 0,58-12-6 0,36-13-9 0,-24 15-3 0,-59-1-25 0,-36 11-20 0</inkml:trace>
  <inkml:trace contextRef="#ctx0" brushRef="#br0">17934 12037 40 0,'0'-12'14'0,"0"-22"-7"0,36 34 8 0,-13 34 11 0,-11 50-14 0,0 11-5 0,0-24-4 0,0-11 1 0,0-12-2 0,1-13-1 0,10-23 0 0,1-24-1 0,23-34 1 0,1-4 0 0,0 3 0 0,-2-11-1 0,-21-3 1 0,-1 1 0 0,-1 13-1 0,-23 0 1 0,0-1-1 0,-11 12 0 0,-25 12 1 0,-12 24-1 0,13 0 0 0,-1 60-1 0,36-12 1 0,24-1 0 0,10-23 0 0,27-12 1 0,-25-12-1 0,-1-12-12 0,1-24-104 0</inkml:trace>
  <inkml:trace contextRef="#ctx0" brushRef="#br0">18683 11537 51 0,'0'0'2'0,"13"-24"0"0,-1 12 12 0,-24 60 14 0,-1 24-15 0,-10-1-1 0,12-35-6 0,11-12-5 0,11-24 1 0,-11-37 1 0,12-10-1 0,-1-11-2 0,2-3 1 0,-1 13-1 0,0 2 3 0,-12 21-1 0,0 37 3 0,-12 47-6 0,-13 13 3 0,25-14-1 0,0-8 0 0,0-16 1 0,0-45 1 0,13-49-1 0,-1-24 0 0,0 37-1 0,12 12 0 0,-24 35 0 0,0 0 0 0,-12 11-18 0,12 1-108 0</inkml:trace>
  <inkml:trace contextRef="#ctx0" brushRef="#br0">17482 11240 0 0,'-24'-11'4'0,"24"-26"13"0,-12-10-2 0,-1 34-3 0,13 26-8 0,13 82-2 0,23 83 1 0,-12 132 6 0,10 71-3 0,2-24-2 0,-11-59 0 0,-14-60 0 0,-22-35-1 0,-1-61-1 0,-1-83-1 0,13-59-2 0,-11-59-53 0,-1 35 24 0</inkml:trace>
  <inkml:trace contextRef="#ctx0" brushRef="#br0">17446 11287 41 0,'-60'-37'1'0,"1"37"-1"0,35 13 1 0,48-1 3 0,59-12 2 0,60 0-2 0,95 0-2 0,48 0 0 0,71-12 0 0,71-1-2 0,37-8 1 0,24-4 0 0,-1 0 0 0,23 2-2 0,13 12 1 0,13-14 0 0,-25-10 0 0,-60 11-2 0,-95 0-1 0,-71 11 3 0,-60-10 4 0,-11 0 0 0,-25 11-2 0,-35-1-1 0,-71 2-1 0,-61 22 1 0,-11 14 4 0,-12 34-3 0,11 60-2 0,14 25 0 0,-1 69 3 0,-24 110 3 0,-13 69-3 0,2 49-4 0,11-97 0 0,11-141 1 0,2-72 3 0,-26-60-1 0,-10-58-39 0,-1-13-6 0</inkml:trace>
  <inkml:trace contextRef="#ctx0" brushRef="#br0">17993 13310 34 0,'0'0'0'0,"-72"-34"9"0,36 34-7 0,14 11 9 0,10 25-1 0,12 1-6 0,70 9 2 0,62-10 1 0,59-13 0 0,71-10-3 0,71-13-1 0,35 12-2 0,2 0 0 0,-1 1 0 0,12-2 2 0,0-1-3 0,13 15 2 0,-1-13-3 0,0 1 2 0,-12-26-2 0,-48 1 2 0,-11 0-3 0,-13 12 1 0,-35-23 0 0,-36 12 0 0,-47 11 3 0,-73 0 1 0,-70 0 10 0,-24 0 3 0,-12 0-6 0,0 0-8 0,12-13-1 0,-24 13 0 0,0 0 0 0,-12-12-8 0,-24-24-98 0,36 24 72 0</inkml:trace>
  <inkml:trace contextRef="#ctx0" brushRef="#br0">21577 9763 15 0,'0'0'4'0,"-23"-12"3"0,23 0-2 0,12 12 7 0,-12 0 8 0,11 12-14 0,14 0 4 0,-1-12-2 0,0 13 0 0,-13-13-3 0,12 11-2 0,2 1 0 0,-1-12 0 0,23 0 3 0,-11-12-2 0,0 1-1 0,-12 11-2 0,-12 0-1 0,22-13 2 0,-9 1-1 0,23 0 0 0,-14 12-1 0,-9-13 2 0,22 3-1 0,-11-1 0 0,0-14 0 0,1 0 2 0,-3 2-4 0,2 12 3 0,0-14-1 0,0-10-1 0,0-1 1 0,11 11-1 0,-11-21 1 0,-12 21 0 0,12-9-1 0,-1-16 1 0,1 16-1 0,12 10 0 0,-37-23-1 0,13 10 2 0,-12 3-1 0,25 9 0 0,-14-11 0 0,1 1 1 0,-1-1-2 0,0 0 2 0,2-1-2 0,11 3 2 0,0-3-3 0,-13 14 2 0,0-1 0 0,2 0 0 0,-1 13 0 0,12-1-2 0,-12-12 2 0,10 12 0 0,2 12 0 0,-11-12 0 0,10 12 1 0,1 0-3 0,0 0 3 0,-23 12-1 0,10 0 0 0,11 1 0 0,15 10 0 0,-2-12-1 0,-11 13 1 0,-12 12 0 0,12 0 0 0,-13 10-1 0,1 4 2 0,0-3-2 0,1-12 1 0,-2 1 1 0,1 12 1 0,-1-1-3 0,0 0 1 0,2-10-1 0,11-3 1 0,10 3 0 0,3-1 2 0,-1 12-3 0,11-1 1 0,-11-10 0 0,-1 9-1 0,13-10 2 0,12-13-2 0,11 2 1 0,-25 0 0 0,3-14 0 0,-25 12 0 0,23-23 0 0,0 12 0 0,1 0 1 0,0-12 1 0,-14 0-2 0,-21 0 2 0,11 0-2 0,-12 0 1 0,-1 0-1 0,-23 13 0 0,0-13 1 0,0-13 0 0,0 1-4 0,-11-34-129 0</inkml:trace>
  <inkml:trace contextRef="#ctx0" brushRef="#br0">24102 8394 20 0,'-23'-12'13'0,"11"0"3"0,12-47-6 0,0-50 0 0,-24-44-1 0,-1-14-4 0,14 1 4 0,-12 34-2 0,-1-33-2 0,0-51-4 0,-12 51 2 0,0 44 5 0,1 37-1 0,11 50-4 0,12 10 2 0,-12 82-6 0,-13 50 1 0,3 0 1 0,22-48 1 0,-1-49 0 0,13-22 5 0,0-85-5 0,72-11-2 0,12 59-1 0,-13 73 4 0,0 21-3 0,-24-21-2 0,-34-14-21 0,-13-22-39 0,-13-2 15 0</inkml:trace>
  <inkml:trace contextRef="#ctx0" brushRef="#br0">23376 6215 36 0,'-36'-48'24'0,"36"25"4"0,11 23-13 0,74 59-6 0,34-11-5 0,-12-2-3 0,-96-46-1 0,73 50 0 0,-72-50 0 0,24 34-1 0,-12 3-25 0,-24-37-26 0,0 0 17 0</inkml:trace>
  <inkml:trace contextRef="#ctx0" brushRef="#br0">23686 6071 67 0,'-13'-23'17'0,"2"71"3"0,11 95-13 0,-36-24-2 0,-12-48 8 0,25-23-6 0,11-36-5 0,12-12-15 0,0 13-88 0</inkml:trace>
  <inkml:trace contextRef="#ctx0" brushRef="#br0">7752 15038 25 0,'-72'-24'8'0,"36"12"3"0,14-1 5 0,10 2-2 0,0-1-2 0,0 1-4 0,12 11-3 0,36-25-1 0,58 13-3 0,62 1 1 0,58 11-1 0,49 0 0 0,45 11 0 0,38-11 0 0,11 12 1 0,12-12-3 0,-12 12 0 0,25 1 0 0,-25-13-2 0,-36 11 3 0,-60-11-1 0,-69 12 0 0,-61-12 2 0,-73-12 3 0,-33-12 8 0,-14 12 1 0,-11-11-5 0,-11 11-3 0,-1-24-3 0,-1 24 0 0,26-1-1 0,10 2-3 0,-10 11-115 0</inkml:trace>
  <inkml:trace contextRef="#ctx0" brushRef="#br0">19744 14895 46 0,'0'0'2'0,"-13"-48"13"0,26 35-5 0,-1 38 19 0,-12 71-9 0,0 9-13 0,11-8-5 0,25-50-1 0,12-36 3 0,0-57 0 0,-12-50-1 0,-13 1-2 0,-35 1 0 0,-24 10 0 0,-23 24 0 0,11 36 0 0,12 24-2 0,-23 47 0 0,12 37 1 0,23-1 1 0,36-11-2 0,24-24 1 0,23-48 1 0,0-24 0 0,12 0-2 0,-10 0 2 0,-14 35-1 0,-23 38 2 0,-24-14 1 0,0-11 1 0,0-24 0 0,-12-24-1 0,12-23-4 0,36-1 2 0,35 25-1 0,13 23-1 0,-25 23 1 0,-12 13 0 0,-22-12 1 0,-14-2 0 0,-11-9-1 0,24-1-53 0,0-12-35 0</inkml:trace>
  <inkml:trace contextRef="#ctx0" brushRef="#br0">20518 14503 26 0,'0'-25'12'0,"24"13"1"0,-12 60 19 0,0 46-14 0,-12 38-12 0,0-25-5 0,-12-12-1 0,12-11-7 0,0-37-20 0,12-47-20 0,35-47 20 0</inkml:trace>
  <inkml:trace contextRef="#ctx0" brushRef="#br0">20661 14966 4 0,'0'0'8'0,"0"-36"7"0,24-10-2 0,-12 21 3 0,-1 13 1 0,2 24-3 0,-2 24-1 0,-11-1-8 0,13-10-2 0,10-2-2 0,1-12 1 0,12-22 0 0,11-37 0 0,-35 25-1 0,0 23 2 0,12 59 1 0,0 25-2 0,-11-13-1 0,-38-23 4 0,-59-2-3 0,37-33-28 0,58-26-68 0</inkml:trace>
  <inkml:trace contextRef="#ctx0" brushRef="#br0">21673 14823 72 0,'0'0'7'0,"-23"61"5"0,23-15 5 0,11-10-11 0,25 0-4 0,-13-36 1 0,2-36 1 0,-14-35-2 0,-11 10 0 0,-11 3-1 0,-1 11 0 0,-24 47 1 0,-11 11-1 0,10 60-1 0,14-11 0 0,10-1 0 0,49-23 1 0,1-24 0 0,33-24 0 0,14-24 0 0,-12 24-1 0,-37 12 0 0,-11 48 2 0,-24-25 3 0,0-10 0 0,24-49-1 0,46-35-3 0,2 47-1 0,-36 71-1 0,-12 1 1 0,25-12-1 0,33-36-6 0,26-47-89 0,-98 34 58 0</inkml:trace>
  <inkml:trace contextRef="#ctx0" brushRef="#br0">22781 14597 29 0,'-13'0'6'0,"2"-12"9"0,22 1 8 0,73-14-6 0,23 13-17 0,83 1 0 0,-106-1 1 0,-60-24 2 0,-96 0 0 0,-47 47 9 0,48 73-6 0,59 37-5 0,35-3-1 0,26-35 1 0,-14-24-47 0,-23-47-20 0</inkml:trace>
  <inkml:trace contextRef="#ctx0" brushRef="#br0">23245 14776 38 0,'12'-36'18'0,"25"36"1"0,9 60-3 0,14 35-13 0,-48-35-1 0,-37-60 8 0,-22-37-1 0,35-58-3 0,71-12-5 0,61 70-6 0,12 50-83 0,-121-13 62 0</inkml:trace>
  <inkml:trace contextRef="#ctx0" brushRef="#br0">23839 14763 42 0,'0'-23'10'0,"25"-1"-7"0,11-13 2 0,-12 3 0 0,-24-3 14 0,-49 26 7 0,-9 11-14 0,-2 36-9 0,24 23-2 0,13 12-1 0,11 0 0 0,12-34 1 0,12-24 1 0,22-50 0 0,3-10 0 0,11-1-2 0,-1 12 0 0,-23 24-1 0,-12 12 1 0,-1 12-1 0,-22 12 1 0,-1 24 0 0,12-25 0 0,36 0 0 0,11-10 0 0,13-26 0 0,-12 2 0 0,-1-12 0 0,13-25 1 0,-24 12-1 0,-2-1 1 0,-34 37-1 0,0 0 0 0,-11 25 1 0,-1 11-1 0,12 0 0 0,0-12 0 0,36 10 0 0,12-21 1 0,11-13-1 0,13-24 2 0,-25-11-1 0,-23 10-1 0,-24 25-1 0,0 37 2 0,0-3 0 0,0-21 1 0,0-13 2 0,36-36-1 0,12-35-1 0,11 60-2 0,-11 34-3 0,22 25 4 0,-9-25-41 0,-37-23-66 0</inkml:trace>
  <inkml:trace contextRef="#ctx0" brushRef="#br0">24757 14419 67 0,'0'0'0'0,"-23"-24"33"0,33 36-34 0,3 34-83 0</inkml:trace>
  <inkml:trace contextRef="#ctx0" brushRef="#br0">19470 15728 28 0,'0'0'0'0,"-59"-11"26"0,-13-2 1 0,1-11 10 0,35 24-19 0,36-11-8 0,71 11-4 0,132-36 1 0,178-1-2 0,166 3-2 0,121 22-5 0,82 12 0 0,23-25-1 0,-81 25-7 0,-85-23 3 0,-119-1 6 0,-156 0 1 0,-140 1 2 0,-85-13 2 0,0 0-2 0,1 24-2 0,-13-12 1 0,-48-23 0 0,2-25 2 0,-15-94 1 0,2-25 1 0,0 23-2 0,-36 38-1 0,-72-71-1 0,1 33 1 0,24 37 1 0,-14 60-5 0,-9 23 2 0,-3 14 0 0,16 9 2 0,-4 0-1 0,-23 2-2 0,-59 12 0 0,-82-14 2 0,-110 2 1 0,-82 23-3 0,-94 0 0 0,-72 11 4 0,-25 13-2 0,37 12-1 0,142 25-1 0,71 10-3 0,13 0 4 0,23 13 0 0,37-2-2 0,35-22 1 0,59-13 0 0,12 1 0 0,37 12 0 0,59-1 0 0,47 37-1 0,36 46 1 0,12 37 0 0,-24-1 0 0,1 1-1 0,34-36 1 0,108-60 3 0,191-70-6 0,-38-38-132 0</inkml:trace>
</inkml:ink>
</file>

<file path=ppt/ink/ink35.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3692 5393 8 0,'0'0'4'0,"-24"-34"-13"0</inkml:trace>
  <inkml:trace contextRef="#ctx0" brushRef="#br0">3442 5238 0 0,'0'-47'11'0,"0"-11"2"0,-24 33 0 0,12 0 1 0,-12 2-3 0,12-1-6 0,12 24-3 0,0 13-1 0,12 71 1 0,-1 46-1 0,-11 108-1 0,0 95 0 0,25 48 0 0,11 24 2 0,-12 0 2 0,-2-48 2 0,-9-36-2 0,-1-11 0 0,12-37 0 0,-12-34-1 0,-1-49-3 0,-11-94 1 0,-23-73-1 0,-13-69-40 0,13-38-18 0</inkml:trace>
  <inkml:trace contextRef="#ctx0" brushRef="#br0">3323 5083 30 0,'-23'-11'3'0,"10"-1"-2"0,96 12 1 0,60-24-2 0,36-11 1 0,-36 23-1 0,-25 1 1 0,-34 11 3 0,-12 0-2 0,-13 0-1 0,-11 0 0 0,-12 11 2 0,-36 36 2 0,0-11 0 0,0 12-2 0,12 11-2 0,11 13-1 0,1 36 0 0,0 10 0 0,0 37 1 0,-24 47 0 0,36 35 0 0,-1 14-1 0,12 34 1 0,-22 14-1 0,-1-2 0 0,-24 13-1 0,11 23 2 0,-11-23 0 0,24-36 2 0,-12-48 0 0,-1 0 0 0,-11-35-1 0,-11-49 1 0,-1-70 1 0,-23-72 1 0,-1-36-3 0,0 0-1 0,12 13-1 0,-23-25 1 0,-13-11-2 0,-11-1 2 0,-25 36 0 0,-23 12 2 0,-1 24 0 0,-22 24 1 0,59 12-1 0,47-14-2 0,59-9 0 0,2-13 0 0,-14-24-6 0,-34-47-97 0</inkml:trace>
  <inkml:trace contextRef="#ctx0" brushRef="#br0">3549 8918 29 0,'-49'-12'23'0,"27"12"-23"0,44 0 9 0,14 95 3 0,-11 48-3 0,-25-60-4 0,11-70-11 0,2-61-65 0</inkml:trace>
  <inkml:trace contextRef="#ctx0" brushRef="#br0">3119 4239 16 0,'-11'-12'4'0,"-12"-12"2"0,46 0 0 0,24-12 1 0,25 1-1 0,1-1 2 0,33 0-5 0,-22 24 0 0,-25-1-2 0,-47 3 3 0,-12-1 0 0,-25 11-4 0,2 0 0 0,-12 0 1 0,-13 0-1 0,24 34 0 0,11 74 4 0,13 34 2 0,25-11-1 0,-1-35-1 0,-12-50-2 0,0-9-3 0,12-1-80 0</inkml:trace>
  <inkml:trace contextRef="#ctx0" brushRef="#br0">3632 4371 33 0,'-24'-37'6'0,"13"24"0"0,34-10 5 0,2 23-4 0,22 48 0 0,12-2-2 0,13 4-2 0,-35-27 0 0,-37 13 2 0,-61 10 0 0,-10-9-1 0,47-37-2 0,24-37 1 0,36-34-1 0,11 0-1 0,13 0 1 0,-13-1 1 0,-24 37 8 0,-10 11-1 0,-13 24-3 0,0 0-3 0,12 0-4 0,24 0-38 0,-12 13-47 0</inkml:trace>
  <inkml:trace contextRef="#ctx0" brushRef="#br0">7133 6071 10 0,'0'-34'8'0,"12"-3"2"0,24 14 0 0,-12-13 4 0,-12 24-2 0,0-1-5 0,0 13-3 0,10 37-2 0,14 47 0 0,0 94 3 0,-11 84-2 0,-2 12 2 0,1 24 5 0,0-12-3 0,-11-37-1 0,-2-70-1 0,1-12-2 0,-1-60 1 0,-11-60-3 0,-11-47-2 0,-1-71-61 0,12 11 2 0</inkml:trace>
  <inkml:trace contextRef="#ctx0" brushRef="#br0">7371 5989 24 0,'-23'-12'8'0,"-26"1"6"0,38-14 0 0,22 13 0 0,25-11-8 0,60 12-3 0,35-2-1 0,36 1-1 0,-12 12 0 0,-1 0 1 0,-35-12-1 0,-23 12 1 0,-49-13-1 0,-23 13 1 0,-24 25 1 0,0 34-1 0,0 49-1 0,0 58 0 0,0 37 0 0,25 11 0 0,9 12 0 0,2-13 0 0,0 15-1 0,-12-38 1 0,-12-59 1 0,-24-36 0 0,0-11 1 0,-12-25-1 0,-11-23 1 0,-37 0-2 0,-35-12 0 0,-25 10 1 0,2 27-1 0,-1-26 5 0,24 1 0 0,0-13-4 0,83-10 0 0,24-49-5 0,24-35-47 0,-2 10-22 0</inkml:trace>
  <inkml:trace contextRef="#ctx0" brushRef="#br0">7252 5133 49 0,'-23'-25'18'0,"35"25"-19"0,35-12 4 0,25-12 6 0,-1 1-4 0,24-2-3 0,-23 2-1 0,-26 0 0 0,-46 10 0 0,-34-11-1 0,-14 24 1 0,-23 37-1 0,24 57 1 0,22 61 4 0,25 35-2 0,25-72 2 0,9-45-3 0,2-62-34 0,-13-22-33 0</inkml:trace>
  <inkml:trace contextRef="#ctx0" brushRef="#br0">7705 5417 60 0,'-36'0'4'0,"11"36"-4"0,50-25 8 0,-1-34 9 0,-1-13-10 0,13-10-5 0,1-4-1 0,-26 16-1 0,-11 22 2 0,-11 24 1 0,-26 35 0 0,1 24-1 0,13 0-1 0,23 0 1 0,48-34 2 0,0-24 1 0,22-26-2 0,14-34-5 0,-12-1-44 0,-37 12-24 0</inkml:trace>
  <inkml:trace contextRef="#ctx0" brushRef="#br0">8110 5238 63 0,'0'0'0'0,"-13"-11"1"0,62-12-2 0,-38 10 6 0,-34 13 13 0,-37 47-1 0,11 37-13 0,49-47-3 0,61-3-1 0,-1-10 0 0,-38 12 1 0,-33 0 2 0,-49-24-1 0,13-12-4 0,58-48-64 0,-11 36 31 0</inkml:trace>
  <inkml:trace contextRef="#ctx0" brushRef="#br0">8467 4857 71 0,'-12'-23'13'0,"12"94"-10"0,36 60 0 0,-12 12-4 0,0-47-1 0,-24-37-33 0,0-59-11 0</inkml:trace>
  <inkml:trace contextRef="#ctx0" brushRef="#br0">8515 5154 64 0,'0'0'0'0,"-48"-21"54"0,60 8-41 0,83-58-11 0,23 23-37 0,-69 25-47 0</inkml:trace>
  <inkml:trace contextRef="#ctx0" brushRef="#br0">3525 9203 50 0,'-25'0'12'0,"3"-11"12"0,22 11-8 0,58-12 2 0,38 1-4 0,35-14-4 0,36 13-5 0,12 12 2 0,83-13 2 0,-179 26-3 0,-47-13 1 0,-13 12-3 0,-10-24 1 0,-2-24-5 0,13 13 1 0,-24 35-59 0,-11 22-47 0</inkml:trace>
  <inkml:trace contextRef="#ctx0" brushRef="#br0">2001 10513 37 0,'0'-12'4'0,"-12"-35"16"0,12 35 4 0,24 24-5 0,24 59-7 0,-13 24-5 0,-24-22 3 0,-11-15 0 0,0-22-8 0,0-12 2 0,-11-37-2 0,11-46 2 0,11-37-3 0,14-9 1 0,23 9-2 0,-25 48 0 0,13 60 0 0,-25 36 0 0,14 11 0 0,-1 13 2 0,-12-25-4 0,-1-47 4 0,-11-23 3 0,12-48-4 0,36 11-1 0,1 24 0 0,-15 36 0 0,2 25 1 0,-12 9-1 0,0 14-1 0,0-12-1 0,-2 11-14 0,3-11-41 0,11-36-8 0,-36-12 48 0</inkml:trace>
  <inkml:trace contextRef="#ctx0" brushRef="#br0">2751 10549 5 0,'12'-11'3'0,"35"-73"12"0,1 24-7 0,-36 36 2 0,0 12 14 0,-24 24 4 0,0 24-14 0,0 12-7 0,12-1-2 0,24 13-1 0,0-12 0 0,0-14-3 0,24-21 2 0,-2-37-1 0,3-23 0 0,-2-25-2 0,-11 13 1 0,0 35-2 0,-12 0 0 0,-12 35 3 0,-1 26-1 0,-11 10 0 0,0-23 1 0,0-11 1 0,12-50 0 0,36-10-2 0,-1 23 0 0,12 36-2 0,-10 24 1 0,-13-13-1 0,-24-36-15 0,-60-8-60 0,-1-4 27 0</inkml:trace>
  <inkml:trace contextRef="#ctx0" brushRef="#br0">3132 10086 96 0,'-24'-13'8'0,"-23"13"5"0,59-12-6 0,0 12-22 0,0 12-81 0</inkml:trace>
  <inkml:trace contextRef="#ctx0" brushRef="#br0">4430 10335 69 0,'-12'0'4'0,"-83"-23"34"0,59 23-4 0,36-25-17 0,48-11-9 0,58 13 1 0,-10-1-4 0,-72 24-5 0,-12 24-27 0,-1-13-105 0</inkml:trace>
  <inkml:trace contextRef="#ctx0" brushRef="#br0">5061 10061 92 0,'-12'-36'13'0,"-11"36"7"0,11 24 3 0,12 34-10 0,12 3-6 0,11-13 0 0,-11-25-1 0,-12-11-3 0,0-12 2 0,0-35-3 0,0-13 0 0,12 0-2 0,12-11 1 0,23 34-1 0,1 25 0 0,0 37 0 0,-36 10 1 0,-12-23 1 0,0-11 2 0,12-26-3 0,12-34 1 0,11-1-2 0,13 24 0 0,0 12-1 0,-1 35 2 0,-24 2-2 0,-23 11 1 0,-11-1-5 0,-14 1-38 0,14-13-104 0</inkml:trace>
  <inkml:trace contextRef="#ctx0" brushRef="#br0">5834 9989 56 0,'-11'-12'12'0,"-12"-23"-6"0,23 11-2 0,-12 0 12 0,-12 24 0 0,-36 24 0 0,13 23-10 0,23 13-2 0,12-12-3 0,24-14 0 0,25-34 0 0,-3-34 3 0,2-14-2 0,-12 36-1 0,0 12 0 0,-12 23-1 0,11 2 1 0,-12 0-1 0,14-4-21 0,11-8-102 0</inkml:trace>
  <inkml:trace contextRef="#ctx0" brushRef="#br0">6002 9954 47 0,'0'0'6'0,"-12"-23"7"0,60 34-8 0,47 83-4 0,-83-69-24 0,0-25 1 0,-12-48 19 0,0 0 11 0,-12 48 37 0,-12 37-13 0,0 22-22 0,1-13-7 0,11-21-12 0,-24-13-85 0</inkml:trace>
  <inkml:trace contextRef="#ctx0" brushRef="#br0">2346 11681 70 0,'-60'-50'7'0,"37"4"-2"0,23-13 15 0,12 22-5 0,12 3-5 0,23 21-3 0,13 13-5 0,-1 24 1 0,-11 36-1 0,-24-1-1 0,-24 12 0 0,-60 13 2 0,1-13-1 0,11-12 0 0,12-22 1 0,24-26 0 0,24-11 3 0,24-11-1 0,25-26-1 0,21 3-3 0,-11 9-1 0,-24 13-6 0,-11 12-40 0,-11-24-64 0</inkml:trace>
  <inkml:trace contextRef="#ctx0" brushRef="#br0">2870 11537 33 0,'0'-24'26'0,"0"24"-2"0,-12 47-10 0,0 14-11 0,36-14-1 0,12-11 1 0,12-25 0 0,-1-45 2 0,-23-50 0 0,-48 0 9 0,-35 49-4 0,-1 35-8 0,1 35-2 0,35 12-72 0,24-47 18 0</inkml:trace>
  <inkml:trace contextRef="#ctx0" brushRef="#br0">5788 10798 57 0,'-24'-11'14'0,"-13"-1"30"0,-9 24-16 0,10 49-17 0,12 33-7 0,12 25-1 0,24-12-1 0,0-35 1 0,36-25-4 0,11-47 6 0,-11-37-1 0,-2-21 1 0,-33 11-1 0,-26 22 4 0,-21 13-7 0,-2 24-1 0,-12 36-16 0,25 0-85 0,23-35 42 0</inkml:trace>
  <inkml:trace contextRef="#ctx0" brushRef="#br0">6145 11001 73 0,'0'-35'12'0,"-12"22"-7"0,0 38 15 0,-24 58-13 0,36-24-4 0,36-11 1 0,24-37 1 0,10-11 1 0,-34-59 2 0,-36-12 3 0,-36 35-1 0,-22 1-6 0,-2 23-3 0,-11 47-54 0,47-12-42 0</inkml:trace>
  <inkml:trace contextRef="#ctx0" brushRef="#br0">9158 6762 17 0,'-13'-11'4'0,"13"-25"-2"0,13-11 0 0,10-1 11 0,-23 35 13 0,-11 63 4 0,-1 55-16 0,-1 27-9 0,13-38-3 0,13-33 1 0,-1-51-2 0,-1-10-1 0,1 13-12 0,0-13-33 0</inkml:trace>
  <inkml:trace contextRef="#ctx0" brushRef="#br0">9490 6810 11 0,'13'-23'12'0,"-1"11"7"0,-24 12 5 0,-1 0 0 0,-10 12-14 0,23 11-6 0,0 25-1 0,12 11 1 0,12-11-1 0,-12 12 0 0,36-36-1 0,11-14-1 0,1-20 0 0,-13-26 0 0,2-12 0 0,-26 0 2 0,-12 1-3 0,-11-13 2 0,0 1 1 0,-34 11-2 0,-3 23 2 0,-22 4-1 0,10 8 0 0,13 13-1 0,2 24 0 0,22 11-1 0,12 13 0 0,-12 0-1 0,-12-1-23 0,-1 1-45 0,25-25 28 0</inkml:trace>
  <inkml:trace contextRef="#ctx0" brushRef="#br0">11289 6536 17 0,'0'0'0'0,"-35"-11"2"0,35-25 0 0,0 12 13 0,-24 24 11 0,0 0 0 0,12 0-18 0,36 0-2 0,47-24-5 0,1 1 0 0,-1 23 0 0,-47-12 4 0,-1 0 1 0,-10 12-1 0,-13 0-5 0,0 83 3 0,0 24-2 0,-13-23 0 0,13-13-1 0,0-35 2 0,0-12-13 0,0-13-29 0,0 1-34 0</inkml:trace>
  <inkml:trace contextRef="#ctx0" brushRef="#br0">11300 6715 75 0,'-23'0'23'0,"-48"-12"-20"0,83 12-3 0,70-25 0 0,14 4 1 0,-13-4 1 0,26-11 0 0,-3 0-1 0,-12 1-1 0,-33-13 2 0,-37 36 8 0,-24-1 3 0,-24 13-10 0,-12 37-2 0,1 10 0 0,35 13-1 0,10-12-1 0,39-1 1 0,10-23 1 0,12-11 0 0,-10-63 0 0,-14-21 2 0,-35-11-1 0,-36-2 2 0,-23 37 6 0,-25 11-5 0,1 36-9 0,11 48-50 0,13 11-35 0</inkml:trace>
  <inkml:trace contextRef="#ctx0" brushRef="#br0">9241 7608 89 0,'-155'-36'33'0,"155"48"-32"0,48-12 1 0,36 11 11 0,22-11-3 0,96 0-6 0,50-11-3 0,45-24 0 0,72-13 1 0,-48 0-3 0,-11-11 3 0,-12-25 0 0,-24-12-2 0,-12 2 1 0,-60-25-1 0,-59-12 2 0,-36-11 0 0,-59-13-2 0,-37 0 2 0,-34 24-4 0,-72-1 3 0,-48 14 0 0,-36-3 2 0,-47 27-5 0,-1 12 1 0,-46 32 2 0,-26 39 0 0,-10 11-1 0,-24 24 2 0,-12 59-3 0,10 26 2 0,62 9 0 0,71 24-2 0,47 25 1 0,36 24 1 0,47 24-2 0,49-14-1 0,58-21 2 0,50-38 2 0,57-47-1 0,59-35 3 0,50-47 0 0,-1-38-4 0,-35 0 1 0,-73 14 1 0,-59-12-2 0,-47 10-27 0,-47-34-100 0</inkml:trace>
  <inkml:trace contextRef="#ctx0" brushRef="#br0">11670 4928 85 0,'0'-11'5'0,"-48"-36"26"0,37 47-27 0,11 12 8 0,-84 71 8 0,-36 48-3 0,2 36-2 0,47-37-7 0,23-34-4 0,36-71-2 0,0-25 0 0,0 0-29 0,12-61-110 0,12 61 105 0</inkml:trace>
  <inkml:trace contextRef="#ctx0" brushRef="#br0">11170 4989 42 0,'0'0'0'0,"-24"-48"43"0,12 24 6 0,12 1-19 0,0 23-22 0,36 34-4 0,24 27 1 0,10 10 1 0,-21 13 0 0,-2 10-2 0,25-10-1 0,-1-24 0 0,1-37 1 0,-48-23 3 0,-24 12 0 0,-13-36-1 0,2 1-41 0,-1 12-128 0</inkml:trace>
  <inkml:trace contextRef="#ctx0" brushRef="#br0">2787 12514 76 0,'-95'0'5'0,"-72"23"3"0,48 1 9 0,59-24 11 0,96-24-13 0,119-36-6 0,131-11-2 0,-24 0 1 0,-47 24-3 0,-133 22 1 0,-141 50-3 0,-132 34 0 0,-71 12-3 0,23-12 1 0,133-34 0 0,106-13 1 0,106-36-2 0,98-36 1 0,9-11-1 0,-45 34-1 0,-133 37 2 0,-118 61-12 0,-48 33-139 0</inkml:trace>
  <inkml:trace contextRef="#ctx0" brushRef="#br0">6394 11752 101 0,'0'0'0'0,"-179"-12"45"0,26 35-31 0,57-11-1 0,72-12-7 0,61 0-2 0,93-23 1 0,25-1-2 0,-12 0-1 0,-95 12 1 0,-73 24 1 0,-105 24-1 0,-61 10-2 0,-12-9 1 0,97-13-2 0,94-35 2 0,107-26 1 0,84-10-3 0,10 10 0 0,-69 14-1 0,-97 12 2 0,-117 34 1 0,-109 25-1 0,-24-25 0 0,133-12-2 0,130-34 2 0,118-36 1 0,73 23-2 0,-62 24-1 0,-116 12 1 0,-144 12 1 0,-72 24 0 0,12-12 0 0,119-37 0 0,84-21-3 0,59 21-78 0,-71 13-39 0</inkml:trace>
  <inkml:trace contextRef="#ctx0" brushRef="#br0">6455 10727 68 0,'-36'0'3'0,"24"0"-2"0,35-11 8 0,-23 11 21 0,-11-12-9 0,-1-24-12 0,24-12-3 0,12-47 0 0,23-24-1 0,36-107 1 0,-11 48 1 0,-12-25 1 0,10-23-3 0,39-48-4 0,9 23-1 0,-10 14 2 0,-26 22-1 0,-11 37 1 0,-10 23-2 0,10 60 0 0,-35 35 0 0,-23 49 0 0,10-37 1 0,-12 25 0 0,-11-2 0 0,-11 13 0 0,-12-1-1 0,-2 26 1 0,-23 11-1 0,-24 35 2 0,-22 25-2 0,-12 35 1 0,9-24 0 0,38-12 0 0,23-35-2 0,13-24 2 0,10-24 0 0,13-13-1 0,60-46 1 0,23-24-1 0,13-12-2 0,-1 12 1 0,-37 35 1 0,-22 1 2 0,-11 34 0 0,-25-11-2 0,11 36 1 0,2 36-1 0,70 131-1 0,-11-71 1 0,-38-37 0 0,-34-37 3 0,0-21 2 0,0-13-5 0,0 12 4 0,0-12-5 0,0 0 2 0,-11-12 0 0,-1-1-44 0,1 13-105 0</inkml:trace>
  <inkml:trace contextRef="#ctx0" brushRef="#br0">16767 5359 31 0,'-24'-73'7'0,"24"25"1"0,60 37-3 0,10 59 4 0,-9 47 5 0,-26 36-4 0,-11 12-5 0,-12-24-2 0,24-48-1 0,11-47 1 0,13-60 1 0,23-71-2 0,-11 0-2 0,-14 13 1 0,-9-15 0 0,-37-10 0 0,-24 0 0 0,-37 72 0 0,-9 71-1 0,-2 83 1 0,48 35-1 0,60-58-1 0,47-36 2 0,24-38-43 0,-95-10-7 0</inkml:trace>
  <inkml:trace contextRef="#ctx0" brushRef="#br0">17767 5393 60 0,'-23'-11'6'0,"34"-1"-3"0,97-12-2 0,22 0-1 0,-57 36-1 0,-50 24-62 0</inkml:trace>
  <inkml:trace contextRef="#ctx0" brushRef="#br0">17875 5667 57 0,'-61'-11'20'0,"14"-1"-3"0,143-13-16 0,94-9-7 0,-35 9-69 0</inkml:trace>
  <inkml:trace contextRef="#ctx0" brushRef="#br0">18411 5251 40 0,'-24'-47'9'0,"71"-3"-5"0,60 40 1 0,-22 10 3 0,-39 83 2 0,-22 12-1 0,-37 0-3 0,-21-35-2 0,22-48-2 0,12-12 2 0,59-72-3 0,13-11-1 0,-14-13 0 0,-33 12 0 0,-25 38 1 0,-12 21 1 0,-37 50-1 0,15 58 0 0,10 1-1 0,24-13 0 0,36-24 1 0,-1 13-4 0,13-49-76 0</inkml:trace>
  <inkml:trace contextRef="#ctx0" brushRef="#br0">19232 4655 39 0,'-61'-47'12'0,"-188"-60"6"0,-1 35-13 0,-35 35-3 0,-49 37-1 0,-71 73 1 0,-23 46 0 0,-1 36-2 0,60 71 1 0,107 60-1 0,119-12 0 0,107-13-1 0,119-22 3 0,109-25 0 0,105-59 0 0,119-60 3 0,61-59-3 0,47-48 0 0,-13-36-2 0,-70-47-1 0,-83-49 1 0,-120-93 3 0,-83-73-1 0,-72 13 2 0,-72 48 14 0,-83 44-10 0,-81 4-6 0,-97 34 1 0,-107 60-1 0,-84 96 0 0,-96 141-6 0,-105 132-111 0</inkml:trace>
  <inkml:trace contextRef="#ctx0" brushRef="#br0">18041 7168 22 0,'0'0'0'0,"0"-25"11"0,72 14-11 0,-37-1 9 0,-58-12 13 0,-25-13-9 0,-12 3-2 0,13 47-8 0,-2 45-3 0,-9 49 0 0,-14 0 0 0,36-11 1 0,59-37-2 0,50-34 1 0,33-75 3 0,3-68-2 0,-39-36-1 0,-70-26 0 0,-11 25 1 0,-14 13 0 0,25 95 1 0,13 60 0 0,10 117 6 0,-23 96-5 0,12-48 0 0,12-47-2 0,12-71-2 0,0-48-104 0</inkml:trace>
  <inkml:trace contextRef="#ctx0" brushRef="#br0">18660 7132 10 0,'0'-48'23'0,"-34"-11"6"0,-3-1-5 0,1 12-13 0,24 37-7 0,-12 11-3 0,-12 35 0 0,-23 37 3 0,11 11-2 0,1 1-1 0,22 0 0 0,25-26-2 0,36-34 2 0,0-24 0 0,24-48 1 0,0-11-1 0,-25 34-2 0,1 25 2 0,-12 50-2 0,24-16 2 0,-2-22-1 0,27-47 0 0,10-60 0 0,0-26 1 0,0-92-1 0,-35 45-1 0,-36 38-1 0,-47 34 3 0,-1 62-1 0,11 45-1 0,25 85 0 0,0 82 2 0,13 2 0 0,23-25-2 0,23-61 1 0,35-58 0 0,15-24 1 0,-3-49-1 0,-22-34 1 0,-59-13 0 0,-14-10 0 0,-11 22-2 0,-11 25 1 0,-2 34 1 0,-23 26-1 0,12 22 0 0,-12 25 0 0,36-1 0 0,13 13 0 0,34-24 0 0,2-25 0 0,21-23 0 0,-22-13-21 0,-48 3-58 0</inkml:trace>
  <inkml:trace contextRef="#ctx0" brushRef="#br0">18946 6715 62 0,'-35'-12'11'0,"-1"-23"13"0,191-13-21 0,95-12-3 0,-12 36-91 0</inkml:trace>
  <inkml:trace contextRef="#ctx0" brushRef="#br0">20197 6668 113 0,'0'0'1'0,"35"35"-3"0,60 132 2 0,12 35 2 0,-82-60 20 0,-25-69-5 0,0-73-2 0,0-84-8 0,-12-47-5 0,-1-83 1 0,13 59-4 0,13 84 1 0,22 35-2 0,13 72 2 0,-24 47-2 0,-12-23 3 0,-72-13-1 0,-23-11 2 0,35 0-72 0,36-36 2 0</inkml:trace>
  <inkml:trace contextRef="#ctx0" brushRef="#br0">20244 6728 83 0,'0'0'0'0,"-12"-71"2"0,84-2-3 0,-1 2 21 0,13 60 4 0,11 93-15 0,-36 49-6 0,-94-24 5 0,-120-12-1 0,-24-35-3 0,83-49-28 0,96-45-78 0</inkml:trace>
  <inkml:trace contextRef="#ctx0" brushRef="#br0">20792 6573 49 0,'-24'-25'21'0,"1"13"-21"0,57 24-1 0,-34 47 4 0,0 12 10 0,0-10-8 0,25-25-2 0,11-24 1 0,-1-60-1 0,13-34-1 0,-36-39-2 0,-36 50 1 0,-36 35 0 0,13 36-1 0,22 36 0 0,14 35 0 0,35 0 0 0,35-21 1 0,1-50-1 0,71-109 1 0,-71 38 0 0,-38 35 0 0,-9 13 0 0,-13 11 1 0,0 12 0 0,0 0-2 0,23 35 0 0,2 1 0 0,-1 23-1 0,23-22 1 0,2-26 0 0,-2-22 1 0,-12-37-1 0,-11-12 1 0,0 36-1 0,-12 24 0 0,0 48 0 0,-12-12 1 0,0-13 1 0,12-35 5 0,12-35-4 0,11 23-2 0,12 48-1 0,-11 35 0 0,1-47 0 0,-14-24-36 0,-12-23-46 0</inkml:trace>
  <inkml:trace contextRef="#ctx0" brushRef="#br0">21316 5966 118 0,'-60'-13'23'0,"96"60"-124"0</inkml:trace>
  <inkml:trace contextRef="#ctx0" brushRef="#br0">21768 5811 136 0,'-12'-25'3'0,"1"-10"0"0,94 82-3 0,-46 108 5 0,-26 13 8 0,-11-13-7 0,35-50-7 0,25-45 2 0,-2-36-32 0,-45-71-79 0</inkml:trace>
  <inkml:trace contextRef="#ctx0" brushRef="#br0">21745 6096 85 0,'-48'-25'38'0,"96"2"-20"0,142-12-13 0,12-12-4 0,-82 34-45 0,-97 13-30 0</inkml:trace>
  <inkml:trace contextRef="#ctx0" brushRef="#br0">21852 4429 60 0,'0'-47'9'0,"-12"-25"6"0,48 60 1 0,-1 60-3 0,25 71-4 0,-2 13-2 0,14-27-2 0,0-34 1 0,35-58-6 0,1-47 2 0,-25-50 0 0,-1-48-1 0,-46-12 0 0,-36 14 0 0,-36 23 0 0,-10 60 0 0,-2 47 0 0,-1 71 0 0,39 24-1 0,69-11 1 0,48-71-1 0,0-26 0 0,-46-47-5 0,-14 1-55 0,-24 36-24 0</inkml:trace>
  <inkml:trace contextRef="#ctx0" brushRef="#br0">22840 3465 48 0,'0'-24'4'0,"-13"-59"33"0,26 83-11 0,11 107 1 0,-12 108-12 0,12-14-5 0,-12-71 0 0,-12-93-3 0,0-24 0 0,-12-63-6 0,12 4-9 0,0 21-104 0,0 25 59 0</inkml:trace>
  <inkml:trace contextRef="#ctx0" brushRef="#br0">20089 5083 34 0,'-95'13'9'0,"47"-13"9"0,25-13 0 0,58 2-9 0,73-12 3 0,81-25-2 0,98-12-4 0,58 13-3 0,12-24 0 0,-96 34 1 0,-116 3-1 0,-98 21-1 0,-35 1-2 0,-24 12-26 0,-35-12-57 0,47-1 62 0</inkml:trace>
  <inkml:trace contextRef="#ctx0" brushRef="#br0">21196 4524 45 0,'-82'-23'19'0,"46"-13"20"0,11 24-22 0,74 35-10 0,58 14 1 0,71 10-3 0,-11 1-1 0,-71 12 1 0,-73 11 5 0,-59 36-2 0,-24 12-3 0,-12-12-1 0,26-25 0 0,22-21-3 0,0-13 1 0,0-25-1 0,12-34-14 0,12-1-84 0,12 0 44 0</inkml:trace>
</inkml:ink>
</file>

<file path=ppt/ink/ink36.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846 7335 43 0,'-12'-13'25'0,"-12"-22"-20"0,35 12-3 0,14-2 0 0,-1 13 2 0,23 12 0 0,2 24-1 0,-15 0 1 0,14 36 4 0,-12 24 0 0,0-13-2 0,-12-12-3 0,-2-36-1 0,27-11 4 0,23-59 1 0,22-37-5 0,26-11 0 0,35-36 1 0,-1 0 0 0,13 0 0 0,-24 12 2 0,-24 12-1 0,-36 46-1 0,-11 51-4 0,22 45-129 0</inkml:trace>
  <inkml:trace contextRef="#ctx0" brushRef="#br0">1120 9716 77 0,'-48'-36'8'0,"1"36"-1"0,35 12-6 0,12 12 1 0,0-14 5 0,12-10 21 0,-1 0-19 0,12 13-3 0,-10 11-1 0,11 12 0 0,-12 0 1 0,0-1-2 0,12 1 0 0,-12 0-1 0,-12-36-3 0,10 47 3 0,-10-23-1 0,13-1-1 0,-13 2 1 0,12-13-1 0,-1-12 2 0,14-37 0 0,35-45-2 0,34-14-1 0,26-23 0 0,35-12 2 0,-1-11-2 0,13 11 1 0,-24 23-1 0,-13 13 0 0,-46 36 0 0,-24 23-1 0,-48 13 2 0,0 23-2 0,-12 23-28 0,0 1-76 0</inkml:trace>
  <inkml:trace contextRef="#ctx0" brushRef="#br0">1166 12573 33 0,'0'0'0'0,"-46"-48"25"0,22 25-10 0,24 23-8 0,12-12-3 0,12 12 9 0,0 12 3 0,-1 47-9 0,0-11-4 0,2-1 0 0,-1-11-1 0,12-25 0 0,11-11 1 0,48-82-2 0,59-62-1 0,38-22 3 0,10-12-1 0,-23-1-2 0,-36 48 2 0,-48 48 0 0,-37 71-27 0,-22 36-72 0</inkml:trace>
  <inkml:trace contextRef="#ctx0" brushRef="#br0">1191 15383 35 0,'-25'-36'9'0,"15"25"-2"0,10 22-6 0,10 12 9 0,15 26 3 0,-1-14-4 0,12 13-4 0,11 12-3 0,0-26 1 0,-11-9-2 0,0-25 2 0,24-36 1 0,23-58-1 0,47-38-1 0,26-46-1 0,11-1-1 0,-12 24 3 0,-37 12 3 0,-22 47-1 0,-26 37-2 0,-34 24-2 0,-11 11 0 0,-25 37-79 0,-12-13 40 0</inkml:trace>
  <inkml:trace contextRef="#ctx0" brushRef="#br0">3978 8489 37 0,'-36'0'5'0,"24"0"-1"0,35 0-3 0,26-11 2 0,22-14 3 0,24 13 0 0,12 1-4 0,36 11 0 0,23 0-1 0,36-12-1 0,-10 12 1 0,46 12 2 0,-72-1-2 0,85 1-1 0,-61 0 1 0,72-12 0 0,-35 13-1 0,-13-2 0 0,-11 12 2 0,22 2-1 0,-10-25-1 0,23 0-1 0,-11 25 1 0,-2 21 2 0,-23-21 0 0,25-14 1 0,24-11-1 0,10-11 0 0,12-2-2 0,2 1 3 0,-1 0 0 0,0 12 0 0,23-13-1 0,1 3-1 0,0 10-2 0,-12 0 2 0,-25 10-1 0,2 3 0 0,-25-13 0 0,0 0 2 0,-35 0-1 0,-37-13 1 0,-70 3 4 0,-37-1 9 0,-47 11-9 0,0-13-4 0,-12-35-17 0,12-12-95 0</inkml:trace>
  <inkml:trace contextRef="#ctx0" brushRef="#br0">13147 7871 56 0,'-37'-13'12'0,"-45"13"-9"0,71 13-1 0,70-13 10 0,48-25 6 0,12 25-6 0,0 12-6 0,-60-12-3 0,-23 0-3 0,-12-37-66 0,-24 37 22 0</inkml:trace>
  <inkml:trace contextRef="#ctx0" brushRef="#br0">14112 7608 71 0,'-60'-13'11'0,"12"97"-6"0,25 12 19 0,23-13 0 0,11-36-10 0,12-10-8 0,2-14-3 0,-25-23 3 0,-12-23 0 0,-12-37-4 0,1-11-1 0,23-24 1 0,11-26-1 0,1-21 1 0,-1 24 0 0,2 47 0 0,-1 58-3 0,36 13 0 0,35 71 0 0,-24 1-1 0,-59-13 2 0,-108-11-2 0,-81 0 2 0,22-13-65 0,142-24-16 0</inkml:trace>
  <inkml:trace contextRef="#ctx0" brushRef="#br0">14743 7275 67 0,'-12'-36'15'0,"-1"11"-10"0,26 14-4 0,-13-1 11 0,-49 24 2 0,-33 72-4 0,-13 59-7 0,23-1 1 0,60-35 0 0,60-47 0 0,47-24-2 0,23-24-1 0,38-36-33 0,-49-23-65 0</inkml:trace>
  <inkml:trace contextRef="#ctx0" brushRef="#br0">15338 7322 72 0,'-12'-12'21'0,"-24"60"-19"0,1 84-4 0,35-50 4 0,-24-22 12 0,-24-13-5 0,0-23-2 0,25-71 1 0,10-60-5 0,62-12 1 0,9 11-3 0,14 13 0 0,-24 24-1 0,-36 58 1 0,12 84 2 0,1 61 1 0,21-13-4 0,2-35 0 0,0-25 0 0,-36-35-56 0,-12-24-24 0</inkml:trace>
  <inkml:trace contextRef="#ctx0" brushRef="#br0">15172 7513 72 0,'0'-12'6'0,"-24"-12"12"0,107 24-16 0,84-12-2 0,-14 12-45 0,-128 0 4 0</inkml:trace>
  <inkml:trace contextRef="#ctx0" brushRef="#br0">14671 8131 6 0,'-25'0'10'0,"-33"0"18"0,9 13-17 0,-21 11-6 0,-14 0-1 0,36-14 4 0,37-10 8 0,70-21-10 0,84-29-2 0,60 3-1 0,23-11 2 0,-95 21 4 0,12 1-2 0,-36-12-3 0,-47 25-2 0,-60 23-2 0,-24 0-4 0,-12 12-45 0,12-1-7 0</inkml:trace>
  <inkml:trace contextRef="#ctx0" brushRef="#br0">14457 8252 56 0,'-95'11'17'0,"47"12"-15"0,60-34 2 0,47-12 6 0,61-27 2 0,57 4-4 0,38-2 2 0,-36-11-1 0,-36 11 0 0,-36 12-3 0,-59 24 1 0,-35 1-4 0,-26 11-1 0,-47 23-16 0,36 1-90 0</inkml:trace>
</inkml:ink>
</file>

<file path=ppt/ink/ink37.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21209 4334 20 0,'-13'0'2'0,"2"0"1"0,58-36-2 0,85-46-1 0,-37 45-22 0</inkml:trace>
  <inkml:trace contextRef="#ctx0" brushRef="#br0">21196 5238 27 0,'-11'0'3'0,"-1"0"-3"0,35 0 2 0,49-47-1 0,35-11-3 0,-47 33-24 0</inkml:trace>
  <inkml:trace contextRef="#ctx0" brushRef="#br0">20721 5870 19 0,'-13'0'1'0,"-23"0"0"0,61 0 0 0,70-48 0 0,60-47-1 0,-60 47-21 0</inkml:trace>
  <inkml:trace contextRef="#ctx0" brushRef="#br0">22150 8168 43 0,'-36'-12'20'0,"12"12"-16"0,71-36-4 0,49-12-1 0,47-11 2 0,-12 11-48 0</inkml:trace>
  <inkml:trace contextRef="#ctx0" brushRef="#br0">22435 8918 69 0,'-12'-12'2'0,"24"-1"-2"0,60-34 1 0,46-24-1 0,14 11-6 0,-49 49-47 0</inkml:trace>
  <inkml:trace contextRef="#ctx0" brushRef="#br0">22709 9573 18 0,'0'-12'4'0,"48"-24"-3"0,71-47-1 0,47-1-5 0,-118 71-11 0</inkml:trace>
  <inkml:trace contextRef="#ctx0" brushRef="#br0">22995 10335 26 0,'0'0'1'0,"-12"-12"-1"0,95-49-1 0,48-10-5 0,-83 48-12 0</inkml:trace>
  <inkml:trace contextRef="#ctx0" brushRef="#br0">22959 11001 14 0,'-12'0'2'0,"-11"12"1"0,69-35-2 0,97-85-5 0,-71 49-12 0</inkml:trace>
  <inkml:trace contextRef="#ctx0" brushRef="#br0">20960 12703 1 0,'0'13'5'0,"-13"-13"-1"0,13 0-2 0,0 0-1 0,0 0 1 0,0 0 8 0,0 0-9 0,13 0 0 0,21-24 1 0,2 12-1 0,0 1 2 0,0-2-2 0,-14 1 0 0,3 0-1 0,-14 12-12 0,-11 12-7 0</inkml:trace>
  <inkml:trace contextRef="#ctx0" brushRef="#br0">20506 13515 0 0,'-13'0'3'0,"2"11"-2"0,11-11 2 0,0 0 3 0,0-11 1 0,24-2-5 0,-12 1-1 0,36-13 0 0,22-9 0 0,-9-3 0 0,-13 26-1 0,-14-1 1 0,-21 12-1 0,-1-11-1 0,-12 22-24 0</inkml:trace>
  <inkml:trace contextRef="#ctx0" brushRef="#br0">20756 13967 16 0,'-11'0'2'0,"-2"11"-1"0,13-11 0 0,13-11 3 0,21-2-3 0,38-24-1 0,12 3 1 0,-25-3-1 0,-11 26 1 0,-24-1-1 0,0 1-1 0,-24 11-3 0</inkml:trace>
  <inkml:trace contextRef="#ctx0" brushRef="#br0">20518 14574 11 0,'-12'0'1'0,"60"-25"2"0,23-21-2 0,36-4 0 0,-11 4-1 0,-37 21 0 0,-23 14-1 0,-24 11-6 0</inkml:trace>
  <inkml:trace contextRef="#ctx0" brushRef="#br0">20363 15097 38 0,'0'0'1'0,"-12"13"0"0,24-13 0 0,48-13 0 0,23-34 1 0,24-1-2 0,-23 24 2 0,-60 12-1 0,-13 12 0 0,-22 12-1 0,-2-12-35 0</inkml:trace>
</inkml:ink>
</file>

<file path=ppt/ink/ink38.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8824 14371 23 0,'-47'-12'7'0,"-2"-12"4"0,13 12 1 0,14-13 7 0,-2 4-1 0,12 21-4 0,12 0-8 0,23 0-1 0,37 11-1 0,59-1-1 0,72 3-3 0,59-1 2 0,70-12 0 0,51-12-4 0,33 24 2 0,13 0-2 0,37 1 1 0,9-2 0 0,-10-11 0 0,-25 12 2 0,-47 12 0 0,-11 11-2 0,-25-23 2 0,-24 12 0 0,-47-24 1 0,-59 12 6 0,-62-37 0 0,-56 2-5 0,-74 0-5 0,-82 11-88 0,34-1 53 0</inkml:trace>
  <inkml:trace contextRef="#ctx0" brushRef="#br0">2239 15609 18 0,'-47'0'14'0,"-38"-24"8"0,49 1-1 0,2 11-2 0,10 0-4 0,12 12-8 0,36 0-1 0,71 0-2 0,84-13-4 0,106 2 2 0,97-25-3 0,70-1 0 0,72 15 3 0,60 22 0 0,-13 0-5 0,-23 12-1 0,-48-2 0 0,-47 3 0 0,-84-1 3 0,-131 0 5 0,-131-12 5 0,-107 0 4 0,-13 0-10 0,2 13-102 0</inkml:trace>
  <inkml:trace contextRef="#ctx0" brushRef="#br0">7276 16253 35 0,'-47'-37'12'0,"35"24"-5"0,94 13 19 0,74 0-10 0,82 25-11 0,0 11-2 0,-35-13-1 0,-108-34 1 0,-95-37 1 0,-48-35-1 0,1 47 5 0,47 36-3 0,34 72-4 0,2 23 0 0,-36-36 0 0,-58-11-9 0,22-36-107 0</inkml:trace>
  <inkml:trace contextRef="#ctx0" brushRef="#br0">9003 16121 54 0,'-12'-48'18'0,"0"107"6"0,-1 73 2 0,13 12-17 0,0-50 0 0,-11-58-1 0,-1-48 2 0,-11-106-7 0,23-50 0 0,35 37-1 0,1 72-1 0,12 36-2 0,-1 69 1 0,-11 62-1 0,-13-13 0 0,-10-36 2 0,-13-47 2 0,0-35 3 0,35-108-4 0,60-24-2 0,-11 131 1 0,-12 60-2 0,-37 59-1 0,-35 0 3 0,0-23-2 0,0-13-26 0,11 1-69 0,2-49 51 0</inkml:trace>
  <inkml:trace contextRef="#ctx0" brushRef="#br0">9978 16454 20 0,'0'0'0'0,"13"-23"3"0,-1-25 4 0,-12 0 3 0,0-11 5 0,0 23 5 0,-25-11-4 0,3 23-6 0,-2 12 0 0,0 12-4 0,-13 36-3 0,3 24 0 0,-2 11 1 0,13 0-3 0,23-35-1 0,0-25 3 0,47-58-1 0,-1-1 0 0,-21 36-2 0,11 35 1 0,-12 27-2 0,47-27 1 0,12-46 3 0,-11-61-1 0,-13-37-2 0,1-80-3 0,-23 82 4 0,-26 58 0 0,-11 61 0 0,-11 84 0 0,-26 83-2 0,25-12 0 0,48-59-1 0,34-37 2 0,15-71 1 0,9-83-2 0,-10-49-5 0,-48 26 7 0,-24 23 1 0,-1-2-1 0,2 63 0 0,-13 22 0 0,0 12 0 0,-13 71 0 0,-10 59 1 0,12 25 0 0,-2-59-1 0,13-60 2 0,24-60 4 0,24-35-5 0,-14 71-2 0,15 48-1 0,-13-1 0 0,-14-36-17 0,-22-34-52 0,-10-1 11 0</inkml:trace>
  <inkml:trace contextRef="#ctx0" brushRef="#br0">10301 16002 67 0,'-48'-12'21'0,"154"12"-21"0,62 0-14 0,-25 0-59 0</inkml:trace>
  <inkml:trace contextRef="#ctx0" brushRef="#br0">8812 16812 57 0,'-95'-23'20'0,"-37"23"-20"0,26 34 14 0,94-10 1 0,143 12-3 0,167-25-1 0,202-22-3 0,82-12-9 0,-33-25 0 0,-72-25-3 0,-61-21 0 0,-130-25 0 0,-143-36 7 0,-107-59-3 0,-120-24 3 0,-95 36-1 0,-118-13 3 0,-120 60-2 0,-71 48 2 0,-36 71-4 0,-12 84 1 0,48 95-6 0,83 131-3 0,119 130-3 0,166 2 0 0,169-146 10 0,177-34 4 0,143-165 5 0,144-109-15 0,140-83-103 0</inkml:trace>
  <inkml:trace contextRef="#ctx0" brushRef="#br0">13373 2416 27 0,'-24'-11'6'0,"-118"-25"1"0,45 36-4 0,15 13-1 0,34-13 8 0,36 11 4 0,48 1-3 0,95-12-4 0,130-12-1 0,109 1-4 0,107-2 1 0,58 1 0 0,-11 0-3 0,-71 1 0 0,-144 11 0 0,-201 0 2 0,-156-12 6 0,-202 1-5 0,-155-14-1 0,-107 13 2 0,-24 12-1 0,24 12-2 0,119 24 0 0,130-13 1 0,181-23 2 0,128 0 1 0,169 0-2 0,155-11-1 0,118-1 3 0,60 12-3 0,-12-11-3 0,-84 11 1 0,-167 23 0 0,-189-12 0 0,-167 1 2 0,-203-12 2 0,-167-12-3 0,-119 12 2 0,13 12-4 0,82 0 0 0,144 1 2 0,166-13 0 0,155 0 0 0,107 0 0 0,120 0-1 0,118-13 3 0,85 1-3 0,21 12 3 0,-22-12-4 0,-72 12 0 0,-119 0 2 0,-131 0-1 0,-118-11 4 0,-168-1-3 0,-131 1-2 0,-119 11 5 0,-24 11-5 0,14 12 1 0,93 14-2 0,108-14 0 0,131-12 4 0,107-11-3 0,118 13 1 0,145-13 0 0,118 0 2 0,59-13-1 0,1 13 0 0,-36 0-3 0,-119 25 2 0,-84-13-1 0,-107 1 1 0,-59-2-1 0,-36-1 3 0,-12-10-1 0,-23 13 0 0,-1-13-2 0,24 0 3 0,-1-13-3 0,13 13 3 0,0 0-2 0,0 0-1 0,-11 0 2 0,11 0-1 0,0 0 1 0,0-10 0 0,-12 10-1 0,12-11 0 0,0-2 1 0,0 1-1 0,12 12 1 0,-12-12-1 0,0 12 1 0,0-13-1 0,0 13 0 0,0 0 1 0,-12-11 0 0,12 11-1 0,-13 0 1 0,13-12-1 0,-11 12-1 0,0 0-35 0,-13 12-82 0</inkml:trace>
  <inkml:trace contextRef="#ctx0" brushRef="#br0">5550 15431 53 0,'-36'-36'11'0,"36"24"1"0,0 24-3 0,59 24 2 0,25 11-4 0,47 0-3 0,60 1 0 0,45-36-4 0,39-12 1 0,10 0 0 0,14-23 2 0,-25-14-1 0,-12-10 3 0,-36-12-2 0,-37-13 2 0,-57-35 0 0,-72-12 2 0,-37 0-1 0,-46 1 1 0,-37-3-3 0,-72 3 0 0,-34-13-1 0,-59-1-1 0,-26 14-1 0,-33 22 2 0,-15 37-1 0,13 22 0 0,-23 26 0 0,-13 11-2 0,12 61 0 0,25 33 0 0,46 25 0 0,97 49-1 0,70 8 1 0,95 4-1 0,48 21-1 0,73-9 0 0,71-37 1 0,35-37-2 0,24-34-3 0,-24-36 4 0,0-25 1 0,-36-11-2 0,-11-24-5 0,-48-11-133 0</inkml:trace>
</inkml:ink>
</file>

<file path=ppt/ink/ink39.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13159 2143 49 0,'-142'-58'29'0,"81"58"-29"0,38 21 1 0,70-21 0 0,60 0 1 0,72 13 0 0,59-13 1 0,71-13-1 0,36 3 2 0,2-1-2 0,-38 11 0 0,-83 0-1 0,-94 0 0 0,-109-13-2 0,-106 26-6 0,-96 21-15 0,-108 14-1 0,-58-12 17 0,0-12 7 0,48 23 7 0,70 1-2 0,144-36 2 0,143-12 2 0,154-23-4 0,96 10 0 0,58-11 0 0,-23 11-4 0,-58-10 2 0,-121 23-2 0,-106 12 0 0,-47-1 3 0,-73 2 1 0,-35-13-3 0,-36 0-1 0,11 12-83 0</inkml:trace>
  <inkml:trace contextRef="#ctx0" brushRef="#br0">17791 4405 23 0,'-47'-59'17'0,"24"47"-10"0,-2 36-6 0,13 23-1 0,24 1 0 0,70 12 2 0,50-13 2 0,71-10-1 0,35-26-1 0,12 12-1 0,0-11-1 0,-12-35 0 0,0-50 1 0,-47-45 0 0,-48 10-1 0,-84-10 2 0,-59-1-1 0,-25-12 0 0,-9-12 0 0,-39 0 0 0,-45 48 3 0,-96 71-3 0,-73 24 0 0,-33 61 1 0,22 21-1 0,47 25 0 0,2 12 1 0,46 25-2 0,48-14 1 0,131-34-3 0,61-12 2 0,129 10 0 0,96-35 0 0,60-36-1 0,94-34 0 0,-11-36-70 0</inkml:trace>
  <inkml:trace contextRef="#ctx0" brushRef="#br0">20661 3810 46 0,'-12'-25'4'0,"-37"109"0"0,-81 48 6 0,-1-1-1 0,47-47-5 0,61-61-5 0,23-12-23 0,0-58-21 0</inkml:trace>
  <inkml:trace contextRef="#ctx0" brushRef="#br0">20219 3858 40 0,'-34'-23'16'0,"22"57"-6"0,58 98-1 0,62 58-4 0,-35-47-64 0</inkml:trace>
  <inkml:trace contextRef="#ctx0" brushRef="#br0">7120 8562 68 0,'-94'-25'7'0,"-85"37"-6"0,13 12 0 0,106-24 0 0,71-24 7 0,121 24-4 0,106 0 1 0,143 0 10 0,84 13 0 0,23 8-9 0,-47-8-3 0,-109 11-2 0,-105-24 1 0,-143 0-2 0,-203 24-6 0,-131-24-5 0,-73-11 2 0,-56 11-6 0,-75 0 13 0,-10 11 2 0,71 1 4 0,166-12-1 0,204 0 6 0,214 0-2 0,178-12-4 0,142 1 2 0,61-14 7 0,-60 25-5 0,-95 12-5 0,-180 1 2 0,-188-13 1 0,-169-13-2 0,-141 26-119 0</inkml:trace>
  <inkml:trace contextRef="#ctx0" brushRef="#br0">7181 7501 52 0,'-48'-11'5'0,"14"-2"-2"0,91 1 6 0,99 12 11 0,142 0-1 0,96-12-8 0,-15 12-6 0,-57 12-2 0,-118-12 1 0,-110 0-3 0,-131 0 3 0,-176 0-1 0,-144 12-3 0,-60-12 3 0,36 0-3 0,24 13 0 0,83-2 1 0,131-11-1 0,166-11 0 0,192-2 0 0,154 13 0 0,48 0 0 0,-61 13-1 0,-69-26 1 0,-97 1 2 0,-118 12-1 0,-120 0-1 0,-166 0 1 0,-84 0-6 0,36 36-101 0</inkml:trace>
  <inkml:trace contextRef="#ctx0" brushRef="#br0">20042 5703 43 0,'0'-71'10'0,"24"47"2"0,-12 35 4 0,11 49 2 0,-12 12-9 0,25-25-4 0,35-34 3 0,73-84-4 0,59-37-3 0,23-10 1 0,-47 45 0 0,-84 49-1 0,-47 0 1 0,-2 1-11 0,26 35-48 0,-48 11 3 0</inkml:trace>
  <inkml:trace contextRef="#ctx0" brushRef="#br0">21339 6381 42 0,'0'0'0'0,"0"-47"11"0,60 23 14 0,-24 36 1 0,-12 47-10 0,-36 25-8 0,24-13-4 0,24-34 0 0,59-37 0 0,71-108 0 0,49-47-2 0,-36 60 3 0,-108 35 4 0,-59 26-2 0,-48 21-1 0,36 1-16 0,72 0-87 0,-49 12 49 0</inkml:trace>
  <inkml:trace contextRef="#ctx0" brushRef="#br0">21852 6096 26 0,'-24'-36'8'0,"0"1"11"0,12-13 17 0,0 37-14 0,12 34-18 0,48 96 3 0,12 49-1 0,11-50 0 0,12-23-1 0,-11-24-1 0,-36-35-3 0,-25-12 4 0,-35-71 1 0,1-24-39 0,23 21-66 0</inkml:trace>
  <inkml:trace contextRef="#ctx0" brushRef="#br0">7789 9096 28 0,'0'0'0'0,"59"0"5"0,429 36 8 0,24-12-11 0,-12 0-10 0,-416-24-17 0</inkml:trace>
  <inkml:trace contextRef="#ctx0" brushRef="#br0">6121 7322 35 0,'-47'-12'16'0,"-48"-23"17"0,11 11-7 0,48 12-12 0,36 12-8 0,24 12 0 0,24 24 4 0,34 23 0 0,38 1-3 0,23-13-2 0,36-10-1 0,59-14-3 0,48 1 2 0,23 11-1 0,13-12-1 0,11 2 0 0,12-13-1 0,1-12 1 0,-1 0-2 0,-36 13 2 0,-22-13 0 0,-73-25-1 0,-35-34 1 0,-37-1 1 0,-11-1-3 0,-13-10 3 0,-33-23 0 0,-49-13 0 0,-36-12-1 0,-60-47 1 0,-35 22 0 0,-37 12 0 0,-22 2-1 0,-37 0 1 0,-60 22 0 0,-45 36-1 0,-2 1 0 0,-35 46 0 0,-25 2-1 0,-47 23 2 0,-11 12-2 0,24 36 0 0,57 11 1 0,61 13-2 0,48 23 1 0,36 23-1 0,47 26 0 0,35-1 2 0,37 1-2 0,35 22 0 0,24-12 0 0,72 1 1 0,71-23-2 0,83-50 1 0,120-59-58 0,-204-23-34 0</inkml:trace>
  <inkml:trace contextRef="#ctx0" brushRef="#br0">8050 11907 52 0,'-12'-84'12'0,"-22"13"-2"0,-15 0 16 0,13 46-3 0,12 50-17 0,-12 80-4 0,-23 63 1 0,0 11 1 0,34 10-1 0,50-45-3 0,57-49 2 0,26-58 2 0,22-98-1 0,2-58-1 0,-37 36 0 0,-59 59-1 0,-24 12-2 0,1 60 2 0,-13 11 0 0,11 12-3 0,12-11 2 0,13-24 2 0,12-36 0 0,-12-59 1 0,-12-12-1 0,-24-25 0 0,-12 12-1 0,-24 13 0 0,-12 35 0 0,-11 24-2 0,23 35 1 0,0 27-1 0,12 21 0 0,48-12 1 0,36-13 0 0,35-21-2 0,35-37 4 0,13-35-1 0,-23-13-1 0,-25 36 1 0,-35-23-2 0,-12-14 1 0,-36 27 2 0,-12 10-2 0,-24 11 0 0,0 2 0 0,0 11 0 0,-1 11 1 0,25-11-1 0,-11 25 0 0,11-13 0 0,24-1 0 0,36 1-2 0,10 24 2 0,-21 12-1 0,-49 11 0 0,0-36 1 0,35-10 0 0,24-26 0 0,25-21 1 0,0-26 1 0,-1-12-1 0,-35-22 0 0,-36 34 0 0,-12 24-1 0,-60 24 0 0,1 12 0 0,47 37-1 0,59 9 1 0,37 13-2 0,-1 12 2 0,-35-10-3 0,11-38 3 0,13-34-1 0,47-37 1 0,12-11 0 0,-49-12 0 0,-57 11 0 0,-50 36-1 0,-46 24 0 0,12 47 0 0,35 24 0 0,60-11 0 0,59-24 1 0,36-61 0 0,-1-33 0 0,-23-49-5 0,-22-96-9 0,-38 1 9 0,-47 106 5 0,-24 84-2 0,-48 108 6 0,25 71-1 0,24-12-3 0,57-25-35 0,-9-94-45 0</inkml:trace>
  <inkml:trace contextRef="#ctx0" brushRef="#br0">11194 12002 52 0,'0'-48'15'0,"-12"12"-14"0,24 0 0 0,-24-23 2 0,-24 22 5 0,-12 14 3 0,1 12-2 0,-13 22-2 0,13 12-4 0,-14 38-1 0,27-1-2 0,10-1 1 0,12-13 1 0,24-9-1 0,24-24 2 0,-1-13-1 0,13-13-2 0,12-24 2 0,-13-9-1 0,-23 21 0 0,-12 2-1 0,-1 12 0 0,-11 11-1 0,-11 34 2 0,11 16-1 0,11-4 0 0,37-10 0 0,12-24 0 0,11-12 1 0,25-23-2 0,-1-27 1 0,-24-68 0 0,1-36 1 0,-25-49 1 0,-11 60-1 0,-36 83-1 0,-12 26 0 0,0 34-3 0,-11 82 1 0,-2 73 0 0,38-11 2 0,10-14-1 0,13-47 1 0,24-47 2 0,-13-36 0 0,25-36 0 0,-1-35-1 0,-12 11-1 0,-34 37 0 0,-14 23 0 0,-11 71 1 0,-11 0 1 0,11-23 0 0,59-37 1 0,13-34 0 0,11-59-1 0,-23 21-3 0,-14 61 1 0,-33 11-1 0,-13 50 1 0,36-38 1 0,-13-23 0 0,25-34 1 0,-48-27-1 0,-24 14 0 0,-59 23-2 0,-24 35 3 0,47 2-1 0,84-13-2 0,83-24-6 0,12 12-3 0,-59 48 6 0,-37 35 5 0,13-11 3 0,12-49 0 0,24-70-1 0,-13-24-2 0,-11 59 0 0,11 60-1 0,13-13-2 0,-1-23-73 0,-71-11 33 0</inkml:trace>
  <inkml:trace contextRef="#ctx0" brushRef="#br0">12729 11323 88 0,'-23'-23'2'0,"23"23"-63"0</inkml:trace>
  <inkml:trace contextRef="#ctx0" brushRef="#br0">11635 11478 159 0,'-13'-36'5'0,"85"24"-57"0,58-13-35 0</inkml:trace>
  <inkml:trace contextRef="#ctx0" brushRef="#br0">7644 13205 149 0,'-22'-13'2'0,"22"-11"-1"0,178-23-2 0,119-37 3 0,180-24-1 0,201-10-1 0,156-24 2 0,24 46-4 0,-60 13 9 0,-131 11-3 0,-168 26-3 0,-212 21-1 0,-216 13 1 0,-166 12-24 0,-120 12-101 0</inkml:trace>
  <inkml:trace contextRef="#ctx0" brushRef="#br0">7514 13465 82 0,'-143'25'9'0,"96"-13"-7"0,190-60 5 0,213-71 10 0,217-36-3 0,212-12-1 0,109 12-2 0,-1 25-7 0,-83 46 0 0,-179 38-2 0,-204-4 0 0,-199 4-1 0,-182 21 2 0,-105-22-2 0,-107 47-134 0</inkml:trace>
  <inkml:trace contextRef="#ctx0" brushRef="#br0">3860 9858 66 0,'0'0'0'0,"-97"-59"7"0,74 59-6 0,-2-12 1 0,25 1 16 0,25-2-11 0,46 26-3 0,120 10 3 0,105-12 2 0,98 2-5 0,71-13 1 0,48-24-4 0,-38 12 0 0,-106 1-2 0,-154 11 1 0,-169 0 3 0,-140-13 0 0,-157-11-1 0,-130 1-1 0,-130-1-1 0,-49 24 0 0,12 0 0 0,84 13-3 0,118-2 4 0,144 12 2 0,154-11 0 0,144 0 0 0,142-12-1 0,118 0 2 0,145-12 0 0,48 0-2 0,-26-1-3 0,-118 13 2 0,-167 0-1 0,-178 13 2 0,-156-26 2 0,-154 3-2 0,-167 10-2 0,-130 0 0 0,-38 35-1 0,74 1-2 0,142-13 2 0,190-10 1 0,156-13 1 0,164 0-1 0,170 0 1 0,176-36 4 0,73 25-5 0,-11-14 1 0,-109 25-1 0,-166 12 0 0,-214 1 0 0,-179-13 2 0,-191 11-1 0,-154 1 0 0,-72 12-3 0,0 0 2 0,95 10-4 0,166-9 4 0,241-25 0 0,213-25-1 0,200-9 4 0,170-3-1 0,58-10 0 0,-23 10-2 0,-143 16-1 0,-180-4 0 0,-201 13 2 0,-131 12-13 0,-26 0-109 0</inkml:trace>
</inkml:ink>
</file>

<file path=ppt/ink/ink40.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9360 13454 44 0,'-83'-23'14'0,"-1"-14"1"0,36 14 3 0,25 12 0 0,46-14-7 0,61 13-4 0,95-12-1 0,95 12-2 0,83 12-5 0,72 0 3 0,47-11-3 0,36 11 1 0,-1 0-1 0,-46 0 2 0,-48 0-1 0,-83 11-1 0,-85-11 2 0,-47 0 0 0,-59-23 1 0,-35 11 5 0,-24-1 1 0,-1 2-4 0,-35-1 0 0,-13-12 0 0,-23 12-2 0,12 0 0 0,-37 12-137 0</inkml:trace>
  <inkml:trace contextRef="#ctx0" brushRef="#br0">16564 13536 57 0,'0'-10'2'0,"-36"-14"7"0,13 24-8 0,23 0 12 0,23-12 4 0,26 12-6 0,45 0-3 0,51-12-5 0,44-1-1 0,26 2 0 0,34-12 1 0,85-2 2 0,-48 13-2 0,12-11 0 0,-36-1-1 0,47 12-1 0,275-36 3 0,-310 25-4 0,-12-2 1 0,11 14 0 0,12-1-3 0,-34 12 3 0,-24-11-1 0,-73-2 1 0,-47 26-1 0,-47-2 7 0,-36 1 2 0,-12-12 2 0,-12-12-6 0,-12 1-4 0,-36-14-14 0,-58 25-148 0</inkml:trace>
  <inkml:trace contextRef="#ctx0" brushRef="#br0">2477 16883 34 0,'-35'-48'29'0,"35"36"-27"0,46 24 2 0,61 36 3 0,85-37 1 0,58 14 3 0,60-13-6 0,35-12-1 0,48 12-4 0,24-12-2 0,10 0-4 0,3-24 2 0,-13-24-4 0,-36-11 6 0,-12-1-2 0,-59 13 6 0,-26-24-1 0,-21 11 2 0,-48-24 3 0,-48 2 1 0,-73-2-2 0,-69-12 3 0,-25-23-2 0,-25-13-1 0,-58 2-2 0,-49-13 1 0,-45 1 0 0,-49 11 2 0,-61 11-3 0,-35 1-1 0,-82 37 3 0,-36 45-4 0,-38 37 3 0,-21 37-2 0,-14 22-1 0,26 37-3 0,46 22 2 0,47 24 5 0,49 25-2 0,60 13-3 0,95 9-2 0,118-93 1 0,25-13 0 0,23 96-2 0,95-14 0 0,120-33 3 0,95-25 1 0,83-23-3 0,48-26 0 0,59-33-1 0,48-25-16 0,-155 0-92 0</inkml:trace>
</inkml:ink>
</file>

<file path=ppt/ink/ink41.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1583 4739 30 0,'0'0'0'0,"-36"-48"33"0,15 36-20 0,21 12 1 0,0 12 12 0,11 24-17 0,12 35-5 0,-11 1 1 0,-1-1-1 0,14-23 1 0,11-1-2 0,10-34 0 0,15-13 1 0,34-71-2 0,48-37 0 0,60-35 0 0,23-12 0 0,12 0 1 0,-36 36 1 0,-48 24 3 0,-58 35-2 0,-49 25-3 0,-11 22-2 0,12 38-64 0,-24-13-18 0</inkml:trace>
  <inkml:trace contextRef="#ctx0" brushRef="#br0">9229 9169 65 0,'-11'-13'7'0,"-26"-11"13"0,14 11 6 0,-1 13 0 0,24 0-17 0,59 0-6 0,72 0 0 0,84-11 1 0,35-1 1 0,24 24-2 0,-36-12-1 0,-83 11-1 0,-60-11 5 0,-47-11-1 0,-13 11-1 0,-35-12-5 0,12 12 2 0,0 12-21 0,24 12-115 0</inkml:trace>
  <inkml:trace contextRef="#ctx0" brushRef="#br0">12028 9169 60 0,'0'0'0'0,"-72"-13"11"0,60 1-3 0,12 12 17 0,0 0-11 0,36 0-7 0,83-12 3 0,130-1-2 0,26 13-2 0,-13-11-2 0,-96-1 1 0,-94 12 4 0,-60-11-2 0,-12-1-4 0,12 12-2 0,12 12-46 0,-12-1-54 0</inkml:trace>
  <inkml:trace contextRef="#ctx0" brushRef="#br0">14015 9119 62 0,'-34'-11'6'0,"-50"-1"6"0,36 12-4 0,25 0 9 0,23 0-10 0,59 0-1 0,108 0 0 0,59 0-2 0,-35 12-1 0,-72-1 2 0,-72-11 5 0,-36-23-5 0,-45 12-19 0,-14 11-88 0</inkml:trace>
  <inkml:trace contextRef="#ctx0" brushRef="#br0">11456 10478 61 0,'-36'0'-36'0</inkml:trace>
  <inkml:trace contextRef="#ctx0" brushRef="#br0">10801 10323 109 0,'-59'-48'7'0,"34"60"-7"0,25-12 0 0,13 0 6 0,82 0 5 0,95-25-1 0,84 2-4 0,-12-12-1 0,-71 11 3 0,-109 1-2 0,-69 23-4 0,-49 11 1 0,13 12-18 0,58-10-44 0,12-1-27 0</inkml:trace>
  <inkml:trace contextRef="#ctx0" brushRef="#br0">13207 10073 81 0,'-48'-24'4'0,"-24"48"-2"0,13 0 8 0,23-1 16 0,36-11-17 0,95 13-4 0,60-25-1 0,24 0 3 0,-12-13 1 0,-72 1-4 0,-83 12 0 0,-12 0-10 0,-12 12-56 0,12 1-6 0</inkml:trace>
  <inkml:trace contextRef="#ctx0" brushRef="#br0">15421 10107 55 0,'0'0'0'0,"-143"-10"25"0,-36 10-8 0,49-24 17 0,82 24-20 0,72-12-11 0,130 12-2 0,134 0 0 0,44 0-3 0,-22 0 3 0,-83 0 2 0,-97 0 6 0,-94-12 1 0,-48-12-1 0,-24 12-7 0,-23 1-7 0,0 34-63 0,46-12-7 0</inkml:trace>
  <inkml:trace contextRef="#ctx0" brushRef="#br0">2727 11168 58 0,'-12'-36'20'0,"-23"12"-10"0,-25 36-9 0,-11 24 1 0,-47-13 1 0,-2 27 6 0,-11 8-3 0,22 14-5 0,51-13-1 0,22-11 0 0,24 12 5 0,12-1 1 0,24 24-1 0,0 35-2 0,-12 26 3 0,-12 11 0 0,12 0-1 0,-12 23-4 0,0 25-2 0,0 0 0 0,-12-37 1 0,0-11-1 0,12-13 0 0,0-23 1 0,36-23 1 0,-1-25 1 0,37-35-1 0,22-12 0 0,50-24 0 0,-1-13 0 0,-13-34 0 0,-34 10 0 0,-60 16-75 0,-36 21 24 0</inkml:trace>
</inkml:ink>
</file>

<file path=ppt/ink/ink42.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846 6226 67 0,'-25'-11'8'0,"14"-1"-3"0,47 12 1 0,23 36-1 0,2 22-4 0,-2-8-1 0,0 9 0 0,-23-24 2 0,10-24 2 0,26-45-1 0,48-62 0 0,48-23-1 0,21-36 4 0,26-23-3 0,-13 11-2 0,-12 12 3 0,-24 24 3 0,-59 36 2 0,-71 59-3 0,-23 36-6 0,-13 60-46 0,0-36-9 0</inkml:trace>
  <inkml:trace contextRef="#ctx0" brushRef="#br0">393 13287 60 0,'-12'0'6'0,"-23"-11"1"0,35 34-5 0,12-23 9 0,-1 11 8 0,1 14-7 0,13 34-8 0,9 12-2 0,-9 0-2 0,-1 13 1 0,-12-24 2 0,-1-12-1 0,25-35 1 0,12-38 0 0,34-58-2 0,61-72 0 0,36-47-1 0,48-13 3 0,-13 12-2 0,-11 14 3 0,-49 57 5 0,-22 25-5 0,-37 36-1 0,-36 34-3 0,-23 26-21 0,-13 22-97 0</inkml:trace>
  <inkml:trace contextRef="#ctx0" brushRef="#br0">15874 15265 26 0,'-24'-25'3'0,"-24"-23"8"0,1 13 5 0,-25 22-7 0,1 26-1 0,-12 34-2 0,35 25-4 0,60-12-1 0,82 23-3 0,14 0 1 0,-37 0 1 0,-94-35 4 0,-97-12 0 0,-22-13-1 0,130-11-13 0,60-12-65 0</inkml:trace>
  <inkml:trace contextRef="#ctx0" brushRef="#br0">16219 15014 21 0,'0'-36'2'0,"0"-35"12"0,12 94 9 0,0 107-5 0,-12 98-12 0,0-25-4 0,-36-61 0 0,12-83 0 0,13-71 4 0,22-106-4 0,73-25 1 0,-2 60-4 0,-57 58 2 0,-25 50-2 0,-36 22 2 0,-12 11-3 0,37 15 2 0,47-2-2 0,47-23 1 0,47-35 0 0,-10-38 1 0,-13-11 0 0,-12-35 1 0,-36-2 0 0,-34 2 0 0,-25 37 0 0,-36 21-1 0,-46 37 0 0,33 12-1 0,13 12 0 0,48 12 0 0,24-26 0 0,22-9 1 0,14-25 0 0,-12-25 0 0,-13 2 1 0,-22-1-1 0,-14-13 1 0,14 15 0 0,-2 10-1 0,-11 0 0 0,0 12 0 0,-12 24 0 0,0 11 0 0,0 2-1 0,12 10 0 0,0-23 1 0,12-13 0 0,12-22 1 0,-13-1-2 0,13 24 0 0,12-12 1 0,-2-24 2 0,3-36-1 0,-37-11 1 0,-12 23-1 0,-36 59-2 0,47 50 0 0,85-14-1 0,35-11 2 0,0-36-2 0,-35-36 2 0,-62-35 2 0,-21 23-1 0,-36 12 0 0,-1 24-1 0,0 37-1 0,11 22 0 0,26 1 0 0,70-13 1 0,48 1-1 0,36-24 1 0,-12-12 2 0,-37-23-1 0,-58-2-1 0,-48-10 1 0,-59 23-1 0,-25 0 0 0,-11 36-1 0,47 23 0 0,59-11 0 0,50-25 2 0,33-34 0 0,14-60 2 0,-49-71-1 0,-47 33 0 0,-36 37-1 0,0 38 0 0,0 34-1 0,12 12 0 0,-13 12-1 0,2 12 1 0,-12 48 0 0,-13 83 0 0,24 11-1 0,37-59 0 0,-2-49 0 0,-12-33-21 0,-22-25-53 0</inkml:trace>
  <inkml:trace contextRef="#ctx0" brushRef="#br0">15576 16383 50 0,'-83'0'2'0,"-120"36"-1"0,37-36 2 0,118 0 15 0,167-36-12 0,237-12-5 0,324-23-2 0,213 47 1 0,-12 24 3 0,-118 47 6 0,-217-10 12 0,-259-3-4 0,-227-21-6 0,-84-37-4 0,-48-36-12 0,-35 37-99 0</inkml:trace>
  <inkml:trace contextRef="#ctx0" brushRef="#br0">22685 3060 1 0,'0'0'0'0,"12"-60"7"0,0 12 8 0,0 14 1 0,-24 21-3 0,0-11-3 0,-12 24-2 0,1 37-3 0,-25 22-1 0,-1 12-2 0,27 25-1 0,-2-12 1 0,24-13-2 0,24-48 1 0,23-35-2 0,0-70 2 0,1-2-1 0,0 0 0 0,-24 24 0 0,-1 37 1 0,-10 23-1 0,-1 35 2 0,-1 26-1 0,1-3 0 0,36-22-2 0,0-12 1 0,35-24 0 0,1-47 3 0,-1-1-5 0,-12 0 3 0,-35-11-2 0,-11 11 2 0,-14-25-2 0,-11 39 3 0,-11 10-3 0,-14 24 2 0,-11 37 0 0,-23 45-1 0,11 1 1 0,35-35-1 0,26-24 0 0,35-48-1 0,11-24 1 0,-23 25 0 0,-11 46-1 0,-2 49 1 0,11-1 0 0,-21 13-1 0,-37-13 2 0,-47 0 0 0,23-59-1 0,24-59 1 0,60-50-2 0,48 3 0 0,35 12-1 0,0 9 1 0,-12-22 0 0,-48 0 1 0,-48 59 0 0,-45 36 2 0,-62 94-1 0,49-10 0 0,82-36-2 0,73-36 0 0,33-47 1 0,-44-1 0 0,-73 24-19 0,-48 35-43 0</inkml:trace>
  <inkml:trace contextRef="#ctx0" brushRef="#br0">21959 4001 29 0,'-60'23'18'0,"49"-11"-2"0,58-24-8 0,96-35-1 0,83-49-3 0,72-11-5 0,47-12-1 0,48 0 0 0,-107 37 0 0,-107 32 1 0,-96 27 4 0,-60 12 5 0,-23 11 2 0,0 0-5 0,0 0-4 0,-23 0-7 0,10 0-57 0</inkml:trace>
  <inkml:trace contextRef="#ctx0" brushRef="#br0">23257 4001 0 0,'0'0'0'0,"0"-11"9"0,0-26 10 0,0 13-4 0,-12 24-7 0,12 0-1 0,-24 36 0 0,0 23-2 0,12 12-2 0,12-23-2 0,12-12-1 0,24 1 0 0,-12-14 2 0,13-23-2 0,-14 0 1 0,0-23-1 0,-12 10 1 0,-11 1 0 0,0 12 0 0,0-12-1 0,0-1 0 0,0 2 0 0,0 11 1 0,0-12-1 0,0 1 1 0,0 11-2 0,0-12 1 0,13 12 0 0,-13 0 0 0,0 0 1 0,12 0-2 0,-12 0 1 0,11-12-2 0,2 12-31 0,-13 12-12 0</inkml:trace>
  <inkml:trace contextRef="#ctx0" brushRef="#br0">23042 4048 8 0,'0'-12'11'0,"0"0"25"0,-11 36-17 0,-1 83-9 0,12 12-5 0,12-47 0 0,12-36-2 0,0-26-3 0,-13-31-37 0,-11 8-20 0</inkml:trace>
  <inkml:trace contextRef="#ctx0" brushRef="#br0">23328 4061 25 0,'-11'-25'23'0,"-1"13"10"0,-24 24-16 0,0 47-10 0,36 1-5 0,36-12-1 0,23-24 0 0,0-24 0 0,-22-11-1 0,-14-73 1 0,-12 13 0 0,-57 11 4 0,-15 36 3 0,4 24-4 0,32 24-4 0,25 11-32 0,12-10-44 0</inkml:trace>
  <inkml:trace contextRef="#ctx0" brushRef="#br0">23197 4941 3 0,'0'-24'18'0,"0"24"10"0,-12 61-12 0,1 44-7 0,34-21-5 0,1-47-2 0,-12-14-2 0,-12-23-55 0,0 0 33 0</inkml:trace>
  <inkml:trace contextRef="#ctx0" brushRef="#br0">23364 4953 13 0,'0'0'7'0,"0"0"17"0,-13 36-8 0,49 11-8 0,35 0-1 0,-22-10-4 0,-37-3 0 0,-37 3-14 0,-33-24-58 0</inkml:trace>
  <inkml:trace contextRef="#ctx0" brushRef="#br0">23400 4905 19 0,'36'-35'15'0,"47"-25"7"0,0 2-16 0,-12 21-6 0,-46 61-61 0</inkml:trace>
  <inkml:trace contextRef="#ctx0" brushRef="#br0">23233 6048 17 0,'-24'-23'15'0,"12"-25"9"0,12 24-12 0,0 12-6 0,0 12-3 0,12 0 1 0,24-25-2 0,0 15-1 0,11 10 0 0,1 10 0 0,-48 3 1 0,0-1 1 0,-25 13-2 0,2-2 0 0,12 1-1 0,-12-12 1 0,23-12 0 0,-13 0-1 0,13 0 1 0,0 0-2 0,0 0 3 0,-12-12-2 0,12 12 1 0,25-24-3 0,45-24 3 0,-10 13-2 0,-26 24 2 0,-21 11-1 0,-26 71 1 0,2 59-1 0,11-11 1 0,0-24 0 0,0-35 0 0,0-24-23 0,11-36-56 0</inkml:trace>
  <inkml:trace contextRef="#ctx0" brushRef="#br0">23305 6276 18 0,'0'0'0'0,"-48"11"31"0,60-35-13 0,70-36-14 0,50-11-4 0,-13-13 1 0,-35 36-1 0,-61 37 1 0,-34 22 4 0,-1 49 3 0,58 24-3 0,27-13-4 0,-49-10-2 0,-60-27-35 0,-25-34-19 0</inkml:trace>
  <inkml:trace contextRef="#ctx0" brushRef="#br0">23578 6071 17 0,'0'-34'29'0,"72"-26"-7"0,59-11-13 0,12-1-7 0,-60 36-2 0,-59 36-73 0</inkml:trace>
  <inkml:trace contextRef="#ctx0" brushRef="#br0">23626 7120 13 0,'0'0'2'0,"-12"-24"20"0,12 0-9 0,12 1-7 0,1-13-1 0,-13 0-1 0,0 0 1 0,0 12-2 0,-25 1 0 0,13-1 0 0,-12 12-2 0,1 12 1 0,-2 0 0 0,2 0-1 0,-1 12 0 0,-1 12 0 0,3 11-1 0,10 24 1 0,0 2 0 0,12-14 0 0,12-34-1 0,35-26 1 0,1-34 0 0,-1 36 0 0,-23 57-1 0,-12 26 4 0,-12 11-1 0,-12-24-1 0,0-22 0 0,12-26-17 0,61-70-22 0,9-60-5 0,38-11 38 0,-25 69 26 0,-47 72 8 0,-25 73-15 0,-11-36-8 0,37-48 2 0,22-82 0 0,-35-27-2 0,-48 63-1 0,-59 92-7 0,11 26-46 0,72-35-11 0</inkml:trace>
  <inkml:trace contextRef="#ctx0" brushRef="#br0">23602 7763 4 0,'0'0'0'0,"-12"-47"29"0,12-1-2 0,0 36-13 0,12 12-8 0,12 35-3 0,12 13-1 0,0 0 0 0,-25 23 0 0,-34 1 0 0,-61 11-1 0,12 1 1 0,36-37-1 0,36-35 1 0,36-37 0 0,60-46-1 0,71-24-2 0,-49 60 2 0,-58 47-1 0,-47 22 0 0,10-9 2 0,72-73 1 0,-23-47 2 0,-47 12-1 0,-62 71-1 0,-58 70-10 0,46 15-59 0,38-62 30 0</inkml:trace>
  <inkml:trace contextRef="#ctx0" brushRef="#br0">23805 8562 63 0,'-12'11'5'0,"48"24"-10"0,-26 13-53 0</inkml:trace>
  <inkml:trace contextRef="#ctx0" brushRef="#br0">23924 9025 5 0,'0'12'0'0,"0"-1"-5"0</inkml:trace>
  <inkml:trace contextRef="#ctx0" brushRef="#br0">23971 9477 43 0,'-11'36'30'0,"-25"47"-21"0,23 13-24 0,13-25-49 0</inkml:trace>
  <inkml:trace contextRef="#ctx0" brushRef="#br0">23900 10086 36 0,'-36'34'25'0,"1"14"-15"0,35-12-78 0</inkml:trace>
  <inkml:trace contextRef="#ctx0" brushRef="#br0">17898 5120 1 0,'0'0'0'0,"0"-12"3"0,12 12-3 0,-12 0-4 0,0 0 4 0,-12-12 26 0,-11-1 14 0,11 2-18 0,12-1-14 0,0 1-2 0,0-2 3 0,-12 1 5 0,12 0-2 0,-24 12-6 0,0 12-4 0,-1 36-1 0,-9 13-1 0,22 21 0 0,1 1 0 0,34-11 1 0,11-37 0 0,2-35 1 0,25-23 0 0,-15-13-1 0,-10-35-1 0,-23 11 2 0,-13-11 0 0,0-1 3 0,-13 24-2 0,-10 13-2 0,-26 24-1 0,3 22-1 0,34 36-28 0,24 25-82 0</inkml:trace>
  <inkml:trace contextRef="#ctx0" brushRef="#br0">18351 5191 50 0,'0'0'0'0,"-24"-12"58"0,24 12-47 0,47-12-3 0,1-1-4 0,-12 3-3 0,12-1-16 0,11-2-50 0,-35 13 18 0</inkml:trace>
  <inkml:trace contextRef="#ctx0" brushRef="#br0">18790 5001 25 0,'0'-12'21'0,"-10"-24"17"0,10 11-25 0,23 14-4 0,13 11-2 0,0 0 0 0,11 11-5 0,0 2 2 0,-11 24-1 0,-36 9-1 0,-11 26 1 0,-37-14-2 0,0 3 3 0,-11-13-2 0,10-2 0 0,15-9 1 0,10-13-2 0,12-24 0 0,36 0 1 0,22-11-2 0,39-14 1 0,9-11-2 0,-10 24 1 0,0 1-1 0,-37-1-21 0,25-13-17 0,11-9-33 0,-36-16 60 0,-34 16 49 0,-13-3 4 0,-13 26-21 0,26 22-17 0,-13 26 4 0,12 22-2 0,-1 0-3 0,13-34 1 0,25-13 0 0,-2-36 0 0,12-36-1 0,-35 2 0 0,-24-15 4 0,0 25 1 0,-37 14-2 0,-9-3-2 0,-26 37-2 0,1 48-1 0,-48 46-18 0,46-10-99 0</inkml:trace>
  <inkml:trace contextRef="#ctx0" brushRef="#br0">17839 6226 6 0,'0'-11'14'0,"-25"-25"19"0,25-11-4 0,0 23-18 0,37-13-3 0,10 3 0 0,1 10 0 0,-1 11-1 0,1 26-2 0,-12 22-2 0,-24 13-5 0,-12 35 5 0,-23-11 1 0,-2-26-1 0,-11 15-1 0,1-13 2 0,11-13-3 0,12-11 1 0,-1-12-1 0,49-24 5 0,12-12-3 0,36-11-5 0,-1 10 1 0,-11 2 2 0,-14 12-4 0,3-14-33 0,-2-34-56 0,-36 11 76 0,-23 25 62 0,0 10-6 0,-11 60-28 0,11 24-7 0,36-34-3 0,23-24 3 0,1-38-1 0,-23-46 4 0,-37-1 5 0,-37 37-7 0,-46 58-7 0,11 36-31 0,72-34-74 0</inkml:trace>
  <inkml:trace contextRef="#ctx0" brushRef="#br0">18922 6251 115 0,'-24'-25'11'0,"24"25"-2"0,71-11-7 0,13-1 1 0,-12-12-1 0,-26 12-1 0,-33 12-20 0,-13 0-86 0</inkml:trace>
  <inkml:trace contextRef="#ctx0" brushRef="#br0">19529 5845 52 0,'0'0'0'0,"-34"-34"43"0,34 9-36 0,11 13-1 0,-11 12 7 0,0 37-3 0,-11-14-5 0,-14 13-1 0,13 10-3 0,0 15 1 0,0 10 0 0,12-23-1 0,12-12 1 0,0-24 0 0,25-24 0 0,22-36 0 0,-12 12-2 0,-11 13 0 0,-12 35 0 0,0 11 0 0,-14 13 1 0,3 12 0 0,-1 11 0 0,-1 1-5 0,2-13-28 0,23-35-83 0</inkml:trace>
  <inkml:trace contextRef="#ctx0" brushRef="#br0">19994 6000 25 0,'0'-23'19'0,"0"-1"22"0,24 37-27 0,0 34-5 0,-24 36-5 0,13-24-2 0,33-35 2 0,14-36 1 0,-13-59-1 0,-11-25 1 0,-36 2 5 0,-47 46 0 0,-25 24-7 0,2 48-2 0,9 34-7 0,2 51-60 0,34-50-6 0</inkml:trace>
  <inkml:trace contextRef="#ctx0" brushRef="#br0">18398 7264 36 0,'-11'-37'16'0,"11"13"-4"0,24 1 12 0,-13 11 2 0,1 24-4 0,-1 22-18 0,2 27-2 0,-13 22 1 0,12-11-1 0,-1-1 0 0,2-48 0 0,10-23 2 0,25-47-2 0,13-11-1 0,-15 33 0 0,-22 13-1 0,12 36 1 0,-24 47 1 0,-12-11-2 0,0 23 1 0,0-24-4 0,24-47-23 0,47-95-64 0,-12-24 50 0,1 12 75 0,-36 83 9 0,12 58-20 0,-13 15-17 0,25-25-3 0,24-49 1 0,-13-58-1 0,-11-36 4 0,-48 0-2 0,-72 82-4 0,13 86-25 0,35-26-88 0</inkml:trace>
  <inkml:trace contextRef="#ctx0" brushRef="#br0">19399 7346 109 0,'0'-11'10'0,"12"-26"10"0,95 14-19 0,48-1-24 0,-61 12-78 0</inkml:trace>
  <inkml:trace contextRef="#ctx0" brushRef="#br0">20125 6977 16 0,'12'-71'37'0,"-12"23"-15"0,-12 36-3 0,-24 24-2 0,-23 84-4 0,11 46-8 0,24-24-3 0,48-10-1 0,0-95 3 0,25-50-4 0,-15-34 4 0,-34 35-4 0,-34 48 0 0,-15 36-37 0,37-12-49 0</inkml:trace>
  <inkml:trace contextRef="#ctx0" brushRef="#br0">20447 7059 43 0,'0'0'21'0,"-24"61"-3"0,24-1-14 0,59-60 5 0,37-60-3 0,-25-35 4 0,-95 11 9 0,-59 72-12 0,-48 71-4 0,24 49-60 0,94-95 3 0</inkml:trace>
  <inkml:trace contextRef="#ctx0" brushRef="#br0">18732 8573 57 0,'-49'23'37'0,"-33"96"-18"0,58 12-14 0,48-23-2 0,35-37-2 0,25-59 1 0,-13-72 4 0,-35-11-2 0,-36 47-3 0,-61 48-14 0,-9 13-86 0</inkml:trace>
  <inkml:trace contextRef="#ctx0" brushRef="#br0">19077 8738 70 0,'0'0'0'0,"12"37"32"0,36 22-28 0,35-34-3 0,0-73 3 0,-36-48 3 0,-47 25 1 0,-47 71-6 0,-49 60-12 0,85-26-90 0</inkml:trace>
  <inkml:trace contextRef="#ctx0" brushRef="#br0">19565 8680 20 0,'23'0'8'0,"74"-13"3"0,45-21-7 0,-46-16-2 0,-73 29-2 0,-23-4 35 0,0-23-9 0,36-11-15 0,-12-1-7 0,-36 47-1 0,-59 74-1 0,47 10-1 0,71-11 0 0,49 11-1 0,-49-24 1 0,-94-10 1 0,-96-37 0 0,60-48 2 0,83-25-2 0,83 2-2 0,24 48 1 0,-12 12-1 0,-23 11 0 0,23-13 0 0,24-22 0 0,-36-13 0 0,-94 23 2 0,-61 38-2 0,24-1 0 0,36-12 0 0,24-25 1 0,12 2-1 0,-24 59 0 0,-12 24 0 0,48-12 0 0,36-61 1 0,-13-34-1 0,-35-14 1 0,-73 50 0 0,-93 72-116 0</inkml:trace>
  <inkml:trace contextRef="#ctx0" brushRef="#br0">24090 2334 1 0,'0'0'0'0,"-11"0"2"0,-14-12 16 0,25 1 0 0,13 22 11 0,-1 36-20 0,-1 13-2 0,13 23-1 0,-24 36-1 0,12-12 0 0,0 13-3 0,12 11 0 0,-12-1-1 0,-12 13 0 0,12-12 3 0,1 12-2 0,-13 1 1 0,0 11-1 0,0 0 0 0,0 10-1 0,0-10 0 0,23 0-1 0,-12 23 0 0,-11 2 0 0,0 21-1 0,12-10 4 0,-1-1-2 0,14-10-1 0,-14-2 1 0,-11 36 0 0,13 12 0 0,-13-11-1 0,12-26 1 0,0 3-1 0,12 10-1 0,-14 11 1 0,15 26 2 0,-14-36-2 0,2-13 2 0,23 1-1 0,-13-1-1 0,1 13 2 0,-12-13-1 0,0 12-1 0,0-10 1 0,1-26 0 0,-2 24 3 0,1-10-4 0,-1-14 1 0,2-35 0 0,-13-13 4 0,0-34-2 0,0-26 0 0,0-8-3 0,0-75-30 0,0-105-76 0</inkml:trace>
  <inkml:trace contextRef="#ctx0" brushRef="#br0">24555 2642 0 0,'0'0'1'0,"12"-11"13"0,-12-1 9 0,0-11-5 0,0-2-9 0,11 2-5 0,-11-1 2 0,-11 12-1 0,11-13 0 0,-12 4 1 0,1 21-1 0,-14 0-2 0,13 11 0 0,-11 12-1 0,-1 14 0 0,-1 34 0 0,14 0 0 0,-1-24-2 0,24-23 1 0,12-36 1 0,12-23-2 0,-1-13 0 0,-10 24 0 0,-2 35 0 0,1 50 1 0,-1 10-1 0,1 23 1 0,-12 3 0 0,-36-39 1 0,1-21 0 0,-2-49 1 0,2-59-1 0,35-38-1 0,24 15-1 0,11 12-2 0,1 32 7 0,11 16-3 0,-23 22-5 0,0 0 2 0,-24 24 1 0,-12 0 1 0,-12 22 0 0,-1-21-1 0,13-13 0 0,13-13-1 0,-13 13 2 0,0 13-1 0,0-1 1 0,-13-12-2 0,13 0 2 0,13-12-2 0,-1 72 2 0,-1 35-2 0,2-12 2 0,-13-58-1 0,-13-14 5 0,-10-72-2 0,10-33-1 0,13-25-3 0,36 35 1 0,12 37-3 0,11 10 1 0,-11 16-1 0,-24 8 3 0,0 1-1 0,-24 24 2 0,0 59-2 0,0 13 1 0,12-37 1 0,0-47-1 0,13-13-1 0,-14 26 2 0,-22 82 0 0,11 48 0 0,23-59 1 0,-23-61 1 0,11-58 3 0,-22-72-5 0,-25-59 0 0,24-26-3 0,48 108 0 0,23 84-1 0,-11 50 1 0,-48 21 4 0,-48-24 1 0,-11-12-14 0,-13 25-99 0</inkml:trace>
  <inkml:trace contextRef="#ctx0" brushRef="#br0">24471 3299 48 0,'0'0'0'0,"-95"23"42"0,118-46-29 0,169-85-1 0,93-35 0 0,-11 60-11 0,-131 36 5 0,-119 22 4 0,-48 13-7 0,-35 12-90 0,47 0 42 0</inkml:trace>
  <inkml:trace contextRef="#ctx0" brushRef="#br0">20268 4953 18 0,'-24'0'8'0,"-12"0"15"0,13 12 1 0,23-12-15 0,47-24 0 0,72-23-3 0,12-1-4 0,-71 25 1 0,-48 23 0 0,-24 11-4 0,12 12-36 0,12-10-25 0</inkml:trace>
  <inkml:trace contextRef="#ctx0" brushRef="#br0">20851 4631 42 0,'-11'-23'10'0,"-1"-13"-1"0,24 61 14 0,23 80-8 0,25 27-9 0,-12-49-2 0,-25-47-1 0,-23-24-1 0,0-24-21 0,11 12-67 0</inkml:trace>
  <inkml:trace contextRef="#ctx0" brushRef="#br0">20815 6000 84 0,'-47'37'4'0,"58"-26"8"0,73-46 1 0,13-12-8 0,-15-3-5 0,-22 29-106 0</inkml:trace>
  <inkml:trace contextRef="#ctx0" brushRef="#br0">21328 5763 52 0,'-36'-12'11'0,"-12"1"-6"0,84-2 7 0,48 1-2 0,23 24-7 0,-60 47 0 0,-47 37 2 0,-71 11 1 0,-1-36 3 0,61-47-6 0,82-60-4 0,60-35 2 0,12 23-12 0,-48 35-94 0</inkml:trace>
  <inkml:trace contextRef="#ctx0" brushRef="#br0">21232 6988 73 0,'-72'37'18'0,"72"-24"-2"0,72-74-6 0,48-22-9 0,11 35-35 0,-73 24-44 0</inkml:trace>
  <inkml:trace contextRef="#ctx0" brushRef="#br0">21733 6644 16 0,'0'0'5'0,"47"-60"43"0,-35 60-35 0,0 23-5 0,-12 14-3 0,12 10-3 0,37-10-2 0,33-14 1 0,-34 1-1 0,-60-12 5 0,-72 34-3 0,1 15-1 0,59-14-9 0,84 13-86 0</inkml:trace>
  <inkml:trace contextRef="#ctx0" brushRef="#br0">21459 7953 58 0,'-12'0'11'0,"24"0"6"0,70-59-3 0,50-35-6 0,-49 33-7 0,-47 25-59 0,-36 36 23 0</inkml:trace>
  <inkml:trace contextRef="#ctx0" brushRef="#br0">22090 7490 33 0,'-12'-13'9'0,"-24"-34"14"0,23 23-2 0,13 0-8 0,13 24-9 0,10 12-1 0,2 47 2 0,-1 25-2 0,-12 11 0 0,12-36-1 0,-13-11 2 0,25-37-3 0,11-34-2 0,-11-13 1 0,-12-23 2 0,12 35 2 0,-12 24 3 0,0 95-2 0,-12 48 0 0,11 0-2 0,-23-24 2 0,0-71 0 0,0-23-3 0,-13-25-1 0,3-13-22 0,10-24-106 0</inkml:trace>
  <inkml:trace contextRef="#ctx0" brushRef="#br0">18256 12109 6 0,'0'0'0'0,"0"-13"11"0,0 13-7 0,0-11 11 0,-12 11 2 0,12 0 37 0,0-12-47 0,0 12-2 0,-12-11-1 0,12-2-2 0,12 1 3 0,-12-13 0 0,12 15-2 0,-2-14 0 0,-10 24-3 0,13-24 2 0,-13 24-2 0,12-13 2 0,12-10 0 0,-1-1 1 0,2 12-3 0,-14 12 2 0,2 0-3 0,11 0 3 0,10 12-1 0,2-12 0 0,-11 0-1 0,-2 0 2 0,-11 13-2 0,0-13 2 0,0 23-2 0,0 13 0 0,0-11 1 0,-12-4-1 0,0-21 0 0,0 13 1 0,0 11-1 0,0-11 0 0,0-2 0 0,-12-11 1 0,12 12-2 0,0-12 2 0,0 11 0 0,0-11-1 0,0 13-1 0,-12-13 2 0,12 0-1 0,0 0 0 0,0 0 0 0,0 0 0 0,0 12 1 0,0-12-2 0,-12 0 2 0,12 12-1 0,0-12 0 0,-12 11 0 0,12-11 1 0,-12 12-2 0,12-12 1 0,-12 11 0 0,1 2 0 0,11-1 0 0,-12-12 0 0,-1 12 1 0,2 1-2 0,-1-2 2 0,12-11-1 0,0 0 0 0,12 0 0 0,-1-11 0 0,2-2 0 0,10 1 0 0,-11 0 0 0,-12-1 0 0,0 13 0 0,0-11 0 0,12-1 0 0,0 1 1 0,0-1-1 0,0 12 0 0,-12-12 0 0,0-1 0 0,12-10 0 0,0-1 0 0,-12 0 1 0,0 1-1 0,0 12 0 0,-12-14 0 0,0 0 0 0,0 2 0 0,0-1 1 0,-12 12-1 0,1 0 0 0,-2 12 0 0,2 0 0 0,-1 0 0 0,1 24 0 0,-1 0-1 0,0 24 1 0,12-2 0 0,-1 4-1 0,2 9 1 0,11-24 0 0,0-11 0 0,11 13 0 0,14-26 0 0,-1 1-1 0,0-24 1 0,10 1 0 0,-9-26 1 0,-1 24-1 0,-12-21 0 0,-1 10 0 0,1-12 0 0,-12 25 1 0,12 11-2 0,-12 0 2 0,12 0-3 0,0 0-4 0,-12 0-4 0,0-13-5 0,0 13-10 0,-12 13-13 0,0-2-33 0</inkml:trace>
  <inkml:trace contextRef="#ctx0" brushRef="#br0">18445 12062 20 0,'0'0'6'0,"-23"-13"0"0,35-11 10 0,-1-10 4 0,14 21-6 0,-1 26-8 0,-37 8 1 0,-46 16-4 0,-12-13-1 0,47-24 2 0,48-11-2 0,36-14-2 0,23 0 5 0,-24 15 0 0,-35 10 3 0,-72 10-3 0,-36 27-3 0,2-13-1 0,57-1-1 0,50-10 0 0,70-13 1 0,12-13 0 0,-35 26-1 0,-72 22 1 0,-96 13 0 0,-23-12 0 0,60-24 0 0,59-12 0 0,59 0-1 0,25 0 0 0,-49-12 1 0,-47 12 0 0,-83 12-11 0,-1 36-51 0,73-25-4 0</inkml:trace>
  <inkml:trace contextRef="#ctx0" brushRef="#br0">20493 11526 60 0,'0'0'0'0,"-23"-60"30"0,23 24-14 0,12 0 10 0,-1 13-6 0,-11 23-14 0,13 71-2 0,-13 143 2 0,0 121-2 0,24-4 0 0,12-68-3 0,-2-74 0 0,2-34-1 0,-23-47-43 0,-13-61-75 0</inkml:trace>
  <inkml:trace contextRef="#ctx0" brushRef="#br0">20625 13061 46 0,'-71'-11'27'0,"10"11"-18"0,50 11 5 0,59-11 0 0,35 0-12 0,60 0 3 0,61 0 0 0,68-36-1 0,86 13 0 0,23 11-5 0,24 12 1 0,-13-11 1 0,-34-2-4 0,-60-11 4 0,-83 24 0 0,-61-13-1 0,-59 13 2 0,-59-23 1 0,-49-12 1 0,-23-1-3 0,0 25 0 0,36 34-3 0,36 36 3 0,25 1 0 0,-50-24-2 0,-70 12-30 0,-48-25-68 0</inkml:trace>
  <inkml:trace contextRef="#ctx0" brushRef="#br0">21185 13205 1 0,'0'-25'9'0,"11"0"15"0,2 15-7 0,-13 10-9 0,0 0 1 0,-24 23 0 0,24 1-5 0,-12 0-2 0,12-12 0 0,0-12-2 0,0 11 1 0,0-11 1 0,-13 0 1 0,13 0-6 0,25 0-82 0</inkml:trace>
  <inkml:trace contextRef="#ctx0" brushRef="#br0">21483 13299 2 0,'12'-23'18'0,"-2"-1"10"0,-10 0-2 0,-10 12-12 0,-38 12-4 0,12 12-3 0,0 24-5 0,13 10 0 0,-1 15-1 0,24 10 0 0,11-23-1 0,25-12 1 0,36-26 0 0,-14-20-1 0,3-38 2 0,-37 1-1 0,-12 10 0 0,-12 26 4 0,-12 22-2 0,12 37 0 0,0 12-1 0,0-13 0 0,0-10-2 0,0-3-14 0,23-34-73 0,-23 0 60 0</inkml:trace>
  <inkml:trace contextRef="#ctx0" brushRef="#br0">21768 13394 66 0,'0'-11'27'0,"0"22"-8"0,-12 37-1 0,12 25-9 0,12-39-7 0,-12-10-1 0,0 0-4 0,0-24-33 0,24-11-54 0</inkml:trace>
  <inkml:trace contextRef="#ctx0" brushRef="#br0">22673 13371 60 0,'-12'-48'16'0,"48"12"-10"0,1 13 12 0,-3 11-9 0,14 36-3 0,-12 10-1 0,-12 16-2 0,-24-4 0 0,-24 2 1 0,-35 0-1 0,11-14-1 0,0 3 0 0,36-1 1 0,24-25-2 0,59-22 1 0,13-12-2 0,-12-2 0 0,-49 13 1 0,-23 12-18 0,0 12-69 0,0-12 53 0</inkml:trace>
  <inkml:trace contextRef="#ctx0" brushRef="#br0">23566 13252 6 0,'12'0'6'0,"-12"0"26"0,0-24-3 0,0 12-11 0,24 1-7 0,-12-2-4 0,0 13-2 0,12 0-1 0,-12 13-2 0,12 10 1 0,-37 25 0 0,-21-1 1 0,9 1-3 0,37-13 0 0,48 13-2 0,-14 13 1 0,-46-3 0 0,-59-22 5 0,12-25 0 0,11-11-4 0,1 0-10 0,10-34-71 0,14 34 39 0</inkml:trace>
  <inkml:trace contextRef="#ctx0" brushRef="#br0">21292 13097 21 0,'-24'-36'11'0,"36"0"-10"0,0-23 13 0,-12-12 11 0,-12-25-14 0,37-47-5 0,-14-36-3 0,12 13 3 0,13 22-3 0,-12 26 2 0,-12 23-2 0,-12-12 0 0,12 46-3 0,-24 15 1 0,-12 34 0 0,12-1-1 0,1 13 0 0,-1 0 1 0,-1 0-3 0,38 0 2 0,34 0 1 0,36 0-2 0,0 0 2 0,-47 0-1 0,-36 0-1 0,-12 13 1 0,0-1 1 0,11 34-1 0,14 38-1 0,-14 95 3 0,-11 83-3 0,0 12 2 0,25-72 4 0,-14-71 1 0,-11-59-1 0,12-49-2 0,0-57-18 0,24-39-98 0</inkml:trace>
  <inkml:trace contextRef="#ctx0" brushRef="#br0">22340 12954 46 0,'0'-36'14'0,"24"-24"-8"0,22-45-2 0,-33-39 1 0,-13-35-2 0,-23 37 1 0,-13 21 2 0,36 16-5 0,24 9 0 0,-2 24-1 0,-9 48 3 0,-13 1 4 0,-13-1-4 0,49 0-3 0,49 11 1 0,22 2-1 0,-11-1-1 0,-49 1 1 0,-47-1 3 0,0 24 0 0,23 11-3 0,-23 96 0 0,-11 96 0 0,-37 59 0 0,37-25 4 0,11-82 3 0,23-48 0 0,-23-35-5 0,11-61 1 0,-11-23-6 0,13-59-54 0,-13 35-3 0</inkml:trace>
  <inkml:trace contextRef="#ctx0" brushRef="#br0">23209 12929 41 0,'0'0'1'0,"24"0"4"0,0-34 17 0,13-26-9 0,-26-72-2 0,12-46-6 0,-11-48-4 0,-1 94 0 0,14 14 1 0,-14 35-2 0,-22 35 2 0,-1 24 0 0,12 24-1 0,-13-12 0 0,38 24 0 0,35 1-1 0,34 10-1 0,-10-12 1 0,-12-11 0 0,-49-11 1 0,0-1 0 0,2 12 0 0,11 0-1 0,-12 12-1 0,-12 24 3 0,-24 47 2 0,-12 48-3 0,0 82 1 0,24 26 3 0,0-36 2 0,0-96 2 0,12-47-4 0,-12-25-2 0,0-59-5 0,0-60-123 0</inkml:trace>
</inkml:ink>
</file>

<file path=ppt/ink/ink43.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21149 6489 22 0,'0'-12'1'0,"-12"-36"7"0,12 37-2 0,0 106 16 0,12 83-5 0,-1 48-11 0,14-23-5 0,-14-59-1 0,2-39-2 0,-1-80-71 0</inkml:trace>
  <inkml:trace contextRef="#ctx0" brushRef="#br0">21495 6406 8 0,'0'-12'30'0,"0"47"-5"0,-24 96-6 0,24 71-10 0,24-10-6 0,-1-50-2 0,0-47 0 0,2-59-7 0,-25-72-75 0</inkml:trace>
  <inkml:trace contextRef="#ctx0" brushRef="#br0">21792 6489 3 0,'36'-37'19'0,"-24"14"15"0,-12 71-11 0,-12 82-9 0,0 62-8 0,12-14-2 0,0-59-2 0,24-59-1 0,12-25 0 0,-13-70-23 0,-23-1-49 0</inkml:trace>
  <inkml:trace contextRef="#ctx0" brushRef="#br0">22292 6322 28 0,'-12'0'10'0,"-35"-12"-9"0,47-1-1 0,0 26-1 0,0 11-28 0</inkml:trace>
  <inkml:trace contextRef="#ctx0" brushRef="#br0">22173 6715 33 0,'0'0'0'0,"-83"131"26"0,47-23-5 0,24-37-8 0,24-12-10 0,12-34-2 0,-12-2-16 0,-12-23-56 0</inkml:trace>
  <inkml:trace contextRef="#ctx0" brushRef="#br0">20636 7668 5 0,'-11'11'14'0,"-1"-22"0"0,35-37 0 0,26-48-4 0,94-70-8 0,107-60 1 0,83-36-2 0,-11 36 0 0,-72 59 0 0,-72 60 4 0,-70 34 4 0,-49 27-2 0,-59 21-1 0,-12 14-4 0,-12 22-3 0,24 50-78 0</inkml:trace>
  <inkml:trace contextRef="#ctx0" brushRef="#br0">23269 6429 3 0,'0'-71'15'0,"12"47"6"0,1 96 5 0,-13 106-15 0,11 25-7 0,1-36-4 0,-1-49 1 0,1-70-26 0,-1-48-17 0</inkml:trace>
  <inkml:trace contextRef="#ctx0" brushRef="#br0">23602 6370 29 0,'0'-23'3'0,"12"-14"19"0,-12 74 4 0,-12 105-15 0,12 26-8 0,24-15-2 0,-11-9-4 0,21-73-66 0</inkml:trace>
  <inkml:trace contextRef="#ctx0" brushRef="#br0">23852 6465 9 0,'0'0'0'0,"12"-95"24"0,-12 72-1 0,0 105-6 0,0 73-12 0,24-11-3 0,12-26-1 0,-13-47-4 0,1-71-67 0</inkml:trace>
  <inkml:trace contextRef="#ctx0" brushRef="#br0">24256 6310 31 0,'0'-13'4'0,"0"3"27"0,0 104-12 0,-23 73-9 0,12-12-6 0,22-48-2 0,37-34-60 0,-37-86 23 0</inkml:trace>
  <inkml:trace contextRef="#ctx0" brushRef="#br0">22995 7214 43 0,'-36'0'4'0,"60"-34"2"0,131-74-4 0,143-58 0 0,95-1-2 0,-96 35 1 0,-131 50 8 0,-117 34 7 0,-37 12-8 0,-24 24-6 0,0 12-3 0,0 48-32 0,0-23-20 0</inkml:trace>
</inkml:ink>
</file>

<file path=ppt/ink/ink44.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10218 9096 37 0,'-36'-23'7'0,"36"11"-6"0,36 12 1 0,-13 0 1 0,1 12 5 0,-12 0 2 0,12 47-6 0,13 0-1 0,-16 12-2 0,15-21 0 0,0 8 1 0,-23-11 0 0,-1-22 1 0,0-13-1 0,22-12 0 0,15-60 0 0,58-35-3 0,24-24 2 0,35-25 1 0,13 26-2 0,-24 10 1 0,-24 24-1 0,-36 26-1 0,-11-2 1 0,-36 23 1 0,-13 27-9 0,-35 33-65 0</inkml:trace>
  <inkml:trace contextRef="#ctx0" brushRef="#br0">9884 9429 7 0,'-24'-11'13'0,"24"-12"-9"0,24 10-2 0,24-11 2 0,-12 36 3 0,-1 47 2 0,-11 25-3 0,-1-13-3 0,26-23 0 0,-14 0-1 0,24-12 0 0,-11-26-1 0,24-20 1 0,10-51 0 0,25-21-1 0,49-37-3 0,23-11 2 0,23-14 1 0,2 1 0 0,-15-12-3 0,-22 36 3 0,-24 12 1 0,-48 34 6 0,-36 27-4 0,-24 10-3 0,14 24-16 0,-49 12-32 0</inkml:trace>
  <inkml:trace contextRef="#ctx0" brushRef="#br0">11837 12180 8 0,'0'-13'11'0,"-13"2"-7"0,13 11-3 0,0-12 7 0,0 12-1 0,13 0-6 0,-1 0 1 0,12 12-1 0,-1-1 1 0,-10 2-1 0,9 11 1 0,14 12 0 0,-11-13-1 0,-1 13 0 0,-1 0-1 0,-11 1 1 0,0-26 0 0,0-1 0 0,0-10 0 0,12-34 1 0,0-14-1 0,23 12 0 0,1-11 0 0,0-14 0 0,22 15-1 0,-9 10 1 0,-13 13 0 0,-25-2 1 0,1 13 1 0,-24 12-2 0,0 0-1 0,0 0-61 0</inkml:trace>
  <inkml:trace contextRef="#ctx0" brushRef="#br0">16837 13502 17 0,'0'-12'5'0,"-10"0"2"0,10 12-5 0,0 0-2 0,23 0 6 0,-11 0 0 0,-1 12-3 0,25 13-2 0,-23 9 0 0,11-22-1 0,-12 24 0 0,10 12 0 0,-9-13 1 0,-1-11 0 0,12 0-1 0,-1-24 0 0,2-12 0 0,-2-13 1 0,13 2 0 0,23-25-1 0,0-11 0 0,14 0 1 0,-3 11 2 0,-34 12 2 0,-23 24-2 0,-1 12-7 0,-12 12-50 0</inkml:trace>
  <inkml:trace contextRef="#ctx0" brushRef="#br0">12290 14847 12 0,'0'-13'8'0,"12"13"-7"0,11 0-1 0,0 13 1 0,-23-1 6 0,0 13-2 0,13 9-5 0,10 3 1 0,2-3 0 0,-14 3-1 0,1-3 3 0,0 16 0 0,-12-16-2 0,13-9-1 0,-2-25 2 0,1-12-1 0,-1-12 0 0,25-12-1 0,12-1 1 0,0-9 1 0,12-2 1 0,-14-11 2 0,3 23-3 0,-2-1-1 0,-11 3-6 0,24 10-49 0</inkml:trace>
  <inkml:trace contextRef="#ctx0" brushRef="#br0">19899 10561 70 0,'-12'-23'2'0,"-35"-48"2"0,34 34 1 0,49 74 7 0,24 116 11 0,-1 86-15 0,-11-37-7 0,-36-23 0 0,-12-85-74 0,0-81 37 0</inkml:trace>
  <inkml:trace contextRef="#ctx0" brushRef="#br0">19946 10869 52 0,'-11'0'2'0,"-14"-34"-1"0,61 22-1 0,48 0 2 0,23-24 6 0,24-23-3 0,-60-14-1 0,-47-32 0 0,-24 9 3 0,0 71 7 0,12 38-10 0,13 95 3 0,22 58-4 0,-1-22-2 0,3-14-5 0,-13-59-69 0,-36-71 43 0</inkml:trace>
  <inkml:trace contextRef="#ctx0" brushRef="#br0">20732 10538 9 0,'0'-71'6'0,"24"10"12"0,-12 1 11 0,-12 49-7 0,-23 11-13 0,-1 82-3 0,11 39-3 0,37-3 0 0,36 1-2 0,-37-25 0 0,2-33 1 0,-25-61 1 0,11-61 0 0,25-69-1 0,12 11-1 0,0 48-1 0,-1 60 0 0,-11 45-1 0,0 26 1 0,11 24 0 0,13-36 0 0,11-37-1 0,24-70 3 0,1-48-2 0,-37 23 1 0,-35 1 0 0,-24-1-1 0,-36 38 1 0,13 21-1 0,-1 61 0 0,24 11 0 0,0-11 0 0,34-12 0 0,51-12-1 0,9-37-14 0,2 14-82 0</inkml:trace>
  <inkml:trace contextRef="#ctx0" brushRef="#br0">19910 11847 71 0,'-215'47'10'0,"97"13"-8"0,129-84 16 0,168-70-8 0,215-86 3 0,177-46-7 0,13 46-2 0,-96 15 14 0,-131 46-8 0,-118 22-7 0,-193 63-7 0,-176 68-52 0,-25 27-41 0</inkml:trace>
  <inkml:trace contextRef="#ctx0" brushRef="#br0">19030 12406 55 0,'-215'60'18'0,"72"-1"-11"0,97-47 16 0,80-24-12 0,145-70-6 0,166-73-4 0,132-48 1 0,106-23 0 0,36 11-1 0,-23 13 1 0,-60 35 14 0,-108 48 0 0,-117 37-7 0,-145 21-4 0,-107 38-2 0,-48 11-1 0,-47-13-2 0,-34 14-162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1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4" name="Google Shape;4;n"/>
          <p:cNvSpPr txBox="1">
            <a:spLocks noGrp="1"/>
          </p:cNvSpPr>
          <p:nvPr>
            <p:ph type="dt" idx="10"/>
          </p:nvPr>
        </p:nvSpPr>
        <p:spPr>
          <a:xfrm>
            <a:off x="3886200"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L="914400" marR="0" lvl="1"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2pPr>
            <a:lvl3pPr marL="1371600" marR="0" lvl="2"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6800"/>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8" name="Google Shape;8;n"/>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a:t>
            </a:fld>
            <a:endParaRPr sz="1200" b="0" i="0" u="none" strike="noStrike" cap="none">
              <a:solidFill>
                <a:schemeClr val="dk1"/>
              </a:solidFill>
              <a:latin typeface="Tahoma"/>
              <a:ea typeface="Tahoma"/>
              <a:cs typeface="Tahoma"/>
              <a:sym typeface="Tahoma"/>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 /><Relationship Id="rId1" Type="http://schemas.openxmlformats.org/officeDocument/2006/relationships/notesMaster" Target="../notesMasters/notesMaster1.xml" /></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 /><Relationship Id="rId1" Type="http://schemas.openxmlformats.org/officeDocument/2006/relationships/notesMaster" Target="../notesMasters/notesMaster1.xml" /></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 /><Relationship Id="rId1" Type="http://schemas.openxmlformats.org/officeDocument/2006/relationships/notesMaster" Target="../notesMasters/notesMaster1.xml" /></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 /><Relationship Id="rId1" Type="http://schemas.openxmlformats.org/officeDocument/2006/relationships/notesMaster" Target="../notesMasters/notesMaster1.xml" /></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0.xml" /><Relationship Id="rId1" Type="http://schemas.openxmlformats.org/officeDocument/2006/relationships/notesMaster" Target="../notesMasters/notesMaster1.xml" /></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1.xml" /><Relationship Id="rId1" Type="http://schemas.openxmlformats.org/officeDocument/2006/relationships/notesMaster" Target="../notesMasters/notesMaster1.xml" /></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3.xml" /><Relationship Id="rId1" Type="http://schemas.openxmlformats.org/officeDocument/2006/relationships/notesMaster" Target="../notesMasters/notesMaster1.xml" /></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5.xml" /><Relationship Id="rId1" Type="http://schemas.openxmlformats.org/officeDocument/2006/relationships/notesMaster" Target="../notesMasters/notesMaster1.xml" /></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6.xml" /><Relationship Id="rId1" Type="http://schemas.openxmlformats.org/officeDocument/2006/relationships/notesMaster" Target="../notesMasters/notesMaster1.xml" /></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7.xml" /><Relationship Id="rId1" Type="http://schemas.openxmlformats.org/officeDocument/2006/relationships/notesMaster" Target="../notesMasters/notesMaster1.xml" /></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8.xml" /><Relationship Id="rId1" Type="http://schemas.openxmlformats.org/officeDocument/2006/relationships/notesMaster" Target="../notesMasters/notesMaster1.xml" /></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08" name="Google Shape;508;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14" name="Google Shape;514;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2"/>
        <p:cNvGrpSpPr/>
        <p:nvPr/>
      </p:nvGrpSpPr>
      <p:grpSpPr>
        <a:xfrm>
          <a:off x="0" y="0"/>
          <a:ext cx="0" cy="0"/>
          <a:chOff x="0" y="0"/>
          <a:chExt cx="0" cy="0"/>
        </a:xfrm>
      </p:grpSpPr>
      <p:sp>
        <p:nvSpPr>
          <p:cNvPr id="1863" name="Google Shape;1863;p4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864" name="Google Shape;1864;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7888516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6"/>
        <p:cNvGrpSpPr/>
        <p:nvPr/>
      </p:nvGrpSpPr>
      <p:grpSpPr>
        <a:xfrm>
          <a:off x="0" y="0"/>
          <a:ext cx="0" cy="0"/>
          <a:chOff x="0" y="0"/>
          <a:chExt cx="0" cy="0"/>
        </a:xfrm>
      </p:grpSpPr>
      <p:sp>
        <p:nvSpPr>
          <p:cNvPr id="1877" name="Google Shape;1877;p4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Clr>
                <a:schemeClr val="dk1"/>
              </a:buClr>
              <a:buSzPts val="1200"/>
              <a:buFont typeface="Times New Roman"/>
              <a:buNone/>
            </a:pPr>
            <a:endParaRPr/>
          </a:p>
        </p:txBody>
      </p:sp>
      <p:sp>
        <p:nvSpPr>
          <p:cNvPr id="1878" name="Google Shape;1878;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75022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9"/>
        <p:cNvGrpSpPr/>
        <p:nvPr/>
      </p:nvGrpSpPr>
      <p:grpSpPr>
        <a:xfrm>
          <a:off x="0" y="0"/>
          <a:ext cx="0" cy="0"/>
          <a:chOff x="0" y="0"/>
          <a:chExt cx="0" cy="0"/>
        </a:xfrm>
      </p:grpSpPr>
      <p:sp>
        <p:nvSpPr>
          <p:cNvPr id="1870" name="Google Shape;1870;p4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871" name="Google Shape;1871;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15647634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2"/>
        <p:cNvGrpSpPr/>
        <p:nvPr/>
      </p:nvGrpSpPr>
      <p:grpSpPr>
        <a:xfrm>
          <a:off x="0" y="0"/>
          <a:ext cx="0" cy="0"/>
          <a:chOff x="0" y="0"/>
          <a:chExt cx="0" cy="0"/>
        </a:xfrm>
      </p:grpSpPr>
      <p:sp>
        <p:nvSpPr>
          <p:cNvPr id="1883" name="Google Shape;1883;p4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Times New Roman"/>
              <a:buNone/>
            </a:pPr>
            <a:endParaRPr/>
          </a:p>
        </p:txBody>
      </p:sp>
      <p:sp>
        <p:nvSpPr>
          <p:cNvPr id="1884" name="Google Shape;1884;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40770768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7"/>
        <p:cNvGrpSpPr/>
        <p:nvPr/>
      </p:nvGrpSpPr>
      <p:grpSpPr>
        <a:xfrm>
          <a:off x="0" y="0"/>
          <a:ext cx="0" cy="0"/>
          <a:chOff x="0" y="0"/>
          <a:chExt cx="0" cy="0"/>
        </a:xfrm>
      </p:grpSpPr>
      <p:sp>
        <p:nvSpPr>
          <p:cNvPr id="1898" name="Google Shape;1898;p4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Times New Roman"/>
              <a:buNone/>
            </a:pPr>
            <a:endParaRPr/>
          </a:p>
        </p:txBody>
      </p:sp>
      <p:sp>
        <p:nvSpPr>
          <p:cNvPr id="1899" name="Google Shape;1899;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3826277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0"/>
        <p:cNvGrpSpPr/>
        <p:nvPr/>
      </p:nvGrpSpPr>
      <p:grpSpPr>
        <a:xfrm>
          <a:off x="0" y="0"/>
          <a:ext cx="0" cy="0"/>
          <a:chOff x="0" y="0"/>
          <a:chExt cx="0" cy="0"/>
        </a:xfrm>
      </p:grpSpPr>
      <p:sp>
        <p:nvSpPr>
          <p:cNvPr id="1891" name="Google Shape;1891;p4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Times New Roman"/>
              <a:buNone/>
            </a:pPr>
            <a:endParaRPr/>
          </a:p>
        </p:txBody>
      </p:sp>
      <p:sp>
        <p:nvSpPr>
          <p:cNvPr id="1892" name="Google Shape;1892;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4600028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4"/>
        <p:cNvGrpSpPr/>
        <p:nvPr/>
      </p:nvGrpSpPr>
      <p:grpSpPr>
        <a:xfrm>
          <a:off x="0" y="0"/>
          <a:ext cx="0" cy="0"/>
          <a:chOff x="0" y="0"/>
          <a:chExt cx="0" cy="0"/>
        </a:xfrm>
      </p:grpSpPr>
      <p:sp>
        <p:nvSpPr>
          <p:cNvPr id="1905" name="Google Shape;1905;p4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Times New Roman"/>
              <a:buNone/>
            </a:pPr>
            <a:endParaRPr/>
          </a:p>
        </p:txBody>
      </p:sp>
      <p:sp>
        <p:nvSpPr>
          <p:cNvPr id="1906" name="Google Shape;1906;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9415188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4"/>
        <p:cNvGrpSpPr/>
        <p:nvPr/>
      </p:nvGrpSpPr>
      <p:grpSpPr>
        <a:xfrm>
          <a:off x="0" y="0"/>
          <a:ext cx="0" cy="0"/>
          <a:chOff x="0" y="0"/>
          <a:chExt cx="0" cy="0"/>
        </a:xfrm>
      </p:grpSpPr>
      <p:sp>
        <p:nvSpPr>
          <p:cNvPr id="1915" name="Google Shape;1915;p4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Clr>
                <a:schemeClr val="dk1"/>
              </a:buClr>
              <a:buSzPts val="1200"/>
              <a:buFont typeface="Times New Roman"/>
              <a:buNone/>
            </a:pPr>
            <a:endParaRPr/>
          </a:p>
        </p:txBody>
      </p:sp>
      <p:sp>
        <p:nvSpPr>
          <p:cNvPr id="1916" name="Google Shape;1916;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5688840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0"/>
        <p:cNvGrpSpPr/>
        <p:nvPr/>
      </p:nvGrpSpPr>
      <p:grpSpPr>
        <a:xfrm>
          <a:off x="0" y="0"/>
          <a:ext cx="0" cy="0"/>
          <a:chOff x="0" y="0"/>
          <a:chExt cx="0" cy="0"/>
        </a:xfrm>
      </p:grpSpPr>
      <p:sp>
        <p:nvSpPr>
          <p:cNvPr id="1921" name="Google Shape;1921;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922" name="Google Shape;1922;p4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Times New Roman"/>
              <a:buNone/>
            </a:pPr>
            <a:endParaRPr/>
          </a:p>
        </p:txBody>
      </p:sp>
      <p:sp>
        <p:nvSpPr>
          <p:cNvPr id="1923" name="Google Shape;1923;p48: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a:ln>
                  <a:noFill/>
                </a:ln>
                <a:solidFill>
                  <a:srgbClr val="000000"/>
                </a:solidFill>
                <a:effectLst/>
                <a:uLnTx/>
                <a:uFillTx/>
                <a:latin typeface="Tahoma"/>
                <a:ea typeface="Tahoma"/>
                <a:cs typeface="Tahoma"/>
                <a:sym typeface="Tahoma"/>
              </a:rPr>
              <a:t>Lecture-1</a:t>
            </a:r>
            <a:endParaRPr kumimoji="0" sz="12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1924" name="Google Shape;1924;p48: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11</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508667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8"/>
        <p:cNvGrpSpPr/>
        <p:nvPr/>
      </p:nvGrpSpPr>
      <p:grpSpPr>
        <a:xfrm>
          <a:off x="0" y="0"/>
          <a:ext cx="0" cy="0"/>
          <a:chOff x="0" y="0"/>
          <a:chExt cx="0" cy="0"/>
        </a:xfrm>
      </p:grpSpPr>
      <p:sp>
        <p:nvSpPr>
          <p:cNvPr id="1929" name="Google Shape;1929;p5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Clr>
                <a:schemeClr val="dk1"/>
              </a:buClr>
              <a:buSzPts val="1200"/>
              <a:buFont typeface="Times New Roman"/>
              <a:buNone/>
            </a:pPr>
            <a:endParaRPr/>
          </a:p>
        </p:txBody>
      </p:sp>
      <p:sp>
        <p:nvSpPr>
          <p:cNvPr id="1930" name="Google Shape;1930;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1994260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3"/>
        <p:cNvGrpSpPr/>
        <p:nvPr/>
      </p:nvGrpSpPr>
      <p:grpSpPr>
        <a:xfrm>
          <a:off x="0" y="0"/>
          <a:ext cx="0" cy="0"/>
          <a:chOff x="0" y="0"/>
          <a:chExt cx="0" cy="0"/>
        </a:xfrm>
      </p:grpSpPr>
      <p:sp>
        <p:nvSpPr>
          <p:cNvPr id="1934" name="Google Shape;1934;p5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935" name="Google Shape;1935;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9833604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9"/>
        <p:cNvGrpSpPr/>
        <p:nvPr/>
      </p:nvGrpSpPr>
      <p:grpSpPr>
        <a:xfrm>
          <a:off x="0" y="0"/>
          <a:ext cx="0" cy="0"/>
          <a:chOff x="0" y="0"/>
          <a:chExt cx="0" cy="0"/>
        </a:xfrm>
      </p:grpSpPr>
      <p:sp>
        <p:nvSpPr>
          <p:cNvPr id="1940" name="Google Shape;1940;p5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941" name="Google Shape;1941;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6453903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5"/>
        <p:cNvGrpSpPr/>
        <p:nvPr/>
      </p:nvGrpSpPr>
      <p:grpSpPr>
        <a:xfrm>
          <a:off x="0" y="0"/>
          <a:ext cx="0" cy="0"/>
          <a:chOff x="0" y="0"/>
          <a:chExt cx="0" cy="0"/>
        </a:xfrm>
      </p:grpSpPr>
      <p:sp>
        <p:nvSpPr>
          <p:cNvPr id="1946" name="Google Shape;1946;p5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947" name="Google Shape;1947;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41579638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p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22" name="Google Shape;52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529" name="Google Shape;529;p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514350" lvl="0" indent="-400050" algn="l" rtl="0">
              <a:lnSpc>
                <a:spcPct val="150000"/>
              </a:lnSpc>
              <a:spcBef>
                <a:spcPts val="0"/>
              </a:spcBef>
              <a:spcAft>
                <a:spcPts val="0"/>
              </a:spcAft>
              <a:buClr>
                <a:schemeClr val="dk1"/>
              </a:buClr>
              <a:buSzPts val="1800"/>
              <a:buFont typeface="Arial"/>
              <a:buNone/>
            </a:pPr>
            <a:endParaRPr sz="1800"/>
          </a:p>
          <a:p>
            <a:pPr marL="800100" lvl="1" indent="-342900" algn="l" rtl="0">
              <a:lnSpc>
                <a:spcPct val="150000"/>
              </a:lnSpc>
              <a:spcBef>
                <a:spcPts val="540"/>
              </a:spcBef>
              <a:spcAft>
                <a:spcPts val="0"/>
              </a:spcAft>
              <a:buClr>
                <a:schemeClr val="dk1"/>
              </a:buClr>
              <a:buSzPts val="1800"/>
              <a:buFont typeface="Arial"/>
              <a:buChar char="•"/>
            </a:pPr>
            <a:r>
              <a:rPr lang="en-US" sz="1800"/>
              <a:t>Machine Learning, Tom Mitchell</a:t>
            </a:r>
            <a:endParaRPr/>
          </a:p>
          <a:p>
            <a:pPr marL="800100" lvl="1" indent="-342900" algn="l" rtl="0">
              <a:lnSpc>
                <a:spcPct val="150000"/>
              </a:lnSpc>
              <a:spcBef>
                <a:spcPts val="540"/>
              </a:spcBef>
              <a:spcAft>
                <a:spcPts val="0"/>
              </a:spcAft>
              <a:buClr>
                <a:schemeClr val="dk1"/>
              </a:buClr>
              <a:buSzPts val="1800"/>
              <a:buFont typeface="Arial"/>
              <a:buChar char="•"/>
            </a:pPr>
            <a:r>
              <a:rPr lang="en-US" sz="1800"/>
              <a:t>Read Chapter 1, 2 – Introduction to Machine Learning, 2</a:t>
            </a:r>
            <a:r>
              <a:rPr lang="en-US" sz="1800" baseline="30000"/>
              <a:t>nd</a:t>
            </a:r>
            <a:r>
              <a:rPr lang="en-US" sz="1800"/>
              <a:t> edition, Ethem Alpaydin</a:t>
            </a:r>
            <a:endParaRPr/>
          </a:p>
        </p:txBody>
      </p:sp>
      <p:sp>
        <p:nvSpPr>
          <p:cNvPr id="530" name="Google Shape;530;p4: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Lecture-1</a:t>
            </a:r>
            <a:endParaRPr/>
          </a:p>
        </p:txBody>
      </p:sp>
      <p:sp>
        <p:nvSpPr>
          <p:cNvPr id="531" name="Google Shape;531;p4: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0"/>
        <p:cNvGrpSpPr/>
        <p:nvPr/>
      </p:nvGrpSpPr>
      <p:grpSpPr>
        <a:xfrm>
          <a:off x="0" y="0"/>
          <a:ext cx="0" cy="0"/>
          <a:chOff x="0" y="0"/>
          <a:chExt cx="0" cy="0"/>
        </a:xfrm>
      </p:grpSpPr>
      <p:sp>
        <p:nvSpPr>
          <p:cNvPr id="1361" name="Google Shape;1361;p66: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Times New Roman"/>
              <a:buNone/>
            </a:pPr>
            <a:endParaRPr/>
          </a:p>
        </p:txBody>
      </p:sp>
      <p:sp>
        <p:nvSpPr>
          <p:cNvPr id="1362" name="Google Shape;1362;p66: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8122114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3"/>
        <p:cNvGrpSpPr/>
        <p:nvPr/>
      </p:nvGrpSpPr>
      <p:grpSpPr>
        <a:xfrm>
          <a:off x="0" y="0"/>
          <a:ext cx="0" cy="0"/>
          <a:chOff x="0" y="0"/>
          <a:chExt cx="0" cy="0"/>
        </a:xfrm>
      </p:grpSpPr>
      <p:sp>
        <p:nvSpPr>
          <p:cNvPr id="1404" name="Google Shape;1404;p72: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Times New Roman"/>
              <a:buNone/>
            </a:pPr>
            <a:endParaRPr/>
          </a:p>
        </p:txBody>
      </p:sp>
      <p:sp>
        <p:nvSpPr>
          <p:cNvPr id="1405" name="Google Shape;1405;p7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1846204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Times New Roman"/>
              <a:buNone/>
            </a:pPr>
            <a:endParaRPr/>
          </a:p>
        </p:txBody>
      </p:sp>
      <p:sp>
        <p:nvSpPr>
          <p:cNvPr id="537" name="Google Shape;537;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a:xfrm>
            <a:off x="1262063" y="720725"/>
            <a:ext cx="4797425" cy="3598863"/>
          </a:xfrm>
          <a:solidFill>
            <a:srgbClr val="FFFFFF"/>
          </a:solidFill>
          <a:ln/>
        </p:spPr>
      </p:sp>
      <p:sp>
        <p:nvSpPr>
          <p:cNvPr id="87043" name="Rectangle 3"/>
          <p:cNvSpPr>
            <a:spLocks noGrp="1" noChangeArrowheads="1"/>
          </p:cNvSpPr>
          <p:nvPr>
            <p:ph type="body" idx="1"/>
          </p:nvPr>
        </p:nvSpPr>
        <p:spPr>
          <a:xfrm>
            <a:off x="974690" y="4559248"/>
            <a:ext cx="5365820" cy="4321201"/>
          </a:xfrm>
          <a:solidFill>
            <a:srgbClr val="FFFFFF"/>
          </a:solidFill>
          <a:ln>
            <a:solidFill>
              <a:srgbClr val="000000"/>
            </a:solidFill>
          </a:ln>
        </p:spPr>
        <p:txBody>
          <a:bodyPr lIns="95017" tIns="47507" rIns="95017" bIns="47507"/>
          <a:lstStyle/>
          <a:p>
            <a:endParaRPr lang="en-US" dirty="0"/>
          </a:p>
        </p:txBody>
      </p:sp>
    </p:spTree>
    <p:extLst>
      <p:ext uri="{BB962C8B-B14F-4D97-AF65-F5344CB8AC3E}">
        <p14:creationId xmlns:p14="http://schemas.microsoft.com/office/powerpoint/2010/main" val="7551726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262063" y="720725"/>
            <a:ext cx="4797425" cy="3598863"/>
          </a:xfrm>
          <a:solidFill>
            <a:srgbClr val="FFFFFF"/>
          </a:solidFill>
          <a:ln/>
        </p:spPr>
      </p:sp>
      <p:sp>
        <p:nvSpPr>
          <p:cNvPr id="89091" name="Rectangle 3"/>
          <p:cNvSpPr>
            <a:spLocks noGrp="1" noChangeArrowheads="1"/>
          </p:cNvSpPr>
          <p:nvPr>
            <p:ph type="body" idx="1"/>
          </p:nvPr>
        </p:nvSpPr>
        <p:spPr>
          <a:xfrm>
            <a:off x="974690" y="4559248"/>
            <a:ext cx="5365820" cy="4321201"/>
          </a:xfrm>
          <a:solidFill>
            <a:srgbClr val="FFFFFF"/>
          </a:solidFill>
          <a:ln>
            <a:solidFill>
              <a:srgbClr val="000000"/>
            </a:solidFill>
          </a:ln>
        </p:spPr>
        <p:txBody>
          <a:bodyPr lIns="95017" tIns="47507" rIns="95017" bIns="47507"/>
          <a:lstStyle/>
          <a:p>
            <a:endParaRPr lang="en-US"/>
          </a:p>
        </p:txBody>
      </p:sp>
    </p:spTree>
    <p:extLst>
      <p:ext uri="{BB962C8B-B14F-4D97-AF65-F5344CB8AC3E}">
        <p14:creationId xmlns:p14="http://schemas.microsoft.com/office/powerpoint/2010/main" val="16948779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a:xfrm>
            <a:off x="1262063" y="720725"/>
            <a:ext cx="4797425" cy="3598863"/>
          </a:xfrm>
          <a:ln/>
        </p:spPr>
      </p:sp>
      <p:sp>
        <p:nvSpPr>
          <p:cNvPr id="92163" name="Rectangle 3"/>
          <p:cNvSpPr>
            <a:spLocks noGrp="1" noChangeArrowheads="1"/>
          </p:cNvSpPr>
          <p:nvPr>
            <p:ph type="body" idx="1"/>
          </p:nvPr>
        </p:nvSpPr>
        <p:spPr>
          <a:xfrm>
            <a:off x="974690" y="4559248"/>
            <a:ext cx="5365820" cy="4321201"/>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017" tIns="47507" rIns="95017" bIns="47507"/>
          <a:lstStyle/>
          <a:p>
            <a:endParaRPr lang="en-US"/>
          </a:p>
        </p:txBody>
      </p:sp>
    </p:spTree>
    <p:extLst>
      <p:ext uri="{BB962C8B-B14F-4D97-AF65-F5344CB8AC3E}">
        <p14:creationId xmlns:p14="http://schemas.microsoft.com/office/powerpoint/2010/main" val="37455427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xfrm>
            <a:off x="1262063" y="720725"/>
            <a:ext cx="4797425" cy="3598863"/>
          </a:xfrm>
          <a:ln/>
        </p:spPr>
      </p:sp>
      <p:sp>
        <p:nvSpPr>
          <p:cNvPr id="94211" name="Rectangle 3"/>
          <p:cNvSpPr>
            <a:spLocks noGrp="1" noChangeArrowheads="1"/>
          </p:cNvSpPr>
          <p:nvPr>
            <p:ph type="body" idx="1"/>
          </p:nvPr>
        </p:nvSpPr>
        <p:spPr>
          <a:xfrm>
            <a:off x="974690" y="4559248"/>
            <a:ext cx="5365820" cy="4321201"/>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017" tIns="47507" rIns="95017" bIns="47507"/>
          <a:lstStyle/>
          <a:p>
            <a:endParaRPr lang="en-US"/>
          </a:p>
        </p:txBody>
      </p:sp>
    </p:spTree>
    <p:extLst>
      <p:ext uri="{BB962C8B-B14F-4D97-AF65-F5344CB8AC3E}">
        <p14:creationId xmlns:p14="http://schemas.microsoft.com/office/powerpoint/2010/main" val="39396493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6" name="Google Shape;606;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200"/>
              <a:buFont typeface="Times New Roman"/>
              <a:buNone/>
            </a:pPr>
            <a:endParaRPr/>
          </a:p>
        </p:txBody>
      </p:sp>
      <p:sp>
        <p:nvSpPr>
          <p:cNvPr id="607" name="Google Shape;607;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25</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5194659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0" name="Google Shape;620;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200"/>
              <a:buFont typeface="Times New Roman"/>
              <a:buNone/>
            </a:pPr>
            <a:endParaRPr/>
          </a:p>
        </p:txBody>
      </p:sp>
      <p:sp>
        <p:nvSpPr>
          <p:cNvPr id="621" name="Google Shape;621;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26</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060474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8" name="Google Shape;628;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200"/>
              <a:buFont typeface="Times New Roman"/>
              <a:buNone/>
            </a:pPr>
            <a:endParaRPr/>
          </a:p>
        </p:txBody>
      </p:sp>
      <p:sp>
        <p:nvSpPr>
          <p:cNvPr id="629" name="Google Shape;629;p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27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5131174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6" name="Google Shape;636;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200"/>
              <a:buFont typeface="Times New Roman"/>
              <a:buNone/>
            </a:pPr>
            <a:endParaRPr/>
          </a:p>
        </p:txBody>
      </p:sp>
      <p:sp>
        <p:nvSpPr>
          <p:cNvPr id="637" name="Google Shape;637;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28</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2621568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9" name="Google Shape;649;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200"/>
              <a:buFont typeface="Times New Roman"/>
              <a:buNone/>
            </a:pPr>
            <a:endParaRPr/>
          </a:p>
        </p:txBody>
      </p:sp>
      <p:sp>
        <p:nvSpPr>
          <p:cNvPr id="650" name="Google Shape;650;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29</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9243833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7" name="Google Shape;657;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200"/>
              <a:buFont typeface="Times New Roman"/>
              <a:buNone/>
            </a:pPr>
            <a:endParaRPr/>
          </a:p>
        </p:txBody>
      </p:sp>
      <p:sp>
        <p:nvSpPr>
          <p:cNvPr id="658" name="Google Shape;658;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30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9617027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5" name="Google Shape;665;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200"/>
              <a:buFont typeface="Times New Roman"/>
              <a:buNone/>
            </a:pPr>
            <a:endParaRPr/>
          </a:p>
        </p:txBody>
      </p:sp>
      <p:sp>
        <p:nvSpPr>
          <p:cNvPr id="666" name="Google Shape;666;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31</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50219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Times New Roman"/>
              <a:buNone/>
            </a:pPr>
            <a:endParaRPr/>
          </a:p>
        </p:txBody>
      </p:sp>
      <p:sp>
        <p:nvSpPr>
          <p:cNvPr id="674" name="Google Shape;674;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32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2" name="Google Shape;542;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200"/>
              <a:buFont typeface="Times New Roman"/>
              <a:buNone/>
            </a:pPr>
            <a:endParaRPr/>
          </a:p>
        </p:txBody>
      </p:sp>
      <p:sp>
        <p:nvSpPr>
          <p:cNvPr id="543" name="Google Shape;543;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33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1366339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Rot="1" noChangeAspect="1" noChangeArrowheads="1" noTextEdit="1"/>
          </p:cNvSpPr>
          <p:nvPr>
            <p:ph type="sldImg"/>
          </p:nvPr>
        </p:nvSpPr>
        <p:spPr>
          <a:xfrm>
            <a:off x="1262063" y="720725"/>
            <a:ext cx="4797425" cy="3598863"/>
          </a:xfrm>
          <a:ln/>
        </p:spPr>
      </p:sp>
      <p:sp>
        <p:nvSpPr>
          <p:cNvPr id="103427" name="Rectangle 3"/>
          <p:cNvSpPr>
            <a:spLocks noGrp="1" noChangeArrowheads="1"/>
          </p:cNvSpPr>
          <p:nvPr>
            <p:ph type="body" idx="1"/>
          </p:nvPr>
        </p:nvSpPr>
        <p:spPr>
          <a:xfrm>
            <a:off x="974690" y="4559248"/>
            <a:ext cx="5365820" cy="4321201"/>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017" tIns="47507" rIns="95017" bIns="47507"/>
          <a:lstStyle/>
          <a:p>
            <a:endParaRPr lang="en-US"/>
          </a:p>
        </p:txBody>
      </p:sp>
    </p:spTree>
    <p:extLst>
      <p:ext uri="{BB962C8B-B14F-4D97-AF65-F5344CB8AC3E}">
        <p14:creationId xmlns:p14="http://schemas.microsoft.com/office/powerpoint/2010/main" val="353541252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Times New Roman"/>
              <a:buNone/>
            </a:pPr>
            <a:endParaRPr/>
          </a:p>
        </p:txBody>
      </p:sp>
      <p:sp>
        <p:nvSpPr>
          <p:cNvPr id="681" name="Google Shape;681;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6"/>
        <p:cNvGrpSpPr/>
        <p:nvPr/>
      </p:nvGrpSpPr>
      <p:grpSpPr>
        <a:xfrm>
          <a:off x="0" y="0"/>
          <a:ext cx="0" cy="0"/>
          <a:chOff x="0" y="0"/>
          <a:chExt cx="0" cy="0"/>
        </a:xfrm>
      </p:grpSpPr>
      <p:sp>
        <p:nvSpPr>
          <p:cNvPr id="827" name="Google Shape;827;g11575d78375_0_47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828" name="Google Shape;828;g11575d78375_0_47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9203673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17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en-US"/>
          </a:p>
        </p:txBody>
      </p:sp>
      <p:sp>
        <p:nvSpPr>
          <p:cNvPr id="317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0A9BACF-38E1-465D-AE3D-0E82DE160386}" type="slidenum">
              <a:rPr lang="en-US" altLang="en-US" smtClean="0">
                <a:latin typeface="Calibri" panose="020F0502020204030204" pitchFamily="34" charset="0"/>
              </a:rPr>
              <a:pPr/>
              <a:t>43</a:t>
            </a:fld>
            <a:endParaRPr lang="en-US" altLang="en-US">
              <a:latin typeface="Calibri" panose="020F0502020204030204" pitchFamily="34" charset="0"/>
            </a:endParaRPr>
          </a:p>
        </p:txBody>
      </p:sp>
    </p:spTree>
    <p:extLst>
      <p:ext uri="{BB962C8B-B14F-4D97-AF65-F5344CB8AC3E}">
        <p14:creationId xmlns:p14="http://schemas.microsoft.com/office/powerpoint/2010/main" val="14495869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g11575d78375_0_56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2" name="Google Shape;912;g11575d78375_0_56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13" name="Google Shape;913;g11575d78375_0_56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45</a:t>
            </a:fld>
            <a:endParaRPr/>
          </a:p>
        </p:txBody>
      </p:sp>
    </p:spTree>
    <p:extLst>
      <p:ext uri="{BB962C8B-B14F-4D97-AF65-F5344CB8AC3E}">
        <p14:creationId xmlns:p14="http://schemas.microsoft.com/office/powerpoint/2010/main" val="28960968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p:cNvGrpSpPr/>
        <p:nvPr/>
      </p:nvGrpSpPr>
      <p:grpSpPr>
        <a:xfrm>
          <a:off x="0" y="0"/>
          <a:ext cx="0" cy="0"/>
          <a:chOff x="0" y="0"/>
          <a:chExt cx="0" cy="0"/>
        </a:xfrm>
      </p:grpSpPr>
      <p:sp>
        <p:nvSpPr>
          <p:cNvPr id="842" name="Google Shape;842;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3" name="Google Shape;843;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b="0"/>
          </a:p>
        </p:txBody>
      </p:sp>
      <p:sp>
        <p:nvSpPr>
          <p:cNvPr id="844" name="Google Shape;844;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50</a:t>
            </a:fld>
            <a:endParaRPr/>
          </a:p>
        </p:txBody>
      </p:sp>
    </p:spTree>
    <p:extLst>
      <p:ext uri="{BB962C8B-B14F-4D97-AF65-F5344CB8AC3E}">
        <p14:creationId xmlns:p14="http://schemas.microsoft.com/office/powerpoint/2010/main" val="3508967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p:cNvGrpSpPr/>
        <p:nvPr/>
      </p:nvGrpSpPr>
      <p:grpSpPr>
        <a:xfrm>
          <a:off x="0" y="0"/>
          <a:ext cx="0" cy="0"/>
          <a:chOff x="0" y="0"/>
          <a:chExt cx="0" cy="0"/>
        </a:xfrm>
      </p:grpSpPr>
      <p:sp>
        <p:nvSpPr>
          <p:cNvPr id="854" name="Google Shape;854;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5" name="Google Shape;855;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3690485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11575d78375_0_48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3" name="Google Shape;863;g11575d78375_0_48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b="0"/>
          </a:p>
        </p:txBody>
      </p:sp>
      <p:sp>
        <p:nvSpPr>
          <p:cNvPr id="864" name="Google Shape;864;g11575d78375_0_48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52</a:t>
            </a:fld>
            <a:endParaRPr/>
          </a:p>
        </p:txBody>
      </p:sp>
    </p:spTree>
    <p:extLst>
      <p:ext uri="{BB962C8B-B14F-4D97-AF65-F5344CB8AC3E}">
        <p14:creationId xmlns:p14="http://schemas.microsoft.com/office/powerpoint/2010/main" val="12420666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0"/>
        <p:cNvGrpSpPr/>
        <p:nvPr/>
      </p:nvGrpSpPr>
      <p:grpSpPr>
        <a:xfrm>
          <a:off x="0" y="0"/>
          <a:ext cx="0" cy="0"/>
          <a:chOff x="0" y="0"/>
          <a:chExt cx="0" cy="0"/>
        </a:xfrm>
      </p:grpSpPr>
      <p:sp>
        <p:nvSpPr>
          <p:cNvPr id="881" name="Google Shape;881;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2" name="Google Shape;882;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9472876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a:extLst>
              <a:ext uri="{FF2B5EF4-FFF2-40B4-BE49-F238E27FC236}">
                <a16:creationId xmlns:a16="http://schemas.microsoft.com/office/drawing/2014/main" id="{F8EACB86-9679-4739-8D2B-6381B6AA2E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Times New Roman" panose="02020603050405020304" pitchFamily="18" charset="0"/>
              </a:defRPr>
            </a:lvl1pPr>
            <a:lvl2pPr marL="742950" indent="-285750" defTabSz="931863">
              <a:spcBef>
                <a:spcPct val="30000"/>
              </a:spcBef>
              <a:defRPr sz="1200">
                <a:solidFill>
                  <a:schemeClr val="tx1"/>
                </a:solidFill>
                <a:latin typeface="Times New Roman" panose="02020603050405020304" pitchFamily="18" charset="0"/>
              </a:defRPr>
            </a:lvl2pPr>
            <a:lvl3pPr marL="1143000" indent="-228600" defTabSz="931863">
              <a:spcBef>
                <a:spcPct val="30000"/>
              </a:spcBef>
              <a:defRPr sz="1200">
                <a:solidFill>
                  <a:schemeClr val="tx1"/>
                </a:solidFill>
                <a:latin typeface="Times New Roman" panose="02020603050405020304" pitchFamily="18" charset="0"/>
              </a:defRPr>
            </a:lvl3pPr>
            <a:lvl4pPr marL="1600200" indent="-228600" defTabSz="931863">
              <a:spcBef>
                <a:spcPct val="30000"/>
              </a:spcBef>
              <a:defRPr sz="1200">
                <a:solidFill>
                  <a:schemeClr val="tx1"/>
                </a:solidFill>
                <a:latin typeface="Times New Roman" panose="02020603050405020304" pitchFamily="18" charset="0"/>
              </a:defRPr>
            </a:lvl4pPr>
            <a:lvl5pPr marL="2057400" indent="-228600" defTabSz="931863">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marL="0" marR="0" lvl="0" indent="0" algn="r" defTabSz="931863" eaLnBrk="1" fontAlgn="auto" latinLnBrk="0" hangingPunct="1">
              <a:lnSpc>
                <a:spcPct val="100000"/>
              </a:lnSpc>
              <a:spcBef>
                <a:spcPct val="0"/>
              </a:spcBef>
              <a:spcAft>
                <a:spcPts val="0"/>
              </a:spcAft>
              <a:buClrTx/>
              <a:buSzTx/>
              <a:buFontTx/>
              <a:buNone/>
              <a:tabLst/>
              <a:defRPr/>
            </a:pPr>
            <a:fld id="{644945B5-4014-439C-9992-E1FDAB68D16C}" type="slidenum">
              <a:rPr kumimoji="0" lang="en-US" altLang="en-US" sz="1200" b="0" i="0" u="none" strike="noStrike" kern="0" cap="none" spc="0" normalizeH="0" baseline="0" noProof="0">
                <a:ln>
                  <a:noFill/>
                </a:ln>
                <a:solidFill>
                  <a:prstClr val="black"/>
                </a:solidFill>
                <a:effectLst/>
                <a:uLnTx/>
                <a:uFillTx/>
                <a:latin typeface="Times New Roman" panose="02020603050405020304" pitchFamily="18" charset="0"/>
              </a:rPr>
              <a:pPr marL="0" marR="0" lvl="0" indent="0" algn="r" defTabSz="931863" eaLnBrk="1" fontAlgn="auto" latinLnBrk="0" hangingPunct="1">
                <a:lnSpc>
                  <a:spcPct val="100000"/>
                </a:lnSpc>
                <a:spcBef>
                  <a:spcPct val="0"/>
                </a:spcBef>
                <a:spcAft>
                  <a:spcPts val="0"/>
                </a:spcAft>
                <a:buClrTx/>
                <a:buSzTx/>
                <a:buFontTx/>
                <a:buNone/>
                <a:tabLst/>
                <a:defRPr/>
              </a:pPr>
              <a:t>56</a:t>
            </a:fld>
            <a:endParaRPr kumimoji="0" lang="en-US" altLang="en-US" sz="1200" b="0" i="0" u="none" strike="noStrike" kern="0" cap="none" spc="0" normalizeH="0" baseline="0" noProof="0">
              <a:ln>
                <a:noFill/>
              </a:ln>
              <a:solidFill>
                <a:prstClr val="black"/>
              </a:solidFill>
              <a:effectLst/>
              <a:uLnTx/>
              <a:uFillTx/>
              <a:latin typeface="Times New Roman" panose="02020603050405020304" pitchFamily="18" charset="0"/>
            </a:endParaRPr>
          </a:p>
        </p:txBody>
      </p:sp>
      <p:sp>
        <p:nvSpPr>
          <p:cNvPr id="110595" name="Rectangle 2">
            <a:extLst>
              <a:ext uri="{FF2B5EF4-FFF2-40B4-BE49-F238E27FC236}">
                <a16:creationId xmlns:a16="http://schemas.microsoft.com/office/drawing/2014/main" id="{5F37E99F-4F0F-4B7C-BBE9-E2885BD11CA6}"/>
              </a:ext>
            </a:extLst>
          </p:cNvPr>
          <p:cNvSpPr>
            <a:spLocks noGrp="1" noRot="1" noChangeAspect="1" noChangeArrowheads="1" noTextEdit="1"/>
          </p:cNvSpPr>
          <p:nvPr>
            <p:ph type="sldImg"/>
          </p:nvPr>
        </p:nvSpPr>
        <p:spPr>
          <a:xfrm>
            <a:off x="1196975" y="692150"/>
            <a:ext cx="4618038" cy="3463925"/>
          </a:xfrm>
          <a:ln/>
        </p:spPr>
      </p:sp>
      <p:sp>
        <p:nvSpPr>
          <p:cNvPr id="110596" name="Rectangle 3">
            <a:extLst>
              <a:ext uri="{FF2B5EF4-FFF2-40B4-BE49-F238E27FC236}">
                <a16:creationId xmlns:a16="http://schemas.microsoft.com/office/drawing/2014/main" id="{7CD43606-41F8-4A1C-8EA4-070B98DC62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78359493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Times New Roman"/>
              <a:buNone/>
            </a:pPr>
            <a:endParaRPr/>
          </a:p>
        </p:txBody>
      </p:sp>
      <p:sp>
        <p:nvSpPr>
          <p:cNvPr id="681" name="Google Shape;681;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40257162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6" name="Google Shape;836;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8917810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p:cNvGrpSpPr/>
        <p:nvPr/>
      </p:nvGrpSpPr>
      <p:grpSpPr>
        <a:xfrm>
          <a:off x="0" y="0"/>
          <a:ext cx="0" cy="0"/>
          <a:chOff x="0" y="0"/>
          <a:chExt cx="0" cy="0"/>
        </a:xfrm>
      </p:grpSpPr>
      <p:sp>
        <p:nvSpPr>
          <p:cNvPr id="887" name="Google Shape;887;g11575d78375_0_5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8" name="Google Shape;888;g11575d78375_0_5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5091470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2"/>
        <p:cNvGrpSpPr/>
        <p:nvPr/>
      </p:nvGrpSpPr>
      <p:grpSpPr>
        <a:xfrm>
          <a:off x="0" y="0"/>
          <a:ext cx="0" cy="0"/>
          <a:chOff x="0" y="0"/>
          <a:chExt cx="0" cy="0"/>
        </a:xfrm>
      </p:grpSpPr>
      <p:sp>
        <p:nvSpPr>
          <p:cNvPr id="933" name="Google Shape;933;g11575d78375_0_6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4" name="Google Shape;934;g11575d78375_0_6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4448384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r" defTabSz="931863" rtl="0" eaLnBrk="0" fontAlgn="auto" latinLnBrk="0" hangingPunct="0">
              <a:lnSpc>
                <a:spcPct val="100000"/>
              </a:lnSpc>
              <a:spcBef>
                <a:spcPts val="0"/>
              </a:spcBef>
              <a:spcAft>
                <a:spcPts val="0"/>
              </a:spcAft>
              <a:buClrTx/>
              <a:buSzTx/>
              <a:buFontTx/>
              <a:buNone/>
              <a:tabLst/>
              <a:defRPr/>
            </a:pPr>
            <a:fld id="{8A3DD842-94A4-4A2C-8DA4-BBED29A200B3}"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pPr marL="0" marR="0" lvl="0" indent="0" algn="r" defTabSz="931863" rtl="0" eaLnBrk="0" fontAlgn="auto" latinLnBrk="0" hangingPunct="0">
                <a:lnSpc>
                  <a:spcPct val="100000"/>
                </a:lnSpc>
                <a:spcBef>
                  <a:spcPts val="0"/>
                </a:spcBef>
                <a:spcAft>
                  <a:spcPts val="0"/>
                </a:spcAft>
                <a:buClrTx/>
                <a:buSzTx/>
                <a:buFontTx/>
                <a:buNone/>
                <a:tabLst/>
                <a:defRPr/>
              </a:pPr>
              <a:t>65</a:t>
            </a:fld>
            <a:endPar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125955" name="Rectangle 2"/>
          <p:cNvSpPr>
            <a:spLocks noGrp="1" noRot="1" noChangeAspect="1" noChangeArrowheads="1" noTextEdit="1"/>
          </p:cNvSpPr>
          <p:nvPr>
            <p:ph type="sldImg"/>
          </p:nvPr>
        </p:nvSpPr>
        <p:spPr>
          <a:xfrm>
            <a:off x="1117600" y="696913"/>
            <a:ext cx="4648200" cy="3486150"/>
          </a:xfrm>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45526359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0"/>
        <p:cNvGrpSpPr/>
        <p:nvPr/>
      </p:nvGrpSpPr>
      <p:grpSpPr>
        <a:xfrm>
          <a:off x="0" y="0"/>
          <a:ext cx="0" cy="0"/>
          <a:chOff x="0" y="0"/>
          <a:chExt cx="0" cy="0"/>
        </a:xfrm>
      </p:grpSpPr>
      <p:sp>
        <p:nvSpPr>
          <p:cNvPr id="1011" name="Google Shape;1011;g11575d78375_0_8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2" name="Google Shape;1012;g11575d78375_0_8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3" name="Google Shape;1013;g11575d78375_0_82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66</a:t>
            </a:fld>
            <a:endParaRPr/>
          </a:p>
        </p:txBody>
      </p:sp>
    </p:spTree>
    <p:extLst>
      <p:ext uri="{BB962C8B-B14F-4D97-AF65-F5344CB8AC3E}">
        <p14:creationId xmlns:p14="http://schemas.microsoft.com/office/powerpoint/2010/main" val="5108306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8"/>
        <p:cNvGrpSpPr/>
        <p:nvPr/>
      </p:nvGrpSpPr>
      <p:grpSpPr>
        <a:xfrm>
          <a:off x="0" y="0"/>
          <a:ext cx="0" cy="0"/>
          <a:chOff x="0" y="0"/>
          <a:chExt cx="0" cy="0"/>
        </a:xfrm>
      </p:grpSpPr>
      <p:sp>
        <p:nvSpPr>
          <p:cNvPr id="1239" name="Google Shape;1239;p5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40" name="Google Shape;1240;p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8"/>
        <p:cNvGrpSpPr/>
        <p:nvPr/>
      </p:nvGrpSpPr>
      <p:grpSpPr>
        <a:xfrm>
          <a:off x="0" y="0"/>
          <a:ext cx="0" cy="0"/>
          <a:chOff x="0" y="0"/>
          <a:chExt cx="0" cy="0"/>
        </a:xfrm>
      </p:grpSpPr>
      <p:sp>
        <p:nvSpPr>
          <p:cNvPr id="1239" name="Google Shape;1239;p5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40" name="Google Shape;1240;p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4692209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8"/>
        <p:cNvGrpSpPr/>
        <p:nvPr/>
      </p:nvGrpSpPr>
      <p:grpSpPr>
        <a:xfrm>
          <a:off x="0" y="0"/>
          <a:ext cx="0" cy="0"/>
          <a:chOff x="0" y="0"/>
          <a:chExt cx="0" cy="0"/>
        </a:xfrm>
      </p:grpSpPr>
      <p:sp>
        <p:nvSpPr>
          <p:cNvPr id="1259" name="Google Shape;1259;p6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60" name="Google Shape;1260;p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jp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4.jpg" /><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4.jpg" /><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jpg" /><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2.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2.xml" /></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3.xml" /></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jpg" /><Relationship Id="rId1" Type="http://schemas.openxmlformats.org/officeDocument/2006/relationships/slideMaster" Target="../slideMasters/slideMaster3.xml" /></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3.xml" /></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3.xml" /></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3.xml" /></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3.xml" /></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3.xml" /></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6.jpg" /><Relationship Id="rId1" Type="http://schemas.openxmlformats.org/officeDocument/2006/relationships/slideMaster" Target="../slideMasters/slideMaster4.xml" /></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7.jpg" /><Relationship Id="rId1" Type="http://schemas.openxmlformats.org/officeDocument/2006/relationships/slideMaster" Target="../slideMasters/slideMaster4.xml" /></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4.xml" /></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4.xml" /></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image" Target="../media/image8.jpeg" /><Relationship Id="rId1" Type="http://schemas.openxmlformats.org/officeDocument/2006/relationships/slideMaster" Target="../slideMasters/slideMaster5.xml" /></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image" Target="../media/image10.jpeg" /><Relationship Id="rId1" Type="http://schemas.openxmlformats.org/officeDocument/2006/relationships/slideMaster" Target="../slideMasters/slideMaster5.xml" /></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5.xml" /></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5.xml" /></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5.xml" /></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5.xml" /></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5.xml" /></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5.xml" /></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5.xml" /></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1.png" /><Relationship Id="rId1" Type="http://schemas.openxmlformats.org/officeDocument/2006/relationships/slideMaster" Target="../slideMasters/slideMaster5.xml" /></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5.xml" /></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6.jpg" /><Relationship Id="rId1" Type="http://schemas.openxmlformats.org/officeDocument/2006/relationships/slideMaster" Target="../slideMasters/slideMaster6.xml" /></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7.jpg" /><Relationship Id="rId1" Type="http://schemas.openxmlformats.org/officeDocument/2006/relationships/slideMaster" Target="../slideMasters/slideMaster6.xml" /></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6.xml" /></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6.xml" /></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6.xml" /></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7.xml" /></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7.xml" /></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8.xml" /></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jpg" /><Relationship Id="rId1" Type="http://schemas.openxmlformats.org/officeDocument/2006/relationships/slideMaster" Target="../slideMasters/slideMaster8.xml" /></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0.xml" /></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0.xml" /></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p:cSld name="Custom Layout">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62"/>
          <p:cNvSpPr/>
          <p:nvPr/>
        </p:nvSpPr>
        <p:spPr>
          <a:xfrm>
            <a:off x="0" y="3352800"/>
            <a:ext cx="8686800" cy="2743200"/>
          </a:xfrm>
          <a:prstGeom prst="rect">
            <a:avLst/>
          </a:prstGeom>
          <a:solidFill>
            <a:srgbClr val="10114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Arial"/>
              <a:ea typeface="Arial"/>
              <a:cs typeface="Arial"/>
              <a:sym typeface="Arial"/>
            </a:endParaRPr>
          </a:p>
        </p:txBody>
      </p:sp>
      <p:sp>
        <p:nvSpPr>
          <p:cNvPr id="17" name="Google Shape;17;p62"/>
          <p:cNvSpPr/>
          <p:nvPr/>
        </p:nvSpPr>
        <p:spPr>
          <a:xfrm>
            <a:off x="2895600" y="6096000"/>
            <a:ext cx="28956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sp>
        <p:nvSpPr>
          <p:cNvPr id="18" name="Google Shape;18;p62"/>
          <p:cNvSpPr/>
          <p:nvPr/>
        </p:nvSpPr>
        <p:spPr>
          <a:xfrm>
            <a:off x="0" y="6096000"/>
            <a:ext cx="28956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sp>
        <p:nvSpPr>
          <p:cNvPr id="19" name="Google Shape;19;p62"/>
          <p:cNvSpPr/>
          <p:nvPr/>
        </p:nvSpPr>
        <p:spPr>
          <a:xfrm>
            <a:off x="5791200" y="6096000"/>
            <a:ext cx="28956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pic>
        <p:nvPicPr>
          <p:cNvPr id="20" name="Google Shape;20;p62" descr="BITS_university_logo_whitevert.png"/>
          <p:cNvPicPr preferRelativeResize="0"/>
          <p:nvPr/>
        </p:nvPicPr>
        <p:blipFill rotWithShape="1">
          <a:blip r:embed="rId3">
            <a:alphaModFix/>
          </a:blip>
          <a:srcRect t="2" b="28592"/>
          <a:stretch/>
        </p:blipFill>
        <p:spPr>
          <a:xfrm>
            <a:off x="76200" y="3352800"/>
            <a:ext cx="2057400" cy="1979613"/>
          </a:xfrm>
          <a:prstGeom prst="rect">
            <a:avLst/>
          </a:prstGeom>
          <a:noFill/>
          <a:ln>
            <a:noFill/>
          </a:ln>
        </p:spPr>
      </p:pic>
      <p:sp>
        <p:nvSpPr>
          <p:cNvPr id="21" name="Google Shape;21;p62"/>
          <p:cNvSpPr txBox="1"/>
          <p:nvPr/>
        </p:nvSpPr>
        <p:spPr>
          <a:xfrm>
            <a:off x="-76200" y="5257800"/>
            <a:ext cx="2209800" cy="55403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900" b="1" i="0" u="none" strike="noStrike" cap="none">
                <a:solidFill>
                  <a:srgbClr val="FFFFFF"/>
                </a:solidFill>
                <a:latin typeface="Arial"/>
                <a:ea typeface="Arial"/>
                <a:cs typeface="Arial"/>
                <a:sym typeface="Arial"/>
              </a:rPr>
              <a:t>BITS</a:t>
            </a:r>
            <a:r>
              <a:rPr lang="en-US" sz="2900" b="0" i="0" u="none" strike="noStrike" cap="none">
                <a:solidFill>
                  <a:srgbClr val="FFFFFF"/>
                </a:solidFill>
                <a:latin typeface="Arial"/>
                <a:ea typeface="Arial"/>
                <a:cs typeface="Arial"/>
                <a:sym typeface="Arial"/>
              </a:rPr>
              <a:t> Pilani</a:t>
            </a:r>
            <a:endParaRPr/>
          </a:p>
        </p:txBody>
      </p:sp>
      <p:sp>
        <p:nvSpPr>
          <p:cNvPr id="22" name="Google Shape;22;p62"/>
          <p:cNvSpPr txBox="1"/>
          <p:nvPr/>
        </p:nvSpPr>
        <p:spPr>
          <a:xfrm>
            <a:off x="152400" y="5667375"/>
            <a:ext cx="1905000" cy="2762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a:solidFill>
                  <a:srgbClr val="FFFFFF"/>
                </a:solidFill>
                <a:latin typeface="Arial"/>
                <a:ea typeface="Arial"/>
                <a:cs typeface="Arial"/>
                <a:sym typeface="Arial"/>
              </a:rPr>
              <a:t>Pilani Campus</a:t>
            </a:r>
            <a:endParaRPr/>
          </a:p>
        </p:txBody>
      </p:sp>
      <p:sp>
        <p:nvSpPr>
          <p:cNvPr id="23" name="Google Shape;23;p62"/>
          <p:cNvSpPr/>
          <p:nvPr/>
        </p:nvSpPr>
        <p:spPr>
          <a:xfrm>
            <a:off x="0" y="3352800"/>
            <a:ext cx="8686800" cy="2743200"/>
          </a:xfrm>
          <a:prstGeom prst="rect">
            <a:avLst/>
          </a:prstGeom>
          <a:solidFill>
            <a:srgbClr val="10114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Arial"/>
              <a:ea typeface="Arial"/>
              <a:cs typeface="Arial"/>
              <a:sym typeface="Arial"/>
            </a:endParaRPr>
          </a:p>
        </p:txBody>
      </p:sp>
      <p:sp>
        <p:nvSpPr>
          <p:cNvPr id="24" name="Google Shape;24;p62"/>
          <p:cNvSpPr/>
          <p:nvPr/>
        </p:nvSpPr>
        <p:spPr>
          <a:xfrm>
            <a:off x="2895600" y="6096000"/>
            <a:ext cx="28956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sp>
        <p:nvSpPr>
          <p:cNvPr id="25" name="Google Shape;25;p62"/>
          <p:cNvSpPr/>
          <p:nvPr/>
        </p:nvSpPr>
        <p:spPr>
          <a:xfrm>
            <a:off x="0" y="6096000"/>
            <a:ext cx="28956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sp>
        <p:nvSpPr>
          <p:cNvPr id="26" name="Google Shape;26;p62"/>
          <p:cNvSpPr/>
          <p:nvPr/>
        </p:nvSpPr>
        <p:spPr>
          <a:xfrm>
            <a:off x="5791200" y="6096000"/>
            <a:ext cx="28956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pic>
        <p:nvPicPr>
          <p:cNvPr id="27" name="Google Shape;27;p62" descr="BITS_university_logo_whitevert.png"/>
          <p:cNvPicPr preferRelativeResize="0"/>
          <p:nvPr/>
        </p:nvPicPr>
        <p:blipFill rotWithShape="1">
          <a:blip r:embed="rId3">
            <a:alphaModFix/>
          </a:blip>
          <a:srcRect t="2" b="28592"/>
          <a:stretch/>
        </p:blipFill>
        <p:spPr>
          <a:xfrm>
            <a:off x="76200" y="3352800"/>
            <a:ext cx="2057400" cy="1979613"/>
          </a:xfrm>
          <a:prstGeom prst="rect">
            <a:avLst/>
          </a:prstGeom>
          <a:noFill/>
          <a:ln>
            <a:noFill/>
          </a:ln>
        </p:spPr>
      </p:pic>
      <p:sp>
        <p:nvSpPr>
          <p:cNvPr id="28" name="Google Shape;28;p62"/>
          <p:cNvSpPr txBox="1"/>
          <p:nvPr/>
        </p:nvSpPr>
        <p:spPr>
          <a:xfrm>
            <a:off x="-76200" y="5257800"/>
            <a:ext cx="2209800" cy="55403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900" b="1" i="0" u="none" strike="noStrike" cap="none">
                <a:solidFill>
                  <a:srgbClr val="FFFFFF"/>
                </a:solidFill>
                <a:latin typeface="Arial"/>
                <a:ea typeface="Arial"/>
                <a:cs typeface="Arial"/>
                <a:sym typeface="Arial"/>
              </a:rPr>
              <a:t>BITS</a:t>
            </a:r>
            <a:r>
              <a:rPr lang="en-US" sz="2900" b="0" i="0" u="none" strike="noStrike" cap="none">
                <a:solidFill>
                  <a:srgbClr val="FFFFFF"/>
                </a:solidFill>
                <a:latin typeface="Arial"/>
                <a:ea typeface="Arial"/>
                <a:cs typeface="Arial"/>
                <a:sym typeface="Arial"/>
              </a:rPr>
              <a:t> Pilani</a:t>
            </a:r>
            <a:endParaRPr/>
          </a:p>
        </p:txBody>
      </p:sp>
      <p:sp>
        <p:nvSpPr>
          <p:cNvPr id="29" name="Google Shape;29;p62"/>
          <p:cNvSpPr txBox="1"/>
          <p:nvPr/>
        </p:nvSpPr>
        <p:spPr>
          <a:xfrm>
            <a:off x="152400" y="5667375"/>
            <a:ext cx="1905000" cy="2762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a:solidFill>
                  <a:srgbClr val="FFFFFF"/>
                </a:solidFill>
                <a:latin typeface="Arial"/>
                <a:ea typeface="Arial"/>
                <a:cs typeface="Arial"/>
                <a:sym typeface="Arial"/>
              </a:rPr>
              <a:t>Pilani Campus</a:t>
            </a:r>
            <a:endParaRPr/>
          </a:p>
        </p:txBody>
      </p:sp>
      <p:sp>
        <p:nvSpPr>
          <p:cNvPr id="30" name="Google Shape;30;p62"/>
          <p:cNvSpPr txBox="1">
            <a:spLocks noGrp="1"/>
          </p:cNvSpPr>
          <p:nvPr>
            <p:ph type="body" idx="1"/>
          </p:nvPr>
        </p:nvSpPr>
        <p:spPr>
          <a:xfrm>
            <a:off x="2514600" y="5410200"/>
            <a:ext cx="6019800" cy="533400"/>
          </a:xfrm>
          <a:prstGeom prst="rect">
            <a:avLst/>
          </a:prstGeom>
          <a:noFill/>
          <a:ln>
            <a:noFill/>
          </a:ln>
        </p:spPr>
        <p:txBody>
          <a:bodyPr spcFirstLastPara="1" wrap="square" lIns="91425" tIns="45700" rIns="91425" bIns="45700" anchor="b" anchorCtr="0">
            <a:noAutofit/>
          </a:bodyPr>
          <a:lstStyle>
            <a:lvl1pPr marL="457200" lvl="0" indent="-228600" algn="r">
              <a:lnSpc>
                <a:spcPct val="100000"/>
              </a:lnSpc>
              <a:spcBef>
                <a:spcPts val="0"/>
              </a:spcBef>
              <a:spcAft>
                <a:spcPts val="0"/>
              </a:spcAft>
              <a:buClr>
                <a:schemeClr val="lt1"/>
              </a:buClr>
              <a:buSzPts val="1800"/>
              <a:buNone/>
              <a:defRPr sz="1800">
                <a:solidFill>
                  <a:schemeClr val="lt1"/>
                </a:solidFil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1" name="Google Shape;31;p62"/>
          <p:cNvSpPr txBox="1">
            <a:spLocks noGrp="1"/>
          </p:cNvSpPr>
          <p:nvPr>
            <p:ph type="title"/>
          </p:nvPr>
        </p:nvSpPr>
        <p:spPr>
          <a:xfrm>
            <a:off x="2514600" y="3810000"/>
            <a:ext cx="6019800" cy="1524000"/>
          </a:xfrm>
          <a:prstGeom prst="rect">
            <a:avLst/>
          </a:prstGeom>
          <a:noFill/>
          <a:ln>
            <a:noFill/>
          </a:ln>
        </p:spPr>
        <p:txBody>
          <a:bodyPr spcFirstLastPara="1" wrap="square" lIns="91425" tIns="45700" rIns="91425" bIns="45700" anchor="ctr" anchorCtr="0">
            <a:noAutofit/>
          </a:bodyPr>
          <a:lstStyle>
            <a:lvl1pPr lvl="0" algn="l">
              <a:lnSpc>
                <a:spcPct val="90909"/>
              </a:lnSpc>
              <a:spcBef>
                <a:spcPts val="0"/>
              </a:spcBef>
              <a:spcAft>
                <a:spcPts val="0"/>
              </a:spcAft>
              <a:buSzPts val="1400"/>
              <a:buNone/>
              <a:defRPr sz="44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32"/>
        <p:cNvGrpSpPr/>
        <p:nvPr/>
      </p:nvGrpSpPr>
      <p:grpSpPr>
        <a:xfrm>
          <a:off x="0" y="0"/>
          <a:ext cx="0" cy="0"/>
          <a:chOff x="0" y="0"/>
          <a:chExt cx="0" cy="0"/>
        </a:xfrm>
      </p:grpSpPr>
      <p:sp>
        <p:nvSpPr>
          <p:cNvPr id="33" name="Google Shape;33;p63"/>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Pilani Campus</a:t>
            </a:r>
            <a:endParaRPr/>
          </a:p>
        </p:txBody>
      </p:sp>
      <p:grpSp>
        <p:nvGrpSpPr>
          <p:cNvPr id="34" name="Google Shape;34;p63"/>
          <p:cNvGrpSpPr/>
          <p:nvPr/>
        </p:nvGrpSpPr>
        <p:grpSpPr>
          <a:xfrm>
            <a:off x="2084388" y="6550025"/>
            <a:ext cx="7059612" cy="49213"/>
            <a:chOff x="2083888" y="6550671"/>
            <a:chExt cx="7060112" cy="48665"/>
          </a:xfrm>
        </p:grpSpPr>
        <p:sp>
          <p:nvSpPr>
            <p:cNvPr id="35" name="Google Shape;35;p63"/>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sp>
          <p:nvSpPr>
            <p:cNvPr id="36" name="Google Shape;36;p63"/>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sp>
          <p:nvSpPr>
            <p:cNvPr id="37" name="Google Shape;37;p63"/>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grpSp>
      <p:pic>
        <p:nvPicPr>
          <p:cNvPr id="38" name="Google Shape;38;p63" descr="Picture 7.png"/>
          <p:cNvPicPr preferRelativeResize="0"/>
          <p:nvPr/>
        </p:nvPicPr>
        <p:blipFill rotWithShape="1">
          <a:blip r:embed="rId2">
            <a:alphaModFix/>
          </a:blip>
          <a:srcRect l="1923" b="5335"/>
          <a:stretch/>
        </p:blipFill>
        <p:spPr>
          <a:xfrm>
            <a:off x="6629400" y="0"/>
            <a:ext cx="2193925" cy="692150"/>
          </a:xfrm>
          <a:prstGeom prst="rect">
            <a:avLst/>
          </a:prstGeom>
          <a:noFill/>
          <a:ln>
            <a:noFill/>
          </a:ln>
        </p:spPr>
      </p:pic>
      <p:grpSp>
        <p:nvGrpSpPr>
          <p:cNvPr id="39" name="Google Shape;39;p63"/>
          <p:cNvGrpSpPr/>
          <p:nvPr/>
        </p:nvGrpSpPr>
        <p:grpSpPr>
          <a:xfrm>
            <a:off x="2133600" y="6553200"/>
            <a:ext cx="7010400" cy="46038"/>
            <a:chOff x="1905000" y="6553200"/>
            <a:chExt cx="7010400" cy="45719"/>
          </a:xfrm>
        </p:grpSpPr>
        <p:sp>
          <p:nvSpPr>
            <p:cNvPr id="40" name="Google Shape;40;p63"/>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sp>
          <p:nvSpPr>
            <p:cNvPr id="41" name="Google Shape;41;p63"/>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sp>
          <p:nvSpPr>
            <p:cNvPr id="42" name="Google Shape;42;p63"/>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grpSp>
      <p:grpSp>
        <p:nvGrpSpPr>
          <p:cNvPr id="43" name="Google Shape;43;p63"/>
          <p:cNvGrpSpPr/>
          <p:nvPr/>
        </p:nvGrpSpPr>
        <p:grpSpPr>
          <a:xfrm>
            <a:off x="0" y="1295400"/>
            <a:ext cx="7010400" cy="46038"/>
            <a:chOff x="1905000" y="6553200"/>
            <a:chExt cx="7010400" cy="45719"/>
          </a:xfrm>
        </p:grpSpPr>
        <p:sp>
          <p:nvSpPr>
            <p:cNvPr id="44" name="Google Shape;44;p63"/>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sp>
          <p:nvSpPr>
            <p:cNvPr id="45" name="Google Shape;45;p63"/>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sp>
          <p:nvSpPr>
            <p:cNvPr id="46" name="Google Shape;46;p63"/>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grpSp>
      <p:sp>
        <p:nvSpPr>
          <p:cNvPr id="47" name="Google Shape;47;p63"/>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marL="914400" marR="0" lvl="1" indent="-33020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8" name="Google Shape;48;p63"/>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49"/>
        <p:cNvGrpSpPr/>
        <p:nvPr/>
      </p:nvGrpSpPr>
      <p:grpSpPr>
        <a:xfrm>
          <a:off x="0" y="0"/>
          <a:ext cx="0" cy="0"/>
          <a:chOff x="0" y="0"/>
          <a:chExt cx="0" cy="0"/>
        </a:xfrm>
      </p:grpSpPr>
      <p:sp>
        <p:nvSpPr>
          <p:cNvPr id="50" name="Google Shape;50;p64"/>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Pilani Campus</a:t>
            </a:r>
            <a:endParaRPr/>
          </a:p>
        </p:txBody>
      </p:sp>
      <p:grpSp>
        <p:nvGrpSpPr>
          <p:cNvPr id="51" name="Google Shape;51;p64"/>
          <p:cNvGrpSpPr/>
          <p:nvPr/>
        </p:nvGrpSpPr>
        <p:grpSpPr>
          <a:xfrm>
            <a:off x="2084388" y="6550025"/>
            <a:ext cx="7059612" cy="49213"/>
            <a:chOff x="2083888" y="6550671"/>
            <a:chExt cx="7060112" cy="48665"/>
          </a:xfrm>
        </p:grpSpPr>
        <p:sp>
          <p:nvSpPr>
            <p:cNvPr id="52" name="Google Shape;52;p64"/>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Tahoma"/>
                <a:ea typeface="Tahoma"/>
                <a:cs typeface="Tahoma"/>
                <a:sym typeface="Tahoma"/>
              </a:endParaRPr>
            </a:p>
          </p:txBody>
        </p:sp>
        <p:sp>
          <p:nvSpPr>
            <p:cNvPr id="53" name="Google Shape;53;p64"/>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Tahoma"/>
                <a:ea typeface="Tahoma"/>
                <a:cs typeface="Tahoma"/>
                <a:sym typeface="Tahoma"/>
              </a:endParaRPr>
            </a:p>
          </p:txBody>
        </p:sp>
        <p:sp>
          <p:nvSpPr>
            <p:cNvPr id="54" name="Google Shape;54;p64"/>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Tahoma"/>
                <a:ea typeface="Tahoma"/>
                <a:cs typeface="Tahoma"/>
                <a:sym typeface="Tahoma"/>
              </a:endParaRPr>
            </a:p>
          </p:txBody>
        </p:sp>
      </p:grpSp>
      <p:pic>
        <p:nvPicPr>
          <p:cNvPr id="55" name="Google Shape;55;p64" descr="Picture 7.png"/>
          <p:cNvPicPr preferRelativeResize="0"/>
          <p:nvPr/>
        </p:nvPicPr>
        <p:blipFill rotWithShape="1">
          <a:blip r:embed="rId2">
            <a:alphaModFix/>
          </a:blip>
          <a:srcRect l="1923" b="5335"/>
          <a:stretch/>
        </p:blipFill>
        <p:spPr>
          <a:xfrm>
            <a:off x="6629400" y="0"/>
            <a:ext cx="2193925" cy="692150"/>
          </a:xfrm>
          <a:prstGeom prst="rect">
            <a:avLst/>
          </a:prstGeom>
          <a:noFill/>
          <a:ln>
            <a:noFill/>
          </a:ln>
        </p:spPr>
      </p:pic>
      <p:grpSp>
        <p:nvGrpSpPr>
          <p:cNvPr id="56" name="Google Shape;56;p64"/>
          <p:cNvGrpSpPr/>
          <p:nvPr/>
        </p:nvGrpSpPr>
        <p:grpSpPr>
          <a:xfrm>
            <a:off x="2133600" y="6553200"/>
            <a:ext cx="7010400" cy="46038"/>
            <a:chOff x="1905000" y="6553200"/>
            <a:chExt cx="7010400" cy="45719"/>
          </a:xfrm>
        </p:grpSpPr>
        <p:sp>
          <p:nvSpPr>
            <p:cNvPr id="57" name="Google Shape;57;p64"/>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Tahoma"/>
                <a:ea typeface="Tahoma"/>
                <a:cs typeface="Tahoma"/>
                <a:sym typeface="Tahoma"/>
              </a:endParaRPr>
            </a:p>
          </p:txBody>
        </p:sp>
        <p:sp>
          <p:nvSpPr>
            <p:cNvPr id="58" name="Google Shape;58;p64"/>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Tahoma"/>
                <a:ea typeface="Tahoma"/>
                <a:cs typeface="Tahoma"/>
                <a:sym typeface="Tahoma"/>
              </a:endParaRPr>
            </a:p>
          </p:txBody>
        </p:sp>
        <p:sp>
          <p:nvSpPr>
            <p:cNvPr id="59" name="Google Shape;59;p64"/>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Tahoma"/>
                <a:ea typeface="Tahoma"/>
                <a:cs typeface="Tahoma"/>
                <a:sym typeface="Tahoma"/>
              </a:endParaRPr>
            </a:p>
          </p:txBody>
        </p:sp>
      </p:grpSp>
      <p:grpSp>
        <p:nvGrpSpPr>
          <p:cNvPr id="60" name="Google Shape;60;p64"/>
          <p:cNvGrpSpPr/>
          <p:nvPr/>
        </p:nvGrpSpPr>
        <p:grpSpPr>
          <a:xfrm>
            <a:off x="0" y="1295400"/>
            <a:ext cx="7010400" cy="46038"/>
            <a:chOff x="1905000" y="6553200"/>
            <a:chExt cx="7010400" cy="45719"/>
          </a:xfrm>
        </p:grpSpPr>
        <p:sp>
          <p:nvSpPr>
            <p:cNvPr id="61" name="Google Shape;61;p64"/>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Tahoma"/>
                <a:ea typeface="Tahoma"/>
                <a:cs typeface="Tahoma"/>
                <a:sym typeface="Tahoma"/>
              </a:endParaRPr>
            </a:p>
          </p:txBody>
        </p:sp>
        <p:sp>
          <p:nvSpPr>
            <p:cNvPr id="62" name="Google Shape;62;p64"/>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Tahoma"/>
                <a:ea typeface="Tahoma"/>
                <a:cs typeface="Tahoma"/>
                <a:sym typeface="Tahoma"/>
              </a:endParaRPr>
            </a:p>
          </p:txBody>
        </p:sp>
        <p:sp>
          <p:nvSpPr>
            <p:cNvPr id="63" name="Google Shape;63;p64"/>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Tahoma"/>
                <a:ea typeface="Tahoma"/>
                <a:cs typeface="Tahoma"/>
                <a:sym typeface="Tahoma"/>
              </a:endParaRPr>
            </a:p>
          </p:txBody>
        </p:sp>
      </p:grpSp>
      <p:sp>
        <p:nvSpPr>
          <p:cNvPr id="64" name="Google Shape;64;p64"/>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marL="914400" marR="0" lvl="1" indent="-33020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5" name="Google Shape;65;p64"/>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p:cSld name="Title Slide">
    <p:bg>
      <p:bgPr>
        <a:blipFill>
          <a:blip r:embed="rId2">
            <a:alphaModFix/>
          </a:blip>
          <a:stretch>
            <a:fillRect/>
          </a:stretch>
        </a:blipFill>
        <a:effectLst/>
      </p:bgPr>
    </p:bg>
    <p:spTree>
      <p:nvGrpSpPr>
        <p:cNvPr id="1" name="Shape 66"/>
        <p:cNvGrpSpPr/>
        <p:nvPr/>
      </p:nvGrpSpPr>
      <p:grpSpPr>
        <a:xfrm>
          <a:off x="0" y="0"/>
          <a:ext cx="0" cy="0"/>
          <a:chOff x="0" y="0"/>
          <a:chExt cx="0" cy="0"/>
        </a:xfrm>
      </p:grpSpPr>
      <p:sp>
        <p:nvSpPr>
          <p:cNvPr id="67" name="Google Shape;67;p75"/>
          <p:cNvSpPr/>
          <p:nvPr/>
        </p:nvSpPr>
        <p:spPr>
          <a:xfrm>
            <a:off x="0" y="3352800"/>
            <a:ext cx="8686800" cy="2743200"/>
          </a:xfrm>
          <a:prstGeom prst="rect">
            <a:avLst/>
          </a:prstGeom>
          <a:solidFill>
            <a:srgbClr val="10114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600">
              <a:solidFill>
                <a:srgbClr val="FFFFFF"/>
              </a:solidFill>
              <a:latin typeface="Arial"/>
              <a:ea typeface="Arial"/>
              <a:cs typeface="Arial"/>
              <a:sym typeface="Arial"/>
            </a:endParaRPr>
          </a:p>
        </p:txBody>
      </p:sp>
      <p:sp>
        <p:nvSpPr>
          <p:cNvPr id="68" name="Google Shape;68;p75"/>
          <p:cNvSpPr/>
          <p:nvPr/>
        </p:nvSpPr>
        <p:spPr>
          <a:xfrm>
            <a:off x="2895600" y="6096000"/>
            <a:ext cx="28956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69" name="Google Shape;69;p75"/>
          <p:cNvSpPr/>
          <p:nvPr/>
        </p:nvSpPr>
        <p:spPr>
          <a:xfrm>
            <a:off x="0" y="6096000"/>
            <a:ext cx="28956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70" name="Google Shape;70;p75"/>
          <p:cNvSpPr/>
          <p:nvPr/>
        </p:nvSpPr>
        <p:spPr>
          <a:xfrm>
            <a:off x="5791200" y="6096000"/>
            <a:ext cx="28956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pic>
        <p:nvPicPr>
          <p:cNvPr id="71" name="Google Shape;71;p75" descr="BITS_university_logo_whitevert.png"/>
          <p:cNvPicPr preferRelativeResize="0"/>
          <p:nvPr/>
        </p:nvPicPr>
        <p:blipFill rotWithShape="1">
          <a:blip r:embed="rId3">
            <a:alphaModFix/>
          </a:blip>
          <a:srcRect t="2" b="28592"/>
          <a:stretch/>
        </p:blipFill>
        <p:spPr>
          <a:xfrm>
            <a:off x="76200" y="3352800"/>
            <a:ext cx="2057400" cy="1979613"/>
          </a:xfrm>
          <a:prstGeom prst="rect">
            <a:avLst/>
          </a:prstGeom>
          <a:noFill/>
          <a:ln>
            <a:noFill/>
          </a:ln>
        </p:spPr>
      </p:pic>
      <p:sp>
        <p:nvSpPr>
          <p:cNvPr id="72" name="Google Shape;72;p75"/>
          <p:cNvSpPr txBox="1"/>
          <p:nvPr/>
        </p:nvSpPr>
        <p:spPr>
          <a:xfrm>
            <a:off x="-76200" y="5257800"/>
            <a:ext cx="2209800" cy="55403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900" b="1">
                <a:solidFill>
                  <a:srgbClr val="FFFFFF"/>
                </a:solidFill>
                <a:latin typeface="Arial"/>
                <a:ea typeface="Arial"/>
                <a:cs typeface="Arial"/>
                <a:sym typeface="Arial"/>
              </a:rPr>
              <a:t>BITS</a:t>
            </a:r>
            <a:r>
              <a:rPr lang="en-US" sz="2900">
                <a:solidFill>
                  <a:srgbClr val="FFFFFF"/>
                </a:solidFill>
                <a:latin typeface="Arial"/>
                <a:ea typeface="Arial"/>
                <a:cs typeface="Arial"/>
                <a:sym typeface="Arial"/>
              </a:rPr>
              <a:t> Pilani</a:t>
            </a:r>
            <a:endParaRPr/>
          </a:p>
        </p:txBody>
      </p:sp>
      <p:sp>
        <p:nvSpPr>
          <p:cNvPr id="73" name="Google Shape;73;p75"/>
          <p:cNvSpPr txBox="1"/>
          <p:nvPr/>
        </p:nvSpPr>
        <p:spPr>
          <a:xfrm>
            <a:off x="152400" y="5667375"/>
            <a:ext cx="1905000" cy="2762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rgbClr val="FFFFFF"/>
                </a:solidFill>
                <a:latin typeface="Arial"/>
                <a:ea typeface="Arial"/>
                <a:cs typeface="Arial"/>
                <a:sym typeface="Arial"/>
              </a:rPr>
              <a:t>Pilani Campus</a:t>
            </a:r>
            <a:endParaRPr/>
          </a:p>
        </p:txBody>
      </p:sp>
      <p:sp>
        <p:nvSpPr>
          <p:cNvPr id="74" name="Google Shape;74;p75"/>
          <p:cNvSpPr txBox="1">
            <a:spLocks noGrp="1"/>
          </p:cNvSpPr>
          <p:nvPr>
            <p:ph type="title"/>
          </p:nvPr>
        </p:nvSpPr>
        <p:spPr>
          <a:xfrm>
            <a:off x="2514600" y="3810000"/>
            <a:ext cx="6019800" cy="1524000"/>
          </a:xfrm>
          <a:prstGeom prst="rect">
            <a:avLst/>
          </a:prstGeom>
          <a:noFill/>
          <a:ln>
            <a:noFill/>
          </a:ln>
        </p:spPr>
        <p:txBody>
          <a:bodyPr spcFirstLastPara="1" wrap="square" lIns="91425" tIns="45700" rIns="91425" bIns="45700" anchor="ctr" anchorCtr="0">
            <a:noAutofit/>
          </a:bodyPr>
          <a:lstStyle>
            <a:lvl1pPr lvl="0" algn="l">
              <a:lnSpc>
                <a:spcPct val="90909"/>
              </a:lnSpc>
              <a:spcBef>
                <a:spcPts val="0"/>
              </a:spcBef>
              <a:spcAft>
                <a:spcPts val="0"/>
              </a:spcAft>
              <a:buSzPts val="1400"/>
              <a:buNone/>
              <a:defRPr sz="44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75"/>
        <p:cNvGrpSpPr/>
        <p:nvPr/>
      </p:nvGrpSpPr>
      <p:grpSpPr>
        <a:xfrm>
          <a:off x="0" y="0"/>
          <a:ext cx="0" cy="0"/>
          <a:chOff x="0" y="0"/>
          <a:chExt cx="0" cy="0"/>
        </a:xfrm>
      </p:grpSpPr>
      <p:pic>
        <p:nvPicPr>
          <p:cNvPr id="76" name="Google Shape;76;p76" descr="\\Server\D\jyoti\FI023_BITS_v1\styleguide img\IMG_5627_b.jpg"/>
          <p:cNvPicPr preferRelativeResize="0"/>
          <p:nvPr/>
        </p:nvPicPr>
        <p:blipFill rotWithShape="1">
          <a:blip r:embed="rId2">
            <a:alphaModFix/>
          </a:blip>
          <a:srcRect/>
          <a:stretch/>
        </p:blipFill>
        <p:spPr>
          <a:xfrm>
            <a:off x="0" y="0"/>
            <a:ext cx="9144000" cy="6858000"/>
          </a:xfrm>
          <a:prstGeom prst="rect">
            <a:avLst/>
          </a:prstGeom>
          <a:noFill/>
          <a:ln>
            <a:noFill/>
          </a:ln>
        </p:spPr>
      </p:pic>
      <p:sp>
        <p:nvSpPr>
          <p:cNvPr id="77" name="Google Shape;77;p76"/>
          <p:cNvSpPr/>
          <p:nvPr/>
        </p:nvSpPr>
        <p:spPr>
          <a:xfrm>
            <a:off x="0" y="4281488"/>
            <a:ext cx="9144000" cy="2576512"/>
          </a:xfrm>
          <a:prstGeom prst="rect">
            <a:avLst/>
          </a:prstGeom>
          <a:solidFill>
            <a:schemeClr val="lt1"/>
          </a:soli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pic>
        <p:nvPicPr>
          <p:cNvPr id="78" name="Google Shape;78;p76" descr="Picture 7.png"/>
          <p:cNvPicPr preferRelativeResize="0"/>
          <p:nvPr/>
        </p:nvPicPr>
        <p:blipFill rotWithShape="1">
          <a:blip r:embed="rId3">
            <a:alphaModFix/>
          </a:blip>
          <a:srcRect l="1923" b="5335"/>
          <a:stretch/>
        </p:blipFill>
        <p:spPr>
          <a:xfrm>
            <a:off x="6629400" y="0"/>
            <a:ext cx="2193925" cy="692150"/>
          </a:xfrm>
          <a:prstGeom prst="rect">
            <a:avLst/>
          </a:prstGeom>
          <a:noFill/>
          <a:ln>
            <a:noFill/>
          </a:ln>
        </p:spPr>
      </p:pic>
      <p:sp>
        <p:nvSpPr>
          <p:cNvPr id="79" name="Google Shape;79;p76"/>
          <p:cNvSpPr/>
          <p:nvPr/>
        </p:nvSpPr>
        <p:spPr>
          <a:xfrm>
            <a:off x="2882900" y="6775450"/>
            <a:ext cx="28956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80" name="Google Shape;80;p76"/>
          <p:cNvSpPr/>
          <p:nvPr/>
        </p:nvSpPr>
        <p:spPr>
          <a:xfrm>
            <a:off x="-12700" y="6775450"/>
            <a:ext cx="28956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81" name="Google Shape;81;p76"/>
          <p:cNvSpPr/>
          <p:nvPr/>
        </p:nvSpPr>
        <p:spPr>
          <a:xfrm>
            <a:off x="5778500" y="6775450"/>
            <a:ext cx="28956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82" name="Google Shape;82;p76"/>
          <p:cNvSpPr txBox="1"/>
          <p:nvPr/>
        </p:nvSpPr>
        <p:spPr>
          <a:xfrm>
            <a:off x="6858000" y="762000"/>
            <a:ext cx="2209800" cy="55403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900" b="1">
                <a:solidFill>
                  <a:srgbClr val="FFFFFF"/>
                </a:solidFill>
                <a:latin typeface="Arial"/>
                <a:ea typeface="Arial"/>
                <a:cs typeface="Arial"/>
                <a:sym typeface="Arial"/>
              </a:rPr>
              <a:t>BITS</a:t>
            </a:r>
            <a:r>
              <a:rPr lang="en-US" sz="2900">
                <a:solidFill>
                  <a:srgbClr val="FFFFFF"/>
                </a:solidFill>
                <a:latin typeface="Arial"/>
                <a:ea typeface="Arial"/>
                <a:cs typeface="Arial"/>
                <a:sym typeface="Arial"/>
              </a:rPr>
              <a:t> Pilani</a:t>
            </a:r>
            <a:endParaRPr/>
          </a:p>
        </p:txBody>
      </p:sp>
      <p:sp>
        <p:nvSpPr>
          <p:cNvPr id="83" name="Google Shape;83;p76"/>
          <p:cNvSpPr txBox="1"/>
          <p:nvPr/>
        </p:nvSpPr>
        <p:spPr>
          <a:xfrm>
            <a:off x="7086600" y="1171575"/>
            <a:ext cx="1905000" cy="2762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rgbClr val="FFFFFF"/>
                </a:solidFill>
                <a:latin typeface="Arial"/>
                <a:ea typeface="Arial"/>
                <a:cs typeface="Arial"/>
                <a:sym typeface="Arial"/>
              </a:rPr>
              <a:t>Pilani Campus</a:t>
            </a:r>
            <a:endParaRPr/>
          </a:p>
        </p:txBody>
      </p:sp>
      <p:sp>
        <p:nvSpPr>
          <p:cNvPr id="84" name="Google Shape;84;p76"/>
          <p:cNvSpPr txBox="1">
            <a:spLocks noGrp="1"/>
          </p:cNvSpPr>
          <p:nvPr>
            <p:ph type="body" idx="1"/>
          </p:nvPr>
        </p:nvSpPr>
        <p:spPr>
          <a:xfrm>
            <a:off x="304800" y="4648200"/>
            <a:ext cx="8458200" cy="1600200"/>
          </a:xfrm>
          <a:prstGeom prst="rect">
            <a:avLst/>
          </a:prstGeom>
          <a:noFill/>
          <a:ln>
            <a:noFill/>
          </a:ln>
        </p:spPr>
        <p:txBody>
          <a:bodyPr spcFirstLastPara="1" wrap="square" lIns="91425" tIns="45700" rIns="91425" bIns="45700" anchor="t" anchorCtr="0">
            <a:noAutofit/>
          </a:bodyPr>
          <a:lstStyle>
            <a:lvl1pPr marL="457200" lvl="0" indent="-228600" algn="l">
              <a:lnSpc>
                <a:spcPct val="104999"/>
              </a:lnSpc>
              <a:spcBef>
                <a:spcPts val="0"/>
              </a:spcBef>
              <a:spcAft>
                <a:spcPts val="0"/>
              </a:spcAft>
              <a:buClr>
                <a:schemeClr val="dk1"/>
              </a:buClr>
              <a:buSzPts val="4000"/>
              <a:buNone/>
              <a:defRPr sz="4000" b="1">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85"/>
        <p:cNvGrpSpPr/>
        <p:nvPr/>
      </p:nvGrpSpPr>
      <p:grpSpPr>
        <a:xfrm>
          <a:off x="0" y="0"/>
          <a:ext cx="0" cy="0"/>
          <a:chOff x="0" y="0"/>
          <a:chExt cx="0" cy="0"/>
        </a:xfrm>
      </p:grpSpPr>
      <p:pic>
        <p:nvPicPr>
          <p:cNvPr id="86" name="Google Shape;86;p77" descr="Picture 7.png"/>
          <p:cNvPicPr preferRelativeResize="0"/>
          <p:nvPr/>
        </p:nvPicPr>
        <p:blipFill rotWithShape="1">
          <a:blip r:embed="rId2">
            <a:alphaModFix/>
          </a:blip>
          <a:srcRect l="1923" b="5335"/>
          <a:stretch/>
        </p:blipFill>
        <p:spPr>
          <a:xfrm>
            <a:off x="6629400" y="0"/>
            <a:ext cx="2193925" cy="692150"/>
          </a:xfrm>
          <a:prstGeom prst="rect">
            <a:avLst/>
          </a:prstGeom>
          <a:noFill/>
          <a:ln>
            <a:noFill/>
          </a:ln>
        </p:spPr>
      </p:pic>
      <p:grpSp>
        <p:nvGrpSpPr>
          <p:cNvPr id="87" name="Google Shape;87;p77"/>
          <p:cNvGrpSpPr/>
          <p:nvPr/>
        </p:nvGrpSpPr>
        <p:grpSpPr>
          <a:xfrm>
            <a:off x="0" y="1295400"/>
            <a:ext cx="7010400" cy="46038"/>
            <a:chOff x="1905000" y="6553200"/>
            <a:chExt cx="7010400" cy="45719"/>
          </a:xfrm>
        </p:grpSpPr>
        <p:sp>
          <p:nvSpPr>
            <p:cNvPr id="88" name="Google Shape;88;p77"/>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89" name="Google Shape;89;p77"/>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90" name="Google Shape;90;p77"/>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grpSp>
      <p:grpSp>
        <p:nvGrpSpPr>
          <p:cNvPr id="91" name="Google Shape;91;p77"/>
          <p:cNvGrpSpPr/>
          <p:nvPr/>
        </p:nvGrpSpPr>
        <p:grpSpPr>
          <a:xfrm>
            <a:off x="2133600" y="6553200"/>
            <a:ext cx="7010400" cy="46038"/>
            <a:chOff x="1905000" y="6553200"/>
            <a:chExt cx="7010400" cy="45719"/>
          </a:xfrm>
        </p:grpSpPr>
        <p:sp>
          <p:nvSpPr>
            <p:cNvPr id="92" name="Google Shape;92;p77"/>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93" name="Google Shape;93;p77"/>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94" name="Google Shape;94;p77"/>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grpSp>
      <p:sp>
        <p:nvSpPr>
          <p:cNvPr id="95" name="Google Shape;95;p77"/>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100" b="1">
                <a:solidFill>
                  <a:srgbClr val="101141"/>
                </a:solidFill>
                <a:latin typeface="Arial"/>
                <a:ea typeface="Arial"/>
                <a:cs typeface="Arial"/>
                <a:sym typeface="Arial"/>
              </a:rPr>
              <a:t>BITS </a:t>
            </a:r>
            <a:r>
              <a:rPr lang="en-US" sz="1100">
                <a:solidFill>
                  <a:srgbClr val="101141"/>
                </a:solidFill>
                <a:latin typeface="Arial"/>
                <a:ea typeface="Arial"/>
                <a:cs typeface="Arial"/>
                <a:sym typeface="Arial"/>
              </a:rPr>
              <a:t>Pilani, Pilani Campus</a:t>
            </a:r>
            <a:endParaRPr/>
          </a:p>
        </p:txBody>
      </p:sp>
      <p:sp>
        <p:nvSpPr>
          <p:cNvPr id="96" name="Google Shape;96;p77"/>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560"/>
              </a:spcBef>
              <a:spcAft>
                <a:spcPts val="0"/>
              </a:spcAft>
              <a:buClr>
                <a:srgbClr val="101141"/>
              </a:buClr>
              <a:buSzPts val="2800"/>
              <a:buFont typeface="Arial"/>
              <a:buNone/>
              <a:defRPr sz="2800"/>
            </a:lvl1pPr>
            <a:lvl2pPr marL="914400" marR="0" lvl="1" indent="-330200" algn="l">
              <a:lnSpc>
                <a:spcPct val="100000"/>
              </a:lnSpc>
              <a:spcBef>
                <a:spcPts val="320"/>
              </a:spcBef>
              <a:spcAft>
                <a:spcPts val="0"/>
              </a:spcAft>
              <a:buClr>
                <a:schemeClr val="dk1"/>
              </a:buClr>
              <a:buSzPts val="1600"/>
              <a:buFont typeface="Arial"/>
              <a:buChar char="–"/>
              <a:defRPr sz="16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97" name="Google Shape;97;p77"/>
          <p:cNvSpPr txBox="1">
            <a:spLocks noGrp="1"/>
          </p:cNvSpPr>
          <p:nvPr>
            <p:ph type="body" idx="2"/>
          </p:nvPr>
        </p:nvSpPr>
        <p:spPr>
          <a:xfrm>
            <a:off x="4953000" y="1600200"/>
            <a:ext cx="4038600" cy="4525963"/>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560"/>
              </a:spcBef>
              <a:spcAft>
                <a:spcPts val="0"/>
              </a:spcAft>
              <a:buClr>
                <a:srgbClr val="101141"/>
              </a:buClr>
              <a:buSzPts val="2800"/>
              <a:buFont typeface="Arial"/>
              <a:buNone/>
              <a:defRPr sz="2800"/>
            </a:lvl1pPr>
            <a:lvl2pPr marL="914400" marR="0" lvl="1" indent="-33020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98" name="Google Shape;98;p77"/>
          <p:cNvSpPr txBox="1">
            <a:spLocks noGrp="1"/>
          </p:cNvSpPr>
          <p:nvPr>
            <p:ph type="body" idx="3"/>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99"/>
        <p:cNvGrpSpPr/>
        <p:nvPr/>
      </p:nvGrpSpPr>
      <p:grpSpPr>
        <a:xfrm>
          <a:off x="0" y="0"/>
          <a:ext cx="0" cy="0"/>
          <a:chOff x="0" y="0"/>
          <a:chExt cx="0" cy="0"/>
        </a:xfrm>
      </p:grpSpPr>
      <p:grpSp>
        <p:nvGrpSpPr>
          <p:cNvPr id="100" name="Google Shape;100;p78"/>
          <p:cNvGrpSpPr/>
          <p:nvPr/>
        </p:nvGrpSpPr>
        <p:grpSpPr>
          <a:xfrm>
            <a:off x="0" y="1295400"/>
            <a:ext cx="7010400" cy="46038"/>
            <a:chOff x="1905000" y="6553200"/>
            <a:chExt cx="7010400" cy="45719"/>
          </a:xfrm>
        </p:grpSpPr>
        <p:sp>
          <p:nvSpPr>
            <p:cNvPr id="101" name="Google Shape;101;p78"/>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02" name="Google Shape;102;p78"/>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03" name="Google Shape;103;p78"/>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grpSp>
      <p:grpSp>
        <p:nvGrpSpPr>
          <p:cNvPr id="104" name="Google Shape;104;p78"/>
          <p:cNvGrpSpPr/>
          <p:nvPr/>
        </p:nvGrpSpPr>
        <p:grpSpPr>
          <a:xfrm>
            <a:off x="2133600" y="6553200"/>
            <a:ext cx="7010400" cy="46038"/>
            <a:chOff x="1905000" y="6553200"/>
            <a:chExt cx="7010400" cy="45719"/>
          </a:xfrm>
        </p:grpSpPr>
        <p:sp>
          <p:nvSpPr>
            <p:cNvPr id="105" name="Google Shape;105;p78"/>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06" name="Google Shape;106;p78"/>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07" name="Google Shape;107;p78"/>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grpSp>
      <p:pic>
        <p:nvPicPr>
          <p:cNvPr id="108" name="Google Shape;108;p78" descr="Picture 7.png"/>
          <p:cNvPicPr preferRelativeResize="0"/>
          <p:nvPr/>
        </p:nvPicPr>
        <p:blipFill rotWithShape="1">
          <a:blip r:embed="rId2">
            <a:alphaModFix/>
          </a:blip>
          <a:srcRect l="1923" b="5335"/>
          <a:stretch/>
        </p:blipFill>
        <p:spPr>
          <a:xfrm>
            <a:off x="6629400" y="0"/>
            <a:ext cx="2193925" cy="692150"/>
          </a:xfrm>
          <a:prstGeom prst="rect">
            <a:avLst/>
          </a:prstGeom>
          <a:noFill/>
          <a:ln>
            <a:noFill/>
          </a:ln>
        </p:spPr>
      </p:pic>
      <p:sp>
        <p:nvSpPr>
          <p:cNvPr id="109" name="Google Shape;109;p78"/>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100" b="1">
                <a:solidFill>
                  <a:srgbClr val="101141"/>
                </a:solidFill>
                <a:latin typeface="Arial"/>
                <a:ea typeface="Arial"/>
                <a:cs typeface="Arial"/>
                <a:sym typeface="Arial"/>
              </a:rPr>
              <a:t>BITS </a:t>
            </a:r>
            <a:r>
              <a:rPr lang="en-US" sz="1100">
                <a:solidFill>
                  <a:srgbClr val="101141"/>
                </a:solidFill>
                <a:latin typeface="Arial"/>
                <a:ea typeface="Arial"/>
                <a:cs typeface="Arial"/>
                <a:sym typeface="Arial"/>
              </a:rPr>
              <a:t>Pilani, Deemed to be University under Section 3 of UGC Act, 1956</a:t>
            </a:r>
            <a:endParaRPr/>
          </a:p>
        </p:txBody>
      </p:sp>
      <p:sp>
        <p:nvSpPr>
          <p:cNvPr id="110" name="Google Shape;110;p78"/>
          <p:cNvSpPr txBox="1">
            <a:spLocks noGrp="1"/>
          </p:cNvSpPr>
          <p:nvPr>
            <p:ph type="body" idx="1"/>
          </p:nvPr>
        </p:nvSpPr>
        <p:spPr>
          <a:xfrm>
            <a:off x="457200" y="1535112"/>
            <a:ext cx="4040188" cy="827087"/>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11" name="Google Shape;111;p78"/>
          <p:cNvSpPr txBox="1">
            <a:spLocks noGrp="1"/>
          </p:cNvSpPr>
          <p:nvPr>
            <p:ph type="body" idx="2"/>
          </p:nvPr>
        </p:nvSpPr>
        <p:spPr>
          <a:xfrm>
            <a:off x="457200" y="2362199"/>
            <a:ext cx="4040188" cy="3763963"/>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12" name="Google Shape;112;p78"/>
          <p:cNvSpPr txBox="1">
            <a:spLocks noGrp="1"/>
          </p:cNvSpPr>
          <p:nvPr>
            <p:ph type="body" idx="3"/>
          </p:nvPr>
        </p:nvSpPr>
        <p:spPr>
          <a:xfrm>
            <a:off x="4645025" y="1535112"/>
            <a:ext cx="4041775" cy="827087"/>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13" name="Google Shape;113;p78"/>
          <p:cNvSpPr txBox="1">
            <a:spLocks noGrp="1"/>
          </p:cNvSpPr>
          <p:nvPr>
            <p:ph type="body" idx="4"/>
          </p:nvPr>
        </p:nvSpPr>
        <p:spPr>
          <a:xfrm>
            <a:off x="4645025" y="2362199"/>
            <a:ext cx="4041775" cy="3763963"/>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14" name="Google Shape;114;p78"/>
          <p:cNvSpPr txBox="1">
            <a:spLocks noGrp="1"/>
          </p:cNvSpPr>
          <p:nvPr>
            <p:ph type="body" idx="5"/>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15"/>
        <p:cNvGrpSpPr/>
        <p:nvPr/>
      </p:nvGrpSpPr>
      <p:grpSpPr>
        <a:xfrm>
          <a:off x="0" y="0"/>
          <a:ext cx="0" cy="0"/>
          <a:chOff x="0" y="0"/>
          <a:chExt cx="0" cy="0"/>
        </a:xfrm>
      </p:grpSpPr>
      <p:grpSp>
        <p:nvGrpSpPr>
          <p:cNvPr id="116" name="Google Shape;116;p79"/>
          <p:cNvGrpSpPr/>
          <p:nvPr/>
        </p:nvGrpSpPr>
        <p:grpSpPr>
          <a:xfrm>
            <a:off x="0" y="1295400"/>
            <a:ext cx="7010400" cy="46038"/>
            <a:chOff x="1905000" y="6553200"/>
            <a:chExt cx="7010400" cy="45719"/>
          </a:xfrm>
        </p:grpSpPr>
        <p:sp>
          <p:nvSpPr>
            <p:cNvPr id="117" name="Google Shape;117;p79"/>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18" name="Google Shape;118;p79"/>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19" name="Google Shape;119;p79"/>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grpSp>
      <p:grpSp>
        <p:nvGrpSpPr>
          <p:cNvPr id="120" name="Google Shape;120;p79"/>
          <p:cNvGrpSpPr/>
          <p:nvPr/>
        </p:nvGrpSpPr>
        <p:grpSpPr>
          <a:xfrm>
            <a:off x="2133600" y="6553200"/>
            <a:ext cx="7010400" cy="46038"/>
            <a:chOff x="1905000" y="6553200"/>
            <a:chExt cx="7010400" cy="45719"/>
          </a:xfrm>
        </p:grpSpPr>
        <p:sp>
          <p:nvSpPr>
            <p:cNvPr id="121" name="Google Shape;121;p79"/>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22" name="Google Shape;122;p79"/>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23" name="Google Shape;123;p79"/>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grpSp>
      <p:pic>
        <p:nvPicPr>
          <p:cNvPr id="124" name="Google Shape;124;p79" descr="Picture 7.png"/>
          <p:cNvPicPr preferRelativeResize="0"/>
          <p:nvPr/>
        </p:nvPicPr>
        <p:blipFill rotWithShape="1">
          <a:blip r:embed="rId2">
            <a:alphaModFix/>
          </a:blip>
          <a:srcRect l="1923" b="5335"/>
          <a:stretch/>
        </p:blipFill>
        <p:spPr>
          <a:xfrm>
            <a:off x="6629400" y="0"/>
            <a:ext cx="2193925" cy="692150"/>
          </a:xfrm>
          <a:prstGeom prst="rect">
            <a:avLst/>
          </a:prstGeom>
          <a:noFill/>
          <a:ln>
            <a:noFill/>
          </a:ln>
        </p:spPr>
      </p:pic>
      <p:sp>
        <p:nvSpPr>
          <p:cNvPr id="125" name="Google Shape;125;p79"/>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100" b="1">
                <a:solidFill>
                  <a:srgbClr val="101141"/>
                </a:solidFill>
                <a:latin typeface="Arial"/>
                <a:ea typeface="Arial"/>
                <a:cs typeface="Arial"/>
                <a:sym typeface="Arial"/>
              </a:rPr>
              <a:t>BITS </a:t>
            </a:r>
            <a:r>
              <a:rPr lang="en-US" sz="1100">
                <a:solidFill>
                  <a:srgbClr val="101141"/>
                </a:solidFill>
                <a:latin typeface="Arial"/>
                <a:ea typeface="Arial"/>
                <a:cs typeface="Arial"/>
                <a:sym typeface="Arial"/>
              </a:rPr>
              <a:t>Pilani, Deemed to be University under Section 3 of UGC Act, 1956</a:t>
            </a:r>
            <a:endParaRPr/>
          </a:p>
        </p:txBody>
      </p:sp>
      <p:sp>
        <p:nvSpPr>
          <p:cNvPr id="126" name="Google Shape;126;p79"/>
          <p:cNvSpPr txBox="1">
            <a:spLocks noGrp="1"/>
          </p:cNvSpPr>
          <p:nvPr>
            <p:ph type="body" idx="1"/>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127"/>
        <p:cNvGrpSpPr/>
        <p:nvPr/>
      </p:nvGrpSpPr>
      <p:grpSpPr>
        <a:xfrm>
          <a:off x="0" y="0"/>
          <a:ext cx="0" cy="0"/>
          <a:chOff x="0" y="0"/>
          <a:chExt cx="0" cy="0"/>
        </a:xfrm>
      </p:grpSpPr>
      <p:grpSp>
        <p:nvGrpSpPr>
          <p:cNvPr id="128" name="Google Shape;128;p80"/>
          <p:cNvGrpSpPr/>
          <p:nvPr/>
        </p:nvGrpSpPr>
        <p:grpSpPr>
          <a:xfrm>
            <a:off x="0" y="1295400"/>
            <a:ext cx="7010400" cy="46038"/>
            <a:chOff x="1905000" y="6553200"/>
            <a:chExt cx="7010400" cy="45719"/>
          </a:xfrm>
        </p:grpSpPr>
        <p:sp>
          <p:nvSpPr>
            <p:cNvPr id="129" name="Google Shape;129;p8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30" name="Google Shape;130;p8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31" name="Google Shape;131;p8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grpSp>
      <p:grpSp>
        <p:nvGrpSpPr>
          <p:cNvPr id="132" name="Google Shape;132;p80"/>
          <p:cNvGrpSpPr/>
          <p:nvPr/>
        </p:nvGrpSpPr>
        <p:grpSpPr>
          <a:xfrm>
            <a:off x="2133600" y="6553200"/>
            <a:ext cx="7010400" cy="46038"/>
            <a:chOff x="1905000" y="6553200"/>
            <a:chExt cx="7010400" cy="45719"/>
          </a:xfrm>
        </p:grpSpPr>
        <p:sp>
          <p:nvSpPr>
            <p:cNvPr id="133" name="Google Shape;133;p8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34" name="Google Shape;134;p8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35" name="Google Shape;135;p8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grpSp>
      <p:pic>
        <p:nvPicPr>
          <p:cNvPr id="136" name="Google Shape;136;p80" descr="Picture 7.png"/>
          <p:cNvPicPr preferRelativeResize="0"/>
          <p:nvPr/>
        </p:nvPicPr>
        <p:blipFill rotWithShape="1">
          <a:blip r:embed="rId2">
            <a:alphaModFix/>
          </a:blip>
          <a:srcRect l="1923" b="5335"/>
          <a:stretch/>
        </p:blipFill>
        <p:spPr>
          <a:xfrm>
            <a:off x="6629400" y="0"/>
            <a:ext cx="2193925" cy="692150"/>
          </a:xfrm>
          <a:prstGeom prst="rect">
            <a:avLst/>
          </a:prstGeom>
          <a:noFill/>
          <a:ln>
            <a:noFill/>
          </a:ln>
        </p:spPr>
      </p:pic>
      <p:sp>
        <p:nvSpPr>
          <p:cNvPr id="137" name="Google Shape;137;p80"/>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100" b="1">
                <a:solidFill>
                  <a:srgbClr val="101141"/>
                </a:solidFill>
                <a:latin typeface="Arial"/>
                <a:ea typeface="Arial"/>
                <a:cs typeface="Arial"/>
                <a:sym typeface="Arial"/>
              </a:rPr>
              <a:t>BITS </a:t>
            </a:r>
            <a:r>
              <a:rPr lang="en-US" sz="1100">
                <a:solidFill>
                  <a:srgbClr val="101141"/>
                </a:solidFill>
                <a:latin typeface="Arial"/>
                <a:ea typeface="Arial"/>
                <a:cs typeface="Arial"/>
                <a:sym typeface="Arial"/>
              </a:rPr>
              <a:t>Pilani, Pilani Campus</a:t>
            </a:r>
            <a:endParaRPr/>
          </a:p>
        </p:txBody>
      </p:sp>
      <p:sp>
        <p:nvSpPr>
          <p:cNvPr id="138" name="Google Shape;138;p80"/>
          <p:cNvSpPr txBox="1">
            <a:spLocks noGrp="1"/>
          </p:cNvSpPr>
          <p:nvPr>
            <p:ph type="body" idx="1"/>
          </p:nvPr>
        </p:nvSpPr>
        <p:spPr>
          <a:xfrm>
            <a:off x="3575050" y="1600200"/>
            <a:ext cx="5111750" cy="452596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139" name="Google Shape;139;p80"/>
          <p:cNvSpPr txBox="1">
            <a:spLocks noGrp="1"/>
          </p:cNvSpPr>
          <p:nvPr>
            <p:ph type="body" idx="2"/>
          </p:nvPr>
        </p:nvSpPr>
        <p:spPr>
          <a:xfrm>
            <a:off x="457200" y="1600200"/>
            <a:ext cx="3008313" cy="45259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40" name="Google Shape;140;p80"/>
          <p:cNvSpPr txBox="1">
            <a:spLocks noGrp="1"/>
          </p:cNvSpPr>
          <p:nvPr>
            <p:ph type="body" idx="3"/>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141"/>
        <p:cNvGrpSpPr/>
        <p:nvPr/>
      </p:nvGrpSpPr>
      <p:grpSpPr>
        <a:xfrm>
          <a:off x="0" y="0"/>
          <a:ext cx="0" cy="0"/>
          <a:chOff x="0" y="0"/>
          <a:chExt cx="0" cy="0"/>
        </a:xfrm>
      </p:grpSpPr>
      <p:grpSp>
        <p:nvGrpSpPr>
          <p:cNvPr id="142" name="Google Shape;142;p81"/>
          <p:cNvGrpSpPr/>
          <p:nvPr/>
        </p:nvGrpSpPr>
        <p:grpSpPr>
          <a:xfrm>
            <a:off x="0" y="1295400"/>
            <a:ext cx="7010400" cy="46038"/>
            <a:chOff x="1905000" y="6553200"/>
            <a:chExt cx="7010400" cy="45719"/>
          </a:xfrm>
        </p:grpSpPr>
        <p:sp>
          <p:nvSpPr>
            <p:cNvPr id="143" name="Google Shape;143;p81"/>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44" name="Google Shape;144;p81"/>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45" name="Google Shape;145;p81"/>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grpSp>
      <p:grpSp>
        <p:nvGrpSpPr>
          <p:cNvPr id="146" name="Google Shape;146;p81"/>
          <p:cNvGrpSpPr/>
          <p:nvPr/>
        </p:nvGrpSpPr>
        <p:grpSpPr>
          <a:xfrm>
            <a:off x="2133600" y="6553200"/>
            <a:ext cx="7010400" cy="46038"/>
            <a:chOff x="1905000" y="6553200"/>
            <a:chExt cx="7010400" cy="45719"/>
          </a:xfrm>
        </p:grpSpPr>
        <p:sp>
          <p:nvSpPr>
            <p:cNvPr id="147" name="Google Shape;147;p81"/>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48" name="Google Shape;148;p81"/>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49" name="Google Shape;149;p81"/>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grpSp>
      <p:pic>
        <p:nvPicPr>
          <p:cNvPr id="150" name="Google Shape;150;p81" descr="Picture 7.png"/>
          <p:cNvPicPr preferRelativeResize="0"/>
          <p:nvPr/>
        </p:nvPicPr>
        <p:blipFill rotWithShape="1">
          <a:blip r:embed="rId2">
            <a:alphaModFix/>
          </a:blip>
          <a:srcRect l="1923" b="5335"/>
          <a:stretch/>
        </p:blipFill>
        <p:spPr>
          <a:xfrm>
            <a:off x="6629400" y="0"/>
            <a:ext cx="2193925" cy="692150"/>
          </a:xfrm>
          <a:prstGeom prst="rect">
            <a:avLst/>
          </a:prstGeom>
          <a:noFill/>
          <a:ln>
            <a:noFill/>
          </a:ln>
        </p:spPr>
      </p:pic>
      <p:sp>
        <p:nvSpPr>
          <p:cNvPr id="151" name="Google Shape;151;p81"/>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100" b="1">
                <a:solidFill>
                  <a:srgbClr val="101141"/>
                </a:solidFill>
                <a:latin typeface="Arial"/>
                <a:ea typeface="Arial"/>
                <a:cs typeface="Arial"/>
                <a:sym typeface="Arial"/>
              </a:rPr>
              <a:t>BITS </a:t>
            </a:r>
            <a:r>
              <a:rPr lang="en-US" sz="1100">
                <a:solidFill>
                  <a:srgbClr val="101141"/>
                </a:solidFill>
                <a:latin typeface="Arial"/>
                <a:ea typeface="Arial"/>
                <a:cs typeface="Arial"/>
                <a:sym typeface="Arial"/>
              </a:rPr>
              <a:t>Pilani, Pilani Campus</a:t>
            </a:r>
            <a:endParaRPr/>
          </a:p>
        </p:txBody>
      </p:sp>
      <p:sp>
        <p:nvSpPr>
          <p:cNvPr id="152" name="Google Shape;152;p81"/>
          <p:cNvSpPr txBox="1">
            <a:spLocks noGrp="1"/>
          </p:cNvSpPr>
          <p:nvPr>
            <p:ph type="title"/>
          </p:nvPr>
        </p:nvSpPr>
        <p:spPr>
          <a:xfrm>
            <a:off x="1792288" y="5407025"/>
            <a:ext cx="5486400" cy="3048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SzPts val="1400"/>
              <a:buNone/>
              <a:defRPr sz="18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3" name="Google Shape;153;p81"/>
          <p:cNvSpPr>
            <a:spLocks noGrp="1"/>
          </p:cNvSpPr>
          <p:nvPr>
            <p:ph type="pic" idx="2"/>
          </p:nvPr>
        </p:nvSpPr>
        <p:spPr>
          <a:xfrm>
            <a:off x="1792288" y="1828800"/>
            <a:ext cx="5486400" cy="3429000"/>
          </a:xfrm>
          <a:prstGeom prst="rect">
            <a:avLst/>
          </a:prstGeom>
          <a:solidFill>
            <a:schemeClr val="lt1"/>
          </a:solidFill>
          <a:ln w="57150" cap="flat" cmpd="sng">
            <a:solidFill>
              <a:srgbClr val="DAE5F1"/>
            </a:solidFill>
            <a:prstDash val="solid"/>
            <a:round/>
            <a:headEnd type="none" w="sm" len="sm"/>
            <a:tailEnd type="none" w="sm" len="sm"/>
          </a:ln>
        </p:spPr>
      </p:sp>
      <p:sp>
        <p:nvSpPr>
          <p:cNvPr id="154" name="Google Shape;154;p81"/>
          <p:cNvSpPr txBox="1">
            <a:spLocks noGrp="1"/>
          </p:cNvSpPr>
          <p:nvPr>
            <p:ph type="body" idx="1"/>
          </p:nvPr>
        </p:nvSpPr>
        <p:spPr>
          <a:xfrm>
            <a:off x="1792288" y="5711825"/>
            <a:ext cx="5486400" cy="304800"/>
          </a:xfrm>
          <a:prstGeom prst="rect">
            <a:avLst/>
          </a:prstGeom>
          <a:noFill/>
          <a:ln>
            <a:noFill/>
          </a:ln>
        </p:spPr>
        <p:txBody>
          <a:bodyPr spcFirstLastPara="1" wrap="square" lIns="91425" tIns="45700" rIns="91425" bIns="45700" anchor="t" anchorCtr="0">
            <a:normAutofit/>
          </a:bodyPr>
          <a:lstStyle>
            <a:lvl1pPr marL="457200" lvl="0" indent="-228600" algn="l">
              <a:spcBef>
                <a:spcPts val="320"/>
              </a:spcBef>
              <a:spcAft>
                <a:spcPts val="0"/>
              </a:spcAft>
              <a:buClr>
                <a:schemeClr val="dk1"/>
              </a:buClr>
              <a:buSzPts val="1600"/>
              <a:buNone/>
              <a:defRPr sz="16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55" name="Google Shape;155;p81"/>
          <p:cNvSpPr txBox="1">
            <a:spLocks noGrp="1"/>
          </p:cNvSpPr>
          <p:nvPr>
            <p:ph type="body" idx="3"/>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p:cSld name="Title and Vertical Text">
    <p:spTree>
      <p:nvGrpSpPr>
        <p:cNvPr id="1" name="Shape 156"/>
        <p:cNvGrpSpPr/>
        <p:nvPr/>
      </p:nvGrpSpPr>
      <p:grpSpPr>
        <a:xfrm>
          <a:off x="0" y="0"/>
          <a:ext cx="0" cy="0"/>
          <a:chOff x="0" y="0"/>
          <a:chExt cx="0" cy="0"/>
        </a:xfrm>
      </p:grpSpPr>
      <p:grpSp>
        <p:nvGrpSpPr>
          <p:cNvPr id="157" name="Google Shape;157;p82"/>
          <p:cNvGrpSpPr/>
          <p:nvPr/>
        </p:nvGrpSpPr>
        <p:grpSpPr>
          <a:xfrm>
            <a:off x="0" y="1295400"/>
            <a:ext cx="7010400" cy="46038"/>
            <a:chOff x="1905000" y="6553200"/>
            <a:chExt cx="7010400" cy="45719"/>
          </a:xfrm>
        </p:grpSpPr>
        <p:sp>
          <p:nvSpPr>
            <p:cNvPr id="158" name="Google Shape;158;p82"/>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59" name="Google Shape;159;p82"/>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60" name="Google Shape;160;p82"/>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grpSp>
      <p:grpSp>
        <p:nvGrpSpPr>
          <p:cNvPr id="161" name="Google Shape;161;p82"/>
          <p:cNvGrpSpPr/>
          <p:nvPr/>
        </p:nvGrpSpPr>
        <p:grpSpPr>
          <a:xfrm>
            <a:off x="2133600" y="6553200"/>
            <a:ext cx="7010400" cy="46038"/>
            <a:chOff x="1905000" y="6553200"/>
            <a:chExt cx="7010400" cy="45719"/>
          </a:xfrm>
        </p:grpSpPr>
        <p:sp>
          <p:nvSpPr>
            <p:cNvPr id="162" name="Google Shape;162;p82"/>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63" name="Google Shape;163;p82"/>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64" name="Google Shape;164;p82"/>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grpSp>
      <p:pic>
        <p:nvPicPr>
          <p:cNvPr id="165" name="Google Shape;165;p82" descr="Picture 7.png"/>
          <p:cNvPicPr preferRelativeResize="0"/>
          <p:nvPr/>
        </p:nvPicPr>
        <p:blipFill rotWithShape="1">
          <a:blip r:embed="rId2">
            <a:alphaModFix/>
          </a:blip>
          <a:srcRect l="1923" b="5335"/>
          <a:stretch/>
        </p:blipFill>
        <p:spPr>
          <a:xfrm>
            <a:off x="6629400" y="0"/>
            <a:ext cx="2193925" cy="692150"/>
          </a:xfrm>
          <a:prstGeom prst="rect">
            <a:avLst/>
          </a:prstGeom>
          <a:noFill/>
          <a:ln>
            <a:noFill/>
          </a:ln>
        </p:spPr>
      </p:pic>
      <p:sp>
        <p:nvSpPr>
          <p:cNvPr id="166" name="Google Shape;166;p82"/>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100" b="1">
                <a:solidFill>
                  <a:srgbClr val="101141"/>
                </a:solidFill>
                <a:latin typeface="Arial"/>
                <a:ea typeface="Arial"/>
                <a:cs typeface="Arial"/>
                <a:sym typeface="Arial"/>
              </a:rPr>
              <a:t>BITS </a:t>
            </a:r>
            <a:r>
              <a:rPr lang="en-US" sz="1100">
                <a:solidFill>
                  <a:srgbClr val="101141"/>
                </a:solidFill>
                <a:latin typeface="Arial"/>
                <a:ea typeface="Arial"/>
                <a:cs typeface="Arial"/>
                <a:sym typeface="Arial"/>
              </a:rPr>
              <a:t>Pilani, Pilani Campus</a:t>
            </a:r>
            <a:endParaRPr/>
          </a:p>
        </p:txBody>
      </p:sp>
      <p:sp>
        <p:nvSpPr>
          <p:cNvPr id="167" name="Google Shape;167;p82"/>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68" name="Google Shape;168;p82"/>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p:cSld name="Vertical Title and Text">
    <p:spTree>
      <p:nvGrpSpPr>
        <p:cNvPr id="1" name="Shape 169"/>
        <p:cNvGrpSpPr/>
        <p:nvPr/>
      </p:nvGrpSpPr>
      <p:grpSpPr>
        <a:xfrm>
          <a:off x="0" y="0"/>
          <a:ext cx="0" cy="0"/>
          <a:chOff x="0" y="0"/>
          <a:chExt cx="0" cy="0"/>
        </a:xfrm>
      </p:grpSpPr>
      <p:grpSp>
        <p:nvGrpSpPr>
          <p:cNvPr id="170" name="Google Shape;170;p83"/>
          <p:cNvGrpSpPr/>
          <p:nvPr/>
        </p:nvGrpSpPr>
        <p:grpSpPr>
          <a:xfrm rot="5400000">
            <a:off x="5006182" y="2567781"/>
            <a:ext cx="5181600" cy="46037"/>
            <a:chOff x="1905000" y="6553200"/>
            <a:chExt cx="7010400" cy="45719"/>
          </a:xfrm>
        </p:grpSpPr>
        <p:sp>
          <p:nvSpPr>
            <p:cNvPr id="171" name="Google Shape;171;p83"/>
            <p:cNvSpPr/>
            <p:nvPr/>
          </p:nvSpPr>
          <p:spPr>
            <a:xfrm>
              <a:off x="4267574" y="6553200"/>
              <a:ext cx="2328209"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72" name="Google Shape;172;p83"/>
            <p:cNvSpPr/>
            <p:nvPr/>
          </p:nvSpPr>
          <p:spPr>
            <a:xfrm>
              <a:off x="1905000" y="6553200"/>
              <a:ext cx="2362574"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73" name="Google Shape;173;p83"/>
            <p:cNvSpPr/>
            <p:nvPr/>
          </p:nvSpPr>
          <p:spPr>
            <a:xfrm>
              <a:off x="6587191" y="6553200"/>
              <a:ext cx="2328209"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grpSp>
      <p:pic>
        <p:nvPicPr>
          <p:cNvPr id="174" name="Google Shape;174;p83" descr="Picture 7.png"/>
          <p:cNvPicPr preferRelativeResize="0"/>
          <p:nvPr/>
        </p:nvPicPr>
        <p:blipFill rotWithShape="1">
          <a:blip r:embed="rId2">
            <a:alphaModFix/>
          </a:blip>
          <a:srcRect l="5336" t="1923"/>
          <a:stretch/>
        </p:blipFill>
        <p:spPr>
          <a:xfrm>
            <a:off x="-7938" y="381000"/>
            <a:ext cx="692151" cy="2193925"/>
          </a:xfrm>
          <a:prstGeom prst="rect">
            <a:avLst/>
          </a:prstGeom>
          <a:noFill/>
          <a:ln>
            <a:noFill/>
          </a:ln>
        </p:spPr>
      </p:pic>
      <p:sp>
        <p:nvSpPr>
          <p:cNvPr id="175" name="Google Shape;175;p83"/>
          <p:cNvSpPr txBox="1"/>
          <p:nvPr/>
        </p:nvSpPr>
        <p:spPr>
          <a:xfrm rot="5400000">
            <a:off x="-2794793" y="3809206"/>
            <a:ext cx="5867400" cy="230187"/>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900" b="1">
                <a:solidFill>
                  <a:srgbClr val="101141"/>
                </a:solidFill>
                <a:latin typeface="Arial"/>
                <a:ea typeface="Arial"/>
                <a:cs typeface="Arial"/>
                <a:sym typeface="Arial"/>
              </a:rPr>
              <a:t>BITS </a:t>
            </a:r>
            <a:r>
              <a:rPr lang="en-US" sz="900">
                <a:solidFill>
                  <a:srgbClr val="101141"/>
                </a:solidFill>
                <a:latin typeface="Arial"/>
                <a:ea typeface="Arial"/>
                <a:cs typeface="Arial"/>
                <a:sym typeface="Arial"/>
              </a:rPr>
              <a:t>Pilani, Pilani Campus</a:t>
            </a:r>
            <a:endParaRPr/>
          </a:p>
        </p:txBody>
      </p:sp>
      <p:sp>
        <p:nvSpPr>
          <p:cNvPr id="176" name="Google Shape;176;p83"/>
          <p:cNvSpPr txBox="1">
            <a:spLocks noGrp="1"/>
          </p:cNvSpPr>
          <p:nvPr>
            <p:ph type="body" idx="1"/>
          </p:nvPr>
        </p:nvSpPr>
        <p:spPr>
          <a:xfrm rot="5400000">
            <a:off x="1303338" y="296862"/>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77" name="Google Shape;177;p83"/>
          <p:cNvSpPr txBox="1">
            <a:spLocks noGrp="1"/>
          </p:cNvSpPr>
          <p:nvPr>
            <p:ph type="body" idx="2"/>
          </p:nvPr>
        </p:nvSpPr>
        <p:spPr>
          <a:xfrm rot="5400000">
            <a:off x="5410200" y="2743200"/>
            <a:ext cx="58674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Custom Layout">
  <p:cSld name="1_Custom Layout">
    <p:bg>
      <p:bgPr>
        <a:blipFill>
          <a:blip r:embed="rId2">
            <a:alphaModFix/>
          </a:blip>
          <a:stretch>
            <a:fillRect/>
          </a:stretch>
        </a:blipFill>
        <a:effectLst/>
      </p:bgPr>
    </p:bg>
    <p:spTree>
      <p:nvGrpSpPr>
        <p:cNvPr id="1" name="Shape 178"/>
        <p:cNvGrpSpPr/>
        <p:nvPr/>
      </p:nvGrpSpPr>
      <p:grpSpPr>
        <a:xfrm>
          <a:off x="0" y="0"/>
          <a:ext cx="0" cy="0"/>
          <a:chOff x="0" y="0"/>
          <a:chExt cx="0" cy="0"/>
        </a:xfrm>
      </p:grpSpPr>
      <p:sp>
        <p:nvSpPr>
          <p:cNvPr id="179" name="Google Shape;179;p84"/>
          <p:cNvSpPr/>
          <p:nvPr/>
        </p:nvSpPr>
        <p:spPr>
          <a:xfrm>
            <a:off x="0" y="3352800"/>
            <a:ext cx="8686800" cy="2743200"/>
          </a:xfrm>
          <a:prstGeom prst="rect">
            <a:avLst/>
          </a:prstGeom>
          <a:solidFill>
            <a:srgbClr val="10114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Arial"/>
              <a:ea typeface="Arial"/>
              <a:cs typeface="Arial"/>
              <a:sym typeface="Arial"/>
            </a:endParaRPr>
          </a:p>
        </p:txBody>
      </p:sp>
      <p:sp>
        <p:nvSpPr>
          <p:cNvPr id="180" name="Google Shape;180;p84"/>
          <p:cNvSpPr/>
          <p:nvPr/>
        </p:nvSpPr>
        <p:spPr>
          <a:xfrm>
            <a:off x="2895600" y="6096000"/>
            <a:ext cx="28956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81" name="Google Shape;181;p84"/>
          <p:cNvSpPr/>
          <p:nvPr/>
        </p:nvSpPr>
        <p:spPr>
          <a:xfrm>
            <a:off x="0" y="6096000"/>
            <a:ext cx="28956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82" name="Google Shape;182;p84"/>
          <p:cNvSpPr/>
          <p:nvPr/>
        </p:nvSpPr>
        <p:spPr>
          <a:xfrm>
            <a:off x="5791200" y="6096000"/>
            <a:ext cx="28956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pic>
        <p:nvPicPr>
          <p:cNvPr id="183" name="Google Shape;183;p84" descr="BITS_university_logo_whitevert.png"/>
          <p:cNvPicPr preferRelativeResize="0"/>
          <p:nvPr/>
        </p:nvPicPr>
        <p:blipFill rotWithShape="1">
          <a:blip r:embed="rId3">
            <a:alphaModFix/>
          </a:blip>
          <a:srcRect t="2" b="28592"/>
          <a:stretch/>
        </p:blipFill>
        <p:spPr>
          <a:xfrm>
            <a:off x="76200" y="3352800"/>
            <a:ext cx="2057400" cy="1979613"/>
          </a:xfrm>
          <a:prstGeom prst="rect">
            <a:avLst/>
          </a:prstGeom>
          <a:noFill/>
          <a:ln>
            <a:noFill/>
          </a:ln>
        </p:spPr>
      </p:pic>
      <p:sp>
        <p:nvSpPr>
          <p:cNvPr id="184" name="Google Shape;184;p84"/>
          <p:cNvSpPr txBox="1"/>
          <p:nvPr/>
        </p:nvSpPr>
        <p:spPr>
          <a:xfrm>
            <a:off x="-76200" y="5257800"/>
            <a:ext cx="2209800" cy="55403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900" b="1">
                <a:solidFill>
                  <a:srgbClr val="FFFFFF"/>
                </a:solidFill>
                <a:latin typeface="Arial"/>
                <a:ea typeface="Arial"/>
                <a:cs typeface="Arial"/>
                <a:sym typeface="Arial"/>
              </a:rPr>
              <a:t>BITS</a:t>
            </a:r>
            <a:r>
              <a:rPr lang="en-US" sz="2900">
                <a:solidFill>
                  <a:srgbClr val="FFFFFF"/>
                </a:solidFill>
                <a:latin typeface="Arial"/>
                <a:ea typeface="Arial"/>
                <a:cs typeface="Arial"/>
                <a:sym typeface="Arial"/>
              </a:rPr>
              <a:t> Pilani</a:t>
            </a:r>
            <a:endParaRPr/>
          </a:p>
        </p:txBody>
      </p:sp>
      <p:sp>
        <p:nvSpPr>
          <p:cNvPr id="185" name="Google Shape;185;p84"/>
          <p:cNvSpPr txBox="1"/>
          <p:nvPr/>
        </p:nvSpPr>
        <p:spPr>
          <a:xfrm>
            <a:off x="152400" y="5667375"/>
            <a:ext cx="1905000" cy="2762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rgbClr val="FFFFFF"/>
                </a:solidFill>
                <a:latin typeface="Arial"/>
                <a:ea typeface="Arial"/>
                <a:cs typeface="Arial"/>
                <a:sym typeface="Arial"/>
              </a:rPr>
              <a:t>Pilani Campus</a:t>
            </a:r>
            <a:endParaRPr/>
          </a:p>
        </p:txBody>
      </p:sp>
      <p:sp>
        <p:nvSpPr>
          <p:cNvPr id="186" name="Google Shape;186;p84"/>
          <p:cNvSpPr txBox="1">
            <a:spLocks noGrp="1"/>
          </p:cNvSpPr>
          <p:nvPr>
            <p:ph type="body" idx="1"/>
          </p:nvPr>
        </p:nvSpPr>
        <p:spPr>
          <a:xfrm>
            <a:off x="2514600" y="5410200"/>
            <a:ext cx="6019800" cy="533400"/>
          </a:xfrm>
          <a:prstGeom prst="rect">
            <a:avLst/>
          </a:prstGeom>
          <a:noFill/>
          <a:ln>
            <a:noFill/>
          </a:ln>
        </p:spPr>
        <p:txBody>
          <a:bodyPr spcFirstLastPara="1" wrap="square" lIns="91425" tIns="45700" rIns="91425" bIns="45700" anchor="b" anchorCtr="0">
            <a:noAutofit/>
          </a:bodyPr>
          <a:lstStyle>
            <a:lvl1pPr marL="457200" lvl="0" indent="-228600" algn="r">
              <a:lnSpc>
                <a:spcPct val="100000"/>
              </a:lnSpc>
              <a:spcBef>
                <a:spcPts val="0"/>
              </a:spcBef>
              <a:spcAft>
                <a:spcPts val="0"/>
              </a:spcAft>
              <a:buClr>
                <a:schemeClr val="lt1"/>
              </a:buClr>
              <a:buSzPts val="1800"/>
              <a:buNone/>
              <a:defRPr sz="1800">
                <a:solidFill>
                  <a:schemeClr val="lt1"/>
                </a:solidFil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87" name="Google Shape;187;p84"/>
          <p:cNvSpPr txBox="1">
            <a:spLocks noGrp="1"/>
          </p:cNvSpPr>
          <p:nvPr>
            <p:ph type="title"/>
          </p:nvPr>
        </p:nvSpPr>
        <p:spPr>
          <a:xfrm>
            <a:off x="2514600" y="3810000"/>
            <a:ext cx="6019800" cy="1524000"/>
          </a:xfrm>
          <a:prstGeom prst="rect">
            <a:avLst/>
          </a:prstGeom>
          <a:noFill/>
          <a:ln>
            <a:noFill/>
          </a:ln>
        </p:spPr>
        <p:txBody>
          <a:bodyPr spcFirstLastPara="1" wrap="square" lIns="91425" tIns="45700" rIns="91425" bIns="45700" anchor="ctr" anchorCtr="0">
            <a:noAutofit/>
          </a:bodyPr>
          <a:lstStyle>
            <a:lvl1pPr lvl="0" algn="l">
              <a:lnSpc>
                <a:spcPct val="90909"/>
              </a:lnSpc>
              <a:spcBef>
                <a:spcPts val="0"/>
              </a:spcBef>
              <a:spcAft>
                <a:spcPts val="0"/>
              </a:spcAft>
              <a:buSzPts val="1400"/>
              <a:buNone/>
              <a:defRPr sz="44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_Blank" type="blank">
  <p:cSld name="BLANK">
    <p:spTree>
      <p:nvGrpSpPr>
        <p:cNvPr id="1" name="Shape 188"/>
        <p:cNvGrpSpPr/>
        <p:nvPr/>
      </p:nvGrpSpPr>
      <p:grpSpPr>
        <a:xfrm>
          <a:off x="0" y="0"/>
          <a:ext cx="0" cy="0"/>
          <a:chOff x="0" y="0"/>
          <a:chExt cx="0" cy="0"/>
        </a:xfrm>
      </p:grpSpPr>
      <p:sp>
        <p:nvSpPr>
          <p:cNvPr id="189" name="Google Shape;189;p8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0" name="Google Shape;190;p8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1" name="Google Shape;191;p8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204"/>
        <p:cNvGrpSpPr/>
        <p:nvPr/>
      </p:nvGrpSpPr>
      <p:grpSpPr>
        <a:xfrm>
          <a:off x="0" y="0"/>
          <a:ext cx="0" cy="0"/>
          <a:chOff x="0" y="0"/>
          <a:chExt cx="0" cy="0"/>
        </a:xfrm>
      </p:grpSpPr>
      <p:sp>
        <p:nvSpPr>
          <p:cNvPr id="205" name="Google Shape;205;p66"/>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Pilani Campus</a:t>
            </a:r>
            <a:endParaRPr/>
          </a:p>
        </p:txBody>
      </p:sp>
      <p:grpSp>
        <p:nvGrpSpPr>
          <p:cNvPr id="206" name="Google Shape;206;p66"/>
          <p:cNvGrpSpPr/>
          <p:nvPr/>
        </p:nvGrpSpPr>
        <p:grpSpPr>
          <a:xfrm>
            <a:off x="2084388" y="6550025"/>
            <a:ext cx="7059612" cy="49213"/>
            <a:chOff x="2083888" y="6550671"/>
            <a:chExt cx="7060112" cy="48665"/>
          </a:xfrm>
        </p:grpSpPr>
        <p:sp>
          <p:nvSpPr>
            <p:cNvPr id="207" name="Google Shape;207;p66"/>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sp>
          <p:nvSpPr>
            <p:cNvPr id="208" name="Google Shape;208;p66"/>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sp>
          <p:nvSpPr>
            <p:cNvPr id="209" name="Google Shape;209;p66"/>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grpSp>
      <p:pic>
        <p:nvPicPr>
          <p:cNvPr id="210" name="Google Shape;210;p66" descr="Picture 7.png"/>
          <p:cNvPicPr preferRelativeResize="0"/>
          <p:nvPr/>
        </p:nvPicPr>
        <p:blipFill rotWithShape="1">
          <a:blip r:embed="rId2">
            <a:alphaModFix/>
          </a:blip>
          <a:srcRect l="1923" b="5335"/>
          <a:stretch/>
        </p:blipFill>
        <p:spPr>
          <a:xfrm>
            <a:off x="6629400" y="0"/>
            <a:ext cx="2193925" cy="692150"/>
          </a:xfrm>
          <a:prstGeom prst="rect">
            <a:avLst/>
          </a:prstGeom>
          <a:noFill/>
          <a:ln>
            <a:noFill/>
          </a:ln>
        </p:spPr>
      </p:pic>
      <p:grpSp>
        <p:nvGrpSpPr>
          <p:cNvPr id="211" name="Google Shape;211;p66"/>
          <p:cNvGrpSpPr/>
          <p:nvPr/>
        </p:nvGrpSpPr>
        <p:grpSpPr>
          <a:xfrm>
            <a:off x="2133600" y="6553200"/>
            <a:ext cx="7010400" cy="46038"/>
            <a:chOff x="1905000" y="6553200"/>
            <a:chExt cx="7010400" cy="45719"/>
          </a:xfrm>
        </p:grpSpPr>
        <p:sp>
          <p:nvSpPr>
            <p:cNvPr id="212" name="Google Shape;212;p66"/>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sp>
          <p:nvSpPr>
            <p:cNvPr id="213" name="Google Shape;213;p66"/>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sp>
          <p:nvSpPr>
            <p:cNvPr id="214" name="Google Shape;214;p66"/>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grpSp>
      <p:grpSp>
        <p:nvGrpSpPr>
          <p:cNvPr id="215" name="Google Shape;215;p66"/>
          <p:cNvGrpSpPr/>
          <p:nvPr/>
        </p:nvGrpSpPr>
        <p:grpSpPr>
          <a:xfrm>
            <a:off x="0" y="1295400"/>
            <a:ext cx="7010400" cy="46038"/>
            <a:chOff x="1905000" y="6553200"/>
            <a:chExt cx="7010400" cy="45719"/>
          </a:xfrm>
        </p:grpSpPr>
        <p:sp>
          <p:nvSpPr>
            <p:cNvPr id="216" name="Google Shape;216;p66"/>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sp>
          <p:nvSpPr>
            <p:cNvPr id="217" name="Google Shape;217;p66"/>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sp>
          <p:nvSpPr>
            <p:cNvPr id="218" name="Google Shape;218;p66"/>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grpSp>
      <p:sp>
        <p:nvSpPr>
          <p:cNvPr id="219" name="Google Shape;219;p66"/>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marL="914400" marR="0" lvl="1" indent="-33020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0" name="Google Shape;220;p66"/>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34"/>
        <p:cNvGrpSpPr/>
        <p:nvPr/>
      </p:nvGrpSpPr>
      <p:grpSpPr>
        <a:xfrm>
          <a:off x="0" y="0"/>
          <a:ext cx="0" cy="0"/>
          <a:chOff x="0" y="0"/>
          <a:chExt cx="0" cy="0"/>
        </a:xfrm>
      </p:grpSpPr>
      <p:sp>
        <p:nvSpPr>
          <p:cNvPr id="235" name="Google Shape;235;p7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6" name="Google Shape;236;p7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37" name="Google Shape;237;p7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238" name="Google Shape;238;p7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239" name="Google Shape;239;p7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600">
                <a:solidFill>
                  <a:schemeClr val="dk1"/>
                </a:solidFill>
                <a:latin typeface="Tahoma"/>
                <a:ea typeface="Tahoma"/>
                <a:cs typeface="Tahoma"/>
                <a:sym typeface="Tahoma"/>
              </a:defRPr>
            </a:lvl1pPr>
            <a:lvl2pPr marL="0" marR="0" lvl="1" indent="0" algn="l" rtl="0">
              <a:spcBef>
                <a:spcPts val="0"/>
              </a:spcBef>
              <a:spcAft>
                <a:spcPts val="0"/>
              </a:spcAft>
              <a:buNone/>
              <a:defRPr sz="1600">
                <a:solidFill>
                  <a:schemeClr val="dk1"/>
                </a:solidFill>
                <a:latin typeface="Tahoma"/>
                <a:ea typeface="Tahoma"/>
                <a:cs typeface="Tahoma"/>
                <a:sym typeface="Tahoma"/>
              </a:defRPr>
            </a:lvl2pPr>
            <a:lvl3pPr marL="0" marR="0" lvl="2" indent="0" algn="l" rtl="0">
              <a:spcBef>
                <a:spcPts val="0"/>
              </a:spcBef>
              <a:spcAft>
                <a:spcPts val="0"/>
              </a:spcAft>
              <a:buNone/>
              <a:defRPr sz="1600">
                <a:solidFill>
                  <a:schemeClr val="dk1"/>
                </a:solidFill>
                <a:latin typeface="Tahoma"/>
                <a:ea typeface="Tahoma"/>
                <a:cs typeface="Tahoma"/>
                <a:sym typeface="Tahoma"/>
              </a:defRPr>
            </a:lvl3pPr>
            <a:lvl4pPr marL="0" marR="0" lvl="3" indent="0" algn="l" rtl="0">
              <a:spcBef>
                <a:spcPts val="0"/>
              </a:spcBef>
              <a:spcAft>
                <a:spcPts val="0"/>
              </a:spcAft>
              <a:buNone/>
              <a:defRPr sz="1600">
                <a:solidFill>
                  <a:schemeClr val="dk1"/>
                </a:solidFill>
                <a:latin typeface="Tahoma"/>
                <a:ea typeface="Tahoma"/>
                <a:cs typeface="Tahoma"/>
                <a:sym typeface="Tahoma"/>
              </a:defRPr>
            </a:lvl4pPr>
            <a:lvl5pPr marL="0" marR="0" lvl="4" indent="0" algn="l" rtl="0">
              <a:spcBef>
                <a:spcPts val="0"/>
              </a:spcBef>
              <a:spcAft>
                <a:spcPts val="0"/>
              </a:spcAft>
              <a:buNone/>
              <a:defRPr sz="1600">
                <a:solidFill>
                  <a:schemeClr val="dk1"/>
                </a:solidFill>
                <a:latin typeface="Tahoma"/>
                <a:ea typeface="Tahoma"/>
                <a:cs typeface="Tahoma"/>
                <a:sym typeface="Tahoma"/>
              </a:defRPr>
            </a:lvl5pPr>
            <a:lvl6pPr marL="0" marR="0" lvl="5" indent="0" algn="l" rtl="0">
              <a:spcBef>
                <a:spcPts val="0"/>
              </a:spcBef>
              <a:spcAft>
                <a:spcPts val="0"/>
              </a:spcAft>
              <a:buNone/>
              <a:defRPr sz="1600">
                <a:solidFill>
                  <a:schemeClr val="dk1"/>
                </a:solidFill>
                <a:latin typeface="Tahoma"/>
                <a:ea typeface="Tahoma"/>
                <a:cs typeface="Tahoma"/>
                <a:sym typeface="Tahoma"/>
              </a:defRPr>
            </a:lvl6pPr>
            <a:lvl7pPr marL="0" marR="0" lvl="6" indent="0" algn="l" rtl="0">
              <a:spcBef>
                <a:spcPts val="0"/>
              </a:spcBef>
              <a:spcAft>
                <a:spcPts val="0"/>
              </a:spcAft>
              <a:buNone/>
              <a:defRPr sz="1600">
                <a:solidFill>
                  <a:schemeClr val="dk1"/>
                </a:solidFill>
                <a:latin typeface="Tahoma"/>
                <a:ea typeface="Tahoma"/>
                <a:cs typeface="Tahoma"/>
                <a:sym typeface="Tahoma"/>
              </a:defRPr>
            </a:lvl7pPr>
            <a:lvl8pPr marL="0" marR="0" lvl="7" indent="0" algn="l" rtl="0">
              <a:spcBef>
                <a:spcPts val="0"/>
              </a:spcBef>
              <a:spcAft>
                <a:spcPts val="0"/>
              </a:spcAft>
              <a:buNone/>
              <a:defRPr sz="1600">
                <a:solidFill>
                  <a:schemeClr val="dk1"/>
                </a:solidFill>
                <a:latin typeface="Tahoma"/>
                <a:ea typeface="Tahoma"/>
                <a:cs typeface="Tahoma"/>
                <a:sym typeface="Tahoma"/>
              </a:defRPr>
            </a:lvl8pPr>
            <a:lvl9pPr marL="0" marR="0" lvl="8" indent="0" algn="l" rtl="0">
              <a:spcBef>
                <a:spcPts val="0"/>
              </a:spcBef>
              <a:spcAft>
                <a:spcPts val="0"/>
              </a:spcAft>
              <a:buNone/>
              <a:defRPr sz="1600">
                <a:solidFill>
                  <a:schemeClr val="dk1"/>
                </a:solidFill>
                <a:latin typeface="Tahoma"/>
                <a:ea typeface="Tahoma"/>
                <a:cs typeface="Tahoma"/>
                <a:sym typeface="Tahoma"/>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0"/>
        <p:cNvGrpSpPr/>
        <p:nvPr/>
      </p:nvGrpSpPr>
      <p:grpSpPr>
        <a:xfrm>
          <a:off x="0" y="0"/>
          <a:ext cx="0" cy="0"/>
          <a:chOff x="0" y="0"/>
          <a:chExt cx="0" cy="0"/>
        </a:xfrm>
      </p:grpSpPr>
      <p:sp>
        <p:nvSpPr>
          <p:cNvPr id="241" name="Google Shape;241;p7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42" name="Google Shape;242;p7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243" name="Google Shape;243;p7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244" name="Google Shape;244;p7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600">
                <a:solidFill>
                  <a:schemeClr val="dk1"/>
                </a:solidFill>
                <a:latin typeface="Tahoma"/>
                <a:ea typeface="Tahoma"/>
                <a:cs typeface="Tahoma"/>
                <a:sym typeface="Tahoma"/>
              </a:defRPr>
            </a:lvl1pPr>
            <a:lvl2pPr marL="0" marR="0" lvl="1" indent="0" algn="l" rtl="0">
              <a:spcBef>
                <a:spcPts val="0"/>
              </a:spcBef>
              <a:spcAft>
                <a:spcPts val="0"/>
              </a:spcAft>
              <a:buNone/>
              <a:defRPr sz="1600">
                <a:solidFill>
                  <a:schemeClr val="dk1"/>
                </a:solidFill>
                <a:latin typeface="Tahoma"/>
                <a:ea typeface="Tahoma"/>
                <a:cs typeface="Tahoma"/>
                <a:sym typeface="Tahoma"/>
              </a:defRPr>
            </a:lvl2pPr>
            <a:lvl3pPr marL="0" marR="0" lvl="2" indent="0" algn="l" rtl="0">
              <a:spcBef>
                <a:spcPts val="0"/>
              </a:spcBef>
              <a:spcAft>
                <a:spcPts val="0"/>
              </a:spcAft>
              <a:buNone/>
              <a:defRPr sz="1600">
                <a:solidFill>
                  <a:schemeClr val="dk1"/>
                </a:solidFill>
                <a:latin typeface="Tahoma"/>
                <a:ea typeface="Tahoma"/>
                <a:cs typeface="Tahoma"/>
                <a:sym typeface="Tahoma"/>
              </a:defRPr>
            </a:lvl3pPr>
            <a:lvl4pPr marL="0" marR="0" lvl="3" indent="0" algn="l" rtl="0">
              <a:spcBef>
                <a:spcPts val="0"/>
              </a:spcBef>
              <a:spcAft>
                <a:spcPts val="0"/>
              </a:spcAft>
              <a:buNone/>
              <a:defRPr sz="1600">
                <a:solidFill>
                  <a:schemeClr val="dk1"/>
                </a:solidFill>
                <a:latin typeface="Tahoma"/>
                <a:ea typeface="Tahoma"/>
                <a:cs typeface="Tahoma"/>
                <a:sym typeface="Tahoma"/>
              </a:defRPr>
            </a:lvl4pPr>
            <a:lvl5pPr marL="0" marR="0" lvl="4" indent="0" algn="l" rtl="0">
              <a:spcBef>
                <a:spcPts val="0"/>
              </a:spcBef>
              <a:spcAft>
                <a:spcPts val="0"/>
              </a:spcAft>
              <a:buNone/>
              <a:defRPr sz="1600">
                <a:solidFill>
                  <a:schemeClr val="dk1"/>
                </a:solidFill>
                <a:latin typeface="Tahoma"/>
                <a:ea typeface="Tahoma"/>
                <a:cs typeface="Tahoma"/>
                <a:sym typeface="Tahoma"/>
              </a:defRPr>
            </a:lvl5pPr>
            <a:lvl6pPr marL="0" marR="0" lvl="5" indent="0" algn="l" rtl="0">
              <a:spcBef>
                <a:spcPts val="0"/>
              </a:spcBef>
              <a:spcAft>
                <a:spcPts val="0"/>
              </a:spcAft>
              <a:buNone/>
              <a:defRPr sz="1600">
                <a:solidFill>
                  <a:schemeClr val="dk1"/>
                </a:solidFill>
                <a:latin typeface="Tahoma"/>
                <a:ea typeface="Tahoma"/>
                <a:cs typeface="Tahoma"/>
                <a:sym typeface="Tahoma"/>
              </a:defRPr>
            </a:lvl6pPr>
            <a:lvl7pPr marL="0" marR="0" lvl="6" indent="0" algn="l" rtl="0">
              <a:spcBef>
                <a:spcPts val="0"/>
              </a:spcBef>
              <a:spcAft>
                <a:spcPts val="0"/>
              </a:spcAft>
              <a:buNone/>
              <a:defRPr sz="1600">
                <a:solidFill>
                  <a:schemeClr val="dk1"/>
                </a:solidFill>
                <a:latin typeface="Tahoma"/>
                <a:ea typeface="Tahoma"/>
                <a:cs typeface="Tahoma"/>
                <a:sym typeface="Tahoma"/>
              </a:defRPr>
            </a:lvl7pPr>
            <a:lvl8pPr marL="0" marR="0" lvl="7" indent="0" algn="l" rtl="0">
              <a:spcBef>
                <a:spcPts val="0"/>
              </a:spcBef>
              <a:spcAft>
                <a:spcPts val="0"/>
              </a:spcAft>
              <a:buNone/>
              <a:defRPr sz="1600">
                <a:solidFill>
                  <a:schemeClr val="dk1"/>
                </a:solidFill>
                <a:latin typeface="Tahoma"/>
                <a:ea typeface="Tahoma"/>
                <a:cs typeface="Tahoma"/>
                <a:sym typeface="Tahoma"/>
              </a:defRPr>
            </a:lvl8pPr>
            <a:lvl9pPr marL="0" marR="0" lvl="8" indent="0" algn="l" rtl="0">
              <a:spcBef>
                <a:spcPts val="0"/>
              </a:spcBef>
              <a:spcAft>
                <a:spcPts val="0"/>
              </a:spcAft>
              <a:buNone/>
              <a:defRPr sz="1600">
                <a:solidFill>
                  <a:schemeClr val="dk1"/>
                </a:solidFill>
                <a:latin typeface="Tahoma"/>
                <a:ea typeface="Tahoma"/>
                <a:cs typeface="Tahoma"/>
                <a:sym typeface="Tahoma"/>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1" name="Shape 245"/>
        <p:cNvGrpSpPr/>
        <p:nvPr/>
      </p:nvGrpSpPr>
      <p:grpSpPr>
        <a:xfrm>
          <a:off x="0" y="0"/>
          <a:ext cx="0" cy="0"/>
          <a:chOff x="0" y="0"/>
          <a:chExt cx="0" cy="0"/>
        </a:xfrm>
      </p:grpSpPr>
      <p:sp>
        <p:nvSpPr>
          <p:cNvPr id="246" name="Google Shape;246;p86"/>
          <p:cNvSpPr txBox="1">
            <a:spLocks noGrp="1"/>
          </p:cNvSpPr>
          <p:nvPr>
            <p:ph type="title"/>
          </p:nvPr>
        </p:nvSpPr>
        <p:spPr>
          <a:xfrm>
            <a:off x="395536" y="274638"/>
            <a:ext cx="6120680" cy="850106"/>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47" name="Google Shape;247;p8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8" name="Google Shape;248;p86"/>
          <p:cNvSpPr txBox="1">
            <a:spLocks noGrp="1"/>
          </p:cNvSpPr>
          <p:nvPr>
            <p:ph type="ftr" idx="11"/>
          </p:nvPr>
        </p:nvSpPr>
        <p:spPr>
          <a:xfrm>
            <a:off x="2195736" y="6237312"/>
            <a:ext cx="4392488"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249" name="Google Shape;249;p86"/>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600" b="1">
                <a:solidFill>
                  <a:schemeClr val="dk1"/>
                </a:solidFill>
                <a:latin typeface="Tahoma"/>
                <a:ea typeface="Tahoma"/>
                <a:cs typeface="Tahoma"/>
                <a:sym typeface="Tahoma"/>
              </a:defRPr>
            </a:lvl1pPr>
            <a:lvl2pPr marL="0" marR="0" lvl="1" indent="0" algn="l" rtl="0">
              <a:spcBef>
                <a:spcPts val="0"/>
              </a:spcBef>
              <a:spcAft>
                <a:spcPts val="0"/>
              </a:spcAft>
              <a:buNone/>
              <a:defRPr sz="1600" b="1">
                <a:solidFill>
                  <a:schemeClr val="dk1"/>
                </a:solidFill>
                <a:latin typeface="Tahoma"/>
                <a:ea typeface="Tahoma"/>
                <a:cs typeface="Tahoma"/>
                <a:sym typeface="Tahoma"/>
              </a:defRPr>
            </a:lvl2pPr>
            <a:lvl3pPr marL="0" marR="0" lvl="2" indent="0" algn="l" rtl="0">
              <a:spcBef>
                <a:spcPts val="0"/>
              </a:spcBef>
              <a:spcAft>
                <a:spcPts val="0"/>
              </a:spcAft>
              <a:buNone/>
              <a:defRPr sz="1600" b="1">
                <a:solidFill>
                  <a:schemeClr val="dk1"/>
                </a:solidFill>
                <a:latin typeface="Tahoma"/>
                <a:ea typeface="Tahoma"/>
                <a:cs typeface="Tahoma"/>
                <a:sym typeface="Tahoma"/>
              </a:defRPr>
            </a:lvl3pPr>
            <a:lvl4pPr marL="0" marR="0" lvl="3" indent="0" algn="l" rtl="0">
              <a:spcBef>
                <a:spcPts val="0"/>
              </a:spcBef>
              <a:spcAft>
                <a:spcPts val="0"/>
              </a:spcAft>
              <a:buNone/>
              <a:defRPr sz="1600" b="1">
                <a:solidFill>
                  <a:schemeClr val="dk1"/>
                </a:solidFill>
                <a:latin typeface="Tahoma"/>
                <a:ea typeface="Tahoma"/>
                <a:cs typeface="Tahoma"/>
                <a:sym typeface="Tahoma"/>
              </a:defRPr>
            </a:lvl4pPr>
            <a:lvl5pPr marL="0" marR="0" lvl="4" indent="0" algn="l" rtl="0">
              <a:spcBef>
                <a:spcPts val="0"/>
              </a:spcBef>
              <a:spcAft>
                <a:spcPts val="0"/>
              </a:spcAft>
              <a:buNone/>
              <a:defRPr sz="1600" b="1">
                <a:solidFill>
                  <a:schemeClr val="dk1"/>
                </a:solidFill>
                <a:latin typeface="Tahoma"/>
                <a:ea typeface="Tahoma"/>
                <a:cs typeface="Tahoma"/>
                <a:sym typeface="Tahoma"/>
              </a:defRPr>
            </a:lvl5pPr>
            <a:lvl6pPr marL="0" marR="0" lvl="5" indent="0" algn="l" rtl="0">
              <a:spcBef>
                <a:spcPts val="0"/>
              </a:spcBef>
              <a:spcAft>
                <a:spcPts val="0"/>
              </a:spcAft>
              <a:buNone/>
              <a:defRPr sz="1600" b="1">
                <a:solidFill>
                  <a:schemeClr val="dk1"/>
                </a:solidFill>
                <a:latin typeface="Tahoma"/>
                <a:ea typeface="Tahoma"/>
                <a:cs typeface="Tahoma"/>
                <a:sym typeface="Tahoma"/>
              </a:defRPr>
            </a:lvl6pPr>
            <a:lvl7pPr marL="0" marR="0" lvl="6" indent="0" algn="l" rtl="0">
              <a:spcBef>
                <a:spcPts val="0"/>
              </a:spcBef>
              <a:spcAft>
                <a:spcPts val="0"/>
              </a:spcAft>
              <a:buNone/>
              <a:defRPr sz="1600" b="1">
                <a:solidFill>
                  <a:schemeClr val="dk1"/>
                </a:solidFill>
                <a:latin typeface="Tahoma"/>
                <a:ea typeface="Tahoma"/>
                <a:cs typeface="Tahoma"/>
                <a:sym typeface="Tahoma"/>
              </a:defRPr>
            </a:lvl7pPr>
            <a:lvl8pPr marL="0" marR="0" lvl="7" indent="0" algn="l" rtl="0">
              <a:spcBef>
                <a:spcPts val="0"/>
              </a:spcBef>
              <a:spcAft>
                <a:spcPts val="0"/>
              </a:spcAft>
              <a:buNone/>
              <a:defRPr sz="1600" b="1">
                <a:solidFill>
                  <a:schemeClr val="dk1"/>
                </a:solidFill>
                <a:latin typeface="Tahoma"/>
                <a:ea typeface="Tahoma"/>
                <a:cs typeface="Tahoma"/>
                <a:sym typeface="Tahoma"/>
              </a:defRPr>
            </a:lvl8pPr>
            <a:lvl9pPr marL="0" marR="0" lvl="8" indent="0" algn="l" rtl="0">
              <a:spcBef>
                <a:spcPts val="0"/>
              </a:spcBef>
              <a:spcAft>
                <a:spcPts val="0"/>
              </a:spcAft>
              <a:buNone/>
              <a:defRPr sz="1600" b="1">
                <a:solidFill>
                  <a:schemeClr val="dk1"/>
                </a:solidFill>
                <a:latin typeface="Tahoma"/>
                <a:ea typeface="Tahoma"/>
                <a:cs typeface="Tahoma"/>
                <a:sym typeface="Tahoma"/>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250"/>
        <p:cNvGrpSpPr/>
        <p:nvPr/>
      </p:nvGrpSpPr>
      <p:grpSpPr>
        <a:xfrm>
          <a:off x="0" y="0"/>
          <a:ext cx="0" cy="0"/>
          <a:chOff x="0" y="0"/>
          <a:chExt cx="0" cy="0"/>
        </a:xfrm>
      </p:grpSpPr>
      <p:sp>
        <p:nvSpPr>
          <p:cNvPr id="251" name="Google Shape;251;p87"/>
          <p:cNvSpPr txBox="1">
            <a:spLocks noGrp="1"/>
          </p:cNvSpPr>
          <p:nvPr>
            <p:ph type="title"/>
          </p:nvPr>
        </p:nvSpPr>
        <p:spPr>
          <a:xfrm>
            <a:off x="395536" y="274638"/>
            <a:ext cx="6120680" cy="850106"/>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52" name="Google Shape;252;p8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3" name="Google Shape;253;p87"/>
          <p:cNvSpPr txBox="1">
            <a:spLocks noGrp="1"/>
          </p:cNvSpPr>
          <p:nvPr>
            <p:ph type="ftr" idx="11"/>
          </p:nvPr>
        </p:nvSpPr>
        <p:spPr>
          <a:xfrm>
            <a:off x="2195736" y="6237312"/>
            <a:ext cx="4392488"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254" name="Google Shape;254;p87"/>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600" b="1">
                <a:solidFill>
                  <a:schemeClr val="dk1"/>
                </a:solidFill>
                <a:latin typeface="Tahoma"/>
                <a:ea typeface="Tahoma"/>
                <a:cs typeface="Tahoma"/>
                <a:sym typeface="Tahoma"/>
              </a:defRPr>
            </a:lvl1pPr>
            <a:lvl2pPr marL="0" marR="0" lvl="1" indent="0" algn="l" rtl="0">
              <a:spcBef>
                <a:spcPts val="0"/>
              </a:spcBef>
              <a:spcAft>
                <a:spcPts val="0"/>
              </a:spcAft>
              <a:buNone/>
              <a:defRPr sz="1600" b="1">
                <a:solidFill>
                  <a:schemeClr val="dk1"/>
                </a:solidFill>
                <a:latin typeface="Tahoma"/>
                <a:ea typeface="Tahoma"/>
                <a:cs typeface="Tahoma"/>
                <a:sym typeface="Tahoma"/>
              </a:defRPr>
            </a:lvl2pPr>
            <a:lvl3pPr marL="0" marR="0" lvl="2" indent="0" algn="l" rtl="0">
              <a:spcBef>
                <a:spcPts val="0"/>
              </a:spcBef>
              <a:spcAft>
                <a:spcPts val="0"/>
              </a:spcAft>
              <a:buNone/>
              <a:defRPr sz="1600" b="1">
                <a:solidFill>
                  <a:schemeClr val="dk1"/>
                </a:solidFill>
                <a:latin typeface="Tahoma"/>
                <a:ea typeface="Tahoma"/>
                <a:cs typeface="Tahoma"/>
                <a:sym typeface="Tahoma"/>
              </a:defRPr>
            </a:lvl3pPr>
            <a:lvl4pPr marL="0" marR="0" lvl="3" indent="0" algn="l" rtl="0">
              <a:spcBef>
                <a:spcPts val="0"/>
              </a:spcBef>
              <a:spcAft>
                <a:spcPts val="0"/>
              </a:spcAft>
              <a:buNone/>
              <a:defRPr sz="1600" b="1">
                <a:solidFill>
                  <a:schemeClr val="dk1"/>
                </a:solidFill>
                <a:latin typeface="Tahoma"/>
                <a:ea typeface="Tahoma"/>
                <a:cs typeface="Tahoma"/>
                <a:sym typeface="Tahoma"/>
              </a:defRPr>
            </a:lvl4pPr>
            <a:lvl5pPr marL="0" marR="0" lvl="4" indent="0" algn="l" rtl="0">
              <a:spcBef>
                <a:spcPts val="0"/>
              </a:spcBef>
              <a:spcAft>
                <a:spcPts val="0"/>
              </a:spcAft>
              <a:buNone/>
              <a:defRPr sz="1600" b="1">
                <a:solidFill>
                  <a:schemeClr val="dk1"/>
                </a:solidFill>
                <a:latin typeface="Tahoma"/>
                <a:ea typeface="Tahoma"/>
                <a:cs typeface="Tahoma"/>
                <a:sym typeface="Tahoma"/>
              </a:defRPr>
            </a:lvl5pPr>
            <a:lvl6pPr marL="0" marR="0" lvl="5" indent="0" algn="l" rtl="0">
              <a:spcBef>
                <a:spcPts val="0"/>
              </a:spcBef>
              <a:spcAft>
                <a:spcPts val="0"/>
              </a:spcAft>
              <a:buNone/>
              <a:defRPr sz="1600" b="1">
                <a:solidFill>
                  <a:schemeClr val="dk1"/>
                </a:solidFill>
                <a:latin typeface="Tahoma"/>
                <a:ea typeface="Tahoma"/>
                <a:cs typeface="Tahoma"/>
                <a:sym typeface="Tahoma"/>
              </a:defRPr>
            </a:lvl6pPr>
            <a:lvl7pPr marL="0" marR="0" lvl="6" indent="0" algn="l" rtl="0">
              <a:spcBef>
                <a:spcPts val="0"/>
              </a:spcBef>
              <a:spcAft>
                <a:spcPts val="0"/>
              </a:spcAft>
              <a:buNone/>
              <a:defRPr sz="1600" b="1">
                <a:solidFill>
                  <a:schemeClr val="dk1"/>
                </a:solidFill>
                <a:latin typeface="Tahoma"/>
                <a:ea typeface="Tahoma"/>
                <a:cs typeface="Tahoma"/>
                <a:sym typeface="Tahoma"/>
              </a:defRPr>
            </a:lvl7pPr>
            <a:lvl8pPr marL="0" marR="0" lvl="7" indent="0" algn="l" rtl="0">
              <a:spcBef>
                <a:spcPts val="0"/>
              </a:spcBef>
              <a:spcAft>
                <a:spcPts val="0"/>
              </a:spcAft>
              <a:buNone/>
              <a:defRPr sz="1600" b="1">
                <a:solidFill>
                  <a:schemeClr val="dk1"/>
                </a:solidFill>
                <a:latin typeface="Tahoma"/>
                <a:ea typeface="Tahoma"/>
                <a:cs typeface="Tahoma"/>
                <a:sym typeface="Tahoma"/>
              </a:defRPr>
            </a:lvl8pPr>
            <a:lvl9pPr marL="0" marR="0" lvl="8" indent="0" algn="l" rtl="0">
              <a:spcBef>
                <a:spcPts val="0"/>
              </a:spcBef>
              <a:spcAft>
                <a:spcPts val="0"/>
              </a:spcAft>
              <a:buNone/>
              <a:defRPr sz="1600" b="1">
                <a:solidFill>
                  <a:schemeClr val="dk1"/>
                </a:solidFill>
                <a:latin typeface="Tahoma"/>
                <a:ea typeface="Tahoma"/>
                <a:cs typeface="Tahoma"/>
                <a:sym typeface="Tahoma"/>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5"/>
        <p:cNvGrpSpPr/>
        <p:nvPr/>
      </p:nvGrpSpPr>
      <p:grpSpPr>
        <a:xfrm>
          <a:off x="0" y="0"/>
          <a:ext cx="0" cy="0"/>
          <a:chOff x="0" y="0"/>
          <a:chExt cx="0" cy="0"/>
        </a:xfrm>
      </p:grpSpPr>
      <p:sp>
        <p:nvSpPr>
          <p:cNvPr id="256" name="Google Shape;256;p88"/>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4000"/>
              <a:buFont typeface="Calibri"/>
              <a:buNone/>
              <a:defRPr sz="40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57" name="Google Shape;257;p88"/>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258" name="Google Shape;258;p8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259" name="Google Shape;259;p8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260" name="Google Shape;260;p8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600">
                <a:solidFill>
                  <a:schemeClr val="dk1"/>
                </a:solidFill>
                <a:latin typeface="Tahoma"/>
                <a:ea typeface="Tahoma"/>
                <a:cs typeface="Tahoma"/>
                <a:sym typeface="Tahoma"/>
              </a:defRPr>
            </a:lvl1pPr>
            <a:lvl2pPr marL="0" marR="0" lvl="1" indent="0" algn="l" rtl="0">
              <a:spcBef>
                <a:spcPts val="0"/>
              </a:spcBef>
              <a:spcAft>
                <a:spcPts val="0"/>
              </a:spcAft>
              <a:buNone/>
              <a:defRPr sz="1600">
                <a:solidFill>
                  <a:schemeClr val="dk1"/>
                </a:solidFill>
                <a:latin typeface="Tahoma"/>
                <a:ea typeface="Tahoma"/>
                <a:cs typeface="Tahoma"/>
                <a:sym typeface="Tahoma"/>
              </a:defRPr>
            </a:lvl2pPr>
            <a:lvl3pPr marL="0" marR="0" lvl="2" indent="0" algn="l" rtl="0">
              <a:spcBef>
                <a:spcPts val="0"/>
              </a:spcBef>
              <a:spcAft>
                <a:spcPts val="0"/>
              </a:spcAft>
              <a:buNone/>
              <a:defRPr sz="1600">
                <a:solidFill>
                  <a:schemeClr val="dk1"/>
                </a:solidFill>
                <a:latin typeface="Tahoma"/>
                <a:ea typeface="Tahoma"/>
                <a:cs typeface="Tahoma"/>
                <a:sym typeface="Tahoma"/>
              </a:defRPr>
            </a:lvl3pPr>
            <a:lvl4pPr marL="0" marR="0" lvl="3" indent="0" algn="l" rtl="0">
              <a:spcBef>
                <a:spcPts val="0"/>
              </a:spcBef>
              <a:spcAft>
                <a:spcPts val="0"/>
              </a:spcAft>
              <a:buNone/>
              <a:defRPr sz="1600">
                <a:solidFill>
                  <a:schemeClr val="dk1"/>
                </a:solidFill>
                <a:latin typeface="Tahoma"/>
                <a:ea typeface="Tahoma"/>
                <a:cs typeface="Tahoma"/>
                <a:sym typeface="Tahoma"/>
              </a:defRPr>
            </a:lvl4pPr>
            <a:lvl5pPr marL="0" marR="0" lvl="4" indent="0" algn="l" rtl="0">
              <a:spcBef>
                <a:spcPts val="0"/>
              </a:spcBef>
              <a:spcAft>
                <a:spcPts val="0"/>
              </a:spcAft>
              <a:buNone/>
              <a:defRPr sz="1600">
                <a:solidFill>
                  <a:schemeClr val="dk1"/>
                </a:solidFill>
                <a:latin typeface="Tahoma"/>
                <a:ea typeface="Tahoma"/>
                <a:cs typeface="Tahoma"/>
                <a:sym typeface="Tahoma"/>
              </a:defRPr>
            </a:lvl5pPr>
            <a:lvl6pPr marL="0" marR="0" lvl="5" indent="0" algn="l" rtl="0">
              <a:spcBef>
                <a:spcPts val="0"/>
              </a:spcBef>
              <a:spcAft>
                <a:spcPts val="0"/>
              </a:spcAft>
              <a:buNone/>
              <a:defRPr sz="1600">
                <a:solidFill>
                  <a:schemeClr val="dk1"/>
                </a:solidFill>
                <a:latin typeface="Tahoma"/>
                <a:ea typeface="Tahoma"/>
                <a:cs typeface="Tahoma"/>
                <a:sym typeface="Tahoma"/>
              </a:defRPr>
            </a:lvl6pPr>
            <a:lvl7pPr marL="0" marR="0" lvl="6" indent="0" algn="l" rtl="0">
              <a:spcBef>
                <a:spcPts val="0"/>
              </a:spcBef>
              <a:spcAft>
                <a:spcPts val="0"/>
              </a:spcAft>
              <a:buNone/>
              <a:defRPr sz="1600">
                <a:solidFill>
                  <a:schemeClr val="dk1"/>
                </a:solidFill>
                <a:latin typeface="Tahoma"/>
                <a:ea typeface="Tahoma"/>
                <a:cs typeface="Tahoma"/>
                <a:sym typeface="Tahoma"/>
              </a:defRPr>
            </a:lvl7pPr>
            <a:lvl8pPr marL="0" marR="0" lvl="7" indent="0" algn="l" rtl="0">
              <a:spcBef>
                <a:spcPts val="0"/>
              </a:spcBef>
              <a:spcAft>
                <a:spcPts val="0"/>
              </a:spcAft>
              <a:buNone/>
              <a:defRPr sz="1600">
                <a:solidFill>
                  <a:schemeClr val="dk1"/>
                </a:solidFill>
                <a:latin typeface="Tahoma"/>
                <a:ea typeface="Tahoma"/>
                <a:cs typeface="Tahoma"/>
                <a:sym typeface="Tahoma"/>
              </a:defRPr>
            </a:lvl8pPr>
            <a:lvl9pPr marL="0" marR="0" lvl="8" indent="0" algn="l" rtl="0">
              <a:spcBef>
                <a:spcPts val="0"/>
              </a:spcBef>
              <a:spcAft>
                <a:spcPts val="0"/>
              </a:spcAft>
              <a:buNone/>
              <a:defRPr sz="1600">
                <a:solidFill>
                  <a:schemeClr val="dk1"/>
                </a:solidFill>
                <a:latin typeface="Tahoma"/>
                <a:ea typeface="Tahoma"/>
                <a:cs typeface="Tahoma"/>
                <a:sym typeface="Tahoma"/>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61"/>
        <p:cNvGrpSpPr/>
        <p:nvPr/>
      </p:nvGrpSpPr>
      <p:grpSpPr>
        <a:xfrm>
          <a:off x="0" y="0"/>
          <a:ext cx="0" cy="0"/>
          <a:chOff x="0" y="0"/>
          <a:chExt cx="0" cy="0"/>
        </a:xfrm>
      </p:grpSpPr>
      <p:sp>
        <p:nvSpPr>
          <p:cNvPr id="262" name="Google Shape;262;p8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63" name="Google Shape;263;p89"/>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264" name="Google Shape;264;p89"/>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265" name="Google Shape;265;p8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266" name="Google Shape;266;p8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267" name="Google Shape;267;p8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600">
                <a:solidFill>
                  <a:schemeClr val="dk1"/>
                </a:solidFill>
                <a:latin typeface="Tahoma"/>
                <a:ea typeface="Tahoma"/>
                <a:cs typeface="Tahoma"/>
                <a:sym typeface="Tahoma"/>
              </a:defRPr>
            </a:lvl1pPr>
            <a:lvl2pPr marL="0" marR="0" lvl="1" indent="0" algn="l" rtl="0">
              <a:spcBef>
                <a:spcPts val="0"/>
              </a:spcBef>
              <a:spcAft>
                <a:spcPts val="0"/>
              </a:spcAft>
              <a:buNone/>
              <a:defRPr sz="1600">
                <a:solidFill>
                  <a:schemeClr val="dk1"/>
                </a:solidFill>
                <a:latin typeface="Tahoma"/>
                <a:ea typeface="Tahoma"/>
                <a:cs typeface="Tahoma"/>
                <a:sym typeface="Tahoma"/>
              </a:defRPr>
            </a:lvl2pPr>
            <a:lvl3pPr marL="0" marR="0" lvl="2" indent="0" algn="l" rtl="0">
              <a:spcBef>
                <a:spcPts val="0"/>
              </a:spcBef>
              <a:spcAft>
                <a:spcPts val="0"/>
              </a:spcAft>
              <a:buNone/>
              <a:defRPr sz="1600">
                <a:solidFill>
                  <a:schemeClr val="dk1"/>
                </a:solidFill>
                <a:latin typeface="Tahoma"/>
                <a:ea typeface="Tahoma"/>
                <a:cs typeface="Tahoma"/>
                <a:sym typeface="Tahoma"/>
              </a:defRPr>
            </a:lvl3pPr>
            <a:lvl4pPr marL="0" marR="0" lvl="3" indent="0" algn="l" rtl="0">
              <a:spcBef>
                <a:spcPts val="0"/>
              </a:spcBef>
              <a:spcAft>
                <a:spcPts val="0"/>
              </a:spcAft>
              <a:buNone/>
              <a:defRPr sz="1600">
                <a:solidFill>
                  <a:schemeClr val="dk1"/>
                </a:solidFill>
                <a:latin typeface="Tahoma"/>
                <a:ea typeface="Tahoma"/>
                <a:cs typeface="Tahoma"/>
                <a:sym typeface="Tahoma"/>
              </a:defRPr>
            </a:lvl4pPr>
            <a:lvl5pPr marL="0" marR="0" lvl="4" indent="0" algn="l" rtl="0">
              <a:spcBef>
                <a:spcPts val="0"/>
              </a:spcBef>
              <a:spcAft>
                <a:spcPts val="0"/>
              </a:spcAft>
              <a:buNone/>
              <a:defRPr sz="1600">
                <a:solidFill>
                  <a:schemeClr val="dk1"/>
                </a:solidFill>
                <a:latin typeface="Tahoma"/>
                <a:ea typeface="Tahoma"/>
                <a:cs typeface="Tahoma"/>
                <a:sym typeface="Tahoma"/>
              </a:defRPr>
            </a:lvl5pPr>
            <a:lvl6pPr marL="0" marR="0" lvl="5" indent="0" algn="l" rtl="0">
              <a:spcBef>
                <a:spcPts val="0"/>
              </a:spcBef>
              <a:spcAft>
                <a:spcPts val="0"/>
              </a:spcAft>
              <a:buNone/>
              <a:defRPr sz="1600">
                <a:solidFill>
                  <a:schemeClr val="dk1"/>
                </a:solidFill>
                <a:latin typeface="Tahoma"/>
                <a:ea typeface="Tahoma"/>
                <a:cs typeface="Tahoma"/>
                <a:sym typeface="Tahoma"/>
              </a:defRPr>
            </a:lvl6pPr>
            <a:lvl7pPr marL="0" marR="0" lvl="6" indent="0" algn="l" rtl="0">
              <a:spcBef>
                <a:spcPts val="0"/>
              </a:spcBef>
              <a:spcAft>
                <a:spcPts val="0"/>
              </a:spcAft>
              <a:buNone/>
              <a:defRPr sz="1600">
                <a:solidFill>
                  <a:schemeClr val="dk1"/>
                </a:solidFill>
                <a:latin typeface="Tahoma"/>
                <a:ea typeface="Tahoma"/>
                <a:cs typeface="Tahoma"/>
                <a:sym typeface="Tahoma"/>
              </a:defRPr>
            </a:lvl7pPr>
            <a:lvl8pPr marL="0" marR="0" lvl="7" indent="0" algn="l" rtl="0">
              <a:spcBef>
                <a:spcPts val="0"/>
              </a:spcBef>
              <a:spcAft>
                <a:spcPts val="0"/>
              </a:spcAft>
              <a:buNone/>
              <a:defRPr sz="1600">
                <a:solidFill>
                  <a:schemeClr val="dk1"/>
                </a:solidFill>
                <a:latin typeface="Tahoma"/>
                <a:ea typeface="Tahoma"/>
                <a:cs typeface="Tahoma"/>
                <a:sym typeface="Tahoma"/>
              </a:defRPr>
            </a:lvl8pPr>
            <a:lvl9pPr marL="0" marR="0" lvl="8" indent="0" algn="l" rtl="0">
              <a:spcBef>
                <a:spcPts val="0"/>
              </a:spcBef>
              <a:spcAft>
                <a:spcPts val="0"/>
              </a:spcAft>
              <a:buNone/>
              <a:defRPr sz="1600">
                <a:solidFill>
                  <a:schemeClr val="dk1"/>
                </a:solidFill>
                <a:latin typeface="Tahoma"/>
                <a:ea typeface="Tahoma"/>
                <a:cs typeface="Tahoma"/>
                <a:sym typeface="Tahoma"/>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68"/>
        <p:cNvGrpSpPr/>
        <p:nvPr/>
      </p:nvGrpSpPr>
      <p:grpSpPr>
        <a:xfrm>
          <a:off x="0" y="0"/>
          <a:ext cx="0" cy="0"/>
          <a:chOff x="0" y="0"/>
          <a:chExt cx="0" cy="0"/>
        </a:xfrm>
      </p:grpSpPr>
      <p:sp>
        <p:nvSpPr>
          <p:cNvPr id="269" name="Google Shape;269;p9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70" name="Google Shape;270;p90"/>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271" name="Google Shape;271;p90"/>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272" name="Google Shape;272;p90"/>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273" name="Google Shape;273;p90"/>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274" name="Google Shape;274;p9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275" name="Google Shape;275;p9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276" name="Google Shape;276;p9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600">
                <a:solidFill>
                  <a:schemeClr val="dk1"/>
                </a:solidFill>
                <a:latin typeface="Tahoma"/>
                <a:ea typeface="Tahoma"/>
                <a:cs typeface="Tahoma"/>
                <a:sym typeface="Tahoma"/>
              </a:defRPr>
            </a:lvl1pPr>
            <a:lvl2pPr marL="0" marR="0" lvl="1" indent="0" algn="l" rtl="0">
              <a:spcBef>
                <a:spcPts val="0"/>
              </a:spcBef>
              <a:spcAft>
                <a:spcPts val="0"/>
              </a:spcAft>
              <a:buNone/>
              <a:defRPr sz="1600">
                <a:solidFill>
                  <a:schemeClr val="dk1"/>
                </a:solidFill>
                <a:latin typeface="Tahoma"/>
                <a:ea typeface="Tahoma"/>
                <a:cs typeface="Tahoma"/>
                <a:sym typeface="Tahoma"/>
              </a:defRPr>
            </a:lvl2pPr>
            <a:lvl3pPr marL="0" marR="0" lvl="2" indent="0" algn="l" rtl="0">
              <a:spcBef>
                <a:spcPts val="0"/>
              </a:spcBef>
              <a:spcAft>
                <a:spcPts val="0"/>
              </a:spcAft>
              <a:buNone/>
              <a:defRPr sz="1600">
                <a:solidFill>
                  <a:schemeClr val="dk1"/>
                </a:solidFill>
                <a:latin typeface="Tahoma"/>
                <a:ea typeface="Tahoma"/>
                <a:cs typeface="Tahoma"/>
                <a:sym typeface="Tahoma"/>
              </a:defRPr>
            </a:lvl3pPr>
            <a:lvl4pPr marL="0" marR="0" lvl="3" indent="0" algn="l" rtl="0">
              <a:spcBef>
                <a:spcPts val="0"/>
              </a:spcBef>
              <a:spcAft>
                <a:spcPts val="0"/>
              </a:spcAft>
              <a:buNone/>
              <a:defRPr sz="1600">
                <a:solidFill>
                  <a:schemeClr val="dk1"/>
                </a:solidFill>
                <a:latin typeface="Tahoma"/>
                <a:ea typeface="Tahoma"/>
                <a:cs typeface="Tahoma"/>
                <a:sym typeface="Tahoma"/>
              </a:defRPr>
            </a:lvl4pPr>
            <a:lvl5pPr marL="0" marR="0" lvl="4" indent="0" algn="l" rtl="0">
              <a:spcBef>
                <a:spcPts val="0"/>
              </a:spcBef>
              <a:spcAft>
                <a:spcPts val="0"/>
              </a:spcAft>
              <a:buNone/>
              <a:defRPr sz="1600">
                <a:solidFill>
                  <a:schemeClr val="dk1"/>
                </a:solidFill>
                <a:latin typeface="Tahoma"/>
                <a:ea typeface="Tahoma"/>
                <a:cs typeface="Tahoma"/>
                <a:sym typeface="Tahoma"/>
              </a:defRPr>
            </a:lvl5pPr>
            <a:lvl6pPr marL="0" marR="0" lvl="5" indent="0" algn="l" rtl="0">
              <a:spcBef>
                <a:spcPts val="0"/>
              </a:spcBef>
              <a:spcAft>
                <a:spcPts val="0"/>
              </a:spcAft>
              <a:buNone/>
              <a:defRPr sz="1600">
                <a:solidFill>
                  <a:schemeClr val="dk1"/>
                </a:solidFill>
                <a:latin typeface="Tahoma"/>
                <a:ea typeface="Tahoma"/>
                <a:cs typeface="Tahoma"/>
                <a:sym typeface="Tahoma"/>
              </a:defRPr>
            </a:lvl6pPr>
            <a:lvl7pPr marL="0" marR="0" lvl="6" indent="0" algn="l" rtl="0">
              <a:spcBef>
                <a:spcPts val="0"/>
              </a:spcBef>
              <a:spcAft>
                <a:spcPts val="0"/>
              </a:spcAft>
              <a:buNone/>
              <a:defRPr sz="1600">
                <a:solidFill>
                  <a:schemeClr val="dk1"/>
                </a:solidFill>
                <a:latin typeface="Tahoma"/>
                <a:ea typeface="Tahoma"/>
                <a:cs typeface="Tahoma"/>
                <a:sym typeface="Tahoma"/>
              </a:defRPr>
            </a:lvl7pPr>
            <a:lvl8pPr marL="0" marR="0" lvl="7" indent="0" algn="l" rtl="0">
              <a:spcBef>
                <a:spcPts val="0"/>
              </a:spcBef>
              <a:spcAft>
                <a:spcPts val="0"/>
              </a:spcAft>
              <a:buNone/>
              <a:defRPr sz="1600">
                <a:solidFill>
                  <a:schemeClr val="dk1"/>
                </a:solidFill>
                <a:latin typeface="Tahoma"/>
                <a:ea typeface="Tahoma"/>
                <a:cs typeface="Tahoma"/>
                <a:sym typeface="Tahoma"/>
              </a:defRPr>
            </a:lvl8pPr>
            <a:lvl9pPr marL="0" marR="0" lvl="8" indent="0" algn="l" rtl="0">
              <a:spcBef>
                <a:spcPts val="0"/>
              </a:spcBef>
              <a:spcAft>
                <a:spcPts val="0"/>
              </a:spcAft>
              <a:buNone/>
              <a:defRPr sz="1600">
                <a:solidFill>
                  <a:schemeClr val="dk1"/>
                </a:solidFill>
                <a:latin typeface="Tahoma"/>
                <a:ea typeface="Tahoma"/>
                <a:cs typeface="Tahoma"/>
                <a:sym typeface="Tahoma"/>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7"/>
        <p:cNvGrpSpPr/>
        <p:nvPr/>
      </p:nvGrpSpPr>
      <p:grpSpPr>
        <a:xfrm>
          <a:off x="0" y="0"/>
          <a:ext cx="0" cy="0"/>
          <a:chOff x="0" y="0"/>
          <a:chExt cx="0" cy="0"/>
        </a:xfrm>
      </p:grpSpPr>
      <p:sp>
        <p:nvSpPr>
          <p:cNvPr id="278" name="Google Shape;278;p9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279" name="Google Shape;279;p9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280" name="Google Shape;280;p9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600">
                <a:solidFill>
                  <a:schemeClr val="dk1"/>
                </a:solidFill>
                <a:latin typeface="Tahoma"/>
                <a:ea typeface="Tahoma"/>
                <a:cs typeface="Tahoma"/>
                <a:sym typeface="Tahoma"/>
              </a:defRPr>
            </a:lvl1pPr>
            <a:lvl2pPr marL="0" marR="0" lvl="1" indent="0" algn="l" rtl="0">
              <a:spcBef>
                <a:spcPts val="0"/>
              </a:spcBef>
              <a:spcAft>
                <a:spcPts val="0"/>
              </a:spcAft>
              <a:buNone/>
              <a:defRPr sz="1600">
                <a:solidFill>
                  <a:schemeClr val="dk1"/>
                </a:solidFill>
                <a:latin typeface="Tahoma"/>
                <a:ea typeface="Tahoma"/>
                <a:cs typeface="Tahoma"/>
                <a:sym typeface="Tahoma"/>
              </a:defRPr>
            </a:lvl2pPr>
            <a:lvl3pPr marL="0" marR="0" lvl="2" indent="0" algn="l" rtl="0">
              <a:spcBef>
                <a:spcPts val="0"/>
              </a:spcBef>
              <a:spcAft>
                <a:spcPts val="0"/>
              </a:spcAft>
              <a:buNone/>
              <a:defRPr sz="1600">
                <a:solidFill>
                  <a:schemeClr val="dk1"/>
                </a:solidFill>
                <a:latin typeface="Tahoma"/>
                <a:ea typeface="Tahoma"/>
                <a:cs typeface="Tahoma"/>
                <a:sym typeface="Tahoma"/>
              </a:defRPr>
            </a:lvl3pPr>
            <a:lvl4pPr marL="0" marR="0" lvl="3" indent="0" algn="l" rtl="0">
              <a:spcBef>
                <a:spcPts val="0"/>
              </a:spcBef>
              <a:spcAft>
                <a:spcPts val="0"/>
              </a:spcAft>
              <a:buNone/>
              <a:defRPr sz="1600">
                <a:solidFill>
                  <a:schemeClr val="dk1"/>
                </a:solidFill>
                <a:latin typeface="Tahoma"/>
                <a:ea typeface="Tahoma"/>
                <a:cs typeface="Tahoma"/>
                <a:sym typeface="Tahoma"/>
              </a:defRPr>
            </a:lvl4pPr>
            <a:lvl5pPr marL="0" marR="0" lvl="4" indent="0" algn="l" rtl="0">
              <a:spcBef>
                <a:spcPts val="0"/>
              </a:spcBef>
              <a:spcAft>
                <a:spcPts val="0"/>
              </a:spcAft>
              <a:buNone/>
              <a:defRPr sz="1600">
                <a:solidFill>
                  <a:schemeClr val="dk1"/>
                </a:solidFill>
                <a:latin typeface="Tahoma"/>
                <a:ea typeface="Tahoma"/>
                <a:cs typeface="Tahoma"/>
                <a:sym typeface="Tahoma"/>
              </a:defRPr>
            </a:lvl5pPr>
            <a:lvl6pPr marL="0" marR="0" lvl="5" indent="0" algn="l" rtl="0">
              <a:spcBef>
                <a:spcPts val="0"/>
              </a:spcBef>
              <a:spcAft>
                <a:spcPts val="0"/>
              </a:spcAft>
              <a:buNone/>
              <a:defRPr sz="1600">
                <a:solidFill>
                  <a:schemeClr val="dk1"/>
                </a:solidFill>
                <a:latin typeface="Tahoma"/>
                <a:ea typeface="Tahoma"/>
                <a:cs typeface="Tahoma"/>
                <a:sym typeface="Tahoma"/>
              </a:defRPr>
            </a:lvl6pPr>
            <a:lvl7pPr marL="0" marR="0" lvl="6" indent="0" algn="l" rtl="0">
              <a:spcBef>
                <a:spcPts val="0"/>
              </a:spcBef>
              <a:spcAft>
                <a:spcPts val="0"/>
              </a:spcAft>
              <a:buNone/>
              <a:defRPr sz="1600">
                <a:solidFill>
                  <a:schemeClr val="dk1"/>
                </a:solidFill>
                <a:latin typeface="Tahoma"/>
                <a:ea typeface="Tahoma"/>
                <a:cs typeface="Tahoma"/>
                <a:sym typeface="Tahoma"/>
              </a:defRPr>
            </a:lvl7pPr>
            <a:lvl8pPr marL="0" marR="0" lvl="7" indent="0" algn="l" rtl="0">
              <a:spcBef>
                <a:spcPts val="0"/>
              </a:spcBef>
              <a:spcAft>
                <a:spcPts val="0"/>
              </a:spcAft>
              <a:buNone/>
              <a:defRPr sz="1600">
                <a:solidFill>
                  <a:schemeClr val="dk1"/>
                </a:solidFill>
                <a:latin typeface="Tahoma"/>
                <a:ea typeface="Tahoma"/>
                <a:cs typeface="Tahoma"/>
                <a:sym typeface="Tahoma"/>
              </a:defRPr>
            </a:lvl8pPr>
            <a:lvl9pPr marL="0" marR="0" lvl="8" indent="0" algn="l" rtl="0">
              <a:spcBef>
                <a:spcPts val="0"/>
              </a:spcBef>
              <a:spcAft>
                <a:spcPts val="0"/>
              </a:spcAft>
              <a:buNone/>
              <a:defRPr sz="1600">
                <a:solidFill>
                  <a:schemeClr val="dk1"/>
                </a:solidFill>
                <a:latin typeface="Tahoma"/>
                <a:ea typeface="Tahoma"/>
                <a:cs typeface="Tahoma"/>
                <a:sym typeface="Tahoma"/>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81"/>
        <p:cNvGrpSpPr/>
        <p:nvPr/>
      </p:nvGrpSpPr>
      <p:grpSpPr>
        <a:xfrm>
          <a:off x="0" y="0"/>
          <a:ext cx="0" cy="0"/>
          <a:chOff x="0" y="0"/>
          <a:chExt cx="0" cy="0"/>
        </a:xfrm>
      </p:grpSpPr>
      <p:sp>
        <p:nvSpPr>
          <p:cNvPr id="282" name="Google Shape;282;p92"/>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83" name="Google Shape;283;p92"/>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284" name="Google Shape;284;p92"/>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285" name="Google Shape;285;p9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286" name="Google Shape;286;p9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287" name="Google Shape;287;p9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600">
                <a:solidFill>
                  <a:schemeClr val="dk1"/>
                </a:solidFill>
                <a:latin typeface="Tahoma"/>
                <a:ea typeface="Tahoma"/>
                <a:cs typeface="Tahoma"/>
                <a:sym typeface="Tahoma"/>
              </a:defRPr>
            </a:lvl1pPr>
            <a:lvl2pPr marL="0" marR="0" lvl="1" indent="0" algn="l" rtl="0">
              <a:spcBef>
                <a:spcPts val="0"/>
              </a:spcBef>
              <a:spcAft>
                <a:spcPts val="0"/>
              </a:spcAft>
              <a:buNone/>
              <a:defRPr sz="1600">
                <a:solidFill>
                  <a:schemeClr val="dk1"/>
                </a:solidFill>
                <a:latin typeface="Tahoma"/>
                <a:ea typeface="Tahoma"/>
                <a:cs typeface="Tahoma"/>
                <a:sym typeface="Tahoma"/>
              </a:defRPr>
            </a:lvl2pPr>
            <a:lvl3pPr marL="0" marR="0" lvl="2" indent="0" algn="l" rtl="0">
              <a:spcBef>
                <a:spcPts val="0"/>
              </a:spcBef>
              <a:spcAft>
                <a:spcPts val="0"/>
              </a:spcAft>
              <a:buNone/>
              <a:defRPr sz="1600">
                <a:solidFill>
                  <a:schemeClr val="dk1"/>
                </a:solidFill>
                <a:latin typeface="Tahoma"/>
                <a:ea typeface="Tahoma"/>
                <a:cs typeface="Tahoma"/>
                <a:sym typeface="Tahoma"/>
              </a:defRPr>
            </a:lvl3pPr>
            <a:lvl4pPr marL="0" marR="0" lvl="3" indent="0" algn="l" rtl="0">
              <a:spcBef>
                <a:spcPts val="0"/>
              </a:spcBef>
              <a:spcAft>
                <a:spcPts val="0"/>
              </a:spcAft>
              <a:buNone/>
              <a:defRPr sz="1600">
                <a:solidFill>
                  <a:schemeClr val="dk1"/>
                </a:solidFill>
                <a:latin typeface="Tahoma"/>
                <a:ea typeface="Tahoma"/>
                <a:cs typeface="Tahoma"/>
                <a:sym typeface="Tahoma"/>
              </a:defRPr>
            </a:lvl4pPr>
            <a:lvl5pPr marL="0" marR="0" lvl="4" indent="0" algn="l" rtl="0">
              <a:spcBef>
                <a:spcPts val="0"/>
              </a:spcBef>
              <a:spcAft>
                <a:spcPts val="0"/>
              </a:spcAft>
              <a:buNone/>
              <a:defRPr sz="1600">
                <a:solidFill>
                  <a:schemeClr val="dk1"/>
                </a:solidFill>
                <a:latin typeface="Tahoma"/>
                <a:ea typeface="Tahoma"/>
                <a:cs typeface="Tahoma"/>
                <a:sym typeface="Tahoma"/>
              </a:defRPr>
            </a:lvl5pPr>
            <a:lvl6pPr marL="0" marR="0" lvl="5" indent="0" algn="l" rtl="0">
              <a:spcBef>
                <a:spcPts val="0"/>
              </a:spcBef>
              <a:spcAft>
                <a:spcPts val="0"/>
              </a:spcAft>
              <a:buNone/>
              <a:defRPr sz="1600">
                <a:solidFill>
                  <a:schemeClr val="dk1"/>
                </a:solidFill>
                <a:latin typeface="Tahoma"/>
                <a:ea typeface="Tahoma"/>
                <a:cs typeface="Tahoma"/>
                <a:sym typeface="Tahoma"/>
              </a:defRPr>
            </a:lvl6pPr>
            <a:lvl7pPr marL="0" marR="0" lvl="6" indent="0" algn="l" rtl="0">
              <a:spcBef>
                <a:spcPts val="0"/>
              </a:spcBef>
              <a:spcAft>
                <a:spcPts val="0"/>
              </a:spcAft>
              <a:buNone/>
              <a:defRPr sz="1600">
                <a:solidFill>
                  <a:schemeClr val="dk1"/>
                </a:solidFill>
                <a:latin typeface="Tahoma"/>
                <a:ea typeface="Tahoma"/>
                <a:cs typeface="Tahoma"/>
                <a:sym typeface="Tahoma"/>
              </a:defRPr>
            </a:lvl7pPr>
            <a:lvl8pPr marL="0" marR="0" lvl="7" indent="0" algn="l" rtl="0">
              <a:spcBef>
                <a:spcPts val="0"/>
              </a:spcBef>
              <a:spcAft>
                <a:spcPts val="0"/>
              </a:spcAft>
              <a:buNone/>
              <a:defRPr sz="1600">
                <a:solidFill>
                  <a:schemeClr val="dk1"/>
                </a:solidFill>
                <a:latin typeface="Tahoma"/>
                <a:ea typeface="Tahoma"/>
                <a:cs typeface="Tahoma"/>
                <a:sym typeface="Tahoma"/>
              </a:defRPr>
            </a:lvl8pPr>
            <a:lvl9pPr marL="0" marR="0" lvl="8" indent="0" algn="l" rtl="0">
              <a:spcBef>
                <a:spcPts val="0"/>
              </a:spcBef>
              <a:spcAft>
                <a:spcPts val="0"/>
              </a:spcAft>
              <a:buNone/>
              <a:defRPr sz="1600">
                <a:solidFill>
                  <a:schemeClr val="dk1"/>
                </a:solidFill>
                <a:latin typeface="Tahoma"/>
                <a:ea typeface="Tahoma"/>
                <a:cs typeface="Tahoma"/>
                <a:sym typeface="Tahoma"/>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88"/>
        <p:cNvGrpSpPr/>
        <p:nvPr/>
      </p:nvGrpSpPr>
      <p:grpSpPr>
        <a:xfrm>
          <a:off x="0" y="0"/>
          <a:ext cx="0" cy="0"/>
          <a:chOff x="0" y="0"/>
          <a:chExt cx="0" cy="0"/>
        </a:xfrm>
      </p:grpSpPr>
      <p:sp>
        <p:nvSpPr>
          <p:cNvPr id="289" name="Google Shape;289;p93"/>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90" name="Google Shape;290;p93"/>
          <p:cNvSpPr>
            <a:spLocks noGrp="1"/>
          </p:cNvSpPr>
          <p:nvPr>
            <p:ph type="pic" idx="2"/>
          </p:nvPr>
        </p:nvSpPr>
        <p:spPr>
          <a:xfrm>
            <a:off x="1792288" y="612775"/>
            <a:ext cx="5486400" cy="4114800"/>
          </a:xfrm>
          <a:prstGeom prst="rect">
            <a:avLst/>
          </a:prstGeom>
          <a:noFill/>
          <a:ln>
            <a:noFill/>
          </a:ln>
        </p:spPr>
      </p:sp>
      <p:sp>
        <p:nvSpPr>
          <p:cNvPr id="291" name="Google Shape;291;p93"/>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292" name="Google Shape;292;p9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293" name="Google Shape;293;p9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294" name="Google Shape;294;p9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600">
                <a:solidFill>
                  <a:schemeClr val="dk1"/>
                </a:solidFill>
                <a:latin typeface="Tahoma"/>
                <a:ea typeface="Tahoma"/>
                <a:cs typeface="Tahoma"/>
                <a:sym typeface="Tahoma"/>
              </a:defRPr>
            </a:lvl1pPr>
            <a:lvl2pPr marL="0" marR="0" lvl="1" indent="0" algn="l" rtl="0">
              <a:spcBef>
                <a:spcPts val="0"/>
              </a:spcBef>
              <a:spcAft>
                <a:spcPts val="0"/>
              </a:spcAft>
              <a:buNone/>
              <a:defRPr sz="1600">
                <a:solidFill>
                  <a:schemeClr val="dk1"/>
                </a:solidFill>
                <a:latin typeface="Tahoma"/>
                <a:ea typeface="Tahoma"/>
                <a:cs typeface="Tahoma"/>
                <a:sym typeface="Tahoma"/>
              </a:defRPr>
            </a:lvl2pPr>
            <a:lvl3pPr marL="0" marR="0" lvl="2" indent="0" algn="l" rtl="0">
              <a:spcBef>
                <a:spcPts val="0"/>
              </a:spcBef>
              <a:spcAft>
                <a:spcPts val="0"/>
              </a:spcAft>
              <a:buNone/>
              <a:defRPr sz="1600">
                <a:solidFill>
                  <a:schemeClr val="dk1"/>
                </a:solidFill>
                <a:latin typeface="Tahoma"/>
                <a:ea typeface="Tahoma"/>
                <a:cs typeface="Tahoma"/>
                <a:sym typeface="Tahoma"/>
              </a:defRPr>
            </a:lvl3pPr>
            <a:lvl4pPr marL="0" marR="0" lvl="3" indent="0" algn="l" rtl="0">
              <a:spcBef>
                <a:spcPts val="0"/>
              </a:spcBef>
              <a:spcAft>
                <a:spcPts val="0"/>
              </a:spcAft>
              <a:buNone/>
              <a:defRPr sz="1600">
                <a:solidFill>
                  <a:schemeClr val="dk1"/>
                </a:solidFill>
                <a:latin typeface="Tahoma"/>
                <a:ea typeface="Tahoma"/>
                <a:cs typeface="Tahoma"/>
                <a:sym typeface="Tahoma"/>
              </a:defRPr>
            </a:lvl4pPr>
            <a:lvl5pPr marL="0" marR="0" lvl="4" indent="0" algn="l" rtl="0">
              <a:spcBef>
                <a:spcPts val="0"/>
              </a:spcBef>
              <a:spcAft>
                <a:spcPts val="0"/>
              </a:spcAft>
              <a:buNone/>
              <a:defRPr sz="1600">
                <a:solidFill>
                  <a:schemeClr val="dk1"/>
                </a:solidFill>
                <a:latin typeface="Tahoma"/>
                <a:ea typeface="Tahoma"/>
                <a:cs typeface="Tahoma"/>
                <a:sym typeface="Tahoma"/>
              </a:defRPr>
            </a:lvl5pPr>
            <a:lvl6pPr marL="0" marR="0" lvl="5" indent="0" algn="l" rtl="0">
              <a:spcBef>
                <a:spcPts val="0"/>
              </a:spcBef>
              <a:spcAft>
                <a:spcPts val="0"/>
              </a:spcAft>
              <a:buNone/>
              <a:defRPr sz="1600">
                <a:solidFill>
                  <a:schemeClr val="dk1"/>
                </a:solidFill>
                <a:latin typeface="Tahoma"/>
                <a:ea typeface="Tahoma"/>
                <a:cs typeface="Tahoma"/>
                <a:sym typeface="Tahoma"/>
              </a:defRPr>
            </a:lvl6pPr>
            <a:lvl7pPr marL="0" marR="0" lvl="6" indent="0" algn="l" rtl="0">
              <a:spcBef>
                <a:spcPts val="0"/>
              </a:spcBef>
              <a:spcAft>
                <a:spcPts val="0"/>
              </a:spcAft>
              <a:buNone/>
              <a:defRPr sz="1600">
                <a:solidFill>
                  <a:schemeClr val="dk1"/>
                </a:solidFill>
                <a:latin typeface="Tahoma"/>
                <a:ea typeface="Tahoma"/>
                <a:cs typeface="Tahoma"/>
                <a:sym typeface="Tahoma"/>
              </a:defRPr>
            </a:lvl7pPr>
            <a:lvl8pPr marL="0" marR="0" lvl="7" indent="0" algn="l" rtl="0">
              <a:spcBef>
                <a:spcPts val="0"/>
              </a:spcBef>
              <a:spcAft>
                <a:spcPts val="0"/>
              </a:spcAft>
              <a:buNone/>
              <a:defRPr sz="1600">
                <a:solidFill>
                  <a:schemeClr val="dk1"/>
                </a:solidFill>
                <a:latin typeface="Tahoma"/>
                <a:ea typeface="Tahoma"/>
                <a:cs typeface="Tahoma"/>
                <a:sym typeface="Tahoma"/>
              </a:defRPr>
            </a:lvl8pPr>
            <a:lvl9pPr marL="0" marR="0" lvl="8" indent="0" algn="l" rtl="0">
              <a:spcBef>
                <a:spcPts val="0"/>
              </a:spcBef>
              <a:spcAft>
                <a:spcPts val="0"/>
              </a:spcAft>
              <a:buNone/>
              <a:defRPr sz="1600">
                <a:solidFill>
                  <a:schemeClr val="dk1"/>
                </a:solidFill>
                <a:latin typeface="Tahoma"/>
                <a:ea typeface="Tahoma"/>
                <a:cs typeface="Tahoma"/>
                <a:sym typeface="Tahoma"/>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95"/>
        <p:cNvGrpSpPr/>
        <p:nvPr/>
      </p:nvGrpSpPr>
      <p:grpSpPr>
        <a:xfrm>
          <a:off x="0" y="0"/>
          <a:ext cx="0" cy="0"/>
          <a:chOff x="0" y="0"/>
          <a:chExt cx="0" cy="0"/>
        </a:xfrm>
      </p:grpSpPr>
      <p:sp>
        <p:nvSpPr>
          <p:cNvPr id="296" name="Google Shape;296;p9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97" name="Google Shape;297;p94"/>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8" name="Google Shape;298;p9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299" name="Google Shape;299;p9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300" name="Google Shape;300;p9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600">
                <a:solidFill>
                  <a:schemeClr val="dk1"/>
                </a:solidFill>
                <a:latin typeface="Tahoma"/>
                <a:ea typeface="Tahoma"/>
                <a:cs typeface="Tahoma"/>
                <a:sym typeface="Tahoma"/>
              </a:defRPr>
            </a:lvl1pPr>
            <a:lvl2pPr marL="0" marR="0" lvl="1" indent="0" algn="l" rtl="0">
              <a:spcBef>
                <a:spcPts val="0"/>
              </a:spcBef>
              <a:spcAft>
                <a:spcPts val="0"/>
              </a:spcAft>
              <a:buNone/>
              <a:defRPr sz="1600">
                <a:solidFill>
                  <a:schemeClr val="dk1"/>
                </a:solidFill>
                <a:latin typeface="Tahoma"/>
                <a:ea typeface="Tahoma"/>
                <a:cs typeface="Tahoma"/>
                <a:sym typeface="Tahoma"/>
              </a:defRPr>
            </a:lvl2pPr>
            <a:lvl3pPr marL="0" marR="0" lvl="2" indent="0" algn="l" rtl="0">
              <a:spcBef>
                <a:spcPts val="0"/>
              </a:spcBef>
              <a:spcAft>
                <a:spcPts val="0"/>
              </a:spcAft>
              <a:buNone/>
              <a:defRPr sz="1600">
                <a:solidFill>
                  <a:schemeClr val="dk1"/>
                </a:solidFill>
                <a:latin typeface="Tahoma"/>
                <a:ea typeface="Tahoma"/>
                <a:cs typeface="Tahoma"/>
                <a:sym typeface="Tahoma"/>
              </a:defRPr>
            </a:lvl3pPr>
            <a:lvl4pPr marL="0" marR="0" lvl="3" indent="0" algn="l" rtl="0">
              <a:spcBef>
                <a:spcPts val="0"/>
              </a:spcBef>
              <a:spcAft>
                <a:spcPts val="0"/>
              </a:spcAft>
              <a:buNone/>
              <a:defRPr sz="1600">
                <a:solidFill>
                  <a:schemeClr val="dk1"/>
                </a:solidFill>
                <a:latin typeface="Tahoma"/>
                <a:ea typeface="Tahoma"/>
                <a:cs typeface="Tahoma"/>
                <a:sym typeface="Tahoma"/>
              </a:defRPr>
            </a:lvl4pPr>
            <a:lvl5pPr marL="0" marR="0" lvl="4" indent="0" algn="l" rtl="0">
              <a:spcBef>
                <a:spcPts val="0"/>
              </a:spcBef>
              <a:spcAft>
                <a:spcPts val="0"/>
              </a:spcAft>
              <a:buNone/>
              <a:defRPr sz="1600">
                <a:solidFill>
                  <a:schemeClr val="dk1"/>
                </a:solidFill>
                <a:latin typeface="Tahoma"/>
                <a:ea typeface="Tahoma"/>
                <a:cs typeface="Tahoma"/>
                <a:sym typeface="Tahoma"/>
              </a:defRPr>
            </a:lvl5pPr>
            <a:lvl6pPr marL="0" marR="0" lvl="5" indent="0" algn="l" rtl="0">
              <a:spcBef>
                <a:spcPts val="0"/>
              </a:spcBef>
              <a:spcAft>
                <a:spcPts val="0"/>
              </a:spcAft>
              <a:buNone/>
              <a:defRPr sz="1600">
                <a:solidFill>
                  <a:schemeClr val="dk1"/>
                </a:solidFill>
                <a:latin typeface="Tahoma"/>
                <a:ea typeface="Tahoma"/>
                <a:cs typeface="Tahoma"/>
                <a:sym typeface="Tahoma"/>
              </a:defRPr>
            </a:lvl6pPr>
            <a:lvl7pPr marL="0" marR="0" lvl="6" indent="0" algn="l" rtl="0">
              <a:spcBef>
                <a:spcPts val="0"/>
              </a:spcBef>
              <a:spcAft>
                <a:spcPts val="0"/>
              </a:spcAft>
              <a:buNone/>
              <a:defRPr sz="1600">
                <a:solidFill>
                  <a:schemeClr val="dk1"/>
                </a:solidFill>
                <a:latin typeface="Tahoma"/>
                <a:ea typeface="Tahoma"/>
                <a:cs typeface="Tahoma"/>
                <a:sym typeface="Tahoma"/>
              </a:defRPr>
            </a:lvl7pPr>
            <a:lvl8pPr marL="0" marR="0" lvl="7" indent="0" algn="l" rtl="0">
              <a:spcBef>
                <a:spcPts val="0"/>
              </a:spcBef>
              <a:spcAft>
                <a:spcPts val="0"/>
              </a:spcAft>
              <a:buNone/>
              <a:defRPr sz="1600">
                <a:solidFill>
                  <a:schemeClr val="dk1"/>
                </a:solidFill>
                <a:latin typeface="Tahoma"/>
                <a:ea typeface="Tahoma"/>
                <a:cs typeface="Tahoma"/>
                <a:sym typeface="Tahoma"/>
              </a:defRPr>
            </a:lvl8pPr>
            <a:lvl9pPr marL="0" marR="0" lvl="8" indent="0" algn="l" rtl="0">
              <a:spcBef>
                <a:spcPts val="0"/>
              </a:spcBef>
              <a:spcAft>
                <a:spcPts val="0"/>
              </a:spcAft>
              <a:buNone/>
              <a:defRPr sz="1600">
                <a:solidFill>
                  <a:schemeClr val="dk1"/>
                </a:solidFill>
                <a:latin typeface="Tahoma"/>
                <a:ea typeface="Tahoma"/>
                <a:cs typeface="Tahoma"/>
                <a:sym typeface="Tahoma"/>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01"/>
        <p:cNvGrpSpPr/>
        <p:nvPr/>
      </p:nvGrpSpPr>
      <p:grpSpPr>
        <a:xfrm>
          <a:off x="0" y="0"/>
          <a:ext cx="0" cy="0"/>
          <a:chOff x="0" y="0"/>
          <a:chExt cx="0" cy="0"/>
        </a:xfrm>
      </p:grpSpPr>
      <p:sp>
        <p:nvSpPr>
          <p:cNvPr id="302" name="Google Shape;302;p95"/>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03" name="Google Shape;303;p95"/>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04" name="Google Shape;304;p9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305" name="Google Shape;305;p9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306" name="Google Shape;306;p9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600">
                <a:solidFill>
                  <a:schemeClr val="dk1"/>
                </a:solidFill>
                <a:latin typeface="Tahoma"/>
                <a:ea typeface="Tahoma"/>
                <a:cs typeface="Tahoma"/>
                <a:sym typeface="Tahoma"/>
              </a:defRPr>
            </a:lvl1pPr>
            <a:lvl2pPr marL="0" marR="0" lvl="1" indent="0" algn="l" rtl="0">
              <a:spcBef>
                <a:spcPts val="0"/>
              </a:spcBef>
              <a:spcAft>
                <a:spcPts val="0"/>
              </a:spcAft>
              <a:buNone/>
              <a:defRPr sz="1600">
                <a:solidFill>
                  <a:schemeClr val="dk1"/>
                </a:solidFill>
                <a:latin typeface="Tahoma"/>
                <a:ea typeface="Tahoma"/>
                <a:cs typeface="Tahoma"/>
                <a:sym typeface="Tahoma"/>
              </a:defRPr>
            </a:lvl2pPr>
            <a:lvl3pPr marL="0" marR="0" lvl="2" indent="0" algn="l" rtl="0">
              <a:spcBef>
                <a:spcPts val="0"/>
              </a:spcBef>
              <a:spcAft>
                <a:spcPts val="0"/>
              </a:spcAft>
              <a:buNone/>
              <a:defRPr sz="1600">
                <a:solidFill>
                  <a:schemeClr val="dk1"/>
                </a:solidFill>
                <a:latin typeface="Tahoma"/>
                <a:ea typeface="Tahoma"/>
                <a:cs typeface="Tahoma"/>
                <a:sym typeface="Tahoma"/>
              </a:defRPr>
            </a:lvl3pPr>
            <a:lvl4pPr marL="0" marR="0" lvl="3" indent="0" algn="l" rtl="0">
              <a:spcBef>
                <a:spcPts val="0"/>
              </a:spcBef>
              <a:spcAft>
                <a:spcPts val="0"/>
              </a:spcAft>
              <a:buNone/>
              <a:defRPr sz="1600">
                <a:solidFill>
                  <a:schemeClr val="dk1"/>
                </a:solidFill>
                <a:latin typeface="Tahoma"/>
                <a:ea typeface="Tahoma"/>
                <a:cs typeface="Tahoma"/>
                <a:sym typeface="Tahoma"/>
              </a:defRPr>
            </a:lvl4pPr>
            <a:lvl5pPr marL="0" marR="0" lvl="4" indent="0" algn="l" rtl="0">
              <a:spcBef>
                <a:spcPts val="0"/>
              </a:spcBef>
              <a:spcAft>
                <a:spcPts val="0"/>
              </a:spcAft>
              <a:buNone/>
              <a:defRPr sz="1600">
                <a:solidFill>
                  <a:schemeClr val="dk1"/>
                </a:solidFill>
                <a:latin typeface="Tahoma"/>
                <a:ea typeface="Tahoma"/>
                <a:cs typeface="Tahoma"/>
                <a:sym typeface="Tahoma"/>
              </a:defRPr>
            </a:lvl5pPr>
            <a:lvl6pPr marL="0" marR="0" lvl="5" indent="0" algn="l" rtl="0">
              <a:spcBef>
                <a:spcPts val="0"/>
              </a:spcBef>
              <a:spcAft>
                <a:spcPts val="0"/>
              </a:spcAft>
              <a:buNone/>
              <a:defRPr sz="1600">
                <a:solidFill>
                  <a:schemeClr val="dk1"/>
                </a:solidFill>
                <a:latin typeface="Tahoma"/>
                <a:ea typeface="Tahoma"/>
                <a:cs typeface="Tahoma"/>
                <a:sym typeface="Tahoma"/>
              </a:defRPr>
            </a:lvl6pPr>
            <a:lvl7pPr marL="0" marR="0" lvl="6" indent="0" algn="l" rtl="0">
              <a:spcBef>
                <a:spcPts val="0"/>
              </a:spcBef>
              <a:spcAft>
                <a:spcPts val="0"/>
              </a:spcAft>
              <a:buNone/>
              <a:defRPr sz="1600">
                <a:solidFill>
                  <a:schemeClr val="dk1"/>
                </a:solidFill>
                <a:latin typeface="Tahoma"/>
                <a:ea typeface="Tahoma"/>
                <a:cs typeface="Tahoma"/>
                <a:sym typeface="Tahoma"/>
              </a:defRPr>
            </a:lvl7pPr>
            <a:lvl8pPr marL="0" marR="0" lvl="7" indent="0" algn="l" rtl="0">
              <a:spcBef>
                <a:spcPts val="0"/>
              </a:spcBef>
              <a:spcAft>
                <a:spcPts val="0"/>
              </a:spcAft>
              <a:buNone/>
              <a:defRPr sz="1600">
                <a:solidFill>
                  <a:schemeClr val="dk1"/>
                </a:solidFill>
                <a:latin typeface="Tahoma"/>
                <a:ea typeface="Tahoma"/>
                <a:cs typeface="Tahoma"/>
                <a:sym typeface="Tahoma"/>
              </a:defRPr>
            </a:lvl8pPr>
            <a:lvl9pPr marL="0" marR="0" lvl="8" indent="0" algn="l" rtl="0">
              <a:spcBef>
                <a:spcPts val="0"/>
              </a:spcBef>
              <a:spcAft>
                <a:spcPts val="0"/>
              </a:spcAft>
              <a:buNone/>
              <a:defRPr sz="1600">
                <a:solidFill>
                  <a:schemeClr val="dk1"/>
                </a:solidFill>
                <a:latin typeface="Tahoma"/>
                <a:ea typeface="Tahoma"/>
                <a:cs typeface="Tahoma"/>
                <a:sym typeface="Tahoma"/>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1" descr="Picture 7.png"/>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4"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30363149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313"/>
        <p:cNvGrpSpPr/>
        <p:nvPr/>
      </p:nvGrpSpPr>
      <p:grpSpPr>
        <a:xfrm>
          <a:off x="0" y="0"/>
          <a:ext cx="0" cy="0"/>
          <a:chOff x="0" y="0"/>
          <a:chExt cx="0" cy="0"/>
        </a:xfrm>
      </p:grpSpPr>
      <p:sp>
        <p:nvSpPr>
          <p:cNvPr id="314" name="Google Shape;314;p68"/>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Pilani Campus</a:t>
            </a:r>
            <a:endParaRPr sz="1400" b="0" i="0" u="none" strike="noStrike" cap="none">
              <a:solidFill>
                <a:srgbClr val="000000"/>
              </a:solidFill>
              <a:latin typeface="Arial"/>
              <a:ea typeface="Arial"/>
              <a:cs typeface="Arial"/>
              <a:sym typeface="Arial"/>
            </a:endParaRPr>
          </a:p>
        </p:txBody>
      </p:sp>
      <p:grpSp>
        <p:nvGrpSpPr>
          <p:cNvPr id="315" name="Google Shape;315;p68"/>
          <p:cNvGrpSpPr/>
          <p:nvPr/>
        </p:nvGrpSpPr>
        <p:grpSpPr>
          <a:xfrm>
            <a:off x="2084388" y="6550025"/>
            <a:ext cx="7059612" cy="49213"/>
            <a:chOff x="2083888" y="6550671"/>
            <a:chExt cx="7060112" cy="48665"/>
          </a:xfrm>
        </p:grpSpPr>
        <p:sp>
          <p:nvSpPr>
            <p:cNvPr id="316" name="Google Shape;316;p68"/>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7" name="Google Shape;317;p68"/>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8" name="Google Shape;318;p68"/>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pic>
        <p:nvPicPr>
          <p:cNvPr id="319" name="Google Shape;319;p68" descr="Picture 7.png"/>
          <p:cNvPicPr preferRelativeResize="0"/>
          <p:nvPr/>
        </p:nvPicPr>
        <p:blipFill rotWithShape="1">
          <a:blip r:embed="rId2">
            <a:alphaModFix/>
          </a:blip>
          <a:srcRect l="1923" b="5334"/>
          <a:stretch/>
        </p:blipFill>
        <p:spPr>
          <a:xfrm>
            <a:off x="6629400" y="0"/>
            <a:ext cx="2193925" cy="692150"/>
          </a:xfrm>
          <a:prstGeom prst="rect">
            <a:avLst/>
          </a:prstGeom>
          <a:noFill/>
          <a:ln>
            <a:noFill/>
          </a:ln>
        </p:spPr>
      </p:pic>
      <p:grpSp>
        <p:nvGrpSpPr>
          <p:cNvPr id="320" name="Google Shape;320;p68"/>
          <p:cNvGrpSpPr/>
          <p:nvPr/>
        </p:nvGrpSpPr>
        <p:grpSpPr>
          <a:xfrm>
            <a:off x="2133600" y="6553200"/>
            <a:ext cx="7010400" cy="46038"/>
            <a:chOff x="1905000" y="6553200"/>
            <a:chExt cx="7010400" cy="45719"/>
          </a:xfrm>
        </p:grpSpPr>
        <p:sp>
          <p:nvSpPr>
            <p:cNvPr id="321" name="Google Shape;321;p68"/>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p68"/>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3" name="Google Shape;323;p68"/>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grpSp>
        <p:nvGrpSpPr>
          <p:cNvPr id="324" name="Google Shape;324;p68"/>
          <p:cNvGrpSpPr/>
          <p:nvPr/>
        </p:nvGrpSpPr>
        <p:grpSpPr>
          <a:xfrm>
            <a:off x="0" y="1295400"/>
            <a:ext cx="7010400" cy="46038"/>
            <a:chOff x="1905000" y="6553200"/>
            <a:chExt cx="7010400" cy="45719"/>
          </a:xfrm>
        </p:grpSpPr>
        <p:sp>
          <p:nvSpPr>
            <p:cNvPr id="325" name="Google Shape;325;p68"/>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6" name="Google Shape;326;p68"/>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7" name="Google Shape;327;p68"/>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
        <p:nvSpPr>
          <p:cNvPr id="328" name="Google Shape;328;p68"/>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marL="914400" marR="0" lvl="1" indent="-33020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29" name="Google Shape;329;p68"/>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ustom Layout">
  <p:cSld name="Custom Layout">
    <p:bg>
      <p:bgPr>
        <a:blipFill>
          <a:blip r:embed="rId2">
            <a:alphaModFix/>
          </a:blip>
          <a:stretch>
            <a:fillRect/>
          </a:stretch>
        </a:blipFill>
        <a:effectLst/>
      </p:bgPr>
    </p:bg>
    <p:spTree>
      <p:nvGrpSpPr>
        <p:cNvPr id="1" name="Shape 330"/>
        <p:cNvGrpSpPr/>
        <p:nvPr/>
      </p:nvGrpSpPr>
      <p:grpSpPr>
        <a:xfrm>
          <a:off x="0" y="0"/>
          <a:ext cx="0" cy="0"/>
          <a:chOff x="0" y="0"/>
          <a:chExt cx="0" cy="0"/>
        </a:xfrm>
      </p:grpSpPr>
      <p:sp>
        <p:nvSpPr>
          <p:cNvPr id="331" name="Google Shape;331;p107"/>
          <p:cNvSpPr/>
          <p:nvPr/>
        </p:nvSpPr>
        <p:spPr>
          <a:xfrm>
            <a:off x="0" y="3352800"/>
            <a:ext cx="8686800" cy="2743200"/>
          </a:xfrm>
          <a:prstGeom prst="rect">
            <a:avLst/>
          </a:prstGeom>
          <a:solidFill>
            <a:srgbClr val="10114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Arial"/>
              <a:ea typeface="Arial"/>
              <a:cs typeface="Arial"/>
              <a:sym typeface="Arial"/>
            </a:endParaRPr>
          </a:p>
        </p:txBody>
      </p:sp>
      <p:sp>
        <p:nvSpPr>
          <p:cNvPr id="332" name="Google Shape;332;p107"/>
          <p:cNvSpPr/>
          <p:nvPr/>
        </p:nvSpPr>
        <p:spPr>
          <a:xfrm>
            <a:off x="2895600" y="6096000"/>
            <a:ext cx="28956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3" name="Google Shape;333;p107"/>
          <p:cNvSpPr/>
          <p:nvPr/>
        </p:nvSpPr>
        <p:spPr>
          <a:xfrm>
            <a:off x="0" y="6096000"/>
            <a:ext cx="28956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4" name="Google Shape;334;p107"/>
          <p:cNvSpPr/>
          <p:nvPr/>
        </p:nvSpPr>
        <p:spPr>
          <a:xfrm>
            <a:off x="5791200" y="6096000"/>
            <a:ext cx="28956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35" name="Google Shape;335;p107" descr="BITS_university_logo_whitevert.png"/>
          <p:cNvPicPr preferRelativeResize="0"/>
          <p:nvPr/>
        </p:nvPicPr>
        <p:blipFill rotWithShape="1">
          <a:blip r:embed="rId3">
            <a:alphaModFix/>
          </a:blip>
          <a:srcRect t="2" b="28592"/>
          <a:stretch/>
        </p:blipFill>
        <p:spPr>
          <a:xfrm>
            <a:off x="76200" y="3352800"/>
            <a:ext cx="2057400" cy="1979613"/>
          </a:xfrm>
          <a:prstGeom prst="rect">
            <a:avLst/>
          </a:prstGeom>
          <a:noFill/>
          <a:ln>
            <a:noFill/>
          </a:ln>
        </p:spPr>
      </p:pic>
      <p:sp>
        <p:nvSpPr>
          <p:cNvPr id="336" name="Google Shape;336;p107"/>
          <p:cNvSpPr txBox="1"/>
          <p:nvPr/>
        </p:nvSpPr>
        <p:spPr>
          <a:xfrm>
            <a:off x="-76200" y="5257800"/>
            <a:ext cx="2209800" cy="55403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900"/>
              <a:buFont typeface="Arial"/>
              <a:buNone/>
            </a:pPr>
            <a:r>
              <a:rPr lang="en-US" sz="2900" b="1" i="0" u="none" strike="noStrike" cap="none">
                <a:solidFill>
                  <a:srgbClr val="FFFFFF"/>
                </a:solidFill>
                <a:latin typeface="Arial"/>
                <a:ea typeface="Arial"/>
                <a:cs typeface="Arial"/>
                <a:sym typeface="Arial"/>
              </a:rPr>
              <a:t>BITS</a:t>
            </a:r>
            <a:r>
              <a:rPr lang="en-US" sz="2900" b="0" i="0" u="none" strike="noStrike" cap="none">
                <a:solidFill>
                  <a:srgbClr val="FFFFFF"/>
                </a:solidFill>
                <a:latin typeface="Arial"/>
                <a:ea typeface="Arial"/>
                <a:cs typeface="Arial"/>
                <a:sym typeface="Arial"/>
              </a:rPr>
              <a:t> Pilani</a:t>
            </a:r>
            <a:endParaRPr sz="1400" b="0" i="0" u="none" strike="noStrike" cap="none">
              <a:solidFill>
                <a:srgbClr val="000000"/>
              </a:solidFill>
              <a:latin typeface="Arial"/>
              <a:ea typeface="Arial"/>
              <a:cs typeface="Arial"/>
              <a:sym typeface="Arial"/>
            </a:endParaRPr>
          </a:p>
        </p:txBody>
      </p:sp>
      <p:sp>
        <p:nvSpPr>
          <p:cNvPr id="337" name="Google Shape;337;p107"/>
          <p:cNvSpPr txBox="1"/>
          <p:nvPr/>
        </p:nvSpPr>
        <p:spPr>
          <a:xfrm>
            <a:off x="152400" y="5667375"/>
            <a:ext cx="1905000" cy="2762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FFFFFF"/>
                </a:solidFill>
                <a:latin typeface="Arial"/>
                <a:ea typeface="Arial"/>
                <a:cs typeface="Arial"/>
                <a:sym typeface="Arial"/>
              </a:rPr>
              <a:t>Pilani Campus</a:t>
            </a:r>
            <a:endParaRPr sz="1400" b="0" i="0" u="none" strike="noStrike" cap="none">
              <a:solidFill>
                <a:srgbClr val="000000"/>
              </a:solidFill>
              <a:latin typeface="Arial"/>
              <a:ea typeface="Arial"/>
              <a:cs typeface="Arial"/>
              <a:sym typeface="Arial"/>
            </a:endParaRPr>
          </a:p>
        </p:txBody>
      </p:sp>
      <p:sp>
        <p:nvSpPr>
          <p:cNvPr id="338" name="Google Shape;338;p107"/>
          <p:cNvSpPr txBox="1">
            <a:spLocks noGrp="1"/>
          </p:cNvSpPr>
          <p:nvPr>
            <p:ph type="body" idx="1"/>
          </p:nvPr>
        </p:nvSpPr>
        <p:spPr>
          <a:xfrm>
            <a:off x="2514600" y="5410200"/>
            <a:ext cx="6019800" cy="533400"/>
          </a:xfrm>
          <a:prstGeom prst="rect">
            <a:avLst/>
          </a:prstGeom>
          <a:noFill/>
          <a:ln>
            <a:noFill/>
          </a:ln>
        </p:spPr>
        <p:txBody>
          <a:bodyPr spcFirstLastPara="1" wrap="square" lIns="91425" tIns="45700" rIns="91425" bIns="45700" anchor="b" anchorCtr="0">
            <a:noAutofit/>
          </a:bodyPr>
          <a:lstStyle>
            <a:lvl1pPr marL="457200" lvl="0" indent="-228600" algn="r">
              <a:lnSpc>
                <a:spcPct val="100000"/>
              </a:lnSpc>
              <a:spcBef>
                <a:spcPts val="0"/>
              </a:spcBef>
              <a:spcAft>
                <a:spcPts val="0"/>
              </a:spcAft>
              <a:buClr>
                <a:schemeClr val="lt1"/>
              </a:buClr>
              <a:buSzPts val="1800"/>
              <a:buNone/>
              <a:defRPr sz="1800">
                <a:solidFill>
                  <a:schemeClr val="lt1"/>
                </a:solidFil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39" name="Google Shape;339;p107"/>
          <p:cNvSpPr txBox="1">
            <a:spLocks noGrp="1"/>
          </p:cNvSpPr>
          <p:nvPr>
            <p:ph type="title"/>
          </p:nvPr>
        </p:nvSpPr>
        <p:spPr>
          <a:xfrm>
            <a:off x="2514600" y="3810000"/>
            <a:ext cx="6019800" cy="1524000"/>
          </a:xfrm>
          <a:prstGeom prst="rect">
            <a:avLst/>
          </a:prstGeom>
          <a:noFill/>
          <a:ln>
            <a:noFill/>
          </a:ln>
        </p:spPr>
        <p:txBody>
          <a:bodyPr spcFirstLastPara="1" wrap="square" lIns="91425" tIns="45700" rIns="91425" bIns="45700" anchor="ctr" anchorCtr="0">
            <a:noAutofit/>
          </a:bodyPr>
          <a:lstStyle>
            <a:lvl1pPr lvl="0" algn="l">
              <a:lnSpc>
                <a:spcPct val="90909"/>
              </a:lnSpc>
              <a:spcBef>
                <a:spcPts val="0"/>
              </a:spcBef>
              <a:spcAft>
                <a:spcPts val="0"/>
              </a:spcAft>
              <a:buClr>
                <a:schemeClr val="lt1"/>
              </a:buClr>
              <a:buSzPts val="4400"/>
              <a:buFont typeface="Calibri"/>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40"/>
        <p:cNvGrpSpPr/>
        <p:nvPr/>
      </p:nvGrpSpPr>
      <p:grpSpPr>
        <a:xfrm>
          <a:off x="0" y="0"/>
          <a:ext cx="0" cy="0"/>
          <a:chOff x="0" y="0"/>
          <a:chExt cx="0" cy="0"/>
        </a:xfrm>
      </p:grpSpPr>
      <p:sp>
        <p:nvSpPr>
          <p:cNvPr id="341" name="Google Shape;341;p108"/>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2" name="Google Shape;342;p108"/>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343" name="Google Shape;343;p10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344" name="Google Shape;344;p10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345" name="Google Shape;345;p10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46"/>
        <p:cNvGrpSpPr/>
        <p:nvPr/>
      </p:nvGrpSpPr>
      <p:grpSpPr>
        <a:xfrm>
          <a:off x="0" y="0"/>
          <a:ext cx="0" cy="0"/>
          <a:chOff x="0" y="0"/>
          <a:chExt cx="0" cy="0"/>
        </a:xfrm>
      </p:grpSpPr>
      <p:sp>
        <p:nvSpPr>
          <p:cNvPr id="347" name="Google Shape;347;p10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8" name="Google Shape;348;p10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49" name="Google Shape;349;p10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350" name="Google Shape;350;p10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351" name="Google Shape;351;p10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52"/>
        <p:cNvGrpSpPr/>
        <p:nvPr/>
      </p:nvGrpSpPr>
      <p:grpSpPr>
        <a:xfrm>
          <a:off x="0" y="0"/>
          <a:ext cx="0" cy="0"/>
          <a:chOff x="0" y="0"/>
          <a:chExt cx="0" cy="0"/>
        </a:xfrm>
      </p:grpSpPr>
      <p:sp>
        <p:nvSpPr>
          <p:cNvPr id="353" name="Google Shape;353;p110"/>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4" name="Google Shape;354;p110"/>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55" name="Google Shape;355;p1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356" name="Google Shape;356;p1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357" name="Google Shape;357;p1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8"/>
        <p:cNvGrpSpPr/>
        <p:nvPr/>
      </p:nvGrpSpPr>
      <p:grpSpPr>
        <a:xfrm>
          <a:off x="0" y="0"/>
          <a:ext cx="0" cy="0"/>
          <a:chOff x="0" y="0"/>
          <a:chExt cx="0" cy="0"/>
        </a:xfrm>
      </p:grpSpPr>
      <p:sp>
        <p:nvSpPr>
          <p:cNvPr id="359" name="Google Shape;359;p1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0" name="Google Shape;360;p111"/>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1" name="Google Shape;361;p111"/>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2" name="Google Shape;362;p1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363" name="Google Shape;363;p1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364" name="Google Shape;364;p1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5"/>
        <p:cNvGrpSpPr/>
        <p:nvPr/>
      </p:nvGrpSpPr>
      <p:grpSpPr>
        <a:xfrm>
          <a:off x="0" y="0"/>
          <a:ext cx="0" cy="0"/>
          <a:chOff x="0" y="0"/>
          <a:chExt cx="0" cy="0"/>
        </a:xfrm>
      </p:grpSpPr>
      <p:sp>
        <p:nvSpPr>
          <p:cNvPr id="366" name="Google Shape;366;p1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7" name="Google Shape;367;p11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368" name="Google Shape;368;p11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369" name="Google Shape;369;p11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370" name="Google Shape;370;p11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371" name="Google Shape;371;p1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372" name="Google Shape;372;p1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373" name="Google Shape;373;p1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74"/>
        <p:cNvGrpSpPr/>
        <p:nvPr/>
      </p:nvGrpSpPr>
      <p:grpSpPr>
        <a:xfrm>
          <a:off x="0" y="0"/>
          <a:ext cx="0" cy="0"/>
          <a:chOff x="0" y="0"/>
          <a:chExt cx="0" cy="0"/>
        </a:xfrm>
      </p:grpSpPr>
      <p:sp>
        <p:nvSpPr>
          <p:cNvPr id="375" name="Google Shape;375;p1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6" name="Google Shape;376;p1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377" name="Google Shape;377;p1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378" name="Google Shape;378;p1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79"/>
        <p:cNvGrpSpPr/>
        <p:nvPr/>
      </p:nvGrpSpPr>
      <p:grpSpPr>
        <a:xfrm>
          <a:off x="0" y="0"/>
          <a:ext cx="0" cy="0"/>
          <a:chOff x="0" y="0"/>
          <a:chExt cx="0" cy="0"/>
        </a:xfrm>
      </p:grpSpPr>
      <p:sp>
        <p:nvSpPr>
          <p:cNvPr id="380" name="Google Shape;380;p1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381" name="Google Shape;381;p1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382" name="Google Shape;382;p1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83"/>
        <p:cNvGrpSpPr/>
        <p:nvPr/>
      </p:nvGrpSpPr>
      <p:grpSpPr>
        <a:xfrm>
          <a:off x="0" y="0"/>
          <a:ext cx="0" cy="0"/>
          <a:chOff x="0" y="0"/>
          <a:chExt cx="0" cy="0"/>
        </a:xfrm>
      </p:grpSpPr>
      <p:sp>
        <p:nvSpPr>
          <p:cNvPr id="384" name="Google Shape;384;p115"/>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5" name="Google Shape;385;p115"/>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386" name="Google Shape;386;p115"/>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387" name="Google Shape;387;p1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388" name="Google Shape;388;p1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389" name="Google Shape;389;p1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90"/>
        <p:cNvGrpSpPr/>
        <p:nvPr/>
      </p:nvGrpSpPr>
      <p:grpSpPr>
        <a:xfrm>
          <a:off x="0" y="0"/>
          <a:ext cx="0" cy="0"/>
          <a:chOff x="0" y="0"/>
          <a:chExt cx="0" cy="0"/>
        </a:xfrm>
      </p:grpSpPr>
      <p:sp>
        <p:nvSpPr>
          <p:cNvPr id="391" name="Google Shape;391;p11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2" name="Google Shape;392;p116"/>
          <p:cNvSpPr>
            <a:spLocks noGrp="1"/>
          </p:cNvSpPr>
          <p:nvPr>
            <p:ph type="pic" idx="2"/>
          </p:nvPr>
        </p:nvSpPr>
        <p:spPr>
          <a:xfrm>
            <a:off x="1792288" y="612775"/>
            <a:ext cx="5486400" cy="4114800"/>
          </a:xfrm>
          <a:prstGeom prst="rect">
            <a:avLst/>
          </a:prstGeom>
          <a:noFill/>
          <a:ln>
            <a:noFill/>
          </a:ln>
        </p:spPr>
      </p:sp>
      <p:sp>
        <p:nvSpPr>
          <p:cNvPr id="393" name="Google Shape;393;p11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394" name="Google Shape;394;p1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395" name="Google Shape;395;p1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396" name="Google Shape;396;p1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97"/>
        <p:cNvGrpSpPr/>
        <p:nvPr/>
      </p:nvGrpSpPr>
      <p:grpSpPr>
        <a:xfrm>
          <a:off x="0" y="0"/>
          <a:ext cx="0" cy="0"/>
          <a:chOff x="0" y="0"/>
          <a:chExt cx="0" cy="0"/>
        </a:xfrm>
      </p:grpSpPr>
      <p:sp>
        <p:nvSpPr>
          <p:cNvPr id="398" name="Google Shape;398;p1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9" name="Google Shape;399;p117"/>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400" name="Google Shape;400;p1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401" name="Google Shape;401;p1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402" name="Google Shape;402;p1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403"/>
        <p:cNvGrpSpPr/>
        <p:nvPr/>
      </p:nvGrpSpPr>
      <p:grpSpPr>
        <a:xfrm>
          <a:off x="0" y="0"/>
          <a:ext cx="0" cy="0"/>
          <a:chOff x="0" y="0"/>
          <a:chExt cx="0" cy="0"/>
        </a:xfrm>
      </p:grpSpPr>
      <p:sp>
        <p:nvSpPr>
          <p:cNvPr id="404" name="Google Shape;404;p118"/>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5" name="Google Shape;405;p118"/>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406" name="Google Shape;406;p1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407" name="Google Shape;407;p1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408" name="Google Shape;408;p1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1" descr="Picture 7.png"/>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4"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67356163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1" descr="Picture 7.png"/>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4"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386342658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1" descr="Picture 7.png"/>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4"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335007601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1" descr="Picture 7.png"/>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4"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175635279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1" descr="Picture 7.png"/>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4"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313914674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80400" cy="533400"/>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411163" y="1143000"/>
            <a:ext cx="408305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6613" y="1143000"/>
            <a:ext cx="408305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7760956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629911" y="6550152"/>
            <a:ext cx="2329180" cy="48895"/>
          </a:xfrm>
          <a:custGeom>
            <a:avLst/>
            <a:gdLst/>
            <a:ahLst/>
            <a:cxnLst/>
            <a:rect l="l" t="t" r="r" b="b"/>
            <a:pathLst>
              <a:path w="2329179" h="48895">
                <a:moveTo>
                  <a:pt x="2328672" y="0"/>
                </a:moveTo>
                <a:lnTo>
                  <a:pt x="0" y="0"/>
                </a:lnTo>
                <a:lnTo>
                  <a:pt x="0" y="48768"/>
                </a:lnTo>
                <a:lnTo>
                  <a:pt x="2328672" y="48768"/>
                </a:lnTo>
                <a:lnTo>
                  <a:pt x="2328672"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7" name="bg object 17"/>
          <p:cNvSpPr/>
          <p:nvPr/>
        </p:nvSpPr>
        <p:spPr>
          <a:xfrm>
            <a:off x="6909816" y="6550152"/>
            <a:ext cx="2234565" cy="45720"/>
          </a:xfrm>
          <a:custGeom>
            <a:avLst/>
            <a:gdLst/>
            <a:ahLst/>
            <a:cxnLst/>
            <a:rect l="l" t="t" r="r" b="b"/>
            <a:pathLst>
              <a:path w="2234565" h="45720">
                <a:moveTo>
                  <a:pt x="2234183" y="0"/>
                </a:moveTo>
                <a:lnTo>
                  <a:pt x="0" y="0"/>
                </a:lnTo>
                <a:lnTo>
                  <a:pt x="0" y="45720"/>
                </a:lnTo>
                <a:lnTo>
                  <a:pt x="2234183" y="45720"/>
                </a:lnTo>
                <a:lnTo>
                  <a:pt x="2234183" y="0"/>
                </a:lnTo>
                <a:close/>
              </a:path>
            </a:pathLst>
          </a:custGeom>
          <a:solidFill>
            <a:srgbClr val="E21C2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8" name="bg object 18"/>
          <p:cNvSpPr/>
          <p:nvPr/>
        </p:nvSpPr>
        <p:spPr>
          <a:xfrm>
            <a:off x="2084832" y="6550152"/>
            <a:ext cx="2581910" cy="48895"/>
          </a:xfrm>
          <a:custGeom>
            <a:avLst/>
            <a:gdLst/>
            <a:ahLst/>
            <a:cxnLst/>
            <a:rect l="l" t="t" r="r" b="b"/>
            <a:pathLst>
              <a:path w="2581910" h="48895">
                <a:moveTo>
                  <a:pt x="2581656" y="0"/>
                </a:moveTo>
                <a:lnTo>
                  <a:pt x="0" y="0"/>
                </a:lnTo>
                <a:lnTo>
                  <a:pt x="0" y="48768"/>
                </a:lnTo>
                <a:lnTo>
                  <a:pt x="2581656" y="48768"/>
                </a:lnTo>
                <a:lnTo>
                  <a:pt x="2581656" y="0"/>
                </a:lnTo>
                <a:close/>
              </a:path>
            </a:pathLst>
          </a:custGeom>
          <a:solidFill>
            <a:srgbClr val="FBAF1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9" name="bg object 19"/>
          <p:cNvSpPr/>
          <p:nvPr/>
        </p:nvSpPr>
        <p:spPr>
          <a:xfrm>
            <a:off x="4495800"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0" name="bg object 20"/>
          <p:cNvSpPr/>
          <p:nvPr/>
        </p:nvSpPr>
        <p:spPr>
          <a:xfrm>
            <a:off x="2133600" y="6553200"/>
            <a:ext cx="23622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1" name="bg object 21"/>
          <p:cNvSpPr/>
          <p:nvPr/>
        </p:nvSpPr>
        <p:spPr>
          <a:xfrm>
            <a:off x="6815328"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22" name="bg object 22"/>
          <p:cNvPicPr/>
          <p:nvPr/>
        </p:nvPicPr>
        <p:blipFill>
          <a:blip r:embed="rId2" cstate="print"/>
          <a:stretch>
            <a:fillRect/>
          </a:stretch>
        </p:blipFill>
        <p:spPr>
          <a:xfrm>
            <a:off x="6629400" y="0"/>
            <a:ext cx="2194559" cy="691896"/>
          </a:xfrm>
          <a:prstGeom prst="rect">
            <a:avLst/>
          </a:prstGeom>
        </p:spPr>
      </p:pic>
      <p:sp>
        <p:nvSpPr>
          <p:cNvPr id="23" name="bg object 23"/>
          <p:cNvSpPr/>
          <p:nvPr/>
        </p:nvSpPr>
        <p:spPr>
          <a:xfrm>
            <a:off x="2362200"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4" name="bg object 24"/>
          <p:cNvSpPr/>
          <p:nvPr/>
        </p:nvSpPr>
        <p:spPr>
          <a:xfrm>
            <a:off x="0" y="1295400"/>
            <a:ext cx="23622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5" name="bg object 25"/>
          <p:cNvSpPr/>
          <p:nvPr/>
        </p:nvSpPr>
        <p:spPr>
          <a:xfrm>
            <a:off x="4681728"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 name="Holder 2"/>
          <p:cNvSpPr>
            <a:spLocks noGrp="1"/>
          </p:cNvSpPr>
          <p:nvPr>
            <p:ph type="ctrTitle"/>
          </p:nvPr>
        </p:nvSpPr>
        <p:spPr>
          <a:xfrm>
            <a:off x="383540" y="275590"/>
            <a:ext cx="3446145" cy="391159"/>
          </a:xfrm>
          <a:prstGeom prst="rect">
            <a:avLst/>
          </a:prstGeom>
        </p:spPr>
        <p:txBody>
          <a:bodyPr wrap="square" lIns="0" tIns="0" rIns="0" bIns="0">
            <a:spAutoFit/>
          </a:bodyPr>
          <a:lstStyle>
            <a:lvl1pPr>
              <a:defRPr sz="2400" b="1" i="0">
                <a:solidFill>
                  <a:schemeClr val="tx1"/>
                </a:solidFill>
                <a:latin typeface="Arial"/>
                <a:cs typeface="Aria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18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0F1141"/>
                </a:solidFill>
                <a:latin typeface="Arial"/>
                <a:cs typeface="Arial"/>
              </a:defRPr>
            </a:lvl1pPr>
          </a:lstStyle>
          <a:p>
            <a:pPr marL="12700" marR="0" lvl="0" indent="0" defTabSz="914400" eaLnBrk="1" fontAlgn="auto" latinLnBrk="0" hangingPunct="1">
              <a:lnSpc>
                <a:spcPct val="100000"/>
              </a:lnSpc>
              <a:spcBef>
                <a:spcPts val="0"/>
              </a:spcBef>
              <a:spcAft>
                <a:spcPts val="0"/>
              </a:spcAft>
              <a:buClrTx/>
              <a:buSzTx/>
              <a:buFontTx/>
              <a:buNone/>
              <a:tabLst/>
              <a:defRPr/>
            </a:pPr>
            <a:endParaRPr kumimoji="0" sz="1100" b="0" i="0" u="none" strike="noStrike" kern="0" cap="none" spc="-10" normalizeH="0" baseline="0" noProof="0" dirty="0">
              <a:ln>
                <a:noFill/>
              </a:ln>
              <a:solidFill>
                <a:srgbClr val="0F1141"/>
              </a:solidFill>
              <a:effectLst/>
              <a:uLnTx/>
              <a:uFillTx/>
              <a:latin typeface="Arial"/>
              <a:cs typeface="Aria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tint val="75000"/>
                </a:prstClr>
              </a:solidFill>
              <a:effectLst/>
              <a:uLnTx/>
              <a:uFillTx/>
            </a:endParaRPr>
          </a:p>
        </p:txBody>
      </p:sp>
      <p:sp>
        <p:nvSpPr>
          <p:cNvPr id="6" name="Holder 6"/>
          <p:cNvSpPr>
            <a:spLocks noGrp="1"/>
          </p:cNvSpPr>
          <p:nvPr>
            <p:ph type="sldNum" sz="quarter" idx="7"/>
          </p:nvPr>
        </p:nvSpPr>
        <p:spPr/>
        <p:txBody>
          <a:bodyPr lIns="0" tIns="0" rIns="0" bIns="0"/>
          <a:lstStyle>
            <a:lvl1pPr>
              <a:defRPr sz="1600" b="1" i="0">
                <a:solidFill>
                  <a:schemeClr val="tx1"/>
                </a:solidFill>
                <a:latin typeface="Times New Roman"/>
                <a:cs typeface="Times New Roman"/>
              </a:defRPr>
            </a:lvl1pPr>
          </a:lstStyle>
          <a:p>
            <a:pPr marL="0" marR="224154" lvl="0" indent="0" algn="r" defTabSz="914400" eaLnBrk="1" fontAlgn="auto" latinLnBrk="0" hangingPunct="1">
              <a:lnSpc>
                <a:spcPts val="1855"/>
              </a:lnSpc>
              <a:spcBef>
                <a:spcPts val="0"/>
              </a:spcBef>
              <a:spcAft>
                <a:spcPts val="0"/>
              </a:spcAft>
              <a:buClrTx/>
              <a:buSzTx/>
              <a:buFontTx/>
              <a:buNone/>
              <a:tabLst/>
              <a:defRPr/>
            </a:pPr>
            <a:fld id="{81D60167-4931-47E6-BA6A-407CBD079E47}" type="slidenum">
              <a:rPr kumimoji="0" sz="1600" b="1" i="0" u="none" strike="noStrike" kern="0" cap="none" spc="-25" normalizeH="0" baseline="0" noProof="0" dirty="0">
                <a:ln>
                  <a:noFill/>
                </a:ln>
                <a:solidFill>
                  <a:prstClr val="black"/>
                </a:solidFill>
                <a:effectLst/>
                <a:uLnTx/>
                <a:uFillTx/>
                <a:latin typeface="Times New Roman"/>
                <a:cs typeface="Times New Roman"/>
              </a:rPr>
              <a:pPr marL="0" marR="224154" lvl="0" indent="0" algn="r" defTabSz="914400" eaLnBrk="1" fontAlgn="auto" latinLnBrk="0" hangingPunct="1">
                <a:lnSpc>
                  <a:spcPts val="1855"/>
                </a:lnSpc>
                <a:spcBef>
                  <a:spcPts val="0"/>
                </a:spcBef>
                <a:spcAft>
                  <a:spcPts val="0"/>
                </a:spcAft>
                <a:buClrTx/>
                <a:buSzTx/>
                <a:buFontTx/>
                <a:buNone/>
                <a:tabLst/>
                <a:defRPr/>
              </a:pPr>
              <a:t>‹#›</a:t>
            </a:fld>
            <a:endParaRPr kumimoji="0" sz="1600" b="1" i="0" u="none" strike="noStrike" kern="0" cap="none" spc="-25" normalizeH="0" baseline="0" noProof="0" dirty="0">
              <a:ln>
                <a:noFill/>
              </a:ln>
              <a:solidFill>
                <a:prstClr val="black"/>
              </a:solidFill>
              <a:effectLst/>
              <a:uLnTx/>
              <a:uFillTx/>
              <a:latin typeface="Times New Roman"/>
              <a:cs typeface="Times New Roman"/>
            </a:endParaRPr>
          </a:p>
          <a:p>
            <a:pPr marL="12700" marR="0" lvl="0" indent="0" defTabSz="914400" eaLnBrk="1" fontAlgn="auto" latinLnBrk="0" hangingPunct="1">
              <a:lnSpc>
                <a:spcPct val="100000"/>
              </a:lnSpc>
              <a:spcBef>
                <a:spcPts val="95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40"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4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10" normalizeH="0" baseline="0" noProof="0" dirty="0">
                <a:ln>
                  <a:noFill/>
                </a:ln>
                <a:solidFill>
                  <a:srgbClr val="0F1141"/>
                </a:solidFill>
                <a:effectLst/>
                <a:uLnTx/>
                <a:uFillTx/>
                <a:latin typeface="Arial"/>
                <a:cs typeface="Arial"/>
              </a:rPr>
              <a:t>Campus</a:t>
            </a:r>
            <a:endParaRPr kumimoji="0" sz="1100" b="1" i="0" u="none" strike="noStrike" kern="0" cap="none" spc="0" normalizeH="0" baseline="0" noProof="0">
              <a:ln>
                <a:noFill/>
              </a:ln>
              <a:solidFill>
                <a:prstClr val="black"/>
              </a:solidFill>
              <a:effectLst/>
              <a:uLnTx/>
              <a:uFillTx/>
              <a:latin typeface="Arial"/>
              <a:cs typeface="Arial"/>
            </a:endParaRPr>
          </a:p>
        </p:txBody>
      </p:sp>
    </p:spTree>
    <p:extLst>
      <p:ext uri="{BB962C8B-B14F-4D97-AF65-F5344CB8AC3E}">
        <p14:creationId xmlns:p14="http://schemas.microsoft.com/office/powerpoint/2010/main" val="89243342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0F1141"/>
                </a:solidFill>
                <a:latin typeface="Arial"/>
                <a:cs typeface="Arial"/>
              </a:defRPr>
            </a:lvl1pPr>
          </a:lstStyle>
          <a:p>
            <a:pPr marL="12700" marR="0" lvl="0" indent="0" defTabSz="914400" eaLnBrk="1" fontAlgn="auto" latinLnBrk="0" hangingPunct="1">
              <a:lnSpc>
                <a:spcPct val="100000"/>
              </a:lnSpc>
              <a:spcBef>
                <a:spcPts val="0"/>
              </a:spcBef>
              <a:spcAft>
                <a:spcPts val="0"/>
              </a:spcAft>
              <a:buClrTx/>
              <a:buSzTx/>
              <a:buFontTx/>
              <a:buNone/>
              <a:tabLst/>
              <a:defRPr/>
            </a:pPr>
            <a:endParaRPr kumimoji="0" sz="1100" b="0" i="0" u="none" strike="noStrike" kern="0" cap="none" spc="-10" normalizeH="0" baseline="0" noProof="0" dirty="0">
              <a:ln>
                <a:noFill/>
              </a:ln>
              <a:solidFill>
                <a:srgbClr val="0F1141"/>
              </a:solidFill>
              <a:effectLst/>
              <a:uLnTx/>
              <a:uFillTx/>
              <a:latin typeface="Arial"/>
              <a:cs typeface="Aria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tint val="75000"/>
                </a:prstClr>
              </a:solidFill>
              <a:effectLst/>
              <a:uLnTx/>
              <a:uFillTx/>
            </a:endParaRPr>
          </a:p>
        </p:txBody>
      </p:sp>
      <p:sp>
        <p:nvSpPr>
          <p:cNvPr id="6" name="Holder 6"/>
          <p:cNvSpPr>
            <a:spLocks noGrp="1"/>
          </p:cNvSpPr>
          <p:nvPr>
            <p:ph type="sldNum" sz="quarter" idx="7"/>
          </p:nvPr>
        </p:nvSpPr>
        <p:spPr/>
        <p:txBody>
          <a:bodyPr lIns="0" tIns="0" rIns="0" bIns="0"/>
          <a:lstStyle>
            <a:lvl1pPr>
              <a:defRPr sz="1600" b="1" i="0">
                <a:solidFill>
                  <a:schemeClr val="tx1"/>
                </a:solidFill>
                <a:latin typeface="Times New Roman"/>
                <a:cs typeface="Times New Roman"/>
              </a:defRPr>
            </a:lvl1pPr>
          </a:lstStyle>
          <a:p>
            <a:pPr marL="0" marR="224154" lvl="0" indent="0" algn="r" defTabSz="914400" eaLnBrk="1" fontAlgn="auto" latinLnBrk="0" hangingPunct="1">
              <a:lnSpc>
                <a:spcPts val="1855"/>
              </a:lnSpc>
              <a:spcBef>
                <a:spcPts val="0"/>
              </a:spcBef>
              <a:spcAft>
                <a:spcPts val="0"/>
              </a:spcAft>
              <a:buClrTx/>
              <a:buSzTx/>
              <a:buFontTx/>
              <a:buNone/>
              <a:tabLst/>
              <a:defRPr/>
            </a:pPr>
            <a:fld id="{81D60167-4931-47E6-BA6A-407CBD079E47}" type="slidenum">
              <a:rPr kumimoji="0" sz="1600" b="1" i="0" u="none" strike="noStrike" kern="0" cap="none" spc="-25" normalizeH="0" baseline="0" noProof="0" dirty="0">
                <a:ln>
                  <a:noFill/>
                </a:ln>
                <a:solidFill>
                  <a:prstClr val="black"/>
                </a:solidFill>
                <a:effectLst/>
                <a:uLnTx/>
                <a:uFillTx/>
                <a:latin typeface="Times New Roman"/>
                <a:cs typeface="Times New Roman"/>
              </a:rPr>
              <a:pPr marL="0" marR="224154" lvl="0" indent="0" algn="r" defTabSz="914400" eaLnBrk="1" fontAlgn="auto" latinLnBrk="0" hangingPunct="1">
                <a:lnSpc>
                  <a:spcPts val="1855"/>
                </a:lnSpc>
                <a:spcBef>
                  <a:spcPts val="0"/>
                </a:spcBef>
                <a:spcAft>
                  <a:spcPts val="0"/>
                </a:spcAft>
                <a:buClrTx/>
                <a:buSzTx/>
                <a:buFontTx/>
                <a:buNone/>
                <a:tabLst/>
                <a:defRPr/>
              </a:pPr>
              <a:t>‹#›</a:t>
            </a:fld>
            <a:endParaRPr kumimoji="0" sz="1600" b="1" i="0" u="none" strike="noStrike" kern="0" cap="none" spc="-25" normalizeH="0" baseline="0" noProof="0" dirty="0">
              <a:ln>
                <a:noFill/>
              </a:ln>
              <a:solidFill>
                <a:prstClr val="black"/>
              </a:solidFill>
              <a:effectLst/>
              <a:uLnTx/>
              <a:uFillTx/>
              <a:latin typeface="Times New Roman"/>
              <a:cs typeface="Times New Roman"/>
            </a:endParaRPr>
          </a:p>
          <a:p>
            <a:pPr marL="12700" marR="0" lvl="0" indent="0" defTabSz="914400" eaLnBrk="1" fontAlgn="auto" latinLnBrk="0" hangingPunct="1">
              <a:lnSpc>
                <a:spcPct val="100000"/>
              </a:lnSpc>
              <a:spcBef>
                <a:spcPts val="95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40"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4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10" normalizeH="0" baseline="0" noProof="0" dirty="0">
                <a:ln>
                  <a:noFill/>
                </a:ln>
                <a:solidFill>
                  <a:srgbClr val="0F1141"/>
                </a:solidFill>
                <a:effectLst/>
                <a:uLnTx/>
                <a:uFillTx/>
                <a:latin typeface="Arial"/>
                <a:cs typeface="Arial"/>
              </a:rPr>
              <a:t>Campus</a:t>
            </a:r>
            <a:endParaRPr kumimoji="0" sz="1100" b="1" i="0" u="none" strike="noStrike" kern="0" cap="none" spc="0" normalizeH="0" baseline="0" noProof="0">
              <a:ln>
                <a:noFill/>
              </a:ln>
              <a:solidFill>
                <a:prstClr val="black"/>
              </a:solidFill>
              <a:effectLst/>
              <a:uLnTx/>
              <a:uFillTx/>
              <a:latin typeface="Arial"/>
              <a:cs typeface="Arial"/>
            </a:endParaRPr>
          </a:p>
        </p:txBody>
      </p:sp>
    </p:spTree>
    <p:extLst>
      <p:ext uri="{BB962C8B-B14F-4D97-AF65-F5344CB8AC3E}">
        <p14:creationId xmlns:p14="http://schemas.microsoft.com/office/powerpoint/2010/main" val="50124280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100" b="0" i="0">
                <a:solidFill>
                  <a:srgbClr val="0F1141"/>
                </a:solidFill>
                <a:latin typeface="Arial"/>
                <a:cs typeface="Arial"/>
              </a:defRPr>
            </a:lvl1pPr>
          </a:lstStyle>
          <a:p>
            <a:pPr marL="12700" marR="0" lvl="0" indent="0" defTabSz="914400" eaLnBrk="1" fontAlgn="auto" latinLnBrk="0" hangingPunct="1">
              <a:lnSpc>
                <a:spcPct val="100000"/>
              </a:lnSpc>
              <a:spcBef>
                <a:spcPts val="0"/>
              </a:spcBef>
              <a:spcAft>
                <a:spcPts val="0"/>
              </a:spcAft>
              <a:buClrTx/>
              <a:buSzTx/>
              <a:buFontTx/>
              <a:buNone/>
              <a:tabLst/>
              <a:defRPr/>
            </a:pPr>
            <a:endParaRPr kumimoji="0" sz="1100" b="0" i="0" u="none" strike="noStrike" kern="0" cap="none" spc="-10" normalizeH="0" baseline="0" noProof="0" dirty="0">
              <a:ln>
                <a:noFill/>
              </a:ln>
              <a:solidFill>
                <a:srgbClr val="0F1141"/>
              </a:solidFill>
              <a:effectLst/>
              <a:uLnTx/>
              <a:uFillTx/>
              <a:latin typeface="Arial"/>
              <a:cs typeface="Arial"/>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tint val="75000"/>
                </a:prstClr>
              </a:solidFill>
              <a:effectLst/>
              <a:uLnTx/>
              <a:uFillTx/>
            </a:endParaRPr>
          </a:p>
        </p:txBody>
      </p:sp>
      <p:sp>
        <p:nvSpPr>
          <p:cNvPr id="7" name="Holder 7"/>
          <p:cNvSpPr>
            <a:spLocks noGrp="1"/>
          </p:cNvSpPr>
          <p:nvPr>
            <p:ph type="sldNum" sz="quarter" idx="7"/>
          </p:nvPr>
        </p:nvSpPr>
        <p:spPr/>
        <p:txBody>
          <a:bodyPr lIns="0" tIns="0" rIns="0" bIns="0"/>
          <a:lstStyle>
            <a:lvl1pPr>
              <a:defRPr sz="1600" b="1" i="0">
                <a:solidFill>
                  <a:schemeClr val="tx1"/>
                </a:solidFill>
                <a:latin typeface="Times New Roman"/>
                <a:cs typeface="Times New Roman"/>
              </a:defRPr>
            </a:lvl1pPr>
          </a:lstStyle>
          <a:p>
            <a:pPr marL="0" marR="224154" lvl="0" indent="0" algn="r" defTabSz="914400" eaLnBrk="1" fontAlgn="auto" latinLnBrk="0" hangingPunct="1">
              <a:lnSpc>
                <a:spcPts val="1855"/>
              </a:lnSpc>
              <a:spcBef>
                <a:spcPts val="0"/>
              </a:spcBef>
              <a:spcAft>
                <a:spcPts val="0"/>
              </a:spcAft>
              <a:buClrTx/>
              <a:buSzTx/>
              <a:buFontTx/>
              <a:buNone/>
              <a:tabLst/>
              <a:defRPr/>
            </a:pPr>
            <a:fld id="{81D60167-4931-47E6-BA6A-407CBD079E47}" type="slidenum">
              <a:rPr kumimoji="0" sz="1600" b="1" i="0" u="none" strike="noStrike" kern="0" cap="none" spc="-25" normalizeH="0" baseline="0" noProof="0" dirty="0">
                <a:ln>
                  <a:noFill/>
                </a:ln>
                <a:solidFill>
                  <a:prstClr val="black"/>
                </a:solidFill>
                <a:effectLst/>
                <a:uLnTx/>
                <a:uFillTx/>
                <a:latin typeface="Times New Roman"/>
                <a:cs typeface="Times New Roman"/>
              </a:rPr>
              <a:pPr marL="0" marR="224154" lvl="0" indent="0" algn="r" defTabSz="914400" eaLnBrk="1" fontAlgn="auto" latinLnBrk="0" hangingPunct="1">
                <a:lnSpc>
                  <a:spcPts val="1855"/>
                </a:lnSpc>
                <a:spcBef>
                  <a:spcPts val="0"/>
                </a:spcBef>
                <a:spcAft>
                  <a:spcPts val="0"/>
                </a:spcAft>
                <a:buClrTx/>
                <a:buSzTx/>
                <a:buFontTx/>
                <a:buNone/>
                <a:tabLst/>
                <a:defRPr/>
              </a:pPr>
              <a:t>‹#›</a:t>
            </a:fld>
            <a:endParaRPr kumimoji="0" sz="1600" b="1" i="0" u="none" strike="noStrike" kern="0" cap="none" spc="-25" normalizeH="0" baseline="0" noProof="0" dirty="0">
              <a:ln>
                <a:noFill/>
              </a:ln>
              <a:solidFill>
                <a:prstClr val="black"/>
              </a:solidFill>
              <a:effectLst/>
              <a:uLnTx/>
              <a:uFillTx/>
              <a:latin typeface="Times New Roman"/>
              <a:cs typeface="Times New Roman"/>
            </a:endParaRPr>
          </a:p>
          <a:p>
            <a:pPr marL="12700" marR="0" lvl="0" indent="0" defTabSz="914400" eaLnBrk="1" fontAlgn="auto" latinLnBrk="0" hangingPunct="1">
              <a:lnSpc>
                <a:spcPct val="100000"/>
              </a:lnSpc>
              <a:spcBef>
                <a:spcPts val="95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40"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4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10" normalizeH="0" baseline="0" noProof="0" dirty="0">
                <a:ln>
                  <a:noFill/>
                </a:ln>
                <a:solidFill>
                  <a:srgbClr val="0F1141"/>
                </a:solidFill>
                <a:effectLst/>
                <a:uLnTx/>
                <a:uFillTx/>
                <a:latin typeface="Arial"/>
                <a:cs typeface="Arial"/>
              </a:rPr>
              <a:t>Campus</a:t>
            </a:r>
            <a:endParaRPr kumimoji="0" sz="1100" b="1" i="0" u="none" strike="noStrike" kern="0" cap="none" spc="0" normalizeH="0" baseline="0" noProof="0">
              <a:ln>
                <a:noFill/>
              </a:ln>
              <a:solidFill>
                <a:prstClr val="black"/>
              </a:solidFill>
              <a:effectLst/>
              <a:uLnTx/>
              <a:uFillTx/>
              <a:latin typeface="Arial"/>
              <a:cs typeface="Arial"/>
            </a:endParaRPr>
          </a:p>
        </p:txBody>
      </p:sp>
    </p:spTree>
    <p:extLst>
      <p:ext uri="{BB962C8B-B14F-4D97-AF65-F5344CB8AC3E}">
        <p14:creationId xmlns:p14="http://schemas.microsoft.com/office/powerpoint/2010/main" val="79767651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6629400" y="0"/>
            <a:ext cx="2194559" cy="691896"/>
          </a:xfrm>
          <a:prstGeom prst="rect">
            <a:avLst/>
          </a:prstGeom>
        </p:spPr>
      </p:pic>
      <p:sp>
        <p:nvSpPr>
          <p:cNvPr id="17" name="bg object 17"/>
          <p:cNvSpPr/>
          <p:nvPr/>
        </p:nvSpPr>
        <p:spPr>
          <a:xfrm>
            <a:off x="4495800"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8" name="bg object 18"/>
          <p:cNvSpPr/>
          <p:nvPr/>
        </p:nvSpPr>
        <p:spPr>
          <a:xfrm>
            <a:off x="2133600" y="6553200"/>
            <a:ext cx="23622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9" name="bg object 19"/>
          <p:cNvSpPr/>
          <p:nvPr/>
        </p:nvSpPr>
        <p:spPr>
          <a:xfrm>
            <a:off x="6815328"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0" name="bg object 20"/>
          <p:cNvSpPr/>
          <p:nvPr/>
        </p:nvSpPr>
        <p:spPr>
          <a:xfrm>
            <a:off x="2362200"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1" name="bg object 21"/>
          <p:cNvSpPr/>
          <p:nvPr/>
        </p:nvSpPr>
        <p:spPr>
          <a:xfrm>
            <a:off x="0" y="1295400"/>
            <a:ext cx="23622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2" name="bg object 22"/>
          <p:cNvSpPr/>
          <p:nvPr/>
        </p:nvSpPr>
        <p:spPr>
          <a:xfrm>
            <a:off x="4681728"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 name="Holder 2"/>
          <p:cNvSpPr>
            <a:spLocks noGrp="1"/>
          </p:cNvSpPr>
          <p:nvPr>
            <p:ph type="title"/>
          </p:nvPr>
        </p:nvSpPr>
        <p:spPr/>
        <p:txBody>
          <a:bodyPr lIns="0" tIns="0" rIns="0" bIns="0"/>
          <a:lstStyle>
            <a:lvl1pPr>
              <a:defRPr sz="2400" b="1"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1100" b="0" i="0">
                <a:solidFill>
                  <a:srgbClr val="0F1141"/>
                </a:solidFill>
                <a:latin typeface="Arial"/>
                <a:cs typeface="Arial"/>
              </a:defRPr>
            </a:lvl1pPr>
          </a:lstStyle>
          <a:p>
            <a:pPr marL="12700" marR="0" lvl="0" indent="0" defTabSz="914400" eaLnBrk="1" fontAlgn="auto" latinLnBrk="0" hangingPunct="1">
              <a:lnSpc>
                <a:spcPct val="100000"/>
              </a:lnSpc>
              <a:spcBef>
                <a:spcPts val="0"/>
              </a:spcBef>
              <a:spcAft>
                <a:spcPts val="0"/>
              </a:spcAft>
              <a:buClrTx/>
              <a:buSzTx/>
              <a:buFontTx/>
              <a:buNone/>
              <a:tabLst/>
              <a:defRPr/>
            </a:pPr>
            <a:endParaRPr kumimoji="0" sz="1100" b="0" i="0" u="none" strike="noStrike" kern="0" cap="none" spc="-10" normalizeH="0" baseline="0" noProof="0" dirty="0">
              <a:ln>
                <a:noFill/>
              </a:ln>
              <a:solidFill>
                <a:srgbClr val="0F1141"/>
              </a:solidFill>
              <a:effectLst/>
              <a:uLnTx/>
              <a:uFillTx/>
              <a:latin typeface="Arial"/>
              <a:cs typeface="Arial"/>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tint val="75000"/>
                </a:prstClr>
              </a:solidFill>
              <a:effectLst/>
              <a:uLnTx/>
              <a:uFillTx/>
            </a:endParaRPr>
          </a:p>
        </p:txBody>
      </p:sp>
      <p:sp>
        <p:nvSpPr>
          <p:cNvPr id="5" name="Holder 5"/>
          <p:cNvSpPr>
            <a:spLocks noGrp="1"/>
          </p:cNvSpPr>
          <p:nvPr>
            <p:ph type="sldNum" sz="quarter" idx="7"/>
          </p:nvPr>
        </p:nvSpPr>
        <p:spPr/>
        <p:txBody>
          <a:bodyPr lIns="0" tIns="0" rIns="0" bIns="0"/>
          <a:lstStyle>
            <a:lvl1pPr>
              <a:defRPr sz="1600" b="1" i="0">
                <a:solidFill>
                  <a:schemeClr val="tx1"/>
                </a:solidFill>
                <a:latin typeface="Times New Roman"/>
                <a:cs typeface="Times New Roman"/>
              </a:defRPr>
            </a:lvl1pPr>
          </a:lstStyle>
          <a:p>
            <a:pPr marL="0" marR="224154" lvl="0" indent="0" algn="r" defTabSz="914400" eaLnBrk="1" fontAlgn="auto" latinLnBrk="0" hangingPunct="1">
              <a:lnSpc>
                <a:spcPts val="1855"/>
              </a:lnSpc>
              <a:spcBef>
                <a:spcPts val="0"/>
              </a:spcBef>
              <a:spcAft>
                <a:spcPts val="0"/>
              </a:spcAft>
              <a:buClrTx/>
              <a:buSzTx/>
              <a:buFontTx/>
              <a:buNone/>
              <a:tabLst/>
              <a:defRPr/>
            </a:pPr>
            <a:fld id="{81D60167-4931-47E6-BA6A-407CBD079E47}" type="slidenum">
              <a:rPr kumimoji="0" sz="1600" b="1" i="0" u="none" strike="noStrike" kern="0" cap="none" spc="-25" normalizeH="0" baseline="0" noProof="0" dirty="0">
                <a:ln>
                  <a:noFill/>
                </a:ln>
                <a:solidFill>
                  <a:prstClr val="black"/>
                </a:solidFill>
                <a:effectLst/>
                <a:uLnTx/>
                <a:uFillTx/>
                <a:latin typeface="Times New Roman"/>
                <a:cs typeface="Times New Roman"/>
              </a:rPr>
              <a:pPr marL="0" marR="224154" lvl="0" indent="0" algn="r" defTabSz="914400" eaLnBrk="1" fontAlgn="auto" latinLnBrk="0" hangingPunct="1">
                <a:lnSpc>
                  <a:spcPts val="1855"/>
                </a:lnSpc>
                <a:spcBef>
                  <a:spcPts val="0"/>
                </a:spcBef>
                <a:spcAft>
                  <a:spcPts val="0"/>
                </a:spcAft>
                <a:buClrTx/>
                <a:buSzTx/>
                <a:buFontTx/>
                <a:buNone/>
                <a:tabLst/>
                <a:defRPr/>
              </a:pPr>
              <a:t>‹#›</a:t>
            </a:fld>
            <a:endParaRPr kumimoji="0" sz="1600" b="1" i="0" u="none" strike="noStrike" kern="0" cap="none" spc="-25" normalizeH="0" baseline="0" noProof="0" dirty="0">
              <a:ln>
                <a:noFill/>
              </a:ln>
              <a:solidFill>
                <a:prstClr val="black"/>
              </a:solidFill>
              <a:effectLst/>
              <a:uLnTx/>
              <a:uFillTx/>
              <a:latin typeface="Times New Roman"/>
              <a:cs typeface="Times New Roman"/>
            </a:endParaRPr>
          </a:p>
          <a:p>
            <a:pPr marL="12700" marR="0" lvl="0" indent="0" defTabSz="914400" eaLnBrk="1" fontAlgn="auto" latinLnBrk="0" hangingPunct="1">
              <a:lnSpc>
                <a:spcPct val="100000"/>
              </a:lnSpc>
              <a:spcBef>
                <a:spcPts val="95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40"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4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10" normalizeH="0" baseline="0" noProof="0" dirty="0">
                <a:ln>
                  <a:noFill/>
                </a:ln>
                <a:solidFill>
                  <a:srgbClr val="0F1141"/>
                </a:solidFill>
                <a:effectLst/>
                <a:uLnTx/>
                <a:uFillTx/>
                <a:latin typeface="Arial"/>
                <a:cs typeface="Arial"/>
              </a:rPr>
              <a:t>Campus</a:t>
            </a:r>
            <a:endParaRPr kumimoji="0" sz="1100" b="1" i="0" u="none" strike="noStrike" kern="0" cap="none" spc="0" normalizeH="0" baseline="0" noProof="0">
              <a:ln>
                <a:noFill/>
              </a:ln>
              <a:solidFill>
                <a:prstClr val="black"/>
              </a:solidFill>
              <a:effectLst/>
              <a:uLnTx/>
              <a:uFillTx/>
              <a:latin typeface="Arial"/>
              <a:cs typeface="Arial"/>
            </a:endParaRPr>
          </a:p>
        </p:txBody>
      </p:sp>
    </p:spTree>
    <p:extLst>
      <p:ext uri="{BB962C8B-B14F-4D97-AF65-F5344CB8AC3E}">
        <p14:creationId xmlns:p14="http://schemas.microsoft.com/office/powerpoint/2010/main" val="23093229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100" b="0" i="0">
                <a:solidFill>
                  <a:srgbClr val="0F1141"/>
                </a:solidFill>
                <a:latin typeface="Arial"/>
                <a:cs typeface="Arial"/>
              </a:defRPr>
            </a:lvl1pPr>
          </a:lstStyle>
          <a:p>
            <a:pPr marL="12700" marR="0" lvl="0" indent="0" defTabSz="914400" eaLnBrk="1" fontAlgn="auto" latinLnBrk="0" hangingPunct="1">
              <a:lnSpc>
                <a:spcPct val="100000"/>
              </a:lnSpc>
              <a:spcBef>
                <a:spcPts val="0"/>
              </a:spcBef>
              <a:spcAft>
                <a:spcPts val="0"/>
              </a:spcAft>
              <a:buClrTx/>
              <a:buSzTx/>
              <a:buFontTx/>
              <a:buNone/>
              <a:tabLst/>
              <a:defRPr/>
            </a:pPr>
            <a:endParaRPr kumimoji="0" sz="1100" b="0" i="0" u="none" strike="noStrike" kern="0" cap="none" spc="-10" normalizeH="0" baseline="0" noProof="0" dirty="0">
              <a:ln>
                <a:noFill/>
              </a:ln>
              <a:solidFill>
                <a:srgbClr val="0F1141"/>
              </a:solidFill>
              <a:effectLst/>
              <a:uLnTx/>
              <a:uFillTx/>
              <a:latin typeface="Arial"/>
              <a:cs typeface="Arial"/>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tint val="75000"/>
                </a:prstClr>
              </a:solidFill>
              <a:effectLst/>
              <a:uLnTx/>
              <a:uFillTx/>
            </a:endParaRPr>
          </a:p>
        </p:txBody>
      </p:sp>
      <p:sp>
        <p:nvSpPr>
          <p:cNvPr id="4" name="Holder 4"/>
          <p:cNvSpPr>
            <a:spLocks noGrp="1"/>
          </p:cNvSpPr>
          <p:nvPr>
            <p:ph type="sldNum" sz="quarter" idx="7"/>
          </p:nvPr>
        </p:nvSpPr>
        <p:spPr/>
        <p:txBody>
          <a:bodyPr lIns="0" tIns="0" rIns="0" bIns="0"/>
          <a:lstStyle>
            <a:lvl1pPr>
              <a:defRPr sz="1600" b="1" i="0">
                <a:solidFill>
                  <a:schemeClr val="tx1"/>
                </a:solidFill>
                <a:latin typeface="Times New Roman"/>
                <a:cs typeface="Times New Roman"/>
              </a:defRPr>
            </a:lvl1pPr>
          </a:lstStyle>
          <a:p>
            <a:pPr marL="0" marR="224154" lvl="0" indent="0" algn="r" defTabSz="914400" eaLnBrk="1" fontAlgn="auto" latinLnBrk="0" hangingPunct="1">
              <a:lnSpc>
                <a:spcPts val="1855"/>
              </a:lnSpc>
              <a:spcBef>
                <a:spcPts val="0"/>
              </a:spcBef>
              <a:spcAft>
                <a:spcPts val="0"/>
              </a:spcAft>
              <a:buClrTx/>
              <a:buSzTx/>
              <a:buFontTx/>
              <a:buNone/>
              <a:tabLst/>
              <a:defRPr/>
            </a:pPr>
            <a:fld id="{81D60167-4931-47E6-BA6A-407CBD079E47}" type="slidenum">
              <a:rPr kumimoji="0" sz="1600" b="1" i="0" u="none" strike="noStrike" kern="0" cap="none" spc="-25" normalizeH="0" baseline="0" noProof="0" dirty="0">
                <a:ln>
                  <a:noFill/>
                </a:ln>
                <a:solidFill>
                  <a:prstClr val="black"/>
                </a:solidFill>
                <a:effectLst/>
                <a:uLnTx/>
                <a:uFillTx/>
                <a:latin typeface="Times New Roman"/>
                <a:cs typeface="Times New Roman"/>
              </a:rPr>
              <a:pPr marL="0" marR="224154" lvl="0" indent="0" algn="r" defTabSz="914400" eaLnBrk="1" fontAlgn="auto" latinLnBrk="0" hangingPunct="1">
                <a:lnSpc>
                  <a:spcPts val="1855"/>
                </a:lnSpc>
                <a:spcBef>
                  <a:spcPts val="0"/>
                </a:spcBef>
                <a:spcAft>
                  <a:spcPts val="0"/>
                </a:spcAft>
                <a:buClrTx/>
                <a:buSzTx/>
                <a:buFontTx/>
                <a:buNone/>
                <a:tabLst/>
                <a:defRPr/>
              </a:pPr>
              <a:t>‹#›</a:t>
            </a:fld>
            <a:endParaRPr kumimoji="0" sz="1600" b="1" i="0" u="none" strike="noStrike" kern="0" cap="none" spc="-25" normalizeH="0" baseline="0" noProof="0" dirty="0">
              <a:ln>
                <a:noFill/>
              </a:ln>
              <a:solidFill>
                <a:prstClr val="black"/>
              </a:solidFill>
              <a:effectLst/>
              <a:uLnTx/>
              <a:uFillTx/>
              <a:latin typeface="Times New Roman"/>
              <a:cs typeface="Times New Roman"/>
            </a:endParaRPr>
          </a:p>
          <a:p>
            <a:pPr marL="12700" marR="0" lvl="0" indent="0" defTabSz="914400" eaLnBrk="1" fontAlgn="auto" latinLnBrk="0" hangingPunct="1">
              <a:lnSpc>
                <a:spcPct val="100000"/>
              </a:lnSpc>
              <a:spcBef>
                <a:spcPts val="95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40"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4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10" normalizeH="0" baseline="0" noProof="0" dirty="0">
                <a:ln>
                  <a:noFill/>
                </a:ln>
                <a:solidFill>
                  <a:srgbClr val="0F1141"/>
                </a:solidFill>
                <a:effectLst/>
                <a:uLnTx/>
                <a:uFillTx/>
                <a:latin typeface="Arial"/>
                <a:cs typeface="Arial"/>
              </a:rPr>
              <a:t>Campus</a:t>
            </a:r>
            <a:endParaRPr kumimoji="0" sz="1100" b="1" i="0" u="none" strike="noStrike" kern="0" cap="none" spc="0" normalizeH="0" baseline="0" noProof="0">
              <a:ln>
                <a:noFill/>
              </a:ln>
              <a:solidFill>
                <a:prstClr val="black"/>
              </a:solidFill>
              <a:effectLst/>
              <a:uLnTx/>
              <a:uFillTx/>
              <a:latin typeface="Arial"/>
              <a:cs typeface="Arial"/>
            </a:endParaRPr>
          </a:p>
        </p:txBody>
      </p:sp>
    </p:spTree>
    <p:extLst>
      <p:ext uri="{BB962C8B-B14F-4D97-AF65-F5344CB8AC3E}">
        <p14:creationId xmlns:p14="http://schemas.microsoft.com/office/powerpoint/2010/main" val="204741783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313"/>
        <p:cNvGrpSpPr/>
        <p:nvPr/>
      </p:nvGrpSpPr>
      <p:grpSpPr>
        <a:xfrm>
          <a:off x="0" y="0"/>
          <a:ext cx="0" cy="0"/>
          <a:chOff x="0" y="0"/>
          <a:chExt cx="0" cy="0"/>
        </a:xfrm>
      </p:grpSpPr>
      <p:sp>
        <p:nvSpPr>
          <p:cNvPr id="314" name="Google Shape;314;p68"/>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0" cap="none" spc="0" normalizeH="0" baseline="0" noProof="0">
                <a:ln>
                  <a:noFill/>
                </a:ln>
                <a:solidFill>
                  <a:srgbClr val="101141"/>
                </a:solidFill>
                <a:effectLst/>
                <a:uLnTx/>
                <a:uFillTx/>
                <a:latin typeface="Arial"/>
                <a:ea typeface="Arial"/>
                <a:cs typeface="Arial"/>
                <a:sym typeface="Arial"/>
              </a:rPr>
              <a:t>BITS </a:t>
            </a:r>
            <a:r>
              <a:rPr kumimoji="0" lang="en-US" sz="1100" b="0" i="0" u="none" strike="noStrike" kern="0" cap="none" spc="0" normalizeH="0" baseline="0" noProof="0">
                <a:ln>
                  <a:noFill/>
                </a:ln>
                <a:solidFill>
                  <a:srgbClr val="101141"/>
                </a:solidFill>
                <a:effectLst/>
                <a:uLnTx/>
                <a:uFillTx/>
                <a:latin typeface="Arial"/>
                <a:ea typeface="Arial"/>
                <a:cs typeface="Arial"/>
                <a:sym typeface="Arial"/>
              </a:rPr>
              <a:t>Pilani, Pilani Campus</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grpSp>
        <p:nvGrpSpPr>
          <p:cNvPr id="315" name="Google Shape;315;p68"/>
          <p:cNvGrpSpPr/>
          <p:nvPr/>
        </p:nvGrpSpPr>
        <p:grpSpPr>
          <a:xfrm>
            <a:off x="2084388" y="6550025"/>
            <a:ext cx="7059612" cy="49213"/>
            <a:chOff x="2083888" y="6550671"/>
            <a:chExt cx="7060112" cy="48665"/>
          </a:xfrm>
        </p:grpSpPr>
        <p:sp>
          <p:nvSpPr>
            <p:cNvPr id="316" name="Google Shape;316;p68"/>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17" name="Google Shape;317;p68"/>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18" name="Google Shape;318;p68"/>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pic>
        <p:nvPicPr>
          <p:cNvPr id="319" name="Google Shape;319;p68" descr="Picture 7.png"/>
          <p:cNvPicPr preferRelativeResize="0"/>
          <p:nvPr/>
        </p:nvPicPr>
        <p:blipFill rotWithShape="1">
          <a:blip r:embed="rId2">
            <a:alphaModFix/>
          </a:blip>
          <a:srcRect l="1923" b="5334"/>
          <a:stretch/>
        </p:blipFill>
        <p:spPr>
          <a:xfrm>
            <a:off x="6629400" y="0"/>
            <a:ext cx="2193925" cy="692150"/>
          </a:xfrm>
          <a:prstGeom prst="rect">
            <a:avLst/>
          </a:prstGeom>
          <a:noFill/>
          <a:ln>
            <a:noFill/>
          </a:ln>
        </p:spPr>
      </p:pic>
      <p:grpSp>
        <p:nvGrpSpPr>
          <p:cNvPr id="320" name="Google Shape;320;p68"/>
          <p:cNvGrpSpPr/>
          <p:nvPr/>
        </p:nvGrpSpPr>
        <p:grpSpPr>
          <a:xfrm>
            <a:off x="2133600" y="6553200"/>
            <a:ext cx="7010400" cy="46038"/>
            <a:chOff x="1905000" y="6553200"/>
            <a:chExt cx="7010400" cy="45719"/>
          </a:xfrm>
        </p:grpSpPr>
        <p:sp>
          <p:nvSpPr>
            <p:cNvPr id="321" name="Google Shape;321;p68"/>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22" name="Google Shape;322;p68"/>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23" name="Google Shape;323;p68"/>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grpSp>
        <p:nvGrpSpPr>
          <p:cNvPr id="324" name="Google Shape;324;p68"/>
          <p:cNvGrpSpPr/>
          <p:nvPr/>
        </p:nvGrpSpPr>
        <p:grpSpPr>
          <a:xfrm>
            <a:off x="0" y="1295400"/>
            <a:ext cx="7010400" cy="46038"/>
            <a:chOff x="1905000" y="6553200"/>
            <a:chExt cx="7010400" cy="45719"/>
          </a:xfrm>
        </p:grpSpPr>
        <p:sp>
          <p:nvSpPr>
            <p:cNvPr id="325" name="Google Shape;325;p68"/>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26" name="Google Shape;326;p68"/>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27" name="Google Shape;327;p68"/>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sp>
        <p:nvSpPr>
          <p:cNvPr id="328" name="Google Shape;328;p68"/>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marL="914400" marR="0" lvl="1" indent="-33020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29" name="Google Shape;329;p68"/>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88364071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altLang="en-US" sz="1100" b="1" i="0" u="none" strike="noStrike" kern="0" cap="none" spc="0" normalizeH="0" baseline="0" noProof="0">
                <a:ln>
                  <a:noFill/>
                </a:ln>
                <a:solidFill>
                  <a:srgbClr val="101141"/>
                </a:solidFill>
                <a:effectLst/>
                <a:uLnTx/>
                <a:uFillTx/>
                <a:latin typeface="Arial" panose="020B0604020202020204" pitchFamily="34" charset="0"/>
                <a:cs typeface="Arial" panose="020B0604020202020204" pitchFamily="34" charset="0"/>
              </a:rPr>
              <a:t>BITS </a:t>
            </a:r>
            <a:r>
              <a:rPr kumimoji="0" lang="en-US" altLang="en-US" sz="1100" b="0" i="0" u="none" strike="noStrike" kern="0" cap="none" spc="0" normalizeH="0" baseline="0" noProof="0">
                <a:ln>
                  <a:noFill/>
                </a:ln>
                <a:solidFill>
                  <a:srgbClr val="101141"/>
                </a:solidFill>
                <a:effectLst/>
                <a:uLnTx/>
                <a:uFillTx/>
                <a:latin typeface="Arial" panose="020B0604020202020204" pitchFamily="34" charset="0"/>
                <a:cs typeface="Arial" panose="020B0604020202020204" pitchFamily="34" charset="0"/>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176067778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Rectangle 2"/>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4" name="Rectangle 3"/>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Calibri"/>
              <a:ea typeface="+mn-ea"/>
              <a:cs typeface="+mn-cs"/>
            </a:endParaRPr>
          </a:p>
        </p:txBody>
      </p:sp>
      <p:sp>
        <p:nvSpPr>
          <p:cNvPr id="5" name="Rectangle 4"/>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Calibri"/>
              <a:ea typeface="+mn-ea"/>
              <a:cs typeface="+mn-cs"/>
            </a:endParaRPr>
          </a:p>
        </p:txBody>
      </p:sp>
      <p:sp>
        <p:nvSpPr>
          <p:cNvPr id="6" name="Rectangle 5"/>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Calibri"/>
              <a:ea typeface="+mn-ea"/>
              <a:cs typeface="+mn-cs"/>
            </a:endParaRPr>
          </a:p>
        </p:txBody>
      </p:sp>
      <p:pic>
        <p:nvPicPr>
          <p:cNvPr id="7" name="Picture 10" descr="BITS_university_logo_whitevert.png"/>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2"/>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userDrawn="1"/>
        </p:nvSpPr>
        <p:spPr>
          <a:xfrm>
            <a:off x="-76200" y="5257800"/>
            <a:ext cx="2209800" cy="427040"/>
          </a:xfrm>
          <a:prstGeom prst="rect">
            <a:avLst/>
          </a:prstGeom>
          <a:noFill/>
        </p:spPr>
        <p:txBody>
          <a:bodyPr>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75" b="1" i="0" u="none" strike="noStrike" kern="1200" cap="none" spc="-113" normalizeH="0" baseline="0" noProof="0" dirty="0">
                <a:ln>
                  <a:noFill/>
                </a:ln>
                <a:solidFill>
                  <a:prstClr val="white"/>
                </a:solidFill>
                <a:effectLst/>
                <a:uLnTx/>
                <a:uFillTx/>
                <a:latin typeface="Arial"/>
                <a:ea typeface="+mn-ea"/>
                <a:cs typeface="Arial"/>
              </a:rPr>
              <a:t>BITS</a:t>
            </a:r>
            <a:r>
              <a:rPr kumimoji="0" lang="en-US" sz="2175" b="0" i="0" u="none" strike="noStrike" kern="1200" cap="none" spc="-113" normalizeH="0" baseline="0" noProof="0" dirty="0">
                <a:ln>
                  <a:noFill/>
                </a:ln>
                <a:solidFill>
                  <a:prstClr val="white"/>
                </a:solidFill>
                <a:effectLst/>
                <a:uLnTx/>
                <a:uFillTx/>
                <a:latin typeface="Arial"/>
                <a:ea typeface="+mn-ea"/>
                <a:cs typeface="Arial"/>
              </a:rPr>
              <a:t> Pilani</a:t>
            </a:r>
          </a:p>
        </p:txBody>
      </p:sp>
      <p:sp>
        <p:nvSpPr>
          <p:cNvPr id="9" name="TextBox 8"/>
          <p:cNvSpPr txBox="1">
            <a:spLocks noChangeArrowheads="1"/>
          </p:cNvSpPr>
          <p:nvPr userDrawn="1"/>
        </p:nvSpPr>
        <p:spPr bwMode="auto">
          <a:xfrm>
            <a:off x="152400" y="5667376"/>
            <a:ext cx="19050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685800" rtl="0" eaLnBrk="1" fontAlgn="base" latinLnBrk="0" hangingPunct="1">
              <a:lnSpc>
                <a:spcPct val="100000"/>
              </a:lnSpc>
              <a:spcBef>
                <a:spcPct val="0"/>
              </a:spcBef>
              <a:spcAft>
                <a:spcPct val="0"/>
              </a:spcAft>
              <a:buClrTx/>
              <a:buSzTx/>
              <a:buFontTx/>
              <a:buNone/>
              <a:tabLst/>
              <a:defRPr/>
            </a:pPr>
            <a:r>
              <a:rPr kumimoji="0" lang="en-US" altLang="en-US" sz="9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Pilani</a:t>
            </a:r>
            <a:r>
              <a:rPr kumimoji="0" lang="en-US" altLang="en-US" sz="9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Campus</a:t>
            </a:r>
          </a:p>
        </p:txBody>
      </p:sp>
      <p:sp>
        <p:nvSpPr>
          <p:cNvPr id="11" name="Title 1"/>
          <p:cNvSpPr>
            <a:spLocks noGrp="1"/>
          </p:cNvSpPr>
          <p:nvPr>
            <p:ph type="title"/>
          </p:nvPr>
        </p:nvSpPr>
        <p:spPr>
          <a:xfrm>
            <a:off x="2514600" y="3810000"/>
            <a:ext cx="6019800" cy="1524000"/>
          </a:xfrm>
        </p:spPr>
        <p:txBody>
          <a:bodyPr anchorCtr="0">
            <a:noAutofit/>
          </a:bodyPr>
          <a:lstStyle>
            <a:lvl1pPr algn="l">
              <a:lnSpc>
                <a:spcPts val="3000"/>
              </a:lnSpc>
              <a:defRPr sz="3300" baseline="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317423897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pic>
        <p:nvPicPr>
          <p:cNvPr id="9" name="Picture 10" descr="BITS_university_logo_whitevert.png"/>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2"/>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p:cNvSpPr txBox="1"/>
          <p:nvPr userDrawn="1"/>
        </p:nvSpPr>
        <p:spPr>
          <a:xfrm>
            <a:off x="-76200" y="5257800"/>
            <a:ext cx="2209800" cy="427040"/>
          </a:xfrm>
          <a:prstGeom prst="rect">
            <a:avLst/>
          </a:prstGeom>
          <a:noFill/>
        </p:spPr>
        <p:txBody>
          <a:bodyPr>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75" b="1" i="0" u="none" strike="noStrike" kern="1200" cap="none" spc="-113" normalizeH="0" baseline="0" noProof="0" dirty="0">
                <a:ln>
                  <a:noFill/>
                </a:ln>
                <a:solidFill>
                  <a:prstClr val="white"/>
                </a:solidFill>
                <a:effectLst/>
                <a:uLnTx/>
                <a:uFillTx/>
                <a:latin typeface="Arial"/>
                <a:ea typeface="+mn-ea"/>
                <a:cs typeface="Arial"/>
              </a:rPr>
              <a:t>BITS</a:t>
            </a:r>
            <a:r>
              <a:rPr kumimoji="0" lang="en-US" sz="2175" b="0" i="0" u="none" strike="noStrike" kern="1200" cap="none" spc="-113" normalizeH="0" baseline="0" noProof="0" dirty="0">
                <a:ln>
                  <a:noFill/>
                </a:ln>
                <a:solidFill>
                  <a:prstClr val="white"/>
                </a:solidFill>
                <a:effectLst/>
                <a:uLnTx/>
                <a:uFillTx/>
                <a:latin typeface="Arial"/>
                <a:ea typeface="+mn-ea"/>
                <a:cs typeface="Arial"/>
              </a:rPr>
              <a:t> Pilani</a:t>
            </a:r>
          </a:p>
        </p:txBody>
      </p:sp>
      <p:sp>
        <p:nvSpPr>
          <p:cNvPr id="11" name="TextBox 10"/>
          <p:cNvSpPr txBox="1">
            <a:spLocks noChangeArrowheads="1"/>
          </p:cNvSpPr>
          <p:nvPr userDrawn="1"/>
        </p:nvSpPr>
        <p:spPr bwMode="auto">
          <a:xfrm>
            <a:off x="152400" y="5667376"/>
            <a:ext cx="19050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685800" rtl="0" eaLnBrk="1" fontAlgn="base" latinLnBrk="0" hangingPunct="1">
              <a:lnSpc>
                <a:spcPct val="100000"/>
              </a:lnSpc>
              <a:spcBef>
                <a:spcPct val="0"/>
              </a:spcBef>
              <a:spcAft>
                <a:spcPct val="0"/>
              </a:spcAft>
              <a:buClrTx/>
              <a:buSzTx/>
              <a:buFontTx/>
              <a:buNone/>
              <a:tabLst/>
              <a:defRPr/>
            </a:pPr>
            <a:r>
              <a:rPr kumimoji="0" lang="en-US" altLang="en-US" sz="9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350"/>
              </a:lnSpc>
              <a:spcBef>
                <a:spcPts val="0"/>
              </a:spcBef>
              <a:buNone/>
              <a:defRPr sz="135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3000"/>
              </a:lnSpc>
              <a:defRPr sz="33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1618160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5"/>
            <a:ext cx="5867400" cy="219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en-US" altLang="en-US" sz="825" b="1" i="0" u="none" strike="noStrike" kern="1200" cap="none" spc="0" normalizeH="0" baseline="0" noProof="0">
                <a:ln>
                  <a:noFill/>
                </a:ln>
                <a:solidFill>
                  <a:srgbClr val="101141"/>
                </a:solidFill>
                <a:effectLst/>
                <a:uLnTx/>
                <a:uFillTx/>
                <a:latin typeface="Arial" panose="020B0604020202020204" pitchFamily="34" charset="0"/>
                <a:ea typeface="+mn-ea"/>
                <a:cs typeface="Arial" panose="020B0604020202020204" pitchFamily="34" charset="0"/>
              </a:rPr>
              <a:t>BITS </a:t>
            </a:r>
            <a:r>
              <a:rPr kumimoji="0" lang="en-US" altLang="en-US" sz="825" b="0" i="0" u="none" strike="noStrike" kern="1200" cap="none" spc="0" normalizeH="0" baseline="0" noProof="0">
                <a:ln>
                  <a:noFill/>
                </a:ln>
                <a:solidFill>
                  <a:srgbClr val="101141"/>
                </a:solidFill>
                <a:effectLst/>
                <a:uLnTx/>
                <a:uFillTx/>
                <a:latin typeface="Arial" panose="020B0604020202020204" pitchFamily="34" charset="0"/>
                <a:ea typeface="+mn-ea"/>
                <a:cs typeface="Arial" panose="020B0604020202020204" pitchFamily="34" charset="0"/>
              </a:rPr>
              <a:t>Pilani, Pilani Campus</a:t>
            </a:r>
          </a:p>
        </p:txBody>
      </p:sp>
      <p:grpSp>
        <p:nvGrpSpPr>
          <p:cNvPr id="5" name="Group 11"/>
          <p:cNvGrpSpPr>
            <a:grpSpLocks/>
          </p:cNvGrpSpPr>
          <p:nvPr userDrawn="1"/>
        </p:nvGrpSpPr>
        <p:grpSpPr bwMode="auto">
          <a:xfrm>
            <a:off x="2084388" y="6550027"/>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9"/>
            <a:ext cx="8229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Cambria" panose="02040503050406030204" pitchFamily="18" charset="0"/>
                <a:ea typeface="Cambria" panose="02040503050406030204" pitchFamily="18" charset="0"/>
                <a:cs typeface="Times New Roman" panose="02020603050405020304" pitchFamily="18"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51245387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5" name="Picture 6" descr="Picture 7.png"/>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9"/>
          <p:cNvGrpSpPr>
            <a:grpSpLocks/>
          </p:cNvGrpSpPr>
          <p:nvPr userDrawn="1"/>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2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14" name="TextBox 13"/>
          <p:cNvSpPr txBox="1">
            <a:spLocks noChangeArrowheads="1"/>
          </p:cNvSpPr>
          <p:nvPr userDrawn="1"/>
        </p:nvSpPr>
        <p:spPr bwMode="auto">
          <a:xfrm>
            <a:off x="3276600" y="6596065"/>
            <a:ext cx="5867400" cy="219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en-US" altLang="en-US" sz="825" b="1" i="0" u="none" strike="noStrike" kern="1200" cap="none" spc="0" normalizeH="0" baseline="0" noProof="0">
                <a:ln>
                  <a:noFill/>
                </a:ln>
                <a:solidFill>
                  <a:srgbClr val="101141"/>
                </a:solidFill>
                <a:effectLst/>
                <a:uLnTx/>
                <a:uFillTx/>
                <a:latin typeface="Arial" panose="020B0604020202020204" pitchFamily="34" charset="0"/>
                <a:ea typeface="+mn-ea"/>
                <a:cs typeface="Arial" panose="020B0604020202020204" pitchFamily="34" charset="0"/>
              </a:rPr>
              <a:t>BITS </a:t>
            </a:r>
            <a:r>
              <a:rPr kumimoji="0" lang="en-US" altLang="en-US" sz="825" b="0" i="0" u="none" strike="noStrike" kern="1200" cap="none" spc="0" normalizeH="0" baseline="0" noProof="0">
                <a:ln>
                  <a:noFill/>
                </a:ln>
                <a:solidFill>
                  <a:srgbClr val="101141"/>
                </a:solidFill>
                <a:effectLst/>
                <a:uLnTx/>
                <a:uFillTx/>
                <a:latin typeface="Arial" panose="020B0604020202020204" pitchFamily="34" charset="0"/>
                <a:ea typeface="+mn-ea"/>
                <a:cs typeface="Arial" panose="020B0604020202020204" pitchFamily="34" charset="0"/>
              </a:rPr>
              <a:t>Pilani, Pilani Campus</a:t>
            </a:r>
          </a:p>
        </p:txBody>
      </p:sp>
      <p:sp>
        <p:nvSpPr>
          <p:cNvPr id="3" name="Content Placeholder 2"/>
          <p:cNvSpPr>
            <a:spLocks noGrp="1"/>
          </p:cNvSpPr>
          <p:nvPr>
            <p:ph sz="half" idx="1"/>
          </p:nvPr>
        </p:nvSpPr>
        <p:spPr>
          <a:xfrm>
            <a:off x="457200" y="1600202"/>
            <a:ext cx="4038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2100"/>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4953000" y="1600202"/>
            <a:ext cx="4038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2100"/>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51720477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grpSp>
        <p:nvGrpSpPr>
          <p:cNvPr id="7" name="Group 10"/>
          <p:cNvGrpSpPr>
            <a:grpSpLocks/>
          </p:cNvGrpSpPr>
          <p:nvPr userDrawn="1"/>
        </p:nvGrpSpPr>
        <p:grpSpPr bwMode="auto">
          <a:xfrm>
            <a:off x="0" y="1295400"/>
            <a:ext cx="7010400" cy="46038"/>
            <a:chOff x="1905000" y="6553200"/>
            <a:chExt cx="7010400" cy="45719"/>
          </a:xfrm>
        </p:grpSpPr>
        <p:sp>
          <p:nvSpPr>
            <p:cNvPr id="8" name="Rectangle 7"/>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2" name="Group 15"/>
          <p:cNvGrpSpPr>
            <a:grpSpLocks/>
          </p:cNvGrpSpPr>
          <p:nvPr userDrawn="1"/>
        </p:nvGrpSpPr>
        <p:grpSpPr bwMode="auto">
          <a:xfrm>
            <a:off x="2133600" y="6553200"/>
            <a:ext cx="7010400" cy="46038"/>
            <a:chOff x="1905000" y="6553200"/>
            <a:chExt cx="7010400" cy="45719"/>
          </a:xfrm>
        </p:grpSpPr>
        <p:sp>
          <p:nvSpPr>
            <p:cNvPr id="13" name="Rectangle 12"/>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6" name="Picture 14" descr="Picture 7.png"/>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16"/>
          <p:cNvSpPr txBox="1">
            <a:spLocks noChangeArrowheads="1"/>
          </p:cNvSpPr>
          <p:nvPr userDrawn="1"/>
        </p:nvSpPr>
        <p:spPr bwMode="auto">
          <a:xfrm>
            <a:off x="3276600" y="6596065"/>
            <a:ext cx="5867400" cy="219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en-US" altLang="en-US" sz="825" b="1" i="0" u="none" strike="noStrike" kern="1200" cap="none" spc="0" normalizeH="0" baseline="0" noProof="0">
                <a:ln>
                  <a:noFill/>
                </a:ln>
                <a:solidFill>
                  <a:srgbClr val="101141"/>
                </a:solidFill>
                <a:effectLst/>
                <a:uLnTx/>
                <a:uFillTx/>
                <a:latin typeface="Arial" panose="020B0604020202020204" pitchFamily="34" charset="0"/>
                <a:ea typeface="+mn-ea"/>
                <a:cs typeface="Arial" panose="020B0604020202020204" pitchFamily="34" charset="0"/>
              </a:rPr>
              <a:t>BITS </a:t>
            </a:r>
            <a:r>
              <a:rPr kumimoji="0" lang="en-US" altLang="en-US" sz="825" b="0" i="0" u="none" strike="noStrike" kern="1200" cap="none" spc="0" normalizeH="0" baseline="0" noProof="0">
                <a:ln>
                  <a:noFill/>
                </a:ln>
                <a:solidFill>
                  <a:srgbClr val="101141"/>
                </a:solidFill>
                <a:effectLst/>
                <a:uLnTx/>
                <a:uFillTx/>
                <a:latin typeface="Arial" panose="020B0604020202020204" pitchFamily="34" charset="0"/>
                <a:ea typeface="+mn-ea"/>
                <a:cs typeface="Arial" panose="020B0604020202020204" pitchFamily="34" charset="0"/>
              </a:rPr>
              <a:t>Pilani, Deemed to be University under Section 3 of UGC Act, 1956</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362201"/>
            <a:ext cx="4040188" cy="3763963"/>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2"/>
            <a:ext cx="4041775" cy="82708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362201"/>
            <a:ext cx="4041775" cy="3763963"/>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37207136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3" name="Group 5"/>
          <p:cNvGrpSpPr>
            <a:grpSpLocks/>
          </p:cNvGrpSpPr>
          <p:nvPr userDrawn="1"/>
        </p:nvGrpSpPr>
        <p:grpSpPr bwMode="auto">
          <a:xfrm>
            <a:off x="0" y="1295400"/>
            <a:ext cx="7010400" cy="46038"/>
            <a:chOff x="1905000" y="6553200"/>
            <a:chExt cx="7010400" cy="45719"/>
          </a:xfrm>
        </p:grpSpPr>
        <p:sp>
          <p:nvSpPr>
            <p:cNvPr id="4" name="Rectangle 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8" name="Group 10"/>
          <p:cNvGrpSpPr>
            <a:grpSpLocks/>
          </p:cNvGrpSpPr>
          <p:nvPr userDrawn="1"/>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2" name="Picture 14" descr="Picture 7.png"/>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a:spLocks noChangeArrowheads="1"/>
          </p:cNvSpPr>
          <p:nvPr userDrawn="1"/>
        </p:nvSpPr>
        <p:spPr bwMode="auto">
          <a:xfrm>
            <a:off x="3276600" y="6596065"/>
            <a:ext cx="5867400" cy="219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en-US" altLang="en-US" sz="825" b="1" i="0" u="none" strike="noStrike" kern="1200" cap="none" spc="0" normalizeH="0" baseline="0" noProof="0">
                <a:ln>
                  <a:noFill/>
                </a:ln>
                <a:solidFill>
                  <a:srgbClr val="101141"/>
                </a:solidFill>
                <a:effectLst/>
                <a:uLnTx/>
                <a:uFillTx/>
                <a:latin typeface="Arial" panose="020B0604020202020204" pitchFamily="34" charset="0"/>
                <a:ea typeface="+mn-ea"/>
                <a:cs typeface="Arial" panose="020B0604020202020204" pitchFamily="34" charset="0"/>
              </a:rPr>
              <a:t>BITS </a:t>
            </a:r>
            <a:r>
              <a:rPr kumimoji="0" lang="en-US" altLang="en-US" sz="825" b="0" i="0" u="none" strike="noStrike" kern="1200" cap="none" spc="0" normalizeH="0" baseline="0" noProof="0">
                <a:ln>
                  <a:noFill/>
                </a:ln>
                <a:solidFill>
                  <a:srgbClr val="101141"/>
                </a:solidFill>
                <a:effectLst/>
                <a:uLnTx/>
                <a:uFillTx/>
                <a:latin typeface="Arial" panose="020B0604020202020204" pitchFamily="34" charset="0"/>
                <a:ea typeface="+mn-ea"/>
                <a:cs typeface="Arial" panose="020B0604020202020204" pitchFamily="34" charset="0"/>
              </a:rPr>
              <a:t>Pilani, Deemed to be University under Section 3 of UGC Act, 1956</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solidFill>
                  <a:srgbClr val="C00000"/>
                </a:solidFill>
                <a:latin typeface="Arial" pitchFamily="34" charset="0"/>
                <a:cs typeface="Arial" pitchFamily="34" charset="0"/>
              </a:defRPr>
            </a:lvl1pPr>
          </a:lstStyle>
          <a:p>
            <a:pPr lvl="0"/>
            <a:r>
              <a:rPr lang="en-US" dirty="0"/>
              <a:t>Click to edit Master text styles</a:t>
            </a:r>
          </a:p>
        </p:txBody>
      </p:sp>
    </p:spTree>
    <p:extLst>
      <p:ext uri="{BB962C8B-B14F-4D97-AF65-F5344CB8AC3E}">
        <p14:creationId xmlns:p14="http://schemas.microsoft.com/office/powerpoint/2010/main" val="58703773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grpSp>
        <p:nvGrpSpPr>
          <p:cNvPr id="5" name="Group 8"/>
          <p:cNvGrpSpPr>
            <a:grpSpLocks/>
          </p:cNvGrpSpPr>
          <p:nvPr userDrawn="1"/>
        </p:nvGrpSpPr>
        <p:grpSpPr bwMode="auto">
          <a:xfrm>
            <a:off x="0" y="1295400"/>
            <a:ext cx="7010400" cy="46038"/>
            <a:chOff x="1905000" y="6553200"/>
            <a:chExt cx="7010400" cy="45719"/>
          </a:xfrm>
        </p:grpSpPr>
        <p:sp>
          <p:nvSpPr>
            <p:cNvPr id="6" name="Rectangle 5"/>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13"/>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4" name="Picture 14" descr="Picture 7.png"/>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p:cNvSpPr txBox="1">
            <a:spLocks noChangeArrowheads="1"/>
          </p:cNvSpPr>
          <p:nvPr userDrawn="1"/>
        </p:nvSpPr>
        <p:spPr bwMode="auto">
          <a:xfrm>
            <a:off x="3276600" y="6596065"/>
            <a:ext cx="5867400" cy="219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en-US" altLang="en-US" sz="825" b="1" i="0" u="none" strike="noStrike" kern="1200" cap="none" spc="0" normalizeH="0" baseline="0" noProof="0">
                <a:ln>
                  <a:noFill/>
                </a:ln>
                <a:solidFill>
                  <a:srgbClr val="101141"/>
                </a:solidFill>
                <a:effectLst/>
                <a:uLnTx/>
                <a:uFillTx/>
                <a:latin typeface="Arial" panose="020B0604020202020204" pitchFamily="34" charset="0"/>
                <a:ea typeface="+mn-ea"/>
                <a:cs typeface="Arial" panose="020B0604020202020204" pitchFamily="34" charset="0"/>
              </a:rPr>
              <a:t>BITS </a:t>
            </a:r>
            <a:r>
              <a:rPr kumimoji="0" lang="en-US" altLang="en-US" sz="825" b="0" i="0" u="none" strike="noStrike" kern="1200" cap="none" spc="0" normalizeH="0" baseline="0" noProof="0">
                <a:ln>
                  <a:noFill/>
                </a:ln>
                <a:solidFill>
                  <a:srgbClr val="101141"/>
                </a:solidFill>
                <a:effectLst/>
                <a:uLnTx/>
                <a:uFillTx/>
                <a:latin typeface="Arial" panose="020B0604020202020204" pitchFamily="34" charset="0"/>
                <a:ea typeface="+mn-ea"/>
                <a:cs typeface="Arial" panose="020B0604020202020204" pitchFamily="34" charset="0"/>
              </a:rPr>
              <a:t>Pilani, Pilani Campus</a:t>
            </a:r>
          </a:p>
        </p:txBody>
      </p:sp>
      <p:sp>
        <p:nvSpPr>
          <p:cNvPr id="3" name="Content Placeholder 2"/>
          <p:cNvSpPr>
            <a:spLocks noGrp="1"/>
          </p:cNvSpPr>
          <p:nvPr>
            <p:ph idx="1"/>
          </p:nvPr>
        </p:nvSpPr>
        <p:spPr>
          <a:xfrm>
            <a:off x="3575050" y="1600202"/>
            <a:ext cx="5111750" cy="452596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600202"/>
            <a:ext cx="3008313" cy="45259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52497320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grpSp>
        <p:nvGrpSpPr>
          <p:cNvPr id="6" name="Group 6"/>
          <p:cNvGrpSpPr>
            <a:grpSpLocks/>
          </p:cNvGrpSpPr>
          <p:nvPr userDrawn="1"/>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10"/>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4" name="Picture 14" descr="Picture 7.png"/>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p:cNvSpPr txBox="1">
            <a:spLocks noChangeArrowheads="1"/>
          </p:cNvSpPr>
          <p:nvPr userDrawn="1"/>
        </p:nvSpPr>
        <p:spPr bwMode="auto">
          <a:xfrm>
            <a:off x="3276600" y="6596065"/>
            <a:ext cx="5867400" cy="219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en-US" altLang="en-US" sz="825" b="1" i="0" u="none" strike="noStrike" kern="1200" cap="none" spc="0" normalizeH="0" baseline="0" noProof="0">
                <a:ln>
                  <a:noFill/>
                </a:ln>
                <a:solidFill>
                  <a:srgbClr val="101141"/>
                </a:solidFill>
                <a:effectLst/>
                <a:uLnTx/>
                <a:uFillTx/>
                <a:latin typeface="Arial" panose="020B0604020202020204" pitchFamily="34" charset="0"/>
                <a:ea typeface="+mn-ea"/>
                <a:cs typeface="Arial" panose="020B0604020202020204" pitchFamily="34" charset="0"/>
              </a:rPr>
              <a:t>BITS </a:t>
            </a:r>
            <a:r>
              <a:rPr kumimoji="0" lang="en-US" altLang="en-US" sz="825" b="0" i="0" u="none" strike="noStrike" kern="1200" cap="none" spc="0" normalizeH="0" baseline="0" noProof="0">
                <a:ln>
                  <a:noFill/>
                </a:ln>
                <a:solidFill>
                  <a:srgbClr val="101141"/>
                </a:solidFill>
                <a:effectLst/>
                <a:uLnTx/>
                <a:uFillTx/>
                <a:latin typeface="Arial" panose="020B0604020202020204" pitchFamily="34" charset="0"/>
                <a:ea typeface="+mn-ea"/>
                <a:cs typeface="Arial" panose="020B0604020202020204" pitchFamily="34" charset="0"/>
              </a:rPr>
              <a:t>Pilani, Pilani Campus</a:t>
            </a:r>
          </a:p>
        </p:txBody>
      </p:sp>
      <p:sp>
        <p:nvSpPr>
          <p:cNvPr id="2" name="Title 1"/>
          <p:cNvSpPr>
            <a:spLocks noGrp="1"/>
          </p:cNvSpPr>
          <p:nvPr>
            <p:ph type="title"/>
          </p:nvPr>
        </p:nvSpPr>
        <p:spPr>
          <a:xfrm>
            <a:off x="1792288" y="5407025"/>
            <a:ext cx="5486400" cy="304800"/>
          </a:xfrm>
        </p:spPr>
        <p:txBody>
          <a:bodyPr anchor="b"/>
          <a:lstStyle>
            <a:lvl1pPr algn="l">
              <a:defRPr sz="1350" b="1" spc="0"/>
            </a:lvl1pPr>
          </a:lstStyle>
          <a:p>
            <a:r>
              <a:rPr lang="en-US" dirty="0"/>
              <a:t>Click to edit Master title style</a:t>
            </a:r>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33726678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grpSp>
        <p:nvGrpSpPr>
          <p:cNvPr id="4" name="Group 19"/>
          <p:cNvGrpSpPr>
            <a:grpSpLocks/>
          </p:cNvGrpSpPr>
          <p:nvPr userDrawn="1"/>
        </p:nvGrpSpPr>
        <p:grpSpPr bwMode="auto">
          <a:xfrm>
            <a:off x="0" y="1295400"/>
            <a:ext cx="7010400" cy="46038"/>
            <a:chOff x="1905000" y="6553200"/>
            <a:chExt cx="7010400" cy="45719"/>
          </a:xfrm>
        </p:grpSpPr>
        <p:sp>
          <p:nvSpPr>
            <p:cNvPr id="5" name="Rectangle 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8" name="Group 24"/>
          <p:cNvGrpSpPr>
            <a:grpSpLocks/>
          </p:cNvGrpSpPr>
          <p:nvPr userDrawn="1"/>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2" name="Picture 14" descr="Picture 7.png"/>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a:spLocks noChangeArrowheads="1"/>
          </p:cNvSpPr>
          <p:nvPr userDrawn="1"/>
        </p:nvSpPr>
        <p:spPr bwMode="auto">
          <a:xfrm>
            <a:off x="3276600" y="6596065"/>
            <a:ext cx="5867400" cy="219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en-US" altLang="en-US" sz="825" b="1" i="0" u="none" strike="noStrike" kern="1200" cap="none" spc="0" normalizeH="0" baseline="0" noProof="0">
                <a:ln>
                  <a:noFill/>
                </a:ln>
                <a:solidFill>
                  <a:srgbClr val="101141"/>
                </a:solidFill>
                <a:effectLst/>
                <a:uLnTx/>
                <a:uFillTx/>
                <a:latin typeface="Arial" panose="020B0604020202020204" pitchFamily="34" charset="0"/>
                <a:ea typeface="+mn-ea"/>
                <a:cs typeface="Arial" panose="020B0604020202020204" pitchFamily="34" charset="0"/>
              </a:rPr>
              <a:t>BITS </a:t>
            </a:r>
            <a:r>
              <a:rPr kumimoji="0" lang="en-US" altLang="en-US" sz="825" b="0" i="0" u="none" strike="noStrike" kern="1200" cap="none" spc="0" normalizeH="0" baseline="0" noProof="0">
                <a:ln>
                  <a:noFill/>
                </a:ln>
                <a:solidFill>
                  <a:srgbClr val="101141"/>
                </a:solidFill>
                <a:effectLst/>
                <a:uLnTx/>
                <a:uFillTx/>
                <a:latin typeface="Arial" panose="020B0604020202020204" pitchFamily="34" charset="0"/>
                <a:ea typeface="+mn-ea"/>
                <a:cs typeface="Arial" panose="020B0604020202020204" pitchFamily="34" charset="0"/>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68490912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grpSp>
        <p:nvGrpSpPr>
          <p:cNvPr id="4" name="Group 7"/>
          <p:cNvGrpSpPr>
            <a:grpSpLocks/>
          </p:cNvGrpSpPr>
          <p:nvPr userDrawn="1"/>
        </p:nvGrpSpPr>
        <p:grpSpPr bwMode="auto">
          <a:xfrm rot="5400000">
            <a:off x="5006182" y="2567783"/>
            <a:ext cx="5181600" cy="46037"/>
            <a:chOff x="1905000" y="6553200"/>
            <a:chExt cx="7010400" cy="45719"/>
          </a:xfrm>
        </p:grpSpPr>
        <p:sp>
          <p:nvSpPr>
            <p:cNvPr id="5" name="Rectangle 4"/>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0" descr="Picture 7.png"/>
          <p:cNvPicPr>
            <a:picLocks noChangeAspect="1"/>
          </p:cNvPicPr>
          <p:nvPr userDrawn="1"/>
        </p:nvPicPr>
        <p:blipFill>
          <a:blip r:embed="rId2">
            <a:extLst>
              <a:ext uri="{28A0092B-C50C-407E-A947-70E740481C1C}">
                <a14:useLocalDpi xmlns:a14="http://schemas.microsoft.com/office/drawing/2010/main" val="0"/>
              </a:ext>
            </a:extLst>
          </a:blip>
          <a:srcRect l="5336" t="1923"/>
          <a:stretch>
            <a:fillRect/>
          </a:stretch>
        </p:blipFill>
        <p:spPr bwMode="auto">
          <a:xfrm>
            <a:off x="-7937" y="381002"/>
            <a:ext cx="692151"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p:cNvSpPr txBox="1">
            <a:spLocks noChangeArrowheads="1"/>
          </p:cNvSpPr>
          <p:nvPr userDrawn="1"/>
        </p:nvSpPr>
        <p:spPr bwMode="auto">
          <a:xfrm rot="5400000">
            <a:off x="-2794793" y="3826196"/>
            <a:ext cx="5867400"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en-US" altLang="en-US" sz="675" b="1" i="0" u="none" strike="noStrike" kern="1200" cap="none" spc="0" normalizeH="0" baseline="0" noProof="0">
                <a:ln>
                  <a:noFill/>
                </a:ln>
                <a:solidFill>
                  <a:srgbClr val="101141"/>
                </a:solidFill>
                <a:effectLst/>
                <a:uLnTx/>
                <a:uFillTx/>
                <a:latin typeface="Arial" panose="020B0604020202020204" pitchFamily="34" charset="0"/>
                <a:ea typeface="+mn-ea"/>
                <a:cs typeface="Arial" panose="020B0604020202020204" pitchFamily="34" charset="0"/>
              </a:rPr>
              <a:t>BITS </a:t>
            </a:r>
            <a:r>
              <a:rPr kumimoji="0" lang="en-US" altLang="en-US" sz="675" b="0" i="0" u="none" strike="noStrike" kern="1200" cap="none" spc="0" normalizeH="0" baseline="0" noProof="0">
                <a:ln>
                  <a:noFill/>
                </a:ln>
                <a:solidFill>
                  <a:srgbClr val="101141"/>
                </a:solidFill>
                <a:effectLst/>
                <a:uLnTx/>
                <a:uFillTx/>
                <a:latin typeface="Arial" panose="020B0604020202020204" pitchFamily="34" charset="0"/>
                <a:ea typeface="+mn-ea"/>
                <a:cs typeface="Arial" panose="020B0604020202020204" pitchFamily="34" charset="0"/>
              </a:rPr>
              <a:t>Pilani, Pilani Campus</a:t>
            </a:r>
          </a:p>
        </p:txBody>
      </p:sp>
      <p:sp>
        <p:nvSpPr>
          <p:cNvPr id="3" name="Vertical Text Placeholder 2"/>
          <p:cNvSpPr>
            <a:spLocks noGrp="1"/>
          </p:cNvSpPr>
          <p:nvPr>
            <p:ph type="body" orient="vert" idx="1"/>
          </p:nvPr>
        </p:nvSpPr>
        <p:spPr>
          <a:xfrm>
            <a:off x="1219200" y="381002"/>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5410200" y="2743200"/>
            <a:ext cx="58674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33886507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lvl1pPr>
              <a:defRPr/>
            </a:lvl1pPr>
          </a:lstStyle>
          <a:p>
            <a:pPr defTabSz="685800">
              <a:buClrTx/>
              <a:defRPr/>
            </a:pPr>
            <a:endParaRPr lang="en-US" kern="1200">
              <a:solidFill>
                <a:prstClr val="black">
                  <a:tint val="75000"/>
                </a:prstClr>
              </a:solidFill>
              <a:ea typeface="+mn-ea"/>
            </a:endParaRPr>
          </a:p>
        </p:txBody>
      </p:sp>
      <p:sp>
        <p:nvSpPr>
          <p:cNvPr id="5" name="Rectangle 5"/>
          <p:cNvSpPr>
            <a:spLocks noGrp="1" noChangeArrowheads="1"/>
          </p:cNvSpPr>
          <p:nvPr>
            <p:ph type="ftr" sz="quarter" idx="11"/>
          </p:nvPr>
        </p:nvSpPr>
        <p:spPr/>
        <p:txBody>
          <a:bodyPr/>
          <a:lstStyle>
            <a:lvl1pPr>
              <a:defRPr/>
            </a:lvl1pPr>
          </a:lstStyle>
          <a:p>
            <a:pPr defTabSz="685800">
              <a:buClrTx/>
              <a:defRPr/>
            </a:pPr>
            <a:endParaRPr lang="en-US" kern="1200">
              <a:solidFill>
                <a:prstClr val="black">
                  <a:tint val="75000"/>
                </a:prstClr>
              </a:solidFill>
              <a:ea typeface="+mn-ea"/>
            </a:endParaRPr>
          </a:p>
        </p:txBody>
      </p:sp>
      <p:sp>
        <p:nvSpPr>
          <p:cNvPr id="6" name="Rectangle 6"/>
          <p:cNvSpPr>
            <a:spLocks noGrp="1" noChangeArrowheads="1"/>
          </p:cNvSpPr>
          <p:nvPr>
            <p:ph type="sldNum" sz="quarter" idx="12"/>
          </p:nvPr>
        </p:nvSpPr>
        <p:spPr/>
        <p:txBody>
          <a:bodyPr/>
          <a:lstStyle>
            <a:lvl1pPr>
              <a:defRPr/>
            </a:lvl1pPr>
          </a:lstStyle>
          <a:p>
            <a:pPr defTabSz="685800">
              <a:buClrTx/>
              <a:defRPr/>
            </a:pPr>
            <a:fld id="{86E25CF2-4D86-404D-A2CE-7F6006C504FA}" type="slidenum">
              <a:rPr lang="en-US" kern="1200" smtClean="0">
                <a:solidFill>
                  <a:prstClr val="black">
                    <a:tint val="75000"/>
                  </a:prstClr>
                </a:solidFill>
                <a:ea typeface="+mn-ea"/>
              </a:rPr>
              <a:pPr defTabSz="685800">
                <a:buClrTx/>
                <a:defRPr/>
              </a:pPr>
              <a:t>‹#›</a:t>
            </a:fld>
            <a:endParaRPr lang="en-US" kern="1200">
              <a:solidFill>
                <a:prstClr val="black">
                  <a:tint val="75000"/>
                </a:prstClr>
              </a:solidFill>
              <a:ea typeface="+mn-ea"/>
            </a:endParaRPr>
          </a:p>
        </p:txBody>
      </p:sp>
    </p:spTree>
    <p:extLst>
      <p:ext uri="{BB962C8B-B14F-4D97-AF65-F5344CB8AC3E}">
        <p14:creationId xmlns:p14="http://schemas.microsoft.com/office/powerpoint/2010/main" val="276693267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able Placeholder 2"/>
          <p:cNvSpPr>
            <a:spLocks noGrp="1"/>
          </p:cNvSpPr>
          <p:nvPr>
            <p:ph type="tbl" idx="1"/>
          </p:nvPr>
        </p:nvSpPr>
        <p:spPr>
          <a:xfrm>
            <a:off x="457200" y="1600202"/>
            <a:ext cx="8229600" cy="4525963"/>
          </a:xfrm>
        </p:spPr>
        <p:txBody>
          <a:bodyPr/>
          <a:lstStyle/>
          <a:p>
            <a:pPr lvl="0"/>
            <a:endParaRPr lang="en-US" noProof="0"/>
          </a:p>
        </p:txBody>
      </p:sp>
      <p:sp>
        <p:nvSpPr>
          <p:cNvPr id="4" name="Rectangle 4"/>
          <p:cNvSpPr>
            <a:spLocks noGrp="1" noChangeArrowheads="1"/>
          </p:cNvSpPr>
          <p:nvPr>
            <p:ph type="dt" sz="half" idx="10"/>
          </p:nvPr>
        </p:nvSpPr>
        <p:spPr/>
        <p:txBody>
          <a:bodyPr/>
          <a:lstStyle>
            <a:lvl1pPr>
              <a:defRPr/>
            </a:lvl1pPr>
          </a:lstStyle>
          <a:p>
            <a:pPr defTabSz="685800">
              <a:buClrTx/>
              <a:defRPr/>
            </a:pPr>
            <a:endParaRPr lang="en-US" kern="1200">
              <a:solidFill>
                <a:prstClr val="black">
                  <a:tint val="75000"/>
                </a:prstClr>
              </a:solidFill>
              <a:ea typeface="+mn-ea"/>
            </a:endParaRPr>
          </a:p>
        </p:txBody>
      </p:sp>
      <p:sp>
        <p:nvSpPr>
          <p:cNvPr id="5" name="Rectangle 5"/>
          <p:cNvSpPr>
            <a:spLocks noGrp="1" noChangeArrowheads="1"/>
          </p:cNvSpPr>
          <p:nvPr>
            <p:ph type="ftr" sz="quarter" idx="11"/>
          </p:nvPr>
        </p:nvSpPr>
        <p:spPr/>
        <p:txBody>
          <a:bodyPr/>
          <a:lstStyle>
            <a:lvl1pPr>
              <a:defRPr/>
            </a:lvl1pPr>
          </a:lstStyle>
          <a:p>
            <a:pPr defTabSz="685800">
              <a:buClrTx/>
              <a:defRPr/>
            </a:pPr>
            <a:endParaRPr lang="en-US" kern="1200">
              <a:solidFill>
                <a:prstClr val="black">
                  <a:tint val="75000"/>
                </a:prstClr>
              </a:solidFill>
              <a:ea typeface="+mn-ea"/>
            </a:endParaRPr>
          </a:p>
        </p:txBody>
      </p:sp>
      <p:sp>
        <p:nvSpPr>
          <p:cNvPr id="6" name="Rectangle 6"/>
          <p:cNvSpPr>
            <a:spLocks noGrp="1" noChangeArrowheads="1"/>
          </p:cNvSpPr>
          <p:nvPr>
            <p:ph type="sldNum" sz="quarter" idx="12"/>
          </p:nvPr>
        </p:nvSpPr>
        <p:spPr/>
        <p:txBody>
          <a:bodyPr/>
          <a:lstStyle>
            <a:lvl1pPr>
              <a:defRPr/>
            </a:lvl1pPr>
          </a:lstStyle>
          <a:p>
            <a:pPr defTabSz="685800">
              <a:buClrTx/>
              <a:defRPr/>
            </a:pPr>
            <a:fld id="{359740DE-BB37-49E6-961D-4B40E9602EB0}" type="slidenum">
              <a:rPr lang="en-US" kern="1200" smtClean="0">
                <a:solidFill>
                  <a:prstClr val="black">
                    <a:tint val="75000"/>
                  </a:prstClr>
                </a:solidFill>
                <a:ea typeface="+mn-ea"/>
              </a:rPr>
              <a:pPr defTabSz="685800">
                <a:buClrTx/>
                <a:defRPr/>
              </a:pPr>
              <a:t>‹#›</a:t>
            </a:fld>
            <a:endParaRPr lang="en-US" kern="1200">
              <a:solidFill>
                <a:prstClr val="black">
                  <a:tint val="75000"/>
                </a:prstClr>
              </a:solidFill>
              <a:ea typeface="+mn-ea"/>
            </a:endParaRPr>
          </a:p>
        </p:txBody>
      </p:sp>
    </p:spTree>
    <p:extLst>
      <p:ext uri="{BB962C8B-B14F-4D97-AF65-F5344CB8AC3E}">
        <p14:creationId xmlns:p14="http://schemas.microsoft.com/office/powerpoint/2010/main" val="163183572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p:txBody>
          <a:bodyPr/>
          <a:lstStyle>
            <a:lvl1pPr>
              <a:defRPr/>
            </a:lvl1pPr>
          </a:lstStyle>
          <a:p>
            <a:pPr defTabSz="685800">
              <a:buClrTx/>
              <a:defRPr/>
            </a:pPr>
            <a:endParaRPr lang="en-US" kern="1200">
              <a:solidFill>
                <a:prstClr val="black">
                  <a:tint val="75000"/>
                </a:prstClr>
              </a:solidFill>
              <a:ea typeface="+mn-ea"/>
            </a:endParaRPr>
          </a:p>
        </p:txBody>
      </p:sp>
      <p:sp>
        <p:nvSpPr>
          <p:cNvPr id="4" name="Rectangle 5"/>
          <p:cNvSpPr>
            <a:spLocks noGrp="1" noChangeArrowheads="1"/>
          </p:cNvSpPr>
          <p:nvPr>
            <p:ph type="ftr" sz="quarter" idx="11"/>
          </p:nvPr>
        </p:nvSpPr>
        <p:spPr/>
        <p:txBody>
          <a:bodyPr/>
          <a:lstStyle>
            <a:lvl1pPr>
              <a:defRPr/>
            </a:lvl1pPr>
          </a:lstStyle>
          <a:p>
            <a:pPr defTabSz="685800">
              <a:buClrTx/>
              <a:defRPr/>
            </a:pPr>
            <a:endParaRPr lang="en-US" kern="1200">
              <a:solidFill>
                <a:prstClr val="black">
                  <a:tint val="75000"/>
                </a:prstClr>
              </a:solidFill>
              <a:ea typeface="+mn-ea"/>
            </a:endParaRPr>
          </a:p>
        </p:txBody>
      </p:sp>
      <p:sp>
        <p:nvSpPr>
          <p:cNvPr id="5" name="Rectangle 6"/>
          <p:cNvSpPr>
            <a:spLocks noGrp="1" noChangeArrowheads="1"/>
          </p:cNvSpPr>
          <p:nvPr>
            <p:ph type="sldNum" sz="quarter" idx="12"/>
          </p:nvPr>
        </p:nvSpPr>
        <p:spPr/>
        <p:txBody>
          <a:bodyPr/>
          <a:lstStyle>
            <a:lvl1pPr>
              <a:defRPr/>
            </a:lvl1pPr>
          </a:lstStyle>
          <a:p>
            <a:pPr defTabSz="685800">
              <a:buClrTx/>
              <a:defRPr/>
            </a:pPr>
            <a:fld id="{4C97D8E2-CAD6-499A-B52F-204424DF5D1A}" type="slidenum">
              <a:rPr lang="en-US" kern="1200" smtClean="0">
                <a:solidFill>
                  <a:prstClr val="black">
                    <a:tint val="75000"/>
                  </a:prstClr>
                </a:solidFill>
                <a:ea typeface="+mn-ea"/>
              </a:rPr>
              <a:pPr defTabSz="685800">
                <a:buClrTx/>
                <a:defRPr/>
              </a:pPr>
              <a:t>‹#›</a:t>
            </a:fld>
            <a:endParaRPr lang="en-US" kern="1200">
              <a:solidFill>
                <a:prstClr val="black">
                  <a:tint val="75000"/>
                </a:prstClr>
              </a:solidFill>
              <a:ea typeface="+mn-ea"/>
            </a:endParaRPr>
          </a:p>
        </p:txBody>
      </p:sp>
    </p:spTree>
    <p:extLst>
      <p:ext uri="{BB962C8B-B14F-4D97-AF65-F5344CB8AC3E}">
        <p14:creationId xmlns:p14="http://schemas.microsoft.com/office/powerpoint/2010/main" val="71670814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lvl1pPr eaLnBrk="1" hangingPunct="1">
              <a:defRPr/>
            </a:lvl1pPr>
          </a:lstStyle>
          <a:p>
            <a:pPr defTabSz="685800">
              <a:buClrTx/>
              <a:defRPr/>
            </a:pPr>
            <a:endParaRPr lang="en-US" kern="1200">
              <a:solidFill>
                <a:prstClr val="black">
                  <a:tint val="75000"/>
                </a:prstClr>
              </a:solidFill>
              <a:ea typeface="+mn-ea"/>
            </a:endParaRPr>
          </a:p>
        </p:txBody>
      </p:sp>
      <p:sp>
        <p:nvSpPr>
          <p:cNvPr id="6" name="Rectangle 5"/>
          <p:cNvSpPr>
            <a:spLocks noGrp="1" noChangeArrowheads="1"/>
          </p:cNvSpPr>
          <p:nvPr>
            <p:ph type="ftr" sz="quarter" idx="11"/>
          </p:nvPr>
        </p:nvSpPr>
        <p:spPr/>
        <p:txBody>
          <a:bodyPr/>
          <a:lstStyle>
            <a:lvl1pPr eaLnBrk="1" hangingPunct="1">
              <a:defRPr/>
            </a:lvl1pPr>
          </a:lstStyle>
          <a:p>
            <a:pPr defTabSz="685800">
              <a:buClrTx/>
              <a:defRPr/>
            </a:pPr>
            <a:endParaRPr lang="en-US" kern="1200">
              <a:solidFill>
                <a:prstClr val="black">
                  <a:tint val="75000"/>
                </a:prstClr>
              </a:solidFill>
              <a:ea typeface="+mn-ea"/>
            </a:endParaRPr>
          </a:p>
        </p:txBody>
      </p:sp>
      <p:sp>
        <p:nvSpPr>
          <p:cNvPr id="7" name="Rectangle 6"/>
          <p:cNvSpPr>
            <a:spLocks noGrp="1" noChangeArrowheads="1"/>
          </p:cNvSpPr>
          <p:nvPr>
            <p:ph type="sldNum" sz="quarter" idx="12"/>
          </p:nvPr>
        </p:nvSpPr>
        <p:spPr/>
        <p:txBody>
          <a:bodyPr/>
          <a:lstStyle>
            <a:lvl1pPr eaLnBrk="1" hangingPunct="1">
              <a:defRPr/>
            </a:lvl1pPr>
          </a:lstStyle>
          <a:p>
            <a:pPr defTabSz="685800">
              <a:buClrTx/>
              <a:defRPr/>
            </a:pPr>
            <a:fld id="{DDEC55B8-50EE-4FF4-AB23-D5DCFBED693F}" type="slidenum">
              <a:rPr lang="en-US" kern="1200" smtClean="0">
                <a:solidFill>
                  <a:prstClr val="black">
                    <a:tint val="75000"/>
                  </a:prstClr>
                </a:solidFill>
                <a:ea typeface="+mn-ea"/>
              </a:rPr>
              <a:pPr defTabSz="685800">
                <a:buClrTx/>
                <a:defRPr/>
              </a:pPr>
              <a:t>‹#›</a:t>
            </a:fld>
            <a:endParaRPr lang="en-US" kern="1200">
              <a:solidFill>
                <a:prstClr val="black">
                  <a:tint val="75000"/>
                </a:prstClr>
              </a:solidFill>
              <a:ea typeface="+mn-ea"/>
            </a:endParaRPr>
          </a:p>
        </p:txBody>
      </p:sp>
    </p:spTree>
    <p:extLst>
      <p:ext uri="{BB962C8B-B14F-4D97-AF65-F5344CB8AC3E}">
        <p14:creationId xmlns:p14="http://schemas.microsoft.com/office/powerpoint/2010/main" val="18343574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49" b="0" i="0">
                <a:solidFill>
                  <a:schemeClr val="tx1"/>
                </a:solidFill>
                <a:latin typeface="Microsoft Sans Serif"/>
                <a:cs typeface="Microsoft Sans Serif"/>
              </a:defRPr>
            </a:lvl1pPr>
          </a:lstStyle>
          <a:p>
            <a:endParaRPr/>
          </a:p>
        </p:txBody>
      </p:sp>
      <p:sp>
        <p:nvSpPr>
          <p:cNvPr id="3" name="Holder 3"/>
          <p:cNvSpPr>
            <a:spLocks noGrp="1"/>
          </p:cNvSpPr>
          <p:nvPr>
            <p:ph type="body" idx="1"/>
          </p:nvPr>
        </p:nvSpPr>
        <p:spPr/>
        <p:txBody>
          <a:bodyPr lIns="0" tIns="0" rIns="0" bIns="0"/>
          <a:lstStyle>
            <a:lvl1pPr>
              <a:defRPr sz="1249" b="0" i="0">
                <a:solidFill>
                  <a:schemeClr val="tx1"/>
                </a:solidFill>
                <a:latin typeface="Microsoft Sans Serif"/>
                <a:cs typeface="Microsoft Sans Serif"/>
              </a:defRPr>
            </a:lvl1pPr>
          </a:lstStyle>
          <a:p>
            <a:endParaRPr/>
          </a:p>
        </p:txBody>
      </p:sp>
      <p:sp>
        <p:nvSpPr>
          <p:cNvPr id="4" name="Holder 4"/>
          <p:cNvSpPr>
            <a:spLocks noGrp="1"/>
          </p:cNvSpPr>
          <p:nvPr>
            <p:ph type="ftr" sz="quarter" idx="10"/>
          </p:nvPr>
        </p:nvSpPr>
        <p:spPr/>
        <p:txBody>
          <a:bodyPr lIns="0" tIns="0" rIns="0" bIns="0"/>
          <a:lstStyle>
            <a:lvl1pPr algn="ctr">
              <a:defRPr>
                <a:solidFill>
                  <a:schemeClr val="tx1">
                    <a:tint val="75000"/>
                  </a:schemeClr>
                </a:solidFill>
              </a:defRPr>
            </a:lvl1pPr>
          </a:lstStyle>
          <a:p>
            <a:pPr defTabSz="685800">
              <a:buClrTx/>
              <a:defRPr/>
            </a:pPr>
            <a:endParaRPr lang="en-US" kern="1200">
              <a:solidFill>
                <a:prstClr val="black">
                  <a:tint val="75000"/>
                </a:prstClr>
              </a:solidFill>
              <a:ea typeface="+mn-ea"/>
            </a:endParaRPr>
          </a:p>
        </p:txBody>
      </p:sp>
      <p:sp>
        <p:nvSpPr>
          <p:cNvPr id="5" name="Holder 5"/>
          <p:cNvSpPr>
            <a:spLocks noGrp="1"/>
          </p:cNvSpPr>
          <p:nvPr>
            <p:ph type="dt" sz="half" idx="11"/>
          </p:nvPr>
        </p:nvSpPr>
        <p:spPr/>
        <p:txBody>
          <a:bodyPr lIns="0" tIns="0" rIns="0" bIns="0"/>
          <a:lstStyle>
            <a:lvl1pPr algn="l">
              <a:defRPr>
                <a:solidFill>
                  <a:schemeClr val="tx1">
                    <a:tint val="75000"/>
                  </a:schemeClr>
                </a:solidFill>
              </a:defRPr>
            </a:lvl1pPr>
          </a:lstStyle>
          <a:p>
            <a:pPr defTabSz="685800">
              <a:buClrTx/>
              <a:defRPr/>
            </a:pPr>
            <a:endParaRPr lang="en-US" kern="1200">
              <a:solidFill>
                <a:prstClr val="black">
                  <a:tint val="75000"/>
                </a:prstClr>
              </a:solidFill>
              <a:ea typeface="+mn-ea"/>
            </a:endParaRPr>
          </a:p>
        </p:txBody>
      </p:sp>
      <p:sp>
        <p:nvSpPr>
          <p:cNvPr id="6" name="Holder 6"/>
          <p:cNvSpPr>
            <a:spLocks noGrp="1"/>
          </p:cNvSpPr>
          <p:nvPr>
            <p:ph type="sldNum" sz="quarter" idx="12"/>
          </p:nvPr>
        </p:nvSpPr>
        <p:spPr/>
        <p:txBody>
          <a:bodyPr lIns="0" tIns="0" rIns="0" bIns="0"/>
          <a:lstStyle>
            <a:lvl1pPr marL="45317">
              <a:lnSpc>
                <a:spcPts val="797"/>
              </a:lnSpc>
              <a:defRPr sz="714" b="0" i="0" spc="30">
                <a:solidFill>
                  <a:schemeClr val="tx1"/>
                </a:solidFill>
                <a:latin typeface="Calibri"/>
                <a:cs typeface="Calibri"/>
              </a:defRPr>
            </a:lvl1pPr>
          </a:lstStyle>
          <a:p>
            <a:pPr defTabSz="685800">
              <a:buClrTx/>
              <a:defRPr/>
            </a:pPr>
            <a:fld id="{42FC11DA-09AB-4006-B328-0F59795912AE}" type="slidenum">
              <a:rPr lang="en-IN" kern="1200" smtClean="0">
                <a:solidFill>
                  <a:prstClr val="black"/>
                </a:solidFill>
                <a:ea typeface="+mn-ea"/>
              </a:rPr>
              <a:pPr defTabSz="685800">
                <a:buClrTx/>
                <a:defRPr/>
              </a:pPr>
              <a:t>‹#›</a:t>
            </a:fld>
            <a:r>
              <a:rPr lang="en-IN" kern="1200" spc="65">
                <a:solidFill>
                  <a:prstClr val="black"/>
                </a:solidFill>
                <a:ea typeface="+mn-ea"/>
              </a:rPr>
              <a:t> </a:t>
            </a:r>
            <a:r>
              <a:rPr lang="en-IN" kern="1200" spc="113">
                <a:solidFill>
                  <a:prstClr val="black"/>
                </a:solidFill>
                <a:ea typeface="+mn-ea"/>
              </a:rPr>
              <a:t>/</a:t>
            </a:r>
            <a:r>
              <a:rPr lang="en-IN" kern="1200" spc="71">
                <a:solidFill>
                  <a:prstClr val="black"/>
                </a:solidFill>
                <a:ea typeface="+mn-ea"/>
              </a:rPr>
              <a:t> </a:t>
            </a:r>
            <a:r>
              <a:rPr lang="en-IN" kern="1200">
                <a:solidFill>
                  <a:prstClr val="black"/>
                </a:solidFill>
                <a:ea typeface="+mn-ea"/>
              </a:rPr>
              <a:t>69</a:t>
            </a:r>
            <a:endParaRPr lang="en-IN" kern="1200" dirty="0">
              <a:solidFill>
                <a:prstClr val="black"/>
              </a:solidFill>
              <a:ea typeface="+mn-ea"/>
            </a:endParaRPr>
          </a:p>
        </p:txBody>
      </p:sp>
    </p:spTree>
    <p:extLst>
      <p:ext uri="{BB962C8B-B14F-4D97-AF65-F5344CB8AC3E}">
        <p14:creationId xmlns:p14="http://schemas.microsoft.com/office/powerpoint/2010/main" val="18458090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defTabSz="685800">
              <a:buClrTx/>
              <a:defRPr/>
            </a:pPr>
            <a:endParaRPr lang="en-US" kern="1200" dirty="0">
              <a:solidFill>
                <a:prstClr val="black">
                  <a:tint val="75000"/>
                </a:prstClr>
              </a:solidFill>
              <a:ea typeface="+mn-ea"/>
            </a:endParaRPr>
          </a:p>
        </p:txBody>
      </p:sp>
      <p:sp>
        <p:nvSpPr>
          <p:cNvPr id="3" name="Footer Placeholder 4"/>
          <p:cNvSpPr>
            <a:spLocks noGrp="1"/>
          </p:cNvSpPr>
          <p:nvPr>
            <p:ph type="ftr" sz="quarter" idx="11"/>
          </p:nvPr>
        </p:nvSpPr>
        <p:spPr/>
        <p:txBody>
          <a:bodyPr/>
          <a:lstStyle>
            <a:lvl1pPr>
              <a:defRPr/>
            </a:lvl1pPr>
          </a:lstStyle>
          <a:p>
            <a:pPr defTabSz="685800">
              <a:buClrTx/>
              <a:defRPr/>
            </a:pPr>
            <a:endParaRPr lang="en-US" kern="1200">
              <a:solidFill>
                <a:prstClr val="black">
                  <a:tint val="75000"/>
                </a:prstClr>
              </a:solidFill>
              <a:ea typeface="+mn-ea"/>
            </a:endParaRPr>
          </a:p>
        </p:txBody>
      </p:sp>
      <p:sp>
        <p:nvSpPr>
          <p:cNvPr id="4" name="Slide Number Placeholder 5"/>
          <p:cNvSpPr>
            <a:spLocks noGrp="1"/>
          </p:cNvSpPr>
          <p:nvPr>
            <p:ph type="sldNum" sz="quarter" idx="12"/>
          </p:nvPr>
        </p:nvSpPr>
        <p:spPr/>
        <p:txBody>
          <a:bodyPr/>
          <a:lstStyle>
            <a:lvl1pPr>
              <a:defRPr/>
            </a:lvl1pPr>
          </a:lstStyle>
          <a:p>
            <a:pPr defTabSz="685800">
              <a:buClrTx/>
              <a:defRPr/>
            </a:pPr>
            <a:fld id="{F1D8E372-7E21-47F8-B2D7-46192E5705AD}" type="slidenum">
              <a:rPr lang="en-US" kern="1200" smtClean="0">
                <a:solidFill>
                  <a:prstClr val="black">
                    <a:tint val="75000"/>
                  </a:prstClr>
                </a:solidFill>
                <a:ea typeface="+mn-ea"/>
              </a:rPr>
              <a:pPr defTabSz="685800">
                <a:buClrTx/>
                <a:defRPr/>
              </a:pPr>
              <a:t>‹#›</a:t>
            </a:fld>
            <a:endParaRPr lang="en-US" kern="1200" dirty="0">
              <a:solidFill>
                <a:prstClr val="black">
                  <a:tint val="75000"/>
                </a:prstClr>
              </a:solidFill>
              <a:ea typeface="+mn-ea"/>
            </a:endParaRPr>
          </a:p>
        </p:txBody>
      </p:sp>
    </p:spTree>
    <p:extLst>
      <p:ext uri="{BB962C8B-B14F-4D97-AF65-F5344CB8AC3E}">
        <p14:creationId xmlns:p14="http://schemas.microsoft.com/office/powerpoint/2010/main" val="359533473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1" descr="Picture 7.png"/>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4"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361866830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629911" y="6550152"/>
            <a:ext cx="2329180" cy="48895"/>
          </a:xfrm>
          <a:custGeom>
            <a:avLst/>
            <a:gdLst/>
            <a:ahLst/>
            <a:cxnLst/>
            <a:rect l="l" t="t" r="r" b="b"/>
            <a:pathLst>
              <a:path w="2329179" h="48895">
                <a:moveTo>
                  <a:pt x="2328672" y="0"/>
                </a:moveTo>
                <a:lnTo>
                  <a:pt x="0" y="0"/>
                </a:lnTo>
                <a:lnTo>
                  <a:pt x="0" y="48768"/>
                </a:lnTo>
                <a:lnTo>
                  <a:pt x="2328672" y="48768"/>
                </a:lnTo>
                <a:lnTo>
                  <a:pt x="2328672"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7" name="bg object 17"/>
          <p:cNvSpPr/>
          <p:nvPr/>
        </p:nvSpPr>
        <p:spPr>
          <a:xfrm>
            <a:off x="6909816" y="6550152"/>
            <a:ext cx="2234565" cy="45720"/>
          </a:xfrm>
          <a:custGeom>
            <a:avLst/>
            <a:gdLst/>
            <a:ahLst/>
            <a:cxnLst/>
            <a:rect l="l" t="t" r="r" b="b"/>
            <a:pathLst>
              <a:path w="2234565" h="45720">
                <a:moveTo>
                  <a:pt x="2234183" y="0"/>
                </a:moveTo>
                <a:lnTo>
                  <a:pt x="0" y="0"/>
                </a:lnTo>
                <a:lnTo>
                  <a:pt x="0" y="45720"/>
                </a:lnTo>
                <a:lnTo>
                  <a:pt x="2234183" y="45720"/>
                </a:lnTo>
                <a:lnTo>
                  <a:pt x="2234183" y="0"/>
                </a:lnTo>
                <a:close/>
              </a:path>
            </a:pathLst>
          </a:custGeom>
          <a:solidFill>
            <a:srgbClr val="E21C2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8" name="bg object 18"/>
          <p:cNvSpPr/>
          <p:nvPr/>
        </p:nvSpPr>
        <p:spPr>
          <a:xfrm>
            <a:off x="2084832" y="6550152"/>
            <a:ext cx="2581910" cy="48895"/>
          </a:xfrm>
          <a:custGeom>
            <a:avLst/>
            <a:gdLst/>
            <a:ahLst/>
            <a:cxnLst/>
            <a:rect l="l" t="t" r="r" b="b"/>
            <a:pathLst>
              <a:path w="2581910" h="48895">
                <a:moveTo>
                  <a:pt x="2581656" y="0"/>
                </a:moveTo>
                <a:lnTo>
                  <a:pt x="0" y="0"/>
                </a:lnTo>
                <a:lnTo>
                  <a:pt x="0" y="48768"/>
                </a:lnTo>
                <a:lnTo>
                  <a:pt x="2581656" y="48768"/>
                </a:lnTo>
                <a:lnTo>
                  <a:pt x="2581656" y="0"/>
                </a:lnTo>
                <a:close/>
              </a:path>
            </a:pathLst>
          </a:custGeom>
          <a:solidFill>
            <a:srgbClr val="FBAF1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9" name="bg object 19"/>
          <p:cNvSpPr/>
          <p:nvPr/>
        </p:nvSpPr>
        <p:spPr>
          <a:xfrm>
            <a:off x="4495800"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0" name="bg object 20"/>
          <p:cNvSpPr/>
          <p:nvPr/>
        </p:nvSpPr>
        <p:spPr>
          <a:xfrm>
            <a:off x="2133600" y="6553200"/>
            <a:ext cx="23622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1" name="bg object 21"/>
          <p:cNvSpPr/>
          <p:nvPr/>
        </p:nvSpPr>
        <p:spPr>
          <a:xfrm>
            <a:off x="6815328"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22" name="bg object 22"/>
          <p:cNvPicPr/>
          <p:nvPr/>
        </p:nvPicPr>
        <p:blipFill>
          <a:blip r:embed="rId2" cstate="print"/>
          <a:stretch>
            <a:fillRect/>
          </a:stretch>
        </p:blipFill>
        <p:spPr>
          <a:xfrm>
            <a:off x="6629400" y="0"/>
            <a:ext cx="2194559" cy="691896"/>
          </a:xfrm>
          <a:prstGeom prst="rect">
            <a:avLst/>
          </a:prstGeom>
        </p:spPr>
      </p:pic>
      <p:sp>
        <p:nvSpPr>
          <p:cNvPr id="23" name="bg object 23"/>
          <p:cNvSpPr/>
          <p:nvPr/>
        </p:nvSpPr>
        <p:spPr>
          <a:xfrm>
            <a:off x="2362200"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4" name="bg object 24"/>
          <p:cNvSpPr/>
          <p:nvPr/>
        </p:nvSpPr>
        <p:spPr>
          <a:xfrm>
            <a:off x="0" y="1295400"/>
            <a:ext cx="23622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5" name="bg object 25"/>
          <p:cNvSpPr/>
          <p:nvPr/>
        </p:nvSpPr>
        <p:spPr>
          <a:xfrm>
            <a:off x="4681728"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 name="Holder 2"/>
          <p:cNvSpPr>
            <a:spLocks noGrp="1"/>
          </p:cNvSpPr>
          <p:nvPr>
            <p:ph type="ctrTitle"/>
          </p:nvPr>
        </p:nvSpPr>
        <p:spPr>
          <a:xfrm>
            <a:off x="383540" y="275590"/>
            <a:ext cx="3446145" cy="391159"/>
          </a:xfrm>
          <a:prstGeom prst="rect">
            <a:avLst/>
          </a:prstGeom>
        </p:spPr>
        <p:txBody>
          <a:bodyPr wrap="square" lIns="0" tIns="0" rIns="0" bIns="0">
            <a:spAutoFit/>
          </a:bodyPr>
          <a:lstStyle>
            <a:lvl1pPr>
              <a:defRPr sz="2400" b="1" i="0">
                <a:solidFill>
                  <a:schemeClr val="tx1"/>
                </a:solidFill>
                <a:latin typeface="Arial"/>
                <a:cs typeface="Aria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18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0F1141"/>
                </a:solidFill>
                <a:latin typeface="Arial"/>
                <a:cs typeface="Arial"/>
              </a:defRPr>
            </a:lvl1pPr>
          </a:lstStyle>
          <a:p>
            <a:pPr marL="12700" marR="0" lvl="0" indent="0" defTabSz="914400" eaLnBrk="1" fontAlgn="auto" latinLnBrk="0" hangingPunct="1">
              <a:lnSpc>
                <a:spcPct val="100000"/>
              </a:lnSpc>
              <a:spcBef>
                <a:spcPts val="0"/>
              </a:spcBef>
              <a:spcAft>
                <a:spcPts val="0"/>
              </a:spcAft>
              <a:buClrTx/>
              <a:buSzTx/>
              <a:buFontTx/>
              <a:buNone/>
              <a:tabLst/>
              <a:defRPr/>
            </a:pPr>
            <a:endParaRPr kumimoji="0" sz="1100" b="0" i="0" u="none" strike="noStrike" kern="0" cap="none" spc="-10" normalizeH="0" baseline="0" noProof="0" dirty="0">
              <a:ln>
                <a:noFill/>
              </a:ln>
              <a:solidFill>
                <a:srgbClr val="0F1141"/>
              </a:solidFill>
              <a:effectLst/>
              <a:uLnTx/>
              <a:uFillTx/>
              <a:latin typeface="Arial"/>
              <a:cs typeface="Aria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tint val="75000"/>
                </a:prstClr>
              </a:solidFill>
              <a:effectLst/>
              <a:uLnTx/>
              <a:uFillTx/>
            </a:endParaRPr>
          </a:p>
        </p:txBody>
      </p:sp>
      <p:sp>
        <p:nvSpPr>
          <p:cNvPr id="6" name="Holder 6"/>
          <p:cNvSpPr>
            <a:spLocks noGrp="1"/>
          </p:cNvSpPr>
          <p:nvPr>
            <p:ph type="sldNum" sz="quarter" idx="7"/>
          </p:nvPr>
        </p:nvSpPr>
        <p:spPr/>
        <p:txBody>
          <a:bodyPr lIns="0" tIns="0" rIns="0" bIns="0"/>
          <a:lstStyle>
            <a:lvl1pPr>
              <a:defRPr sz="1600" b="1" i="0">
                <a:solidFill>
                  <a:schemeClr val="tx1"/>
                </a:solidFill>
                <a:latin typeface="Times New Roman"/>
                <a:cs typeface="Times New Roman"/>
              </a:defRPr>
            </a:lvl1pPr>
          </a:lstStyle>
          <a:p>
            <a:pPr marL="0" marR="224154" lvl="0" indent="0" algn="r" defTabSz="914400" eaLnBrk="1" fontAlgn="auto" latinLnBrk="0" hangingPunct="1">
              <a:lnSpc>
                <a:spcPts val="1855"/>
              </a:lnSpc>
              <a:spcBef>
                <a:spcPts val="0"/>
              </a:spcBef>
              <a:spcAft>
                <a:spcPts val="0"/>
              </a:spcAft>
              <a:buClrTx/>
              <a:buSzTx/>
              <a:buFontTx/>
              <a:buNone/>
              <a:tabLst/>
              <a:defRPr/>
            </a:pPr>
            <a:fld id="{81D60167-4931-47E6-BA6A-407CBD079E47}" type="slidenum">
              <a:rPr kumimoji="0" sz="1600" b="1" i="0" u="none" strike="noStrike" kern="0" cap="none" spc="-25" normalizeH="0" baseline="0" noProof="0" dirty="0">
                <a:ln>
                  <a:noFill/>
                </a:ln>
                <a:solidFill>
                  <a:prstClr val="black"/>
                </a:solidFill>
                <a:effectLst/>
                <a:uLnTx/>
                <a:uFillTx/>
                <a:latin typeface="Times New Roman"/>
                <a:cs typeface="Times New Roman"/>
              </a:rPr>
              <a:pPr marL="0" marR="224154" lvl="0" indent="0" algn="r" defTabSz="914400" eaLnBrk="1" fontAlgn="auto" latinLnBrk="0" hangingPunct="1">
                <a:lnSpc>
                  <a:spcPts val="1855"/>
                </a:lnSpc>
                <a:spcBef>
                  <a:spcPts val="0"/>
                </a:spcBef>
                <a:spcAft>
                  <a:spcPts val="0"/>
                </a:spcAft>
                <a:buClrTx/>
                <a:buSzTx/>
                <a:buFontTx/>
                <a:buNone/>
                <a:tabLst/>
                <a:defRPr/>
              </a:pPr>
              <a:t>‹#›</a:t>
            </a:fld>
            <a:endParaRPr kumimoji="0" sz="1600" b="1" i="0" u="none" strike="noStrike" kern="0" cap="none" spc="-25" normalizeH="0" baseline="0" noProof="0" dirty="0">
              <a:ln>
                <a:noFill/>
              </a:ln>
              <a:solidFill>
                <a:prstClr val="black"/>
              </a:solidFill>
              <a:effectLst/>
              <a:uLnTx/>
              <a:uFillTx/>
              <a:latin typeface="Times New Roman"/>
              <a:cs typeface="Times New Roman"/>
            </a:endParaRPr>
          </a:p>
          <a:p>
            <a:pPr marL="12700" marR="0" lvl="0" indent="0" defTabSz="914400" eaLnBrk="1" fontAlgn="auto" latinLnBrk="0" hangingPunct="1">
              <a:lnSpc>
                <a:spcPct val="100000"/>
              </a:lnSpc>
              <a:spcBef>
                <a:spcPts val="95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40"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4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10" normalizeH="0" baseline="0" noProof="0" dirty="0">
                <a:ln>
                  <a:noFill/>
                </a:ln>
                <a:solidFill>
                  <a:srgbClr val="0F1141"/>
                </a:solidFill>
                <a:effectLst/>
                <a:uLnTx/>
                <a:uFillTx/>
                <a:latin typeface="Arial"/>
                <a:cs typeface="Arial"/>
              </a:rPr>
              <a:t>Campus</a:t>
            </a:r>
            <a:endParaRPr kumimoji="0" sz="1100" b="1" i="0" u="none" strike="noStrike" kern="0" cap="none" spc="0" normalizeH="0" baseline="0" noProof="0">
              <a:ln>
                <a:noFill/>
              </a:ln>
              <a:solidFill>
                <a:prstClr val="black"/>
              </a:solidFill>
              <a:effectLst/>
              <a:uLnTx/>
              <a:uFillTx/>
              <a:latin typeface="Arial"/>
              <a:cs typeface="Arial"/>
            </a:endParaRPr>
          </a:p>
        </p:txBody>
      </p:sp>
    </p:spTree>
    <p:extLst>
      <p:ext uri="{BB962C8B-B14F-4D97-AF65-F5344CB8AC3E}">
        <p14:creationId xmlns:p14="http://schemas.microsoft.com/office/powerpoint/2010/main" val="2517336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0F1141"/>
                </a:solidFill>
                <a:latin typeface="Arial"/>
                <a:cs typeface="Arial"/>
              </a:defRPr>
            </a:lvl1pPr>
          </a:lstStyle>
          <a:p>
            <a:pPr marL="12700" marR="0" lvl="0" indent="0" defTabSz="914400" eaLnBrk="1" fontAlgn="auto" latinLnBrk="0" hangingPunct="1">
              <a:lnSpc>
                <a:spcPct val="100000"/>
              </a:lnSpc>
              <a:spcBef>
                <a:spcPts val="0"/>
              </a:spcBef>
              <a:spcAft>
                <a:spcPts val="0"/>
              </a:spcAft>
              <a:buClrTx/>
              <a:buSzTx/>
              <a:buFontTx/>
              <a:buNone/>
              <a:tabLst/>
              <a:defRPr/>
            </a:pPr>
            <a:endParaRPr kumimoji="0" sz="1100" b="0" i="0" u="none" strike="noStrike" kern="0" cap="none" spc="-10" normalizeH="0" baseline="0" noProof="0" dirty="0">
              <a:ln>
                <a:noFill/>
              </a:ln>
              <a:solidFill>
                <a:srgbClr val="0F1141"/>
              </a:solidFill>
              <a:effectLst/>
              <a:uLnTx/>
              <a:uFillTx/>
              <a:latin typeface="Arial"/>
              <a:cs typeface="Aria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tint val="75000"/>
                </a:prstClr>
              </a:solidFill>
              <a:effectLst/>
              <a:uLnTx/>
              <a:uFillTx/>
            </a:endParaRPr>
          </a:p>
        </p:txBody>
      </p:sp>
      <p:sp>
        <p:nvSpPr>
          <p:cNvPr id="6" name="Holder 6"/>
          <p:cNvSpPr>
            <a:spLocks noGrp="1"/>
          </p:cNvSpPr>
          <p:nvPr>
            <p:ph type="sldNum" sz="quarter" idx="7"/>
          </p:nvPr>
        </p:nvSpPr>
        <p:spPr/>
        <p:txBody>
          <a:bodyPr lIns="0" tIns="0" rIns="0" bIns="0"/>
          <a:lstStyle>
            <a:lvl1pPr>
              <a:defRPr sz="1600" b="1" i="0">
                <a:solidFill>
                  <a:schemeClr val="tx1"/>
                </a:solidFill>
                <a:latin typeface="Times New Roman"/>
                <a:cs typeface="Times New Roman"/>
              </a:defRPr>
            </a:lvl1pPr>
          </a:lstStyle>
          <a:p>
            <a:pPr marL="0" marR="224154" lvl="0" indent="0" algn="r" defTabSz="914400" eaLnBrk="1" fontAlgn="auto" latinLnBrk="0" hangingPunct="1">
              <a:lnSpc>
                <a:spcPts val="1855"/>
              </a:lnSpc>
              <a:spcBef>
                <a:spcPts val="0"/>
              </a:spcBef>
              <a:spcAft>
                <a:spcPts val="0"/>
              </a:spcAft>
              <a:buClrTx/>
              <a:buSzTx/>
              <a:buFontTx/>
              <a:buNone/>
              <a:tabLst/>
              <a:defRPr/>
            </a:pPr>
            <a:fld id="{81D60167-4931-47E6-BA6A-407CBD079E47}" type="slidenum">
              <a:rPr kumimoji="0" sz="1600" b="1" i="0" u="none" strike="noStrike" kern="0" cap="none" spc="-25" normalizeH="0" baseline="0" noProof="0" dirty="0">
                <a:ln>
                  <a:noFill/>
                </a:ln>
                <a:solidFill>
                  <a:prstClr val="black"/>
                </a:solidFill>
                <a:effectLst/>
                <a:uLnTx/>
                <a:uFillTx/>
                <a:latin typeface="Times New Roman"/>
                <a:cs typeface="Times New Roman"/>
              </a:rPr>
              <a:pPr marL="0" marR="224154" lvl="0" indent="0" algn="r" defTabSz="914400" eaLnBrk="1" fontAlgn="auto" latinLnBrk="0" hangingPunct="1">
                <a:lnSpc>
                  <a:spcPts val="1855"/>
                </a:lnSpc>
                <a:spcBef>
                  <a:spcPts val="0"/>
                </a:spcBef>
                <a:spcAft>
                  <a:spcPts val="0"/>
                </a:spcAft>
                <a:buClrTx/>
                <a:buSzTx/>
                <a:buFontTx/>
                <a:buNone/>
                <a:tabLst/>
                <a:defRPr/>
              </a:pPr>
              <a:t>‹#›</a:t>
            </a:fld>
            <a:endParaRPr kumimoji="0" sz="1600" b="1" i="0" u="none" strike="noStrike" kern="0" cap="none" spc="-25" normalizeH="0" baseline="0" noProof="0" dirty="0">
              <a:ln>
                <a:noFill/>
              </a:ln>
              <a:solidFill>
                <a:prstClr val="black"/>
              </a:solidFill>
              <a:effectLst/>
              <a:uLnTx/>
              <a:uFillTx/>
              <a:latin typeface="Times New Roman"/>
              <a:cs typeface="Times New Roman"/>
            </a:endParaRPr>
          </a:p>
          <a:p>
            <a:pPr marL="12700" marR="0" lvl="0" indent="0" defTabSz="914400" eaLnBrk="1" fontAlgn="auto" latinLnBrk="0" hangingPunct="1">
              <a:lnSpc>
                <a:spcPct val="100000"/>
              </a:lnSpc>
              <a:spcBef>
                <a:spcPts val="95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40"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4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10" normalizeH="0" baseline="0" noProof="0" dirty="0">
                <a:ln>
                  <a:noFill/>
                </a:ln>
                <a:solidFill>
                  <a:srgbClr val="0F1141"/>
                </a:solidFill>
                <a:effectLst/>
                <a:uLnTx/>
                <a:uFillTx/>
                <a:latin typeface="Arial"/>
                <a:cs typeface="Arial"/>
              </a:rPr>
              <a:t>Campus</a:t>
            </a:r>
            <a:endParaRPr kumimoji="0" sz="1100" b="1" i="0" u="none" strike="noStrike" kern="0" cap="none" spc="0" normalizeH="0" baseline="0" noProof="0">
              <a:ln>
                <a:noFill/>
              </a:ln>
              <a:solidFill>
                <a:prstClr val="black"/>
              </a:solidFill>
              <a:effectLst/>
              <a:uLnTx/>
              <a:uFillTx/>
              <a:latin typeface="Arial"/>
              <a:cs typeface="Arial"/>
            </a:endParaRPr>
          </a:p>
        </p:txBody>
      </p:sp>
    </p:spTree>
    <p:extLst>
      <p:ext uri="{BB962C8B-B14F-4D97-AF65-F5344CB8AC3E}">
        <p14:creationId xmlns:p14="http://schemas.microsoft.com/office/powerpoint/2010/main" val="28531002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100" b="0" i="0">
                <a:solidFill>
                  <a:srgbClr val="0F1141"/>
                </a:solidFill>
                <a:latin typeface="Arial"/>
                <a:cs typeface="Arial"/>
              </a:defRPr>
            </a:lvl1pPr>
          </a:lstStyle>
          <a:p>
            <a:pPr marL="12700" marR="0" lvl="0" indent="0" defTabSz="914400" eaLnBrk="1" fontAlgn="auto" latinLnBrk="0" hangingPunct="1">
              <a:lnSpc>
                <a:spcPct val="100000"/>
              </a:lnSpc>
              <a:spcBef>
                <a:spcPts val="0"/>
              </a:spcBef>
              <a:spcAft>
                <a:spcPts val="0"/>
              </a:spcAft>
              <a:buClrTx/>
              <a:buSzTx/>
              <a:buFontTx/>
              <a:buNone/>
              <a:tabLst/>
              <a:defRPr/>
            </a:pPr>
            <a:endParaRPr kumimoji="0" sz="1100" b="0" i="0" u="none" strike="noStrike" kern="0" cap="none" spc="-10" normalizeH="0" baseline="0" noProof="0" dirty="0">
              <a:ln>
                <a:noFill/>
              </a:ln>
              <a:solidFill>
                <a:srgbClr val="0F1141"/>
              </a:solidFill>
              <a:effectLst/>
              <a:uLnTx/>
              <a:uFillTx/>
              <a:latin typeface="Arial"/>
              <a:cs typeface="Arial"/>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tint val="75000"/>
                </a:prstClr>
              </a:solidFill>
              <a:effectLst/>
              <a:uLnTx/>
              <a:uFillTx/>
            </a:endParaRPr>
          </a:p>
        </p:txBody>
      </p:sp>
      <p:sp>
        <p:nvSpPr>
          <p:cNvPr id="7" name="Holder 7"/>
          <p:cNvSpPr>
            <a:spLocks noGrp="1"/>
          </p:cNvSpPr>
          <p:nvPr>
            <p:ph type="sldNum" sz="quarter" idx="7"/>
          </p:nvPr>
        </p:nvSpPr>
        <p:spPr/>
        <p:txBody>
          <a:bodyPr lIns="0" tIns="0" rIns="0" bIns="0"/>
          <a:lstStyle>
            <a:lvl1pPr>
              <a:defRPr sz="1600" b="1" i="0">
                <a:solidFill>
                  <a:schemeClr val="tx1"/>
                </a:solidFill>
                <a:latin typeface="Times New Roman"/>
                <a:cs typeface="Times New Roman"/>
              </a:defRPr>
            </a:lvl1pPr>
          </a:lstStyle>
          <a:p>
            <a:pPr marL="0" marR="224154" lvl="0" indent="0" algn="r" defTabSz="914400" eaLnBrk="1" fontAlgn="auto" latinLnBrk="0" hangingPunct="1">
              <a:lnSpc>
                <a:spcPts val="1855"/>
              </a:lnSpc>
              <a:spcBef>
                <a:spcPts val="0"/>
              </a:spcBef>
              <a:spcAft>
                <a:spcPts val="0"/>
              </a:spcAft>
              <a:buClrTx/>
              <a:buSzTx/>
              <a:buFontTx/>
              <a:buNone/>
              <a:tabLst/>
              <a:defRPr/>
            </a:pPr>
            <a:fld id="{81D60167-4931-47E6-BA6A-407CBD079E47}" type="slidenum">
              <a:rPr kumimoji="0" sz="1600" b="1" i="0" u="none" strike="noStrike" kern="0" cap="none" spc="-25" normalizeH="0" baseline="0" noProof="0" dirty="0">
                <a:ln>
                  <a:noFill/>
                </a:ln>
                <a:solidFill>
                  <a:prstClr val="black"/>
                </a:solidFill>
                <a:effectLst/>
                <a:uLnTx/>
                <a:uFillTx/>
                <a:latin typeface="Times New Roman"/>
                <a:cs typeface="Times New Roman"/>
              </a:rPr>
              <a:pPr marL="0" marR="224154" lvl="0" indent="0" algn="r" defTabSz="914400" eaLnBrk="1" fontAlgn="auto" latinLnBrk="0" hangingPunct="1">
                <a:lnSpc>
                  <a:spcPts val="1855"/>
                </a:lnSpc>
                <a:spcBef>
                  <a:spcPts val="0"/>
                </a:spcBef>
                <a:spcAft>
                  <a:spcPts val="0"/>
                </a:spcAft>
                <a:buClrTx/>
                <a:buSzTx/>
                <a:buFontTx/>
                <a:buNone/>
                <a:tabLst/>
                <a:defRPr/>
              </a:pPr>
              <a:t>‹#›</a:t>
            </a:fld>
            <a:endParaRPr kumimoji="0" sz="1600" b="1" i="0" u="none" strike="noStrike" kern="0" cap="none" spc="-25" normalizeH="0" baseline="0" noProof="0" dirty="0">
              <a:ln>
                <a:noFill/>
              </a:ln>
              <a:solidFill>
                <a:prstClr val="black"/>
              </a:solidFill>
              <a:effectLst/>
              <a:uLnTx/>
              <a:uFillTx/>
              <a:latin typeface="Times New Roman"/>
              <a:cs typeface="Times New Roman"/>
            </a:endParaRPr>
          </a:p>
          <a:p>
            <a:pPr marL="12700" marR="0" lvl="0" indent="0" defTabSz="914400" eaLnBrk="1" fontAlgn="auto" latinLnBrk="0" hangingPunct="1">
              <a:lnSpc>
                <a:spcPct val="100000"/>
              </a:lnSpc>
              <a:spcBef>
                <a:spcPts val="95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40"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4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10" normalizeH="0" baseline="0" noProof="0" dirty="0">
                <a:ln>
                  <a:noFill/>
                </a:ln>
                <a:solidFill>
                  <a:srgbClr val="0F1141"/>
                </a:solidFill>
                <a:effectLst/>
                <a:uLnTx/>
                <a:uFillTx/>
                <a:latin typeface="Arial"/>
                <a:cs typeface="Arial"/>
              </a:rPr>
              <a:t>Campus</a:t>
            </a:r>
            <a:endParaRPr kumimoji="0" sz="1100" b="1" i="0" u="none" strike="noStrike" kern="0" cap="none" spc="0" normalizeH="0" baseline="0" noProof="0">
              <a:ln>
                <a:noFill/>
              </a:ln>
              <a:solidFill>
                <a:prstClr val="black"/>
              </a:solidFill>
              <a:effectLst/>
              <a:uLnTx/>
              <a:uFillTx/>
              <a:latin typeface="Arial"/>
              <a:cs typeface="Arial"/>
            </a:endParaRPr>
          </a:p>
        </p:txBody>
      </p:sp>
    </p:spTree>
    <p:extLst>
      <p:ext uri="{BB962C8B-B14F-4D97-AF65-F5344CB8AC3E}">
        <p14:creationId xmlns:p14="http://schemas.microsoft.com/office/powerpoint/2010/main" val="425439456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6629400" y="0"/>
            <a:ext cx="2194559" cy="691896"/>
          </a:xfrm>
          <a:prstGeom prst="rect">
            <a:avLst/>
          </a:prstGeom>
        </p:spPr>
      </p:pic>
      <p:sp>
        <p:nvSpPr>
          <p:cNvPr id="17" name="bg object 17"/>
          <p:cNvSpPr/>
          <p:nvPr/>
        </p:nvSpPr>
        <p:spPr>
          <a:xfrm>
            <a:off x="4495800"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8" name="bg object 18"/>
          <p:cNvSpPr/>
          <p:nvPr/>
        </p:nvSpPr>
        <p:spPr>
          <a:xfrm>
            <a:off x="2133600" y="6553200"/>
            <a:ext cx="23622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9" name="bg object 19"/>
          <p:cNvSpPr/>
          <p:nvPr/>
        </p:nvSpPr>
        <p:spPr>
          <a:xfrm>
            <a:off x="6815328"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0" name="bg object 20"/>
          <p:cNvSpPr/>
          <p:nvPr/>
        </p:nvSpPr>
        <p:spPr>
          <a:xfrm>
            <a:off x="2362200"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1" name="bg object 21"/>
          <p:cNvSpPr/>
          <p:nvPr/>
        </p:nvSpPr>
        <p:spPr>
          <a:xfrm>
            <a:off x="0" y="1295400"/>
            <a:ext cx="23622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2" name="bg object 22"/>
          <p:cNvSpPr/>
          <p:nvPr/>
        </p:nvSpPr>
        <p:spPr>
          <a:xfrm>
            <a:off x="4681728"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 name="Holder 2"/>
          <p:cNvSpPr>
            <a:spLocks noGrp="1"/>
          </p:cNvSpPr>
          <p:nvPr>
            <p:ph type="title"/>
          </p:nvPr>
        </p:nvSpPr>
        <p:spPr/>
        <p:txBody>
          <a:bodyPr lIns="0" tIns="0" rIns="0" bIns="0"/>
          <a:lstStyle>
            <a:lvl1pPr>
              <a:defRPr sz="2400" b="1"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1100" b="0" i="0">
                <a:solidFill>
                  <a:srgbClr val="0F1141"/>
                </a:solidFill>
                <a:latin typeface="Arial"/>
                <a:cs typeface="Arial"/>
              </a:defRPr>
            </a:lvl1pPr>
          </a:lstStyle>
          <a:p>
            <a:pPr marL="12700" marR="0" lvl="0" indent="0" defTabSz="914400" eaLnBrk="1" fontAlgn="auto" latinLnBrk="0" hangingPunct="1">
              <a:lnSpc>
                <a:spcPct val="100000"/>
              </a:lnSpc>
              <a:spcBef>
                <a:spcPts val="0"/>
              </a:spcBef>
              <a:spcAft>
                <a:spcPts val="0"/>
              </a:spcAft>
              <a:buClrTx/>
              <a:buSzTx/>
              <a:buFontTx/>
              <a:buNone/>
              <a:tabLst/>
              <a:defRPr/>
            </a:pPr>
            <a:endParaRPr kumimoji="0" sz="1100" b="0" i="0" u="none" strike="noStrike" kern="0" cap="none" spc="-10" normalizeH="0" baseline="0" noProof="0" dirty="0">
              <a:ln>
                <a:noFill/>
              </a:ln>
              <a:solidFill>
                <a:srgbClr val="0F1141"/>
              </a:solidFill>
              <a:effectLst/>
              <a:uLnTx/>
              <a:uFillTx/>
              <a:latin typeface="Arial"/>
              <a:cs typeface="Arial"/>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tint val="75000"/>
                </a:prstClr>
              </a:solidFill>
              <a:effectLst/>
              <a:uLnTx/>
              <a:uFillTx/>
            </a:endParaRPr>
          </a:p>
        </p:txBody>
      </p:sp>
      <p:sp>
        <p:nvSpPr>
          <p:cNvPr id="5" name="Holder 5"/>
          <p:cNvSpPr>
            <a:spLocks noGrp="1"/>
          </p:cNvSpPr>
          <p:nvPr>
            <p:ph type="sldNum" sz="quarter" idx="7"/>
          </p:nvPr>
        </p:nvSpPr>
        <p:spPr/>
        <p:txBody>
          <a:bodyPr lIns="0" tIns="0" rIns="0" bIns="0"/>
          <a:lstStyle>
            <a:lvl1pPr>
              <a:defRPr sz="1600" b="1" i="0">
                <a:solidFill>
                  <a:schemeClr val="tx1"/>
                </a:solidFill>
                <a:latin typeface="Times New Roman"/>
                <a:cs typeface="Times New Roman"/>
              </a:defRPr>
            </a:lvl1pPr>
          </a:lstStyle>
          <a:p>
            <a:pPr marL="0" marR="224154" lvl="0" indent="0" algn="r" defTabSz="914400" eaLnBrk="1" fontAlgn="auto" latinLnBrk="0" hangingPunct="1">
              <a:lnSpc>
                <a:spcPts val="1855"/>
              </a:lnSpc>
              <a:spcBef>
                <a:spcPts val="0"/>
              </a:spcBef>
              <a:spcAft>
                <a:spcPts val="0"/>
              </a:spcAft>
              <a:buClrTx/>
              <a:buSzTx/>
              <a:buFontTx/>
              <a:buNone/>
              <a:tabLst/>
              <a:defRPr/>
            </a:pPr>
            <a:fld id="{81D60167-4931-47E6-BA6A-407CBD079E47}" type="slidenum">
              <a:rPr kumimoji="0" sz="1600" b="1" i="0" u="none" strike="noStrike" kern="0" cap="none" spc="-25" normalizeH="0" baseline="0" noProof="0" dirty="0">
                <a:ln>
                  <a:noFill/>
                </a:ln>
                <a:solidFill>
                  <a:prstClr val="black"/>
                </a:solidFill>
                <a:effectLst/>
                <a:uLnTx/>
                <a:uFillTx/>
                <a:latin typeface="Times New Roman"/>
                <a:cs typeface="Times New Roman"/>
              </a:rPr>
              <a:pPr marL="0" marR="224154" lvl="0" indent="0" algn="r" defTabSz="914400" eaLnBrk="1" fontAlgn="auto" latinLnBrk="0" hangingPunct="1">
                <a:lnSpc>
                  <a:spcPts val="1855"/>
                </a:lnSpc>
                <a:spcBef>
                  <a:spcPts val="0"/>
                </a:spcBef>
                <a:spcAft>
                  <a:spcPts val="0"/>
                </a:spcAft>
                <a:buClrTx/>
                <a:buSzTx/>
                <a:buFontTx/>
                <a:buNone/>
                <a:tabLst/>
                <a:defRPr/>
              </a:pPr>
              <a:t>‹#›</a:t>
            </a:fld>
            <a:endParaRPr kumimoji="0" sz="1600" b="1" i="0" u="none" strike="noStrike" kern="0" cap="none" spc="-25" normalizeH="0" baseline="0" noProof="0" dirty="0">
              <a:ln>
                <a:noFill/>
              </a:ln>
              <a:solidFill>
                <a:prstClr val="black"/>
              </a:solidFill>
              <a:effectLst/>
              <a:uLnTx/>
              <a:uFillTx/>
              <a:latin typeface="Times New Roman"/>
              <a:cs typeface="Times New Roman"/>
            </a:endParaRPr>
          </a:p>
          <a:p>
            <a:pPr marL="12700" marR="0" lvl="0" indent="0" defTabSz="914400" eaLnBrk="1" fontAlgn="auto" latinLnBrk="0" hangingPunct="1">
              <a:lnSpc>
                <a:spcPct val="100000"/>
              </a:lnSpc>
              <a:spcBef>
                <a:spcPts val="95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40"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4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10" normalizeH="0" baseline="0" noProof="0" dirty="0">
                <a:ln>
                  <a:noFill/>
                </a:ln>
                <a:solidFill>
                  <a:srgbClr val="0F1141"/>
                </a:solidFill>
                <a:effectLst/>
                <a:uLnTx/>
                <a:uFillTx/>
                <a:latin typeface="Arial"/>
                <a:cs typeface="Arial"/>
              </a:rPr>
              <a:t>Campus</a:t>
            </a:r>
            <a:endParaRPr kumimoji="0" sz="1100" b="1" i="0" u="none" strike="noStrike" kern="0" cap="none" spc="0" normalizeH="0" baseline="0" noProof="0">
              <a:ln>
                <a:noFill/>
              </a:ln>
              <a:solidFill>
                <a:prstClr val="black"/>
              </a:solidFill>
              <a:effectLst/>
              <a:uLnTx/>
              <a:uFillTx/>
              <a:latin typeface="Arial"/>
              <a:cs typeface="Arial"/>
            </a:endParaRPr>
          </a:p>
        </p:txBody>
      </p:sp>
    </p:spTree>
    <p:extLst>
      <p:ext uri="{BB962C8B-B14F-4D97-AF65-F5344CB8AC3E}">
        <p14:creationId xmlns:p14="http://schemas.microsoft.com/office/powerpoint/2010/main" val="88295880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100" b="0" i="0">
                <a:solidFill>
                  <a:srgbClr val="0F1141"/>
                </a:solidFill>
                <a:latin typeface="Arial"/>
                <a:cs typeface="Arial"/>
              </a:defRPr>
            </a:lvl1pPr>
          </a:lstStyle>
          <a:p>
            <a:pPr marL="12700" marR="0" lvl="0" indent="0" defTabSz="914400" eaLnBrk="1" fontAlgn="auto" latinLnBrk="0" hangingPunct="1">
              <a:lnSpc>
                <a:spcPct val="100000"/>
              </a:lnSpc>
              <a:spcBef>
                <a:spcPts val="0"/>
              </a:spcBef>
              <a:spcAft>
                <a:spcPts val="0"/>
              </a:spcAft>
              <a:buClrTx/>
              <a:buSzTx/>
              <a:buFontTx/>
              <a:buNone/>
              <a:tabLst/>
              <a:defRPr/>
            </a:pPr>
            <a:endParaRPr kumimoji="0" sz="1100" b="0" i="0" u="none" strike="noStrike" kern="0" cap="none" spc="-10" normalizeH="0" baseline="0" noProof="0" dirty="0">
              <a:ln>
                <a:noFill/>
              </a:ln>
              <a:solidFill>
                <a:srgbClr val="0F1141"/>
              </a:solidFill>
              <a:effectLst/>
              <a:uLnTx/>
              <a:uFillTx/>
              <a:latin typeface="Arial"/>
              <a:cs typeface="Arial"/>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tint val="75000"/>
                </a:prstClr>
              </a:solidFill>
              <a:effectLst/>
              <a:uLnTx/>
              <a:uFillTx/>
            </a:endParaRPr>
          </a:p>
        </p:txBody>
      </p:sp>
      <p:sp>
        <p:nvSpPr>
          <p:cNvPr id="4" name="Holder 4"/>
          <p:cNvSpPr>
            <a:spLocks noGrp="1"/>
          </p:cNvSpPr>
          <p:nvPr>
            <p:ph type="sldNum" sz="quarter" idx="7"/>
          </p:nvPr>
        </p:nvSpPr>
        <p:spPr/>
        <p:txBody>
          <a:bodyPr lIns="0" tIns="0" rIns="0" bIns="0"/>
          <a:lstStyle>
            <a:lvl1pPr>
              <a:defRPr sz="1600" b="1" i="0">
                <a:solidFill>
                  <a:schemeClr val="tx1"/>
                </a:solidFill>
                <a:latin typeface="Times New Roman"/>
                <a:cs typeface="Times New Roman"/>
              </a:defRPr>
            </a:lvl1pPr>
          </a:lstStyle>
          <a:p>
            <a:pPr marL="0" marR="224154" lvl="0" indent="0" algn="r" defTabSz="914400" eaLnBrk="1" fontAlgn="auto" latinLnBrk="0" hangingPunct="1">
              <a:lnSpc>
                <a:spcPts val="1855"/>
              </a:lnSpc>
              <a:spcBef>
                <a:spcPts val="0"/>
              </a:spcBef>
              <a:spcAft>
                <a:spcPts val="0"/>
              </a:spcAft>
              <a:buClrTx/>
              <a:buSzTx/>
              <a:buFontTx/>
              <a:buNone/>
              <a:tabLst/>
              <a:defRPr/>
            </a:pPr>
            <a:fld id="{81D60167-4931-47E6-BA6A-407CBD079E47}" type="slidenum">
              <a:rPr kumimoji="0" sz="1600" b="1" i="0" u="none" strike="noStrike" kern="0" cap="none" spc="-25" normalizeH="0" baseline="0" noProof="0" dirty="0">
                <a:ln>
                  <a:noFill/>
                </a:ln>
                <a:solidFill>
                  <a:prstClr val="black"/>
                </a:solidFill>
                <a:effectLst/>
                <a:uLnTx/>
                <a:uFillTx/>
                <a:latin typeface="Times New Roman"/>
                <a:cs typeface="Times New Roman"/>
              </a:rPr>
              <a:pPr marL="0" marR="224154" lvl="0" indent="0" algn="r" defTabSz="914400" eaLnBrk="1" fontAlgn="auto" latinLnBrk="0" hangingPunct="1">
                <a:lnSpc>
                  <a:spcPts val="1855"/>
                </a:lnSpc>
                <a:spcBef>
                  <a:spcPts val="0"/>
                </a:spcBef>
                <a:spcAft>
                  <a:spcPts val="0"/>
                </a:spcAft>
                <a:buClrTx/>
                <a:buSzTx/>
                <a:buFontTx/>
                <a:buNone/>
                <a:tabLst/>
                <a:defRPr/>
              </a:pPr>
              <a:t>‹#›</a:t>
            </a:fld>
            <a:endParaRPr kumimoji="0" sz="1600" b="1" i="0" u="none" strike="noStrike" kern="0" cap="none" spc="-25" normalizeH="0" baseline="0" noProof="0" dirty="0">
              <a:ln>
                <a:noFill/>
              </a:ln>
              <a:solidFill>
                <a:prstClr val="black"/>
              </a:solidFill>
              <a:effectLst/>
              <a:uLnTx/>
              <a:uFillTx/>
              <a:latin typeface="Times New Roman"/>
              <a:cs typeface="Times New Roman"/>
            </a:endParaRPr>
          </a:p>
          <a:p>
            <a:pPr marL="12700" marR="0" lvl="0" indent="0" defTabSz="914400" eaLnBrk="1" fontAlgn="auto" latinLnBrk="0" hangingPunct="1">
              <a:lnSpc>
                <a:spcPct val="100000"/>
              </a:lnSpc>
              <a:spcBef>
                <a:spcPts val="95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40"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4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10" normalizeH="0" baseline="0" noProof="0" dirty="0">
                <a:ln>
                  <a:noFill/>
                </a:ln>
                <a:solidFill>
                  <a:srgbClr val="0F1141"/>
                </a:solidFill>
                <a:effectLst/>
                <a:uLnTx/>
                <a:uFillTx/>
                <a:latin typeface="Arial"/>
                <a:cs typeface="Arial"/>
              </a:rPr>
              <a:t>Campus</a:t>
            </a:r>
            <a:endParaRPr kumimoji="0" sz="1100" b="1" i="0" u="none" strike="noStrike" kern="0" cap="none" spc="0" normalizeH="0" baseline="0" noProof="0">
              <a:ln>
                <a:noFill/>
              </a:ln>
              <a:solidFill>
                <a:prstClr val="black"/>
              </a:solidFill>
              <a:effectLst/>
              <a:uLnTx/>
              <a:uFillTx/>
              <a:latin typeface="Arial"/>
              <a:cs typeface="Arial"/>
            </a:endParaRPr>
          </a:p>
        </p:txBody>
      </p:sp>
    </p:spTree>
    <p:extLst>
      <p:ext uri="{BB962C8B-B14F-4D97-AF65-F5344CB8AC3E}">
        <p14:creationId xmlns:p14="http://schemas.microsoft.com/office/powerpoint/2010/main" val="48471323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313"/>
        <p:cNvGrpSpPr/>
        <p:nvPr/>
      </p:nvGrpSpPr>
      <p:grpSpPr>
        <a:xfrm>
          <a:off x="0" y="0"/>
          <a:ext cx="0" cy="0"/>
          <a:chOff x="0" y="0"/>
          <a:chExt cx="0" cy="0"/>
        </a:xfrm>
      </p:grpSpPr>
      <p:sp>
        <p:nvSpPr>
          <p:cNvPr id="314" name="Google Shape;314;p68"/>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0" cap="none" spc="0" normalizeH="0" baseline="0" noProof="0">
                <a:ln>
                  <a:noFill/>
                </a:ln>
                <a:solidFill>
                  <a:srgbClr val="101141"/>
                </a:solidFill>
                <a:effectLst/>
                <a:uLnTx/>
                <a:uFillTx/>
                <a:latin typeface="Arial"/>
                <a:ea typeface="Arial"/>
                <a:cs typeface="Arial"/>
                <a:sym typeface="Arial"/>
              </a:rPr>
              <a:t>BITS </a:t>
            </a:r>
            <a:r>
              <a:rPr kumimoji="0" lang="en-US" sz="1100" b="0" i="0" u="none" strike="noStrike" kern="0" cap="none" spc="0" normalizeH="0" baseline="0" noProof="0">
                <a:ln>
                  <a:noFill/>
                </a:ln>
                <a:solidFill>
                  <a:srgbClr val="101141"/>
                </a:solidFill>
                <a:effectLst/>
                <a:uLnTx/>
                <a:uFillTx/>
                <a:latin typeface="Arial"/>
                <a:ea typeface="Arial"/>
                <a:cs typeface="Arial"/>
                <a:sym typeface="Arial"/>
              </a:rPr>
              <a:t>Pilani, Pilani Campus</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grpSp>
        <p:nvGrpSpPr>
          <p:cNvPr id="315" name="Google Shape;315;p68"/>
          <p:cNvGrpSpPr/>
          <p:nvPr/>
        </p:nvGrpSpPr>
        <p:grpSpPr>
          <a:xfrm>
            <a:off x="2084388" y="6550025"/>
            <a:ext cx="7059612" cy="49213"/>
            <a:chOff x="2083888" y="6550671"/>
            <a:chExt cx="7060112" cy="48665"/>
          </a:xfrm>
        </p:grpSpPr>
        <p:sp>
          <p:nvSpPr>
            <p:cNvPr id="316" name="Google Shape;316;p68"/>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17" name="Google Shape;317;p68"/>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18" name="Google Shape;318;p68"/>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pic>
        <p:nvPicPr>
          <p:cNvPr id="319" name="Google Shape;319;p68" descr="Picture 7.png"/>
          <p:cNvPicPr preferRelativeResize="0"/>
          <p:nvPr/>
        </p:nvPicPr>
        <p:blipFill rotWithShape="1">
          <a:blip r:embed="rId2">
            <a:alphaModFix/>
          </a:blip>
          <a:srcRect l="1923" b="5334"/>
          <a:stretch/>
        </p:blipFill>
        <p:spPr>
          <a:xfrm>
            <a:off x="6629400" y="0"/>
            <a:ext cx="2193925" cy="692150"/>
          </a:xfrm>
          <a:prstGeom prst="rect">
            <a:avLst/>
          </a:prstGeom>
          <a:noFill/>
          <a:ln>
            <a:noFill/>
          </a:ln>
        </p:spPr>
      </p:pic>
      <p:grpSp>
        <p:nvGrpSpPr>
          <p:cNvPr id="320" name="Google Shape;320;p68"/>
          <p:cNvGrpSpPr/>
          <p:nvPr/>
        </p:nvGrpSpPr>
        <p:grpSpPr>
          <a:xfrm>
            <a:off x="2133600" y="6553200"/>
            <a:ext cx="7010400" cy="46038"/>
            <a:chOff x="1905000" y="6553200"/>
            <a:chExt cx="7010400" cy="45719"/>
          </a:xfrm>
        </p:grpSpPr>
        <p:sp>
          <p:nvSpPr>
            <p:cNvPr id="321" name="Google Shape;321;p68"/>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22" name="Google Shape;322;p68"/>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23" name="Google Shape;323;p68"/>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grpSp>
        <p:nvGrpSpPr>
          <p:cNvPr id="324" name="Google Shape;324;p68"/>
          <p:cNvGrpSpPr/>
          <p:nvPr/>
        </p:nvGrpSpPr>
        <p:grpSpPr>
          <a:xfrm>
            <a:off x="0" y="1295400"/>
            <a:ext cx="7010400" cy="46038"/>
            <a:chOff x="1905000" y="6553200"/>
            <a:chExt cx="7010400" cy="45719"/>
          </a:xfrm>
        </p:grpSpPr>
        <p:sp>
          <p:nvSpPr>
            <p:cNvPr id="325" name="Google Shape;325;p68"/>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26" name="Google Shape;326;p68"/>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27" name="Google Shape;327;p68"/>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sp>
        <p:nvSpPr>
          <p:cNvPr id="328" name="Google Shape;328;p68"/>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marL="914400" marR="0" lvl="1" indent="-33020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29" name="Google Shape;329;p68"/>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83324546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altLang="en-US" sz="1100" b="1" i="0" u="none" strike="noStrike" kern="0" cap="none" spc="0" normalizeH="0" baseline="0" noProof="0">
                <a:ln>
                  <a:noFill/>
                </a:ln>
                <a:solidFill>
                  <a:srgbClr val="101141"/>
                </a:solidFill>
                <a:effectLst/>
                <a:uLnTx/>
                <a:uFillTx/>
                <a:latin typeface="Arial" panose="020B0604020202020204" pitchFamily="34" charset="0"/>
                <a:cs typeface="Arial" panose="020B0604020202020204" pitchFamily="34" charset="0"/>
              </a:rPr>
              <a:t>BITS </a:t>
            </a:r>
            <a:r>
              <a:rPr kumimoji="0" lang="en-US" altLang="en-US" sz="1100" b="0" i="0" u="none" strike="noStrike" kern="0" cap="none" spc="0" normalizeH="0" baseline="0" noProof="0">
                <a:ln>
                  <a:noFill/>
                </a:ln>
                <a:solidFill>
                  <a:srgbClr val="101141"/>
                </a:solidFill>
                <a:effectLst/>
                <a:uLnTx/>
                <a:uFillTx/>
                <a:latin typeface="Arial" panose="020B0604020202020204" pitchFamily="34" charset="0"/>
                <a:cs typeface="Arial" panose="020B0604020202020204" pitchFamily="34" charset="0"/>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78414721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5"/>
            <a:ext cx="5867400" cy="219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en-US" altLang="en-US" sz="825" b="1" i="0" u="none" strike="noStrike" kern="1200" cap="none" spc="0" normalizeH="0" baseline="0" noProof="0">
                <a:ln>
                  <a:noFill/>
                </a:ln>
                <a:solidFill>
                  <a:srgbClr val="101141"/>
                </a:solidFill>
                <a:effectLst/>
                <a:uLnTx/>
                <a:uFillTx/>
                <a:latin typeface="Arial" panose="020B0604020202020204" pitchFamily="34" charset="0"/>
                <a:ea typeface="+mn-ea"/>
                <a:cs typeface="Arial" panose="020B0604020202020204" pitchFamily="34" charset="0"/>
              </a:rPr>
              <a:t>BITS </a:t>
            </a:r>
            <a:r>
              <a:rPr kumimoji="0" lang="en-US" altLang="en-US" sz="825" b="0" i="0" u="none" strike="noStrike" kern="1200" cap="none" spc="0" normalizeH="0" baseline="0" noProof="0">
                <a:ln>
                  <a:noFill/>
                </a:ln>
                <a:solidFill>
                  <a:srgbClr val="101141"/>
                </a:solidFill>
                <a:effectLst/>
                <a:uLnTx/>
                <a:uFillTx/>
                <a:latin typeface="Arial" panose="020B0604020202020204" pitchFamily="34" charset="0"/>
                <a:ea typeface="+mn-ea"/>
                <a:cs typeface="Arial" panose="020B0604020202020204" pitchFamily="34" charset="0"/>
              </a:rPr>
              <a:t>Pilani, Pilani Campus</a:t>
            </a:r>
          </a:p>
        </p:txBody>
      </p:sp>
      <p:grpSp>
        <p:nvGrpSpPr>
          <p:cNvPr id="5" name="Group 11"/>
          <p:cNvGrpSpPr>
            <a:grpSpLocks/>
          </p:cNvGrpSpPr>
          <p:nvPr userDrawn="1"/>
        </p:nvGrpSpPr>
        <p:grpSpPr bwMode="auto">
          <a:xfrm>
            <a:off x="2084388" y="6550027"/>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9"/>
            <a:ext cx="8229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Cambria" panose="02040503050406030204" pitchFamily="18" charset="0"/>
                <a:ea typeface="Cambria" panose="02040503050406030204" pitchFamily="18" charset="0"/>
                <a:cs typeface="Times New Roman" panose="02020603050405020304" pitchFamily="18"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87098195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04"/>
        <p:cNvGrpSpPr/>
        <p:nvPr/>
      </p:nvGrpSpPr>
      <p:grpSpPr>
        <a:xfrm>
          <a:off x="0" y="0"/>
          <a:ext cx="0" cy="0"/>
          <a:chOff x="0" y="0"/>
          <a:chExt cx="0" cy="0"/>
        </a:xfrm>
      </p:grpSpPr>
      <p:sp>
        <p:nvSpPr>
          <p:cNvPr id="205" name="Google Shape;205;p61"/>
          <p:cNvSpPr txBox="1">
            <a:spLocks noGrp="1"/>
          </p:cNvSpPr>
          <p:nvPr>
            <p:ph type="title"/>
          </p:nvPr>
        </p:nvSpPr>
        <p:spPr>
          <a:xfrm>
            <a:off x="395536" y="274638"/>
            <a:ext cx="6120680" cy="850106"/>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06" name="Google Shape;206;p6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07" name="Google Shape;207;p61"/>
          <p:cNvSpPr txBox="1">
            <a:spLocks noGrp="1"/>
          </p:cNvSpPr>
          <p:nvPr>
            <p:ph type="ftr" idx="11"/>
          </p:nvPr>
        </p:nvSpPr>
        <p:spPr>
          <a:xfrm>
            <a:off x="2195736" y="6237312"/>
            <a:ext cx="4392488"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1"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1"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08"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274752791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209"/>
        <p:cNvGrpSpPr/>
        <p:nvPr/>
      </p:nvGrpSpPr>
      <p:grpSpPr>
        <a:xfrm>
          <a:off x="0" y="0"/>
          <a:ext cx="0" cy="0"/>
          <a:chOff x="0" y="0"/>
          <a:chExt cx="0" cy="0"/>
        </a:xfrm>
      </p:grpSpPr>
      <p:sp>
        <p:nvSpPr>
          <p:cNvPr id="210" name="Google Shape;210;p62"/>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0" cap="none" spc="0" normalizeH="0" baseline="0" noProof="0">
                <a:ln>
                  <a:noFill/>
                </a:ln>
                <a:solidFill>
                  <a:srgbClr val="101141"/>
                </a:solidFill>
                <a:effectLst/>
                <a:uLnTx/>
                <a:uFillTx/>
                <a:latin typeface="Arial"/>
                <a:ea typeface="Arial"/>
                <a:cs typeface="Arial"/>
                <a:sym typeface="Arial"/>
              </a:rPr>
              <a:t>BITS </a:t>
            </a:r>
            <a:r>
              <a:rPr kumimoji="0" lang="en-US" sz="1100" b="0" i="0" u="none" strike="noStrike" kern="0" cap="none" spc="0" normalizeH="0" baseline="0" noProof="0">
                <a:ln>
                  <a:noFill/>
                </a:ln>
                <a:solidFill>
                  <a:srgbClr val="101141"/>
                </a:solidFill>
                <a:effectLst/>
                <a:uLnTx/>
                <a:uFillTx/>
                <a:latin typeface="Arial"/>
                <a:ea typeface="Arial"/>
                <a:cs typeface="Arial"/>
                <a:sym typeface="Arial"/>
              </a:rPr>
              <a:t>Pilani, Pilani Campus</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grpSp>
        <p:nvGrpSpPr>
          <p:cNvPr id="211" name="Google Shape;211;p62"/>
          <p:cNvGrpSpPr/>
          <p:nvPr/>
        </p:nvGrpSpPr>
        <p:grpSpPr>
          <a:xfrm>
            <a:off x="2084388" y="6550025"/>
            <a:ext cx="7059612" cy="49213"/>
            <a:chOff x="2083888" y="6550671"/>
            <a:chExt cx="7060112" cy="48665"/>
          </a:xfrm>
        </p:grpSpPr>
        <p:sp>
          <p:nvSpPr>
            <p:cNvPr id="212" name="Google Shape;212;p62"/>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13" name="Google Shape;213;p62"/>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14" name="Google Shape;214;p62"/>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pic>
        <p:nvPicPr>
          <p:cNvPr id="215" name="Google Shape;215;p62" descr="Picture 7.png"/>
          <p:cNvPicPr preferRelativeResize="0"/>
          <p:nvPr/>
        </p:nvPicPr>
        <p:blipFill rotWithShape="1">
          <a:blip r:embed="rId2">
            <a:alphaModFix/>
          </a:blip>
          <a:srcRect l="1923" b="5334"/>
          <a:stretch/>
        </p:blipFill>
        <p:spPr>
          <a:xfrm>
            <a:off x="6629400" y="0"/>
            <a:ext cx="2193925" cy="692150"/>
          </a:xfrm>
          <a:prstGeom prst="rect">
            <a:avLst/>
          </a:prstGeom>
          <a:noFill/>
          <a:ln>
            <a:noFill/>
          </a:ln>
        </p:spPr>
      </p:pic>
      <p:grpSp>
        <p:nvGrpSpPr>
          <p:cNvPr id="216" name="Google Shape;216;p62"/>
          <p:cNvGrpSpPr/>
          <p:nvPr/>
        </p:nvGrpSpPr>
        <p:grpSpPr>
          <a:xfrm>
            <a:off x="2133600" y="6553200"/>
            <a:ext cx="7010400" cy="46038"/>
            <a:chOff x="1905000" y="6553200"/>
            <a:chExt cx="7010400" cy="45719"/>
          </a:xfrm>
        </p:grpSpPr>
        <p:sp>
          <p:nvSpPr>
            <p:cNvPr id="217" name="Google Shape;217;p62"/>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18" name="Google Shape;218;p62"/>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19" name="Google Shape;219;p62"/>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grpSp>
        <p:nvGrpSpPr>
          <p:cNvPr id="220" name="Google Shape;220;p62"/>
          <p:cNvGrpSpPr/>
          <p:nvPr/>
        </p:nvGrpSpPr>
        <p:grpSpPr>
          <a:xfrm>
            <a:off x="0" y="1295400"/>
            <a:ext cx="7010400" cy="46038"/>
            <a:chOff x="1905000" y="6553200"/>
            <a:chExt cx="7010400" cy="45719"/>
          </a:xfrm>
        </p:grpSpPr>
        <p:sp>
          <p:nvSpPr>
            <p:cNvPr id="221" name="Google Shape;221;p62"/>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22" name="Google Shape;222;p62"/>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23" name="Google Shape;223;p62"/>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sp>
        <p:nvSpPr>
          <p:cNvPr id="224" name="Google Shape;224;p62"/>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marL="914400" marR="0" lvl="1" indent="-33020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25" name="Google Shape;225;p62"/>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90976490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1_Title and Content">
  <p:cSld name="2_Title and Content">
    <p:spTree>
      <p:nvGrpSpPr>
        <p:cNvPr id="1" name="Shape 226"/>
        <p:cNvGrpSpPr/>
        <p:nvPr/>
      </p:nvGrpSpPr>
      <p:grpSpPr>
        <a:xfrm>
          <a:off x="0" y="0"/>
          <a:ext cx="0" cy="0"/>
          <a:chOff x="0" y="0"/>
          <a:chExt cx="0" cy="0"/>
        </a:xfrm>
      </p:grpSpPr>
      <p:sp>
        <p:nvSpPr>
          <p:cNvPr id="227" name="Google Shape;227;p67"/>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101141"/>
              </a:buClr>
              <a:buSzPts val="1100"/>
              <a:buFont typeface="Arial"/>
              <a:buNone/>
              <a:tabLst/>
              <a:defRPr/>
            </a:pPr>
            <a:r>
              <a:rPr kumimoji="0" lang="en-US" sz="1100" b="1" i="0" u="none" strike="noStrike" kern="0" cap="none" spc="0" normalizeH="0" baseline="0" noProof="0">
                <a:ln>
                  <a:noFill/>
                </a:ln>
                <a:solidFill>
                  <a:srgbClr val="101141"/>
                </a:solidFill>
                <a:effectLst/>
                <a:uLnTx/>
                <a:uFillTx/>
                <a:latin typeface="Arial"/>
                <a:ea typeface="Arial"/>
                <a:cs typeface="Arial"/>
                <a:sym typeface="Arial"/>
              </a:rPr>
              <a:t>BITS </a:t>
            </a:r>
            <a:r>
              <a:rPr kumimoji="0" lang="en-US" sz="1100" b="0" i="0" u="none" strike="noStrike" kern="0" cap="none" spc="0" normalizeH="0" baseline="0" noProof="0">
                <a:ln>
                  <a:noFill/>
                </a:ln>
                <a:solidFill>
                  <a:srgbClr val="101141"/>
                </a:solidFill>
                <a:effectLst/>
                <a:uLnTx/>
                <a:uFillTx/>
                <a:latin typeface="Arial"/>
                <a:ea typeface="Arial"/>
                <a:cs typeface="Arial"/>
                <a:sym typeface="Arial"/>
              </a:rPr>
              <a:t>Pilani, Pilani Campus</a:t>
            </a: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grpSp>
        <p:nvGrpSpPr>
          <p:cNvPr id="228" name="Google Shape;228;p67"/>
          <p:cNvGrpSpPr/>
          <p:nvPr/>
        </p:nvGrpSpPr>
        <p:grpSpPr>
          <a:xfrm>
            <a:off x="2084388" y="6550025"/>
            <a:ext cx="7059612" cy="49213"/>
            <a:chOff x="2083888" y="6550671"/>
            <a:chExt cx="7060112" cy="48665"/>
          </a:xfrm>
        </p:grpSpPr>
        <p:sp>
          <p:nvSpPr>
            <p:cNvPr id="229" name="Google Shape;229;p67"/>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Tahoma"/>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30" name="Google Shape;230;p67"/>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Tahoma"/>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31" name="Google Shape;231;p67"/>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Tahoma"/>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pic>
        <p:nvPicPr>
          <p:cNvPr id="232" name="Google Shape;232;p67" descr="Picture 7.png"/>
          <p:cNvPicPr preferRelativeResize="0"/>
          <p:nvPr/>
        </p:nvPicPr>
        <p:blipFill rotWithShape="1">
          <a:blip r:embed="rId2">
            <a:alphaModFix/>
          </a:blip>
          <a:srcRect l="1923" b="5333"/>
          <a:stretch/>
        </p:blipFill>
        <p:spPr>
          <a:xfrm>
            <a:off x="6629400" y="0"/>
            <a:ext cx="2193925" cy="692150"/>
          </a:xfrm>
          <a:prstGeom prst="rect">
            <a:avLst/>
          </a:prstGeom>
          <a:noFill/>
          <a:ln>
            <a:noFill/>
          </a:ln>
        </p:spPr>
      </p:pic>
      <p:grpSp>
        <p:nvGrpSpPr>
          <p:cNvPr id="233" name="Google Shape;233;p67"/>
          <p:cNvGrpSpPr/>
          <p:nvPr/>
        </p:nvGrpSpPr>
        <p:grpSpPr>
          <a:xfrm>
            <a:off x="2133600" y="6553200"/>
            <a:ext cx="7010400" cy="46038"/>
            <a:chOff x="1905000" y="6553200"/>
            <a:chExt cx="7010400" cy="45719"/>
          </a:xfrm>
        </p:grpSpPr>
        <p:sp>
          <p:nvSpPr>
            <p:cNvPr id="234" name="Google Shape;234;p67"/>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Tahoma"/>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35" name="Google Shape;235;p67"/>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Tahoma"/>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36" name="Google Shape;236;p67"/>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Tahoma"/>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grpSp>
        <p:nvGrpSpPr>
          <p:cNvPr id="237" name="Google Shape;237;p67"/>
          <p:cNvGrpSpPr/>
          <p:nvPr/>
        </p:nvGrpSpPr>
        <p:grpSpPr>
          <a:xfrm>
            <a:off x="0" y="1295400"/>
            <a:ext cx="7010400" cy="46038"/>
            <a:chOff x="1905000" y="6553200"/>
            <a:chExt cx="7010400" cy="45719"/>
          </a:xfrm>
        </p:grpSpPr>
        <p:sp>
          <p:nvSpPr>
            <p:cNvPr id="238" name="Google Shape;238;p67"/>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Tahoma"/>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39" name="Google Shape;239;p67"/>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Tahoma"/>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40" name="Google Shape;240;p67"/>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Tahoma"/>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sp>
        <p:nvSpPr>
          <p:cNvPr id="241" name="Google Shape;241;p67"/>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marL="914400" marR="0" lvl="1" indent="-33020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2" name="Google Shape;242;p67"/>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79191116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43"/>
        <p:cNvGrpSpPr/>
        <p:nvPr/>
      </p:nvGrpSpPr>
      <p:grpSpPr>
        <a:xfrm>
          <a:off x="0" y="0"/>
          <a:ext cx="0" cy="0"/>
          <a:chOff x="0" y="0"/>
          <a:chExt cx="0" cy="0"/>
        </a:xfrm>
      </p:grpSpPr>
      <p:sp>
        <p:nvSpPr>
          <p:cNvPr id="244" name="Google Shape;244;p7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45" name="Google Shape;245;p7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46" name="Google Shape;246;p7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47" name="Google Shape;247;p7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0"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4011564803"/>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248"/>
        <p:cNvGrpSpPr/>
        <p:nvPr/>
      </p:nvGrpSpPr>
      <p:grpSpPr>
        <a:xfrm>
          <a:off x="0" y="0"/>
          <a:ext cx="0" cy="0"/>
          <a:chOff x="0" y="0"/>
          <a:chExt cx="0" cy="0"/>
        </a:xfrm>
      </p:grpSpPr>
      <p:sp>
        <p:nvSpPr>
          <p:cNvPr id="249" name="Google Shape;249;p80"/>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50" name="Google Shape;250;p80"/>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251" name="Google Shape;251;p8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52" name="Google Shape;252;p8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53" name="Google Shape;253;p8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0"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353838409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1" name="Shape 254"/>
        <p:cNvGrpSpPr/>
        <p:nvPr/>
      </p:nvGrpSpPr>
      <p:grpSpPr>
        <a:xfrm>
          <a:off x="0" y="0"/>
          <a:ext cx="0" cy="0"/>
          <a:chOff x="0" y="0"/>
          <a:chExt cx="0" cy="0"/>
        </a:xfrm>
      </p:grpSpPr>
      <p:sp>
        <p:nvSpPr>
          <p:cNvPr id="255" name="Google Shape;255;p92"/>
          <p:cNvSpPr txBox="1">
            <a:spLocks noGrp="1"/>
          </p:cNvSpPr>
          <p:nvPr>
            <p:ph type="title"/>
          </p:nvPr>
        </p:nvSpPr>
        <p:spPr>
          <a:xfrm>
            <a:off x="395536" y="274638"/>
            <a:ext cx="6120680" cy="850106"/>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56" name="Google Shape;256;p9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57" name="Google Shape;257;p92"/>
          <p:cNvSpPr txBox="1">
            <a:spLocks noGrp="1"/>
          </p:cNvSpPr>
          <p:nvPr>
            <p:ph type="ftr" idx="11"/>
          </p:nvPr>
        </p:nvSpPr>
        <p:spPr>
          <a:xfrm>
            <a:off x="2195736" y="6237312"/>
            <a:ext cx="4392488"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1"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1"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58" name="Google Shape;258;p92"/>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1463441036"/>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259"/>
        <p:cNvGrpSpPr/>
        <p:nvPr/>
      </p:nvGrpSpPr>
      <p:grpSpPr>
        <a:xfrm>
          <a:off x="0" y="0"/>
          <a:ext cx="0" cy="0"/>
          <a:chOff x="0" y="0"/>
          <a:chExt cx="0" cy="0"/>
        </a:xfrm>
      </p:grpSpPr>
      <p:sp>
        <p:nvSpPr>
          <p:cNvPr id="260" name="Google Shape;260;p93"/>
          <p:cNvSpPr txBox="1">
            <a:spLocks noGrp="1"/>
          </p:cNvSpPr>
          <p:nvPr>
            <p:ph type="title"/>
          </p:nvPr>
        </p:nvSpPr>
        <p:spPr>
          <a:xfrm>
            <a:off x="395536" y="274638"/>
            <a:ext cx="6120680" cy="850106"/>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61" name="Google Shape;261;p9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62" name="Google Shape;262;p93"/>
          <p:cNvSpPr txBox="1">
            <a:spLocks noGrp="1"/>
          </p:cNvSpPr>
          <p:nvPr>
            <p:ph type="ftr" idx="11"/>
          </p:nvPr>
        </p:nvSpPr>
        <p:spPr>
          <a:xfrm>
            <a:off x="2195736" y="6237312"/>
            <a:ext cx="4392488"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1"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1"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63" name="Google Shape;263;p93"/>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377124276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64"/>
        <p:cNvGrpSpPr/>
        <p:nvPr/>
      </p:nvGrpSpPr>
      <p:grpSpPr>
        <a:xfrm>
          <a:off x="0" y="0"/>
          <a:ext cx="0" cy="0"/>
          <a:chOff x="0" y="0"/>
          <a:chExt cx="0" cy="0"/>
        </a:xfrm>
      </p:grpSpPr>
      <p:sp>
        <p:nvSpPr>
          <p:cNvPr id="265" name="Google Shape;265;p9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4000"/>
              <a:buFont typeface="Calibri"/>
              <a:buNone/>
              <a:defRPr sz="40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66" name="Google Shape;266;p9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267" name="Google Shape;267;p9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68" name="Google Shape;268;p9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69" name="Google Shape;269;p9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0"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325596216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270"/>
        <p:cNvGrpSpPr/>
        <p:nvPr/>
      </p:nvGrpSpPr>
      <p:grpSpPr>
        <a:xfrm>
          <a:off x="0" y="0"/>
          <a:ext cx="0" cy="0"/>
          <a:chOff x="0" y="0"/>
          <a:chExt cx="0" cy="0"/>
        </a:xfrm>
      </p:grpSpPr>
      <p:sp>
        <p:nvSpPr>
          <p:cNvPr id="271" name="Google Shape;271;p9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72" name="Google Shape;272;p9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273" name="Google Shape;273;p9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274" name="Google Shape;274;p9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75" name="Google Shape;275;p9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76" name="Google Shape;276;p9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0"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280872432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277"/>
        <p:cNvGrpSpPr/>
        <p:nvPr/>
      </p:nvGrpSpPr>
      <p:grpSpPr>
        <a:xfrm>
          <a:off x="0" y="0"/>
          <a:ext cx="0" cy="0"/>
          <a:chOff x="0" y="0"/>
          <a:chExt cx="0" cy="0"/>
        </a:xfrm>
      </p:grpSpPr>
      <p:sp>
        <p:nvSpPr>
          <p:cNvPr id="278" name="Google Shape;278;p9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79" name="Google Shape;279;p9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280" name="Google Shape;280;p9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281" name="Google Shape;281;p9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282" name="Google Shape;282;p9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283" name="Google Shape;283;p9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84" name="Google Shape;284;p9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85" name="Google Shape;285;p9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0"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362978633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6"/>
        <p:cNvGrpSpPr/>
        <p:nvPr/>
      </p:nvGrpSpPr>
      <p:grpSpPr>
        <a:xfrm>
          <a:off x="0" y="0"/>
          <a:ext cx="0" cy="0"/>
          <a:chOff x="0" y="0"/>
          <a:chExt cx="0" cy="0"/>
        </a:xfrm>
      </p:grpSpPr>
      <p:sp>
        <p:nvSpPr>
          <p:cNvPr id="287" name="Google Shape;287;p9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88" name="Google Shape;288;p9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89" name="Google Shape;289;p9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0"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1077077201"/>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290"/>
        <p:cNvGrpSpPr/>
        <p:nvPr/>
      </p:nvGrpSpPr>
      <p:grpSpPr>
        <a:xfrm>
          <a:off x="0" y="0"/>
          <a:ext cx="0" cy="0"/>
          <a:chOff x="0" y="0"/>
          <a:chExt cx="0" cy="0"/>
        </a:xfrm>
      </p:grpSpPr>
      <p:sp>
        <p:nvSpPr>
          <p:cNvPr id="291" name="Google Shape;291;p9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92" name="Google Shape;292;p9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293" name="Google Shape;293;p9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294" name="Google Shape;294;p9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95" name="Google Shape;295;p9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96" name="Google Shape;296;p9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0"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2776879610"/>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297"/>
        <p:cNvGrpSpPr/>
        <p:nvPr/>
      </p:nvGrpSpPr>
      <p:grpSpPr>
        <a:xfrm>
          <a:off x="0" y="0"/>
          <a:ext cx="0" cy="0"/>
          <a:chOff x="0" y="0"/>
          <a:chExt cx="0" cy="0"/>
        </a:xfrm>
      </p:grpSpPr>
      <p:sp>
        <p:nvSpPr>
          <p:cNvPr id="298" name="Google Shape;298;p9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99" name="Google Shape;299;p99"/>
          <p:cNvSpPr>
            <a:spLocks noGrp="1"/>
          </p:cNvSpPr>
          <p:nvPr>
            <p:ph type="pic" idx="2"/>
          </p:nvPr>
        </p:nvSpPr>
        <p:spPr>
          <a:xfrm>
            <a:off x="1792288" y="612775"/>
            <a:ext cx="5486400" cy="4114800"/>
          </a:xfrm>
          <a:prstGeom prst="rect">
            <a:avLst/>
          </a:prstGeom>
          <a:noFill/>
          <a:ln>
            <a:noFill/>
          </a:ln>
        </p:spPr>
      </p:sp>
      <p:sp>
        <p:nvSpPr>
          <p:cNvPr id="300" name="Google Shape;300;p9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301" name="Google Shape;301;p9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302" name="Google Shape;302;p9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303" name="Google Shape;303;p9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0"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200322651"/>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304"/>
        <p:cNvGrpSpPr/>
        <p:nvPr/>
      </p:nvGrpSpPr>
      <p:grpSpPr>
        <a:xfrm>
          <a:off x="0" y="0"/>
          <a:ext cx="0" cy="0"/>
          <a:chOff x="0" y="0"/>
          <a:chExt cx="0" cy="0"/>
        </a:xfrm>
      </p:grpSpPr>
      <p:sp>
        <p:nvSpPr>
          <p:cNvPr id="305" name="Google Shape;305;p10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06" name="Google Shape;306;p100"/>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07" name="Google Shape;307;p10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308" name="Google Shape;308;p10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309" name="Google Shape;309;p10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0"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1722394832"/>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310"/>
        <p:cNvGrpSpPr/>
        <p:nvPr/>
      </p:nvGrpSpPr>
      <p:grpSpPr>
        <a:xfrm>
          <a:off x="0" y="0"/>
          <a:ext cx="0" cy="0"/>
          <a:chOff x="0" y="0"/>
          <a:chExt cx="0" cy="0"/>
        </a:xfrm>
      </p:grpSpPr>
      <p:sp>
        <p:nvSpPr>
          <p:cNvPr id="311" name="Google Shape;311;p101"/>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12" name="Google Shape;312;p101"/>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13" name="Google Shape;313;p10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314" name="Google Shape;314;p10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315" name="Google Shape;315;p10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0"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1365551791"/>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951"/>
        <p:cNvGrpSpPr/>
        <p:nvPr/>
      </p:nvGrpSpPr>
      <p:grpSpPr>
        <a:xfrm>
          <a:off x="0" y="0"/>
          <a:ext cx="0" cy="0"/>
          <a:chOff x="0" y="0"/>
          <a:chExt cx="0" cy="0"/>
        </a:xfrm>
      </p:grpSpPr>
      <p:sp>
        <p:nvSpPr>
          <p:cNvPr id="952" name="Google Shape;952;p76"/>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0" cap="none" spc="0" normalizeH="0" baseline="0" noProof="0">
                <a:ln>
                  <a:noFill/>
                </a:ln>
                <a:solidFill>
                  <a:srgbClr val="101141"/>
                </a:solidFill>
                <a:effectLst/>
                <a:uLnTx/>
                <a:uFillTx/>
                <a:latin typeface="Arial"/>
                <a:ea typeface="Arial"/>
                <a:cs typeface="Arial"/>
                <a:sym typeface="Arial"/>
              </a:rPr>
              <a:t>BITS </a:t>
            </a:r>
            <a:r>
              <a:rPr kumimoji="0" lang="en-US" sz="1100" b="0" i="0" u="none" strike="noStrike" kern="0" cap="none" spc="0" normalizeH="0" baseline="0" noProof="0">
                <a:ln>
                  <a:noFill/>
                </a:ln>
                <a:solidFill>
                  <a:srgbClr val="101141"/>
                </a:solidFill>
                <a:effectLst/>
                <a:uLnTx/>
                <a:uFillTx/>
                <a:latin typeface="Arial"/>
                <a:ea typeface="Arial"/>
                <a:cs typeface="Arial"/>
                <a:sym typeface="Arial"/>
              </a:rPr>
              <a:t>Pilani, Pilani Campus</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grpSp>
        <p:nvGrpSpPr>
          <p:cNvPr id="953" name="Google Shape;953;p76"/>
          <p:cNvGrpSpPr/>
          <p:nvPr/>
        </p:nvGrpSpPr>
        <p:grpSpPr>
          <a:xfrm>
            <a:off x="2084388" y="6550025"/>
            <a:ext cx="7059612" cy="49213"/>
            <a:chOff x="2083888" y="6550671"/>
            <a:chExt cx="7060112" cy="48665"/>
          </a:xfrm>
        </p:grpSpPr>
        <p:sp>
          <p:nvSpPr>
            <p:cNvPr id="954" name="Google Shape;954;p76"/>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955" name="Google Shape;955;p76"/>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956" name="Google Shape;956;p76"/>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pic>
        <p:nvPicPr>
          <p:cNvPr id="957" name="Google Shape;957;p76" descr="Picture 7.png"/>
          <p:cNvPicPr preferRelativeResize="0"/>
          <p:nvPr/>
        </p:nvPicPr>
        <p:blipFill rotWithShape="1">
          <a:blip r:embed="rId2">
            <a:alphaModFix/>
          </a:blip>
          <a:srcRect l="1923" b="5333"/>
          <a:stretch/>
        </p:blipFill>
        <p:spPr>
          <a:xfrm>
            <a:off x="6629400" y="0"/>
            <a:ext cx="2193925" cy="692150"/>
          </a:xfrm>
          <a:prstGeom prst="rect">
            <a:avLst/>
          </a:prstGeom>
          <a:noFill/>
          <a:ln>
            <a:noFill/>
          </a:ln>
        </p:spPr>
      </p:pic>
      <p:grpSp>
        <p:nvGrpSpPr>
          <p:cNvPr id="958" name="Google Shape;958;p76"/>
          <p:cNvGrpSpPr/>
          <p:nvPr/>
        </p:nvGrpSpPr>
        <p:grpSpPr>
          <a:xfrm>
            <a:off x="2133600" y="6553200"/>
            <a:ext cx="7010400" cy="46038"/>
            <a:chOff x="1905000" y="6553200"/>
            <a:chExt cx="7010400" cy="45719"/>
          </a:xfrm>
        </p:grpSpPr>
        <p:sp>
          <p:nvSpPr>
            <p:cNvPr id="959" name="Google Shape;959;p76"/>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960" name="Google Shape;960;p76"/>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961" name="Google Shape;961;p76"/>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grpSp>
        <p:nvGrpSpPr>
          <p:cNvPr id="962" name="Google Shape;962;p76"/>
          <p:cNvGrpSpPr/>
          <p:nvPr/>
        </p:nvGrpSpPr>
        <p:grpSpPr>
          <a:xfrm>
            <a:off x="0" y="1295400"/>
            <a:ext cx="7010400" cy="46038"/>
            <a:chOff x="1905000" y="6553200"/>
            <a:chExt cx="7010400" cy="45719"/>
          </a:xfrm>
        </p:grpSpPr>
        <p:sp>
          <p:nvSpPr>
            <p:cNvPr id="963" name="Google Shape;963;p76"/>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964" name="Google Shape;964;p76"/>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965" name="Google Shape;965;p76"/>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sp>
        <p:nvSpPr>
          <p:cNvPr id="966" name="Google Shape;966;p76"/>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marL="914400" marR="0" lvl="1" indent="-33020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967" name="Google Shape;967;p76"/>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624318323"/>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Custom Layout">
  <p:cSld name="Custom Layout">
    <p:bg>
      <p:bgPr>
        <a:blipFill>
          <a:blip r:embed="rId2">
            <a:alphaModFix/>
          </a:blip>
          <a:stretch>
            <a:fillRect/>
          </a:stretch>
        </a:blipFill>
        <a:effectLst/>
      </p:bgPr>
    </p:bg>
    <p:spTree>
      <p:nvGrpSpPr>
        <p:cNvPr id="1" name="Shape 968"/>
        <p:cNvGrpSpPr/>
        <p:nvPr/>
      </p:nvGrpSpPr>
      <p:grpSpPr>
        <a:xfrm>
          <a:off x="0" y="0"/>
          <a:ext cx="0" cy="0"/>
          <a:chOff x="0" y="0"/>
          <a:chExt cx="0" cy="0"/>
        </a:xfrm>
      </p:grpSpPr>
      <p:sp>
        <p:nvSpPr>
          <p:cNvPr id="969" name="Google Shape;969;p138"/>
          <p:cNvSpPr/>
          <p:nvPr/>
        </p:nvSpPr>
        <p:spPr>
          <a:xfrm>
            <a:off x="0" y="3352800"/>
            <a:ext cx="8686800" cy="2743200"/>
          </a:xfrm>
          <a:prstGeom prst="rect">
            <a:avLst/>
          </a:prstGeom>
          <a:solidFill>
            <a:srgbClr val="10114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970" name="Google Shape;970;p138"/>
          <p:cNvSpPr/>
          <p:nvPr/>
        </p:nvSpPr>
        <p:spPr>
          <a:xfrm>
            <a:off x="2895600" y="6096000"/>
            <a:ext cx="28956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971" name="Google Shape;971;p138"/>
          <p:cNvSpPr/>
          <p:nvPr/>
        </p:nvSpPr>
        <p:spPr>
          <a:xfrm>
            <a:off x="0" y="6096000"/>
            <a:ext cx="28956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972" name="Google Shape;972;p138"/>
          <p:cNvSpPr/>
          <p:nvPr/>
        </p:nvSpPr>
        <p:spPr>
          <a:xfrm>
            <a:off x="5791200" y="6096000"/>
            <a:ext cx="28956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pic>
        <p:nvPicPr>
          <p:cNvPr id="973" name="Google Shape;973;p138" descr="BITS_university_logo_whitevert.png"/>
          <p:cNvPicPr preferRelativeResize="0"/>
          <p:nvPr/>
        </p:nvPicPr>
        <p:blipFill rotWithShape="1">
          <a:blip r:embed="rId3">
            <a:alphaModFix/>
          </a:blip>
          <a:srcRect t="2" b="28592"/>
          <a:stretch/>
        </p:blipFill>
        <p:spPr>
          <a:xfrm>
            <a:off x="76200" y="3352800"/>
            <a:ext cx="2057400" cy="1979613"/>
          </a:xfrm>
          <a:prstGeom prst="rect">
            <a:avLst/>
          </a:prstGeom>
          <a:noFill/>
          <a:ln>
            <a:noFill/>
          </a:ln>
        </p:spPr>
      </p:pic>
      <p:sp>
        <p:nvSpPr>
          <p:cNvPr id="974" name="Google Shape;974;p138"/>
          <p:cNvSpPr txBox="1"/>
          <p:nvPr/>
        </p:nvSpPr>
        <p:spPr>
          <a:xfrm>
            <a:off x="-76200" y="5257800"/>
            <a:ext cx="2209800" cy="554038"/>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2900"/>
              <a:buFont typeface="Arial"/>
              <a:buNone/>
              <a:tabLst/>
              <a:defRPr/>
            </a:pPr>
            <a:r>
              <a:rPr kumimoji="0" lang="en-US" sz="2900" b="1" i="0" u="none" strike="noStrike" kern="0" cap="none" spc="0" normalizeH="0" baseline="0" noProof="0">
                <a:ln>
                  <a:noFill/>
                </a:ln>
                <a:solidFill>
                  <a:srgbClr val="FFFFFF"/>
                </a:solidFill>
                <a:effectLst/>
                <a:uLnTx/>
                <a:uFillTx/>
                <a:latin typeface="Arial"/>
                <a:ea typeface="Arial"/>
                <a:cs typeface="Arial"/>
                <a:sym typeface="Arial"/>
              </a:rPr>
              <a:t>BITS</a:t>
            </a:r>
            <a:r>
              <a:rPr kumimoji="0" lang="en-US" sz="2900" b="0" i="0" u="none" strike="noStrike" kern="0" cap="none" spc="0" normalizeH="0" baseline="0" noProof="0">
                <a:ln>
                  <a:noFill/>
                </a:ln>
                <a:solidFill>
                  <a:srgbClr val="FFFFFF"/>
                </a:solidFill>
                <a:effectLst/>
                <a:uLnTx/>
                <a:uFillTx/>
                <a:latin typeface="Arial"/>
                <a:ea typeface="Arial"/>
                <a:cs typeface="Arial"/>
                <a:sym typeface="Arial"/>
              </a:rPr>
              <a:t> Pilani</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75" name="Google Shape;975;p138"/>
          <p:cNvSpPr txBox="1"/>
          <p:nvPr/>
        </p:nvSpPr>
        <p:spPr>
          <a:xfrm>
            <a:off x="152400" y="5667375"/>
            <a:ext cx="1905000" cy="27622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US" sz="1200" b="0" i="0" u="none" strike="noStrike" kern="0" cap="none" spc="0" normalizeH="0" baseline="0" noProof="0">
                <a:ln>
                  <a:noFill/>
                </a:ln>
                <a:solidFill>
                  <a:srgbClr val="FFFFFF"/>
                </a:solidFill>
                <a:effectLst/>
                <a:uLnTx/>
                <a:uFillTx/>
                <a:latin typeface="Arial"/>
                <a:ea typeface="Arial"/>
                <a:cs typeface="Arial"/>
                <a:sym typeface="Arial"/>
              </a:rPr>
              <a:t>Pilani Campus</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76" name="Google Shape;976;p138"/>
          <p:cNvSpPr txBox="1">
            <a:spLocks noGrp="1"/>
          </p:cNvSpPr>
          <p:nvPr>
            <p:ph type="body" idx="1"/>
          </p:nvPr>
        </p:nvSpPr>
        <p:spPr>
          <a:xfrm>
            <a:off x="2514600" y="5410200"/>
            <a:ext cx="6019800" cy="533400"/>
          </a:xfrm>
          <a:prstGeom prst="rect">
            <a:avLst/>
          </a:prstGeom>
          <a:noFill/>
          <a:ln>
            <a:noFill/>
          </a:ln>
        </p:spPr>
        <p:txBody>
          <a:bodyPr spcFirstLastPara="1" wrap="square" lIns="91425" tIns="45700" rIns="91425" bIns="45700" anchor="b" anchorCtr="0">
            <a:noAutofit/>
          </a:bodyPr>
          <a:lstStyle>
            <a:lvl1pPr marL="457200" lvl="0" indent="-228600" algn="r">
              <a:lnSpc>
                <a:spcPct val="100000"/>
              </a:lnSpc>
              <a:spcBef>
                <a:spcPts val="0"/>
              </a:spcBef>
              <a:spcAft>
                <a:spcPts val="0"/>
              </a:spcAft>
              <a:buClr>
                <a:schemeClr val="lt1"/>
              </a:buClr>
              <a:buSzPts val="1800"/>
              <a:buNone/>
              <a:defRPr sz="1800">
                <a:solidFill>
                  <a:schemeClr val="lt1"/>
                </a:solidFil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977" name="Google Shape;977;p138"/>
          <p:cNvSpPr txBox="1">
            <a:spLocks noGrp="1"/>
          </p:cNvSpPr>
          <p:nvPr>
            <p:ph type="title"/>
          </p:nvPr>
        </p:nvSpPr>
        <p:spPr>
          <a:xfrm>
            <a:off x="2514600" y="3810000"/>
            <a:ext cx="6019800" cy="1524000"/>
          </a:xfrm>
          <a:prstGeom prst="rect">
            <a:avLst/>
          </a:prstGeom>
          <a:noFill/>
          <a:ln>
            <a:noFill/>
          </a:ln>
        </p:spPr>
        <p:txBody>
          <a:bodyPr spcFirstLastPara="1" wrap="square" lIns="91425" tIns="45700" rIns="91425" bIns="45700" anchor="ctr" anchorCtr="0">
            <a:noAutofit/>
          </a:bodyPr>
          <a:lstStyle>
            <a:lvl1pPr lvl="0" algn="l">
              <a:lnSpc>
                <a:spcPct val="90909"/>
              </a:lnSpc>
              <a:spcBef>
                <a:spcPts val="0"/>
              </a:spcBef>
              <a:spcAft>
                <a:spcPts val="0"/>
              </a:spcAft>
              <a:buClr>
                <a:schemeClr val="lt1"/>
              </a:buClr>
              <a:buSzPts val="4400"/>
              <a:buFont typeface="Calibri"/>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163737208"/>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78"/>
        <p:cNvGrpSpPr/>
        <p:nvPr/>
      </p:nvGrpSpPr>
      <p:grpSpPr>
        <a:xfrm>
          <a:off x="0" y="0"/>
          <a:ext cx="0" cy="0"/>
          <a:chOff x="0" y="0"/>
          <a:chExt cx="0" cy="0"/>
        </a:xfrm>
      </p:grpSpPr>
      <p:sp>
        <p:nvSpPr>
          <p:cNvPr id="979" name="Google Shape;979;p139"/>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0" name="Google Shape;980;p139"/>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981" name="Google Shape;981;p1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l"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982" name="Google Shape;982;p1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ctr"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983" name="Google Shape;983;p1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063397633"/>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984"/>
        <p:cNvGrpSpPr/>
        <p:nvPr/>
      </p:nvGrpSpPr>
      <p:grpSpPr>
        <a:xfrm>
          <a:off x="0" y="0"/>
          <a:ext cx="0" cy="0"/>
          <a:chOff x="0" y="0"/>
          <a:chExt cx="0" cy="0"/>
        </a:xfrm>
      </p:grpSpPr>
      <p:sp>
        <p:nvSpPr>
          <p:cNvPr id="985" name="Google Shape;985;p14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6" name="Google Shape;986;p14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987" name="Google Shape;987;p1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l"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988" name="Google Shape;988;p1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ctr"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989" name="Google Shape;989;p1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007837174"/>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990"/>
        <p:cNvGrpSpPr/>
        <p:nvPr/>
      </p:nvGrpSpPr>
      <p:grpSpPr>
        <a:xfrm>
          <a:off x="0" y="0"/>
          <a:ext cx="0" cy="0"/>
          <a:chOff x="0" y="0"/>
          <a:chExt cx="0" cy="0"/>
        </a:xfrm>
      </p:grpSpPr>
      <p:sp>
        <p:nvSpPr>
          <p:cNvPr id="991" name="Google Shape;991;p141"/>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2" name="Google Shape;992;p141"/>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993" name="Google Shape;993;p1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l"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994" name="Google Shape;994;p1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ctr"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995" name="Google Shape;995;p1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546933721"/>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996"/>
        <p:cNvGrpSpPr/>
        <p:nvPr/>
      </p:nvGrpSpPr>
      <p:grpSpPr>
        <a:xfrm>
          <a:off x="0" y="0"/>
          <a:ext cx="0" cy="0"/>
          <a:chOff x="0" y="0"/>
          <a:chExt cx="0" cy="0"/>
        </a:xfrm>
      </p:grpSpPr>
      <p:sp>
        <p:nvSpPr>
          <p:cNvPr id="997" name="Google Shape;997;p14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8" name="Google Shape;998;p142"/>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999" name="Google Shape;999;p142"/>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1000" name="Google Shape;1000;p14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l"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001" name="Google Shape;1001;p1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ctr"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002" name="Google Shape;1002;p1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787687230"/>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1003"/>
        <p:cNvGrpSpPr/>
        <p:nvPr/>
      </p:nvGrpSpPr>
      <p:grpSpPr>
        <a:xfrm>
          <a:off x="0" y="0"/>
          <a:ext cx="0" cy="0"/>
          <a:chOff x="0" y="0"/>
          <a:chExt cx="0" cy="0"/>
        </a:xfrm>
      </p:grpSpPr>
      <p:sp>
        <p:nvSpPr>
          <p:cNvPr id="1004" name="Google Shape;1004;p14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5" name="Google Shape;1005;p143"/>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1006" name="Google Shape;1006;p143"/>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1007" name="Google Shape;1007;p143"/>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1008" name="Google Shape;1008;p143"/>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1009" name="Google Shape;1009;p14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l"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010" name="Google Shape;1010;p14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ctr"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011" name="Google Shape;1011;p1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610823059"/>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012"/>
        <p:cNvGrpSpPr/>
        <p:nvPr/>
      </p:nvGrpSpPr>
      <p:grpSpPr>
        <a:xfrm>
          <a:off x="0" y="0"/>
          <a:ext cx="0" cy="0"/>
          <a:chOff x="0" y="0"/>
          <a:chExt cx="0" cy="0"/>
        </a:xfrm>
      </p:grpSpPr>
      <p:sp>
        <p:nvSpPr>
          <p:cNvPr id="1013" name="Google Shape;1013;p14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4" name="Google Shape;1014;p1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l"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015" name="Google Shape;1015;p1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ctr"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016" name="Google Shape;1016;p1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566357909"/>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17"/>
        <p:cNvGrpSpPr/>
        <p:nvPr/>
      </p:nvGrpSpPr>
      <p:grpSpPr>
        <a:xfrm>
          <a:off x="0" y="0"/>
          <a:ext cx="0" cy="0"/>
          <a:chOff x="0" y="0"/>
          <a:chExt cx="0" cy="0"/>
        </a:xfrm>
      </p:grpSpPr>
      <p:sp>
        <p:nvSpPr>
          <p:cNvPr id="1018" name="Google Shape;1018;p14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l"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019" name="Google Shape;1019;p14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ctr"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020" name="Google Shape;1020;p14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575021870"/>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1021"/>
        <p:cNvGrpSpPr/>
        <p:nvPr/>
      </p:nvGrpSpPr>
      <p:grpSpPr>
        <a:xfrm>
          <a:off x="0" y="0"/>
          <a:ext cx="0" cy="0"/>
          <a:chOff x="0" y="0"/>
          <a:chExt cx="0" cy="0"/>
        </a:xfrm>
      </p:grpSpPr>
      <p:sp>
        <p:nvSpPr>
          <p:cNvPr id="1022" name="Google Shape;1022;p146"/>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3" name="Google Shape;1023;p146"/>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1024" name="Google Shape;1024;p146"/>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1025" name="Google Shape;1025;p14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l"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026" name="Google Shape;1026;p14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ctr"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027" name="Google Shape;1027;p14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4158894723"/>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1028"/>
        <p:cNvGrpSpPr/>
        <p:nvPr/>
      </p:nvGrpSpPr>
      <p:grpSpPr>
        <a:xfrm>
          <a:off x="0" y="0"/>
          <a:ext cx="0" cy="0"/>
          <a:chOff x="0" y="0"/>
          <a:chExt cx="0" cy="0"/>
        </a:xfrm>
      </p:grpSpPr>
      <p:sp>
        <p:nvSpPr>
          <p:cNvPr id="1029" name="Google Shape;1029;p147"/>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0" name="Google Shape;1030;p147"/>
          <p:cNvSpPr>
            <a:spLocks noGrp="1"/>
          </p:cNvSpPr>
          <p:nvPr>
            <p:ph type="pic" idx="2"/>
          </p:nvPr>
        </p:nvSpPr>
        <p:spPr>
          <a:xfrm>
            <a:off x="1792288" y="612775"/>
            <a:ext cx="5486400" cy="4114800"/>
          </a:xfrm>
          <a:prstGeom prst="rect">
            <a:avLst/>
          </a:prstGeom>
          <a:noFill/>
          <a:ln>
            <a:noFill/>
          </a:ln>
        </p:spPr>
      </p:sp>
      <p:sp>
        <p:nvSpPr>
          <p:cNvPr id="1031" name="Google Shape;1031;p147"/>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1032" name="Google Shape;1032;p14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l"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033" name="Google Shape;1033;p14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ctr"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034" name="Google Shape;1034;p1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55772395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1035"/>
        <p:cNvGrpSpPr/>
        <p:nvPr/>
      </p:nvGrpSpPr>
      <p:grpSpPr>
        <a:xfrm>
          <a:off x="0" y="0"/>
          <a:ext cx="0" cy="0"/>
          <a:chOff x="0" y="0"/>
          <a:chExt cx="0" cy="0"/>
        </a:xfrm>
      </p:grpSpPr>
      <p:sp>
        <p:nvSpPr>
          <p:cNvPr id="1036" name="Google Shape;1036;p14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7" name="Google Shape;1037;p148"/>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038" name="Google Shape;1038;p14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l"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039" name="Google Shape;1039;p14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ctr"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040" name="Google Shape;1040;p14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752851464"/>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1041"/>
        <p:cNvGrpSpPr/>
        <p:nvPr/>
      </p:nvGrpSpPr>
      <p:grpSpPr>
        <a:xfrm>
          <a:off x="0" y="0"/>
          <a:ext cx="0" cy="0"/>
          <a:chOff x="0" y="0"/>
          <a:chExt cx="0" cy="0"/>
        </a:xfrm>
      </p:grpSpPr>
      <p:sp>
        <p:nvSpPr>
          <p:cNvPr id="1042" name="Google Shape;1042;p149"/>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3" name="Google Shape;1043;p149"/>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044" name="Google Shape;1044;p14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l"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045" name="Google Shape;1045;p14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ctr"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046" name="Google Shape;1046;p14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4001868013"/>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059"/>
        <p:cNvGrpSpPr/>
        <p:nvPr/>
      </p:nvGrpSpPr>
      <p:grpSpPr>
        <a:xfrm>
          <a:off x="0" y="0"/>
          <a:ext cx="0" cy="0"/>
          <a:chOff x="0" y="0"/>
          <a:chExt cx="0" cy="0"/>
        </a:xfrm>
      </p:grpSpPr>
      <p:sp>
        <p:nvSpPr>
          <p:cNvPr id="1060" name="Google Shape;1060;p78"/>
          <p:cNvSpPr txBox="1">
            <a:spLocks noGrp="1"/>
          </p:cNvSpPr>
          <p:nvPr>
            <p:ph type="title"/>
          </p:nvPr>
        </p:nvSpPr>
        <p:spPr>
          <a:xfrm>
            <a:off x="1963229" y="90170"/>
            <a:ext cx="5217541" cy="69596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dk1"/>
              </a:buClr>
              <a:buSzPts val="1400"/>
              <a:buFont typeface="Trebuchet MS"/>
              <a:buNone/>
              <a:defRPr sz="4400" b="0" i="0" u="none" strike="noStrike" cap="none">
                <a:solidFill>
                  <a:schemeClr val="dk1"/>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2523993441"/>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61"/>
        <p:cNvGrpSpPr/>
        <p:nvPr/>
      </p:nvGrpSpPr>
      <p:grpSpPr>
        <a:xfrm>
          <a:off x="0" y="0"/>
          <a:ext cx="0" cy="0"/>
          <a:chOff x="0" y="0"/>
          <a:chExt cx="0" cy="0"/>
        </a:xfrm>
      </p:grpSpPr>
      <p:sp>
        <p:nvSpPr>
          <p:cNvPr id="2"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1948539363"/>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062"/>
        <p:cNvGrpSpPr/>
        <p:nvPr/>
      </p:nvGrpSpPr>
      <p:grpSpPr>
        <a:xfrm>
          <a:off x="0" y="0"/>
          <a:ext cx="0" cy="0"/>
          <a:chOff x="0" y="0"/>
          <a:chExt cx="0" cy="0"/>
        </a:xfrm>
      </p:grpSpPr>
      <p:sp>
        <p:nvSpPr>
          <p:cNvPr id="1063" name="Google Shape;1063;p173"/>
          <p:cNvSpPr txBox="1">
            <a:spLocks noGrp="1"/>
          </p:cNvSpPr>
          <p:nvPr>
            <p:ph type="title"/>
          </p:nvPr>
        </p:nvSpPr>
        <p:spPr>
          <a:xfrm>
            <a:off x="395536" y="274638"/>
            <a:ext cx="6120680" cy="850106"/>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64" name="Google Shape;1064;p17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4"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2377753635"/>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065"/>
        <p:cNvGrpSpPr/>
        <p:nvPr/>
      </p:nvGrpSpPr>
      <p:grpSpPr>
        <a:xfrm>
          <a:off x="0" y="0"/>
          <a:ext cx="0" cy="0"/>
          <a:chOff x="0" y="0"/>
          <a:chExt cx="0" cy="0"/>
        </a:xfrm>
      </p:grpSpPr>
      <p:sp>
        <p:nvSpPr>
          <p:cNvPr id="1066" name="Google Shape;1066;p17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67" name="Google Shape;1067;p17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4"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2408809223"/>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matchingName="Title and text" type="tx">
  <p:cSld name="Title and text">
    <p:spTree>
      <p:nvGrpSpPr>
        <p:cNvPr id="1" name="Shape 1068"/>
        <p:cNvGrpSpPr/>
        <p:nvPr/>
      </p:nvGrpSpPr>
      <p:grpSpPr>
        <a:xfrm>
          <a:off x="0" y="0"/>
          <a:ext cx="0" cy="0"/>
          <a:chOff x="0" y="0"/>
          <a:chExt cx="0" cy="0"/>
        </a:xfrm>
      </p:grpSpPr>
      <p:sp>
        <p:nvSpPr>
          <p:cNvPr id="1069" name="Google Shape;1069;p175"/>
          <p:cNvSpPr txBox="1">
            <a:spLocks noGrp="1"/>
          </p:cNvSpPr>
          <p:nvPr>
            <p:ph type="title"/>
          </p:nvPr>
        </p:nvSpPr>
        <p:spPr>
          <a:xfrm>
            <a:off x="685800" y="228600"/>
            <a:ext cx="7772400" cy="9906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chemeClr val="dk1"/>
              </a:buClr>
              <a:buSzPts val="1400"/>
              <a:buFont typeface="Calibri"/>
              <a:buNone/>
              <a:defRPr sz="44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70" name="Google Shape;1070;p175"/>
          <p:cNvSpPr txBox="1">
            <a:spLocks noGrp="1"/>
          </p:cNvSpPr>
          <p:nvPr>
            <p:ph type="body" idx="1"/>
          </p:nvPr>
        </p:nvSpPr>
        <p:spPr>
          <a:xfrm>
            <a:off x="685800" y="1371600"/>
            <a:ext cx="7772400" cy="4687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4"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1079218699"/>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matchingName="Title Only" type="titleOnly">
  <p:cSld name="1_Title Only">
    <p:spTree>
      <p:nvGrpSpPr>
        <p:cNvPr id="1" name="Shape 1071"/>
        <p:cNvGrpSpPr/>
        <p:nvPr/>
      </p:nvGrpSpPr>
      <p:grpSpPr>
        <a:xfrm>
          <a:off x="0" y="0"/>
          <a:ext cx="0" cy="0"/>
          <a:chOff x="0" y="0"/>
          <a:chExt cx="0" cy="0"/>
        </a:xfrm>
      </p:grpSpPr>
      <p:sp>
        <p:nvSpPr>
          <p:cNvPr id="1072" name="Google Shape;1072;p17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184017207"/>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073"/>
        <p:cNvGrpSpPr/>
        <p:nvPr/>
      </p:nvGrpSpPr>
      <p:grpSpPr>
        <a:xfrm>
          <a:off x="0" y="0"/>
          <a:ext cx="0" cy="0"/>
          <a:chOff x="0" y="0"/>
          <a:chExt cx="0" cy="0"/>
        </a:xfrm>
      </p:grpSpPr>
      <p:sp>
        <p:nvSpPr>
          <p:cNvPr id="1074" name="Google Shape;1074;p177"/>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4000"/>
              <a:buFont typeface="Calibri"/>
              <a:buNone/>
              <a:defRPr sz="40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75" name="Google Shape;1075;p177"/>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4"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4165846813"/>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1076"/>
        <p:cNvGrpSpPr/>
        <p:nvPr/>
      </p:nvGrpSpPr>
      <p:grpSpPr>
        <a:xfrm>
          <a:off x="0" y="0"/>
          <a:ext cx="0" cy="0"/>
          <a:chOff x="0" y="0"/>
          <a:chExt cx="0" cy="0"/>
        </a:xfrm>
      </p:grpSpPr>
      <p:sp>
        <p:nvSpPr>
          <p:cNvPr id="1077" name="Google Shape;1077;p17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78" name="Google Shape;1078;p178"/>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1079" name="Google Shape;1079;p178"/>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5"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4131604718"/>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1080"/>
        <p:cNvGrpSpPr/>
        <p:nvPr/>
      </p:nvGrpSpPr>
      <p:grpSpPr>
        <a:xfrm>
          <a:off x="0" y="0"/>
          <a:ext cx="0" cy="0"/>
          <a:chOff x="0" y="0"/>
          <a:chExt cx="0" cy="0"/>
        </a:xfrm>
      </p:grpSpPr>
      <p:sp>
        <p:nvSpPr>
          <p:cNvPr id="1081" name="Google Shape;1081;p17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82" name="Google Shape;1082;p179"/>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1083" name="Google Shape;1083;p179"/>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1084" name="Google Shape;1084;p179"/>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1085" name="Google Shape;1085;p179"/>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7"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582470233"/>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1086"/>
        <p:cNvGrpSpPr/>
        <p:nvPr/>
      </p:nvGrpSpPr>
      <p:grpSpPr>
        <a:xfrm>
          <a:off x="0" y="0"/>
          <a:ext cx="0" cy="0"/>
          <a:chOff x="0" y="0"/>
          <a:chExt cx="0" cy="0"/>
        </a:xfrm>
      </p:grpSpPr>
      <p:sp>
        <p:nvSpPr>
          <p:cNvPr id="1087" name="Google Shape;1087;p18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88" name="Google Shape;1088;p18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1089" name="Google Shape;1089;p18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416036532"/>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1090"/>
        <p:cNvGrpSpPr/>
        <p:nvPr/>
      </p:nvGrpSpPr>
      <p:grpSpPr>
        <a:xfrm>
          <a:off x="0" y="0"/>
          <a:ext cx="0" cy="0"/>
          <a:chOff x="0" y="0"/>
          <a:chExt cx="0" cy="0"/>
        </a:xfrm>
      </p:grpSpPr>
      <p:sp>
        <p:nvSpPr>
          <p:cNvPr id="1091" name="Google Shape;1091;p181"/>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92" name="Google Shape;1092;p181"/>
          <p:cNvSpPr>
            <a:spLocks noGrp="1"/>
          </p:cNvSpPr>
          <p:nvPr>
            <p:ph type="pic" idx="2"/>
          </p:nvPr>
        </p:nvSpPr>
        <p:spPr>
          <a:xfrm>
            <a:off x="1792288" y="612775"/>
            <a:ext cx="5486400" cy="4114800"/>
          </a:xfrm>
          <a:prstGeom prst="rect">
            <a:avLst/>
          </a:prstGeom>
          <a:noFill/>
          <a:ln>
            <a:noFill/>
          </a:ln>
        </p:spPr>
      </p:sp>
      <p:sp>
        <p:nvSpPr>
          <p:cNvPr id="1093" name="Google Shape;1093;p181"/>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2248322725"/>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1094"/>
        <p:cNvGrpSpPr/>
        <p:nvPr/>
      </p:nvGrpSpPr>
      <p:grpSpPr>
        <a:xfrm>
          <a:off x="0" y="0"/>
          <a:ext cx="0" cy="0"/>
          <a:chOff x="0" y="0"/>
          <a:chExt cx="0" cy="0"/>
        </a:xfrm>
      </p:grpSpPr>
      <p:sp>
        <p:nvSpPr>
          <p:cNvPr id="1095" name="Google Shape;1095;p18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96" name="Google Shape;1096;p182"/>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4"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1602757121"/>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1097"/>
        <p:cNvGrpSpPr/>
        <p:nvPr/>
      </p:nvGrpSpPr>
      <p:grpSpPr>
        <a:xfrm>
          <a:off x="0" y="0"/>
          <a:ext cx="0" cy="0"/>
          <a:chOff x="0" y="0"/>
          <a:chExt cx="0" cy="0"/>
        </a:xfrm>
      </p:grpSpPr>
      <p:sp>
        <p:nvSpPr>
          <p:cNvPr id="1098" name="Google Shape;1098;p183"/>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99" name="Google Shape;1099;p183"/>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4"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2342500163"/>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04"/>
        <p:cNvGrpSpPr/>
        <p:nvPr/>
      </p:nvGrpSpPr>
      <p:grpSpPr>
        <a:xfrm>
          <a:off x="0" y="0"/>
          <a:ext cx="0" cy="0"/>
          <a:chOff x="0" y="0"/>
          <a:chExt cx="0" cy="0"/>
        </a:xfrm>
      </p:grpSpPr>
      <p:sp>
        <p:nvSpPr>
          <p:cNvPr id="205" name="Google Shape;205;p61"/>
          <p:cNvSpPr txBox="1">
            <a:spLocks noGrp="1"/>
          </p:cNvSpPr>
          <p:nvPr>
            <p:ph type="title"/>
          </p:nvPr>
        </p:nvSpPr>
        <p:spPr>
          <a:xfrm>
            <a:off x="395536" y="274638"/>
            <a:ext cx="6120680" cy="850106"/>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06" name="Google Shape;206;p6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07" name="Google Shape;207;p61"/>
          <p:cNvSpPr txBox="1">
            <a:spLocks noGrp="1"/>
          </p:cNvSpPr>
          <p:nvPr>
            <p:ph type="ftr" idx="11"/>
          </p:nvPr>
        </p:nvSpPr>
        <p:spPr>
          <a:xfrm>
            <a:off x="2195736" y="6237312"/>
            <a:ext cx="4392488"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1"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1"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08"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3376708289"/>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209"/>
        <p:cNvGrpSpPr/>
        <p:nvPr/>
      </p:nvGrpSpPr>
      <p:grpSpPr>
        <a:xfrm>
          <a:off x="0" y="0"/>
          <a:ext cx="0" cy="0"/>
          <a:chOff x="0" y="0"/>
          <a:chExt cx="0" cy="0"/>
        </a:xfrm>
      </p:grpSpPr>
      <p:sp>
        <p:nvSpPr>
          <p:cNvPr id="210" name="Google Shape;210;p62"/>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0" cap="none" spc="0" normalizeH="0" baseline="0" noProof="0">
                <a:ln>
                  <a:noFill/>
                </a:ln>
                <a:solidFill>
                  <a:srgbClr val="101141"/>
                </a:solidFill>
                <a:effectLst/>
                <a:uLnTx/>
                <a:uFillTx/>
                <a:latin typeface="Arial"/>
                <a:ea typeface="Arial"/>
                <a:cs typeface="Arial"/>
                <a:sym typeface="Arial"/>
              </a:rPr>
              <a:t>BITS </a:t>
            </a:r>
            <a:r>
              <a:rPr kumimoji="0" lang="en-US" sz="1100" b="0" i="0" u="none" strike="noStrike" kern="0" cap="none" spc="0" normalizeH="0" baseline="0" noProof="0">
                <a:ln>
                  <a:noFill/>
                </a:ln>
                <a:solidFill>
                  <a:srgbClr val="101141"/>
                </a:solidFill>
                <a:effectLst/>
                <a:uLnTx/>
                <a:uFillTx/>
                <a:latin typeface="Arial"/>
                <a:ea typeface="Arial"/>
                <a:cs typeface="Arial"/>
                <a:sym typeface="Arial"/>
              </a:rPr>
              <a:t>Pilani, Pilani Campus</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grpSp>
        <p:nvGrpSpPr>
          <p:cNvPr id="211" name="Google Shape;211;p62"/>
          <p:cNvGrpSpPr/>
          <p:nvPr/>
        </p:nvGrpSpPr>
        <p:grpSpPr>
          <a:xfrm>
            <a:off x="2084388" y="6550025"/>
            <a:ext cx="7059612" cy="49213"/>
            <a:chOff x="2083888" y="6550671"/>
            <a:chExt cx="7060112" cy="48665"/>
          </a:xfrm>
        </p:grpSpPr>
        <p:sp>
          <p:nvSpPr>
            <p:cNvPr id="212" name="Google Shape;212;p62"/>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13" name="Google Shape;213;p62"/>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14" name="Google Shape;214;p62"/>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pic>
        <p:nvPicPr>
          <p:cNvPr id="215" name="Google Shape;215;p62" descr="Picture 7.png"/>
          <p:cNvPicPr preferRelativeResize="0"/>
          <p:nvPr/>
        </p:nvPicPr>
        <p:blipFill rotWithShape="1">
          <a:blip r:embed="rId2">
            <a:alphaModFix/>
          </a:blip>
          <a:srcRect l="1923" b="5334"/>
          <a:stretch/>
        </p:blipFill>
        <p:spPr>
          <a:xfrm>
            <a:off x="6629400" y="0"/>
            <a:ext cx="2193925" cy="692150"/>
          </a:xfrm>
          <a:prstGeom prst="rect">
            <a:avLst/>
          </a:prstGeom>
          <a:noFill/>
          <a:ln>
            <a:noFill/>
          </a:ln>
        </p:spPr>
      </p:pic>
      <p:grpSp>
        <p:nvGrpSpPr>
          <p:cNvPr id="216" name="Google Shape;216;p62"/>
          <p:cNvGrpSpPr/>
          <p:nvPr/>
        </p:nvGrpSpPr>
        <p:grpSpPr>
          <a:xfrm>
            <a:off x="2133600" y="6553200"/>
            <a:ext cx="7010400" cy="46038"/>
            <a:chOff x="1905000" y="6553200"/>
            <a:chExt cx="7010400" cy="45719"/>
          </a:xfrm>
        </p:grpSpPr>
        <p:sp>
          <p:nvSpPr>
            <p:cNvPr id="217" name="Google Shape;217;p62"/>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18" name="Google Shape;218;p62"/>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19" name="Google Shape;219;p62"/>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grpSp>
        <p:nvGrpSpPr>
          <p:cNvPr id="220" name="Google Shape;220;p62"/>
          <p:cNvGrpSpPr/>
          <p:nvPr/>
        </p:nvGrpSpPr>
        <p:grpSpPr>
          <a:xfrm>
            <a:off x="0" y="1295400"/>
            <a:ext cx="7010400" cy="46038"/>
            <a:chOff x="1905000" y="6553200"/>
            <a:chExt cx="7010400" cy="45719"/>
          </a:xfrm>
        </p:grpSpPr>
        <p:sp>
          <p:nvSpPr>
            <p:cNvPr id="221" name="Google Shape;221;p62"/>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22" name="Google Shape;222;p62"/>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23" name="Google Shape;223;p62"/>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sp>
        <p:nvSpPr>
          <p:cNvPr id="224" name="Google Shape;224;p62"/>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marL="914400" marR="0" lvl="1" indent="-33020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25" name="Google Shape;225;p62"/>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8"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3150298455"/>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matchingName="1_Title and Content">
  <p:cSld name="2_Title and Content">
    <p:spTree>
      <p:nvGrpSpPr>
        <p:cNvPr id="1" name="Shape 226"/>
        <p:cNvGrpSpPr/>
        <p:nvPr/>
      </p:nvGrpSpPr>
      <p:grpSpPr>
        <a:xfrm>
          <a:off x="0" y="0"/>
          <a:ext cx="0" cy="0"/>
          <a:chOff x="0" y="0"/>
          <a:chExt cx="0" cy="0"/>
        </a:xfrm>
      </p:grpSpPr>
      <p:sp>
        <p:nvSpPr>
          <p:cNvPr id="227" name="Google Shape;227;p67"/>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101141"/>
              </a:buClr>
              <a:buSzPts val="1100"/>
              <a:buFont typeface="Arial"/>
              <a:buNone/>
              <a:tabLst/>
              <a:defRPr/>
            </a:pPr>
            <a:r>
              <a:rPr kumimoji="0" lang="en-US" sz="1100" b="1" i="0" u="none" strike="noStrike" kern="0" cap="none" spc="0" normalizeH="0" baseline="0" noProof="0">
                <a:ln>
                  <a:noFill/>
                </a:ln>
                <a:solidFill>
                  <a:srgbClr val="101141"/>
                </a:solidFill>
                <a:effectLst/>
                <a:uLnTx/>
                <a:uFillTx/>
                <a:latin typeface="Arial"/>
                <a:ea typeface="Arial"/>
                <a:cs typeface="Arial"/>
                <a:sym typeface="Arial"/>
              </a:rPr>
              <a:t>BITS </a:t>
            </a:r>
            <a:r>
              <a:rPr kumimoji="0" lang="en-US" sz="1100" b="0" i="0" u="none" strike="noStrike" kern="0" cap="none" spc="0" normalizeH="0" baseline="0" noProof="0">
                <a:ln>
                  <a:noFill/>
                </a:ln>
                <a:solidFill>
                  <a:srgbClr val="101141"/>
                </a:solidFill>
                <a:effectLst/>
                <a:uLnTx/>
                <a:uFillTx/>
                <a:latin typeface="Arial"/>
                <a:ea typeface="Arial"/>
                <a:cs typeface="Arial"/>
                <a:sym typeface="Arial"/>
              </a:rPr>
              <a:t>Pilani, Pilani Campus</a:t>
            </a: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grpSp>
        <p:nvGrpSpPr>
          <p:cNvPr id="228" name="Google Shape;228;p67"/>
          <p:cNvGrpSpPr/>
          <p:nvPr/>
        </p:nvGrpSpPr>
        <p:grpSpPr>
          <a:xfrm>
            <a:off x="2084388" y="6550025"/>
            <a:ext cx="7059612" cy="49213"/>
            <a:chOff x="2083888" y="6550671"/>
            <a:chExt cx="7060112" cy="48665"/>
          </a:xfrm>
        </p:grpSpPr>
        <p:sp>
          <p:nvSpPr>
            <p:cNvPr id="229" name="Google Shape;229;p67"/>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Tahoma"/>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30" name="Google Shape;230;p67"/>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Tahoma"/>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31" name="Google Shape;231;p67"/>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Tahoma"/>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pic>
        <p:nvPicPr>
          <p:cNvPr id="232" name="Google Shape;232;p67" descr="Picture 7.png"/>
          <p:cNvPicPr preferRelativeResize="0"/>
          <p:nvPr/>
        </p:nvPicPr>
        <p:blipFill rotWithShape="1">
          <a:blip r:embed="rId2">
            <a:alphaModFix/>
          </a:blip>
          <a:srcRect l="1923" b="5333"/>
          <a:stretch/>
        </p:blipFill>
        <p:spPr>
          <a:xfrm>
            <a:off x="6629400" y="0"/>
            <a:ext cx="2193925" cy="692150"/>
          </a:xfrm>
          <a:prstGeom prst="rect">
            <a:avLst/>
          </a:prstGeom>
          <a:noFill/>
          <a:ln>
            <a:noFill/>
          </a:ln>
        </p:spPr>
      </p:pic>
      <p:grpSp>
        <p:nvGrpSpPr>
          <p:cNvPr id="233" name="Google Shape;233;p67"/>
          <p:cNvGrpSpPr/>
          <p:nvPr/>
        </p:nvGrpSpPr>
        <p:grpSpPr>
          <a:xfrm>
            <a:off x="2133600" y="6553200"/>
            <a:ext cx="7010400" cy="46038"/>
            <a:chOff x="1905000" y="6553200"/>
            <a:chExt cx="7010400" cy="45719"/>
          </a:xfrm>
        </p:grpSpPr>
        <p:sp>
          <p:nvSpPr>
            <p:cNvPr id="234" name="Google Shape;234;p67"/>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Tahoma"/>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35" name="Google Shape;235;p67"/>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Tahoma"/>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36" name="Google Shape;236;p67"/>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Tahoma"/>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grpSp>
        <p:nvGrpSpPr>
          <p:cNvPr id="237" name="Google Shape;237;p67"/>
          <p:cNvGrpSpPr/>
          <p:nvPr/>
        </p:nvGrpSpPr>
        <p:grpSpPr>
          <a:xfrm>
            <a:off x="0" y="1295400"/>
            <a:ext cx="7010400" cy="46038"/>
            <a:chOff x="1905000" y="6553200"/>
            <a:chExt cx="7010400" cy="45719"/>
          </a:xfrm>
        </p:grpSpPr>
        <p:sp>
          <p:nvSpPr>
            <p:cNvPr id="238" name="Google Shape;238;p67"/>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Tahoma"/>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39" name="Google Shape;239;p67"/>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Tahoma"/>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40" name="Google Shape;240;p67"/>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Tahoma"/>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sp>
        <p:nvSpPr>
          <p:cNvPr id="241" name="Google Shape;241;p67"/>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marL="914400" marR="0" lvl="1" indent="-33020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2" name="Google Shape;242;p67"/>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8"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4163888968"/>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43"/>
        <p:cNvGrpSpPr/>
        <p:nvPr/>
      </p:nvGrpSpPr>
      <p:grpSpPr>
        <a:xfrm>
          <a:off x="0" y="0"/>
          <a:ext cx="0" cy="0"/>
          <a:chOff x="0" y="0"/>
          <a:chExt cx="0" cy="0"/>
        </a:xfrm>
      </p:grpSpPr>
      <p:sp>
        <p:nvSpPr>
          <p:cNvPr id="244" name="Google Shape;244;p7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45" name="Google Shape;245;p7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46" name="Google Shape;246;p7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6" name="Google Shape;208;p61"/>
          <p:cNvSpPr txBox="1">
            <a:spLocks/>
          </p:cNvSpPr>
          <p:nvPr userDrawn="1"/>
        </p:nvSpPr>
        <p:spPr>
          <a:xfrm>
            <a:off x="8532440" y="6237312"/>
            <a:ext cx="611560" cy="29311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fld id="{00000000-1234-1234-1234-123412341234}" type="slidenum">
              <a:rPr lang="en-US" smtClean="0">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804263404"/>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248"/>
        <p:cNvGrpSpPr/>
        <p:nvPr/>
      </p:nvGrpSpPr>
      <p:grpSpPr>
        <a:xfrm>
          <a:off x="0" y="0"/>
          <a:ext cx="0" cy="0"/>
          <a:chOff x="0" y="0"/>
          <a:chExt cx="0" cy="0"/>
        </a:xfrm>
      </p:grpSpPr>
      <p:sp>
        <p:nvSpPr>
          <p:cNvPr id="249" name="Google Shape;249;p80"/>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50" name="Google Shape;250;p80"/>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251" name="Google Shape;251;p8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52" name="Google Shape;252;p8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7" name="Google Shape;208;p61"/>
          <p:cNvSpPr txBox="1">
            <a:spLocks/>
          </p:cNvSpPr>
          <p:nvPr userDrawn="1"/>
        </p:nvSpPr>
        <p:spPr>
          <a:xfrm>
            <a:off x="8532440" y="6237312"/>
            <a:ext cx="611560" cy="29311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fld id="{00000000-1234-1234-1234-123412341234}" type="slidenum">
              <a:rPr lang="en-US" smtClean="0">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1702114866"/>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1" name="Shape 254"/>
        <p:cNvGrpSpPr/>
        <p:nvPr/>
      </p:nvGrpSpPr>
      <p:grpSpPr>
        <a:xfrm>
          <a:off x="0" y="0"/>
          <a:ext cx="0" cy="0"/>
          <a:chOff x="0" y="0"/>
          <a:chExt cx="0" cy="0"/>
        </a:xfrm>
      </p:grpSpPr>
      <p:sp>
        <p:nvSpPr>
          <p:cNvPr id="255" name="Google Shape;255;p92"/>
          <p:cNvSpPr txBox="1">
            <a:spLocks noGrp="1"/>
          </p:cNvSpPr>
          <p:nvPr>
            <p:ph type="title"/>
          </p:nvPr>
        </p:nvSpPr>
        <p:spPr>
          <a:xfrm>
            <a:off x="395536" y="274638"/>
            <a:ext cx="6120680" cy="850106"/>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56" name="Google Shape;256;p9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57" name="Google Shape;257;p92"/>
          <p:cNvSpPr txBox="1">
            <a:spLocks noGrp="1"/>
          </p:cNvSpPr>
          <p:nvPr>
            <p:ph type="ftr" idx="11"/>
          </p:nvPr>
        </p:nvSpPr>
        <p:spPr>
          <a:xfrm>
            <a:off x="2195736" y="6237312"/>
            <a:ext cx="4392488"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1"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1"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58" name="Google Shape;258;p92"/>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3355196563"/>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259"/>
        <p:cNvGrpSpPr/>
        <p:nvPr/>
      </p:nvGrpSpPr>
      <p:grpSpPr>
        <a:xfrm>
          <a:off x="0" y="0"/>
          <a:ext cx="0" cy="0"/>
          <a:chOff x="0" y="0"/>
          <a:chExt cx="0" cy="0"/>
        </a:xfrm>
      </p:grpSpPr>
      <p:sp>
        <p:nvSpPr>
          <p:cNvPr id="260" name="Google Shape;260;p93"/>
          <p:cNvSpPr txBox="1">
            <a:spLocks noGrp="1"/>
          </p:cNvSpPr>
          <p:nvPr>
            <p:ph type="title"/>
          </p:nvPr>
        </p:nvSpPr>
        <p:spPr>
          <a:xfrm>
            <a:off x="395536" y="274638"/>
            <a:ext cx="6120680" cy="850106"/>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61" name="Google Shape;261;p9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62" name="Google Shape;262;p93"/>
          <p:cNvSpPr txBox="1">
            <a:spLocks noGrp="1"/>
          </p:cNvSpPr>
          <p:nvPr>
            <p:ph type="ftr" idx="11"/>
          </p:nvPr>
        </p:nvSpPr>
        <p:spPr>
          <a:xfrm>
            <a:off x="2195736" y="6237312"/>
            <a:ext cx="4392488"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1"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1"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63" name="Google Shape;263;p93"/>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502856968"/>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64"/>
        <p:cNvGrpSpPr/>
        <p:nvPr/>
      </p:nvGrpSpPr>
      <p:grpSpPr>
        <a:xfrm>
          <a:off x="0" y="0"/>
          <a:ext cx="0" cy="0"/>
          <a:chOff x="0" y="0"/>
          <a:chExt cx="0" cy="0"/>
        </a:xfrm>
      </p:grpSpPr>
      <p:sp>
        <p:nvSpPr>
          <p:cNvPr id="265" name="Google Shape;265;p9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4000"/>
              <a:buFont typeface="Calibri"/>
              <a:buNone/>
              <a:defRPr sz="40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66" name="Google Shape;266;p9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267" name="Google Shape;267;p9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68" name="Google Shape;268;p9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7" name="Google Shape;208;p61"/>
          <p:cNvSpPr txBox="1">
            <a:spLocks/>
          </p:cNvSpPr>
          <p:nvPr userDrawn="1"/>
        </p:nvSpPr>
        <p:spPr>
          <a:xfrm>
            <a:off x="8532440" y="6237312"/>
            <a:ext cx="611560" cy="29311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fld id="{00000000-1234-1234-1234-123412341234}" type="slidenum">
              <a:rPr lang="en-US" smtClean="0">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3328612146"/>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270"/>
        <p:cNvGrpSpPr/>
        <p:nvPr/>
      </p:nvGrpSpPr>
      <p:grpSpPr>
        <a:xfrm>
          <a:off x="0" y="0"/>
          <a:ext cx="0" cy="0"/>
          <a:chOff x="0" y="0"/>
          <a:chExt cx="0" cy="0"/>
        </a:xfrm>
      </p:grpSpPr>
      <p:sp>
        <p:nvSpPr>
          <p:cNvPr id="271" name="Google Shape;271;p9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72" name="Google Shape;272;p9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273" name="Google Shape;273;p9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274" name="Google Shape;274;p9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75" name="Google Shape;275;p9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8"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3555535872"/>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277"/>
        <p:cNvGrpSpPr/>
        <p:nvPr/>
      </p:nvGrpSpPr>
      <p:grpSpPr>
        <a:xfrm>
          <a:off x="0" y="0"/>
          <a:ext cx="0" cy="0"/>
          <a:chOff x="0" y="0"/>
          <a:chExt cx="0" cy="0"/>
        </a:xfrm>
      </p:grpSpPr>
      <p:sp>
        <p:nvSpPr>
          <p:cNvPr id="278" name="Google Shape;278;p9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79" name="Google Shape;279;p9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280" name="Google Shape;280;p9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281" name="Google Shape;281;p9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282" name="Google Shape;282;p9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283" name="Google Shape;283;p9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84" name="Google Shape;284;p9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10"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461185477"/>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6"/>
        <p:cNvGrpSpPr/>
        <p:nvPr/>
      </p:nvGrpSpPr>
      <p:grpSpPr>
        <a:xfrm>
          <a:off x="0" y="0"/>
          <a:ext cx="0" cy="0"/>
          <a:chOff x="0" y="0"/>
          <a:chExt cx="0" cy="0"/>
        </a:xfrm>
      </p:grpSpPr>
      <p:sp>
        <p:nvSpPr>
          <p:cNvPr id="287" name="Google Shape;287;p9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88" name="Google Shape;288;p9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5"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193092826"/>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290"/>
        <p:cNvGrpSpPr/>
        <p:nvPr/>
      </p:nvGrpSpPr>
      <p:grpSpPr>
        <a:xfrm>
          <a:off x="0" y="0"/>
          <a:ext cx="0" cy="0"/>
          <a:chOff x="0" y="0"/>
          <a:chExt cx="0" cy="0"/>
        </a:xfrm>
      </p:grpSpPr>
      <p:sp>
        <p:nvSpPr>
          <p:cNvPr id="291" name="Google Shape;291;p9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92" name="Google Shape;292;p9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293" name="Google Shape;293;p9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294" name="Google Shape;294;p9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95" name="Google Shape;295;p9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8"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25349016"/>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297"/>
        <p:cNvGrpSpPr/>
        <p:nvPr/>
      </p:nvGrpSpPr>
      <p:grpSpPr>
        <a:xfrm>
          <a:off x="0" y="0"/>
          <a:ext cx="0" cy="0"/>
          <a:chOff x="0" y="0"/>
          <a:chExt cx="0" cy="0"/>
        </a:xfrm>
      </p:grpSpPr>
      <p:sp>
        <p:nvSpPr>
          <p:cNvPr id="298" name="Google Shape;298;p9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99" name="Google Shape;299;p99"/>
          <p:cNvSpPr>
            <a:spLocks noGrp="1"/>
          </p:cNvSpPr>
          <p:nvPr>
            <p:ph type="pic" idx="2"/>
          </p:nvPr>
        </p:nvSpPr>
        <p:spPr>
          <a:xfrm>
            <a:off x="1792288" y="612775"/>
            <a:ext cx="5486400" cy="4114800"/>
          </a:xfrm>
          <a:prstGeom prst="rect">
            <a:avLst/>
          </a:prstGeom>
          <a:noFill/>
          <a:ln>
            <a:noFill/>
          </a:ln>
        </p:spPr>
      </p:sp>
      <p:sp>
        <p:nvSpPr>
          <p:cNvPr id="300" name="Google Shape;300;p9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301" name="Google Shape;301;p9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302" name="Google Shape;302;p9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8"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1331040418"/>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304"/>
        <p:cNvGrpSpPr/>
        <p:nvPr/>
      </p:nvGrpSpPr>
      <p:grpSpPr>
        <a:xfrm>
          <a:off x="0" y="0"/>
          <a:ext cx="0" cy="0"/>
          <a:chOff x="0" y="0"/>
          <a:chExt cx="0" cy="0"/>
        </a:xfrm>
      </p:grpSpPr>
      <p:sp>
        <p:nvSpPr>
          <p:cNvPr id="305" name="Google Shape;305;p10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06" name="Google Shape;306;p100"/>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07" name="Google Shape;307;p10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308" name="Google Shape;308;p10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7"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3363539624"/>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310"/>
        <p:cNvGrpSpPr/>
        <p:nvPr/>
      </p:nvGrpSpPr>
      <p:grpSpPr>
        <a:xfrm>
          <a:off x="0" y="0"/>
          <a:ext cx="0" cy="0"/>
          <a:chOff x="0" y="0"/>
          <a:chExt cx="0" cy="0"/>
        </a:xfrm>
      </p:grpSpPr>
      <p:sp>
        <p:nvSpPr>
          <p:cNvPr id="311" name="Google Shape;311;p101"/>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12" name="Google Shape;312;p101"/>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13" name="Google Shape;313;p10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314" name="Google Shape;314;p10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7"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23549163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theme" Target="../theme/theme1.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 /><Relationship Id="rId13" Type="http://schemas.openxmlformats.org/officeDocument/2006/relationships/slideLayout" Target="../slideLayouts/slideLayout27.xml" /><Relationship Id="rId3" Type="http://schemas.openxmlformats.org/officeDocument/2006/relationships/slideLayout" Target="../slideLayouts/slideLayout17.xml" /><Relationship Id="rId7" Type="http://schemas.openxmlformats.org/officeDocument/2006/relationships/slideLayout" Target="../slideLayouts/slideLayout21.xml" /><Relationship Id="rId12" Type="http://schemas.openxmlformats.org/officeDocument/2006/relationships/slideLayout" Target="../slideLayouts/slideLayout26.xml" /><Relationship Id="rId2" Type="http://schemas.openxmlformats.org/officeDocument/2006/relationships/slideLayout" Target="../slideLayouts/slideLayout16.xml" /><Relationship Id="rId16" Type="http://schemas.openxmlformats.org/officeDocument/2006/relationships/image" Target="../media/image3.png" /><Relationship Id="rId1" Type="http://schemas.openxmlformats.org/officeDocument/2006/relationships/slideLayout" Target="../slideLayouts/slideLayout15.xml" /><Relationship Id="rId6" Type="http://schemas.openxmlformats.org/officeDocument/2006/relationships/slideLayout" Target="../slideLayouts/slideLayout20.xml" /><Relationship Id="rId11" Type="http://schemas.openxmlformats.org/officeDocument/2006/relationships/slideLayout" Target="../slideLayouts/slideLayout25.xml" /><Relationship Id="rId5" Type="http://schemas.openxmlformats.org/officeDocument/2006/relationships/slideLayout" Target="../slideLayouts/slideLayout19.xml" /><Relationship Id="rId15" Type="http://schemas.openxmlformats.org/officeDocument/2006/relationships/theme" Target="../theme/theme2.xml" /><Relationship Id="rId10" Type="http://schemas.openxmlformats.org/officeDocument/2006/relationships/slideLayout" Target="../slideLayouts/slideLayout24.xml" /><Relationship Id="rId4" Type="http://schemas.openxmlformats.org/officeDocument/2006/relationships/slideLayout" Target="../slideLayouts/slideLayout18.xml" /><Relationship Id="rId9" Type="http://schemas.openxmlformats.org/officeDocument/2006/relationships/slideLayout" Target="../slideLayouts/slideLayout23.xml" /><Relationship Id="rId14" Type="http://schemas.openxmlformats.org/officeDocument/2006/relationships/slideLayout" Target="../slideLayouts/slideLayout28.xml" /></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 /><Relationship Id="rId13" Type="http://schemas.openxmlformats.org/officeDocument/2006/relationships/slideLayout" Target="../slideLayouts/slideLayout41.xml" /><Relationship Id="rId18" Type="http://schemas.openxmlformats.org/officeDocument/2006/relationships/slideLayout" Target="../slideLayouts/slideLayout46.xml" /><Relationship Id="rId3" Type="http://schemas.openxmlformats.org/officeDocument/2006/relationships/slideLayout" Target="../slideLayouts/slideLayout31.xml" /><Relationship Id="rId7" Type="http://schemas.openxmlformats.org/officeDocument/2006/relationships/slideLayout" Target="../slideLayouts/slideLayout35.xml" /><Relationship Id="rId12" Type="http://schemas.openxmlformats.org/officeDocument/2006/relationships/slideLayout" Target="../slideLayouts/slideLayout40.xml" /><Relationship Id="rId17" Type="http://schemas.openxmlformats.org/officeDocument/2006/relationships/slideLayout" Target="../slideLayouts/slideLayout45.xml" /><Relationship Id="rId2" Type="http://schemas.openxmlformats.org/officeDocument/2006/relationships/slideLayout" Target="../slideLayouts/slideLayout30.xml" /><Relationship Id="rId16" Type="http://schemas.openxmlformats.org/officeDocument/2006/relationships/slideLayout" Target="../slideLayouts/slideLayout44.xml" /><Relationship Id="rId20" Type="http://schemas.openxmlformats.org/officeDocument/2006/relationships/theme" Target="../theme/theme3.xml" /><Relationship Id="rId1" Type="http://schemas.openxmlformats.org/officeDocument/2006/relationships/slideLayout" Target="../slideLayouts/slideLayout29.xml" /><Relationship Id="rId6" Type="http://schemas.openxmlformats.org/officeDocument/2006/relationships/slideLayout" Target="../slideLayouts/slideLayout34.xml" /><Relationship Id="rId11" Type="http://schemas.openxmlformats.org/officeDocument/2006/relationships/slideLayout" Target="../slideLayouts/slideLayout39.xml" /><Relationship Id="rId5" Type="http://schemas.openxmlformats.org/officeDocument/2006/relationships/slideLayout" Target="../slideLayouts/slideLayout33.xml" /><Relationship Id="rId15" Type="http://schemas.openxmlformats.org/officeDocument/2006/relationships/slideLayout" Target="../slideLayouts/slideLayout43.xml" /><Relationship Id="rId10" Type="http://schemas.openxmlformats.org/officeDocument/2006/relationships/slideLayout" Target="../slideLayouts/slideLayout38.xml" /><Relationship Id="rId19" Type="http://schemas.openxmlformats.org/officeDocument/2006/relationships/slideLayout" Target="../slideLayouts/slideLayout47.xml" /><Relationship Id="rId4" Type="http://schemas.openxmlformats.org/officeDocument/2006/relationships/slideLayout" Target="../slideLayouts/slideLayout32.xml" /><Relationship Id="rId9" Type="http://schemas.openxmlformats.org/officeDocument/2006/relationships/slideLayout" Target="../slideLayouts/slideLayout37.xml" /><Relationship Id="rId14" Type="http://schemas.openxmlformats.org/officeDocument/2006/relationships/slideLayout" Target="../slideLayouts/slideLayout42.xml" /></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 /><Relationship Id="rId3" Type="http://schemas.openxmlformats.org/officeDocument/2006/relationships/slideLayout" Target="../slideLayouts/slideLayout50.xml" /><Relationship Id="rId7" Type="http://schemas.openxmlformats.org/officeDocument/2006/relationships/slideLayout" Target="../slideLayouts/slideLayout54.xml" /><Relationship Id="rId2" Type="http://schemas.openxmlformats.org/officeDocument/2006/relationships/slideLayout" Target="../slideLayouts/slideLayout49.xml" /><Relationship Id="rId1" Type="http://schemas.openxmlformats.org/officeDocument/2006/relationships/slideLayout" Target="../slideLayouts/slideLayout48.xml" /><Relationship Id="rId6" Type="http://schemas.openxmlformats.org/officeDocument/2006/relationships/slideLayout" Target="../slideLayouts/slideLayout53.xml" /><Relationship Id="rId5" Type="http://schemas.openxmlformats.org/officeDocument/2006/relationships/slideLayout" Target="../slideLayouts/slideLayout52.xml" /><Relationship Id="rId4" Type="http://schemas.openxmlformats.org/officeDocument/2006/relationships/slideLayout" Target="../slideLayouts/slideLayout51.xml" /></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2.xml" /><Relationship Id="rId13" Type="http://schemas.openxmlformats.org/officeDocument/2006/relationships/slideLayout" Target="../slideLayouts/slideLayout67.xml" /><Relationship Id="rId18" Type="http://schemas.openxmlformats.org/officeDocument/2006/relationships/theme" Target="../theme/theme5.xml" /><Relationship Id="rId3" Type="http://schemas.openxmlformats.org/officeDocument/2006/relationships/slideLayout" Target="../slideLayouts/slideLayout57.xml" /><Relationship Id="rId7" Type="http://schemas.openxmlformats.org/officeDocument/2006/relationships/slideLayout" Target="../slideLayouts/slideLayout61.xml" /><Relationship Id="rId12" Type="http://schemas.openxmlformats.org/officeDocument/2006/relationships/slideLayout" Target="../slideLayouts/slideLayout66.xml" /><Relationship Id="rId17" Type="http://schemas.openxmlformats.org/officeDocument/2006/relationships/slideLayout" Target="../slideLayouts/slideLayout71.xml" /><Relationship Id="rId2" Type="http://schemas.openxmlformats.org/officeDocument/2006/relationships/slideLayout" Target="../slideLayouts/slideLayout56.xml" /><Relationship Id="rId16" Type="http://schemas.openxmlformats.org/officeDocument/2006/relationships/slideLayout" Target="../slideLayouts/slideLayout70.xml" /><Relationship Id="rId1" Type="http://schemas.openxmlformats.org/officeDocument/2006/relationships/slideLayout" Target="../slideLayouts/slideLayout55.xml" /><Relationship Id="rId6" Type="http://schemas.openxmlformats.org/officeDocument/2006/relationships/slideLayout" Target="../slideLayouts/slideLayout60.xml" /><Relationship Id="rId11" Type="http://schemas.openxmlformats.org/officeDocument/2006/relationships/slideLayout" Target="../slideLayouts/slideLayout65.xml" /><Relationship Id="rId5" Type="http://schemas.openxmlformats.org/officeDocument/2006/relationships/slideLayout" Target="../slideLayouts/slideLayout59.xml" /><Relationship Id="rId15" Type="http://schemas.openxmlformats.org/officeDocument/2006/relationships/slideLayout" Target="../slideLayouts/slideLayout69.xml" /><Relationship Id="rId10" Type="http://schemas.openxmlformats.org/officeDocument/2006/relationships/slideLayout" Target="../slideLayouts/slideLayout64.xml" /><Relationship Id="rId4" Type="http://schemas.openxmlformats.org/officeDocument/2006/relationships/slideLayout" Target="../slideLayouts/slideLayout58.xml" /><Relationship Id="rId9" Type="http://schemas.openxmlformats.org/officeDocument/2006/relationships/slideLayout" Target="../slideLayouts/slideLayout63.xml" /><Relationship Id="rId14" Type="http://schemas.openxmlformats.org/officeDocument/2006/relationships/slideLayout" Target="../slideLayouts/slideLayout68.xml" /></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9.xml" /><Relationship Id="rId3" Type="http://schemas.openxmlformats.org/officeDocument/2006/relationships/slideLayout" Target="../slideLayouts/slideLayout74.xml" /><Relationship Id="rId7" Type="http://schemas.openxmlformats.org/officeDocument/2006/relationships/slideLayout" Target="../slideLayouts/slideLayout78.xml" /><Relationship Id="rId2" Type="http://schemas.openxmlformats.org/officeDocument/2006/relationships/slideLayout" Target="../slideLayouts/slideLayout73.xml" /><Relationship Id="rId1" Type="http://schemas.openxmlformats.org/officeDocument/2006/relationships/slideLayout" Target="../slideLayouts/slideLayout72.xml" /><Relationship Id="rId6" Type="http://schemas.openxmlformats.org/officeDocument/2006/relationships/slideLayout" Target="../slideLayouts/slideLayout77.xml" /><Relationship Id="rId5" Type="http://schemas.openxmlformats.org/officeDocument/2006/relationships/slideLayout" Target="../slideLayouts/slideLayout76.xml" /><Relationship Id="rId4" Type="http://schemas.openxmlformats.org/officeDocument/2006/relationships/slideLayout" Target="../slideLayouts/slideLayout75.xml" /><Relationship Id="rId9" Type="http://schemas.openxmlformats.org/officeDocument/2006/relationships/theme" Target="../theme/theme6.xml" /></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7.xml" /><Relationship Id="rId13" Type="http://schemas.openxmlformats.org/officeDocument/2006/relationships/slideLayout" Target="../slideLayouts/slideLayout92.xml" /><Relationship Id="rId3" Type="http://schemas.openxmlformats.org/officeDocument/2006/relationships/slideLayout" Target="../slideLayouts/slideLayout82.xml" /><Relationship Id="rId7" Type="http://schemas.openxmlformats.org/officeDocument/2006/relationships/slideLayout" Target="../slideLayouts/slideLayout86.xml" /><Relationship Id="rId12" Type="http://schemas.openxmlformats.org/officeDocument/2006/relationships/slideLayout" Target="../slideLayouts/slideLayout91.xml" /><Relationship Id="rId17" Type="http://schemas.openxmlformats.org/officeDocument/2006/relationships/image" Target="../media/image3.png" /><Relationship Id="rId2" Type="http://schemas.openxmlformats.org/officeDocument/2006/relationships/slideLayout" Target="../slideLayouts/slideLayout81.xml" /><Relationship Id="rId16" Type="http://schemas.openxmlformats.org/officeDocument/2006/relationships/theme" Target="../theme/theme7.xml" /><Relationship Id="rId1" Type="http://schemas.openxmlformats.org/officeDocument/2006/relationships/slideLayout" Target="../slideLayouts/slideLayout80.xml" /><Relationship Id="rId6" Type="http://schemas.openxmlformats.org/officeDocument/2006/relationships/slideLayout" Target="../slideLayouts/slideLayout85.xml" /><Relationship Id="rId11" Type="http://schemas.openxmlformats.org/officeDocument/2006/relationships/slideLayout" Target="../slideLayouts/slideLayout90.xml" /><Relationship Id="rId5" Type="http://schemas.openxmlformats.org/officeDocument/2006/relationships/slideLayout" Target="../slideLayouts/slideLayout84.xml" /><Relationship Id="rId15" Type="http://schemas.openxmlformats.org/officeDocument/2006/relationships/slideLayout" Target="../slideLayouts/slideLayout94.xml" /><Relationship Id="rId10" Type="http://schemas.openxmlformats.org/officeDocument/2006/relationships/slideLayout" Target="../slideLayouts/slideLayout89.xml" /><Relationship Id="rId4" Type="http://schemas.openxmlformats.org/officeDocument/2006/relationships/slideLayout" Target="../slideLayouts/slideLayout83.xml" /><Relationship Id="rId9" Type="http://schemas.openxmlformats.org/officeDocument/2006/relationships/slideLayout" Target="../slideLayouts/slideLayout88.xml" /><Relationship Id="rId14" Type="http://schemas.openxmlformats.org/officeDocument/2006/relationships/slideLayout" Target="../slideLayouts/slideLayout93.xml" /></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02.xml" /><Relationship Id="rId13" Type="http://schemas.openxmlformats.org/officeDocument/2006/relationships/slideLayout" Target="../slideLayouts/slideLayout107.xml" /><Relationship Id="rId3" Type="http://schemas.openxmlformats.org/officeDocument/2006/relationships/slideLayout" Target="../slideLayouts/slideLayout97.xml" /><Relationship Id="rId7" Type="http://schemas.openxmlformats.org/officeDocument/2006/relationships/slideLayout" Target="../slideLayouts/slideLayout101.xml" /><Relationship Id="rId12" Type="http://schemas.openxmlformats.org/officeDocument/2006/relationships/slideLayout" Target="../slideLayouts/slideLayout106.xml" /><Relationship Id="rId2" Type="http://schemas.openxmlformats.org/officeDocument/2006/relationships/slideLayout" Target="../slideLayouts/slideLayout96.xml" /><Relationship Id="rId1" Type="http://schemas.openxmlformats.org/officeDocument/2006/relationships/slideLayout" Target="../slideLayouts/slideLayout95.xml" /><Relationship Id="rId6" Type="http://schemas.openxmlformats.org/officeDocument/2006/relationships/slideLayout" Target="../slideLayouts/slideLayout100.xml" /><Relationship Id="rId11" Type="http://schemas.openxmlformats.org/officeDocument/2006/relationships/slideLayout" Target="../slideLayouts/slideLayout105.xml" /><Relationship Id="rId5" Type="http://schemas.openxmlformats.org/officeDocument/2006/relationships/slideLayout" Target="../slideLayouts/slideLayout99.xml" /><Relationship Id="rId10" Type="http://schemas.openxmlformats.org/officeDocument/2006/relationships/slideLayout" Target="../slideLayouts/slideLayout104.xml" /><Relationship Id="rId4" Type="http://schemas.openxmlformats.org/officeDocument/2006/relationships/slideLayout" Target="../slideLayouts/slideLayout98.xml" /><Relationship Id="rId9" Type="http://schemas.openxmlformats.org/officeDocument/2006/relationships/slideLayout" Target="../slideLayouts/slideLayout103.xml" /><Relationship Id="rId14" Type="http://schemas.openxmlformats.org/officeDocument/2006/relationships/theme" Target="../theme/theme8.xml" /></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15.xml" /><Relationship Id="rId13" Type="http://schemas.openxmlformats.org/officeDocument/2006/relationships/slideLayout" Target="../slideLayouts/slideLayout120.xml" /><Relationship Id="rId3" Type="http://schemas.openxmlformats.org/officeDocument/2006/relationships/slideLayout" Target="../slideLayouts/slideLayout110.xml" /><Relationship Id="rId7" Type="http://schemas.openxmlformats.org/officeDocument/2006/relationships/slideLayout" Target="../slideLayouts/slideLayout114.xml" /><Relationship Id="rId12" Type="http://schemas.openxmlformats.org/officeDocument/2006/relationships/slideLayout" Target="../slideLayouts/slideLayout119.xml" /><Relationship Id="rId2" Type="http://schemas.openxmlformats.org/officeDocument/2006/relationships/slideLayout" Target="../slideLayouts/slideLayout109.xml" /><Relationship Id="rId1" Type="http://schemas.openxmlformats.org/officeDocument/2006/relationships/slideLayout" Target="../slideLayouts/slideLayout108.xml" /><Relationship Id="rId6" Type="http://schemas.openxmlformats.org/officeDocument/2006/relationships/slideLayout" Target="../slideLayouts/slideLayout113.xml" /><Relationship Id="rId11" Type="http://schemas.openxmlformats.org/officeDocument/2006/relationships/slideLayout" Target="../slideLayouts/slideLayout118.xml" /><Relationship Id="rId5" Type="http://schemas.openxmlformats.org/officeDocument/2006/relationships/slideLayout" Target="../slideLayouts/slideLayout112.xml" /><Relationship Id="rId15" Type="http://schemas.openxmlformats.org/officeDocument/2006/relationships/image" Target="../media/image3.png" /><Relationship Id="rId10" Type="http://schemas.openxmlformats.org/officeDocument/2006/relationships/slideLayout" Target="../slideLayouts/slideLayout117.xml" /><Relationship Id="rId4" Type="http://schemas.openxmlformats.org/officeDocument/2006/relationships/slideLayout" Target="../slideLayouts/slideLayout111.xml" /><Relationship Id="rId9" Type="http://schemas.openxmlformats.org/officeDocument/2006/relationships/slideLayout" Target="../slideLayouts/slideLayout116.xml" /><Relationship Id="rId14" Type="http://schemas.openxmlformats.org/officeDocument/2006/relationships/theme" Target="../theme/theme9.xml" /></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28.xml" /><Relationship Id="rId13" Type="http://schemas.openxmlformats.org/officeDocument/2006/relationships/slideLayout" Target="../slideLayouts/slideLayout133.xml" /><Relationship Id="rId3" Type="http://schemas.openxmlformats.org/officeDocument/2006/relationships/slideLayout" Target="../slideLayouts/slideLayout123.xml" /><Relationship Id="rId7" Type="http://schemas.openxmlformats.org/officeDocument/2006/relationships/slideLayout" Target="../slideLayouts/slideLayout127.xml" /><Relationship Id="rId12" Type="http://schemas.openxmlformats.org/officeDocument/2006/relationships/slideLayout" Target="../slideLayouts/slideLayout132.xml" /><Relationship Id="rId17" Type="http://schemas.openxmlformats.org/officeDocument/2006/relationships/image" Target="../media/image3.png" /><Relationship Id="rId2" Type="http://schemas.openxmlformats.org/officeDocument/2006/relationships/slideLayout" Target="../slideLayouts/slideLayout122.xml" /><Relationship Id="rId16" Type="http://schemas.openxmlformats.org/officeDocument/2006/relationships/theme" Target="../theme/theme10.xml" /><Relationship Id="rId1" Type="http://schemas.openxmlformats.org/officeDocument/2006/relationships/slideLayout" Target="../slideLayouts/slideLayout121.xml" /><Relationship Id="rId6" Type="http://schemas.openxmlformats.org/officeDocument/2006/relationships/slideLayout" Target="../slideLayouts/slideLayout126.xml" /><Relationship Id="rId11" Type="http://schemas.openxmlformats.org/officeDocument/2006/relationships/slideLayout" Target="../slideLayouts/slideLayout131.xml" /><Relationship Id="rId5" Type="http://schemas.openxmlformats.org/officeDocument/2006/relationships/slideLayout" Target="../slideLayouts/slideLayout125.xml" /><Relationship Id="rId15" Type="http://schemas.openxmlformats.org/officeDocument/2006/relationships/slideLayout" Target="../slideLayouts/slideLayout135.xml" /><Relationship Id="rId10" Type="http://schemas.openxmlformats.org/officeDocument/2006/relationships/slideLayout" Target="../slideLayouts/slideLayout130.xml" /><Relationship Id="rId4" Type="http://schemas.openxmlformats.org/officeDocument/2006/relationships/slideLayout" Target="../slideLayouts/slideLayout124.xml" /><Relationship Id="rId9" Type="http://schemas.openxmlformats.org/officeDocument/2006/relationships/slideLayout" Target="../slideLayouts/slideLayout129.xml" /><Relationship Id="rId14" Type="http://schemas.openxmlformats.org/officeDocument/2006/relationships/slideLayout" Target="../slideLayouts/slideLayout13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SzPts val="1400"/>
              <a:buNone/>
              <a:defRPr sz="40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4000" b="1"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4000" b="1"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4000" b="1"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4000" b="1"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4000" b="1"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4000" b="1"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4000" b="1"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4000" b="1" i="0" u="none" strike="noStrike" cap="none">
                <a:solidFill>
                  <a:schemeClr val="dk1"/>
                </a:solidFill>
                <a:latin typeface="Arial"/>
                <a:ea typeface="Arial"/>
                <a:cs typeface="Arial"/>
                <a:sym typeface="Arial"/>
              </a:defRPr>
            </a:lvl9pPr>
          </a:lstStyle>
          <a:p>
            <a:endParaRPr/>
          </a:p>
        </p:txBody>
      </p:sp>
      <p:sp>
        <p:nvSpPr>
          <p:cNvPr id="11" name="Google Shape;11;p6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4" name="Google Shape;14;p6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88888"/>
                </a:solidFill>
                <a:latin typeface="Arial"/>
                <a:ea typeface="Arial"/>
                <a:cs typeface="Arial"/>
                <a:sym typeface="Arial"/>
              </a:defRPr>
            </a:lvl1pPr>
            <a:lvl2pPr marL="0" marR="0" lvl="1" indent="0" algn="r" rtl="0">
              <a:spcBef>
                <a:spcPts val="0"/>
              </a:spcBef>
              <a:spcAft>
                <a:spcPts val="0"/>
              </a:spcAft>
              <a:buNone/>
              <a:defRPr sz="1200" b="0" i="0" u="none" strike="noStrike" cap="none">
                <a:solidFill>
                  <a:srgbClr val="888888"/>
                </a:solidFill>
                <a:latin typeface="Arial"/>
                <a:ea typeface="Arial"/>
                <a:cs typeface="Arial"/>
                <a:sym typeface="Arial"/>
              </a:defRPr>
            </a:lvl2pPr>
            <a:lvl3pPr marL="0" marR="0" lvl="2" indent="0" algn="r" rtl="0">
              <a:spcBef>
                <a:spcPts val="0"/>
              </a:spcBef>
              <a:spcAft>
                <a:spcPts val="0"/>
              </a:spcAft>
              <a:buNone/>
              <a:defRPr sz="1200" b="0" i="0" u="none" strike="noStrike" cap="none">
                <a:solidFill>
                  <a:srgbClr val="888888"/>
                </a:solidFill>
                <a:latin typeface="Arial"/>
                <a:ea typeface="Arial"/>
                <a:cs typeface="Arial"/>
                <a:sym typeface="Arial"/>
              </a:defRPr>
            </a:lvl3pPr>
            <a:lvl4pPr marL="0" marR="0" lvl="3" indent="0" algn="r" rtl="0">
              <a:spcBef>
                <a:spcPts val="0"/>
              </a:spcBef>
              <a:spcAft>
                <a:spcPts val="0"/>
              </a:spcAft>
              <a:buNone/>
              <a:defRPr sz="1200" b="0" i="0" u="none" strike="noStrike" cap="none">
                <a:solidFill>
                  <a:srgbClr val="888888"/>
                </a:solidFill>
                <a:latin typeface="Arial"/>
                <a:ea typeface="Arial"/>
                <a:cs typeface="Arial"/>
                <a:sym typeface="Arial"/>
              </a:defRPr>
            </a:lvl4pPr>
            <a:lvl5pPr marL="0" marR="0" lvl="4" indent="0" algn="r" rtl="0">
              <a:spcBef>
                <a:spcPts val="0"/>
              </a:spcBef>
              <a:spcAft>
                <a:spcPts val="0"/>
              </a:spcAft>
              <a:buNone/>
              <a:defRPr sz="1200" b="0" i="0" u="none" strike="noStrike" cap="none">
                <a:solidFill>
                  <a:srgbClr val="888888"/>
                </a:solidFill>
                <a:latin typeface="Arial"/>
                <a:ea typeface="Arial"/>
                <a:cs typeface="Arial"/>
                <a:sym typeface="Arial"/>
              </a:defRPr>
            </a:lvl5pPr>
            <a:lvl6pPr marL="0" marR="0" lvl="5" indent="0" algn="r" rtl="0">
              <a:spcBef>
                <a:spcPts val="0"/>
              </a:spcBef>
              <a:spcAft>
                <a:spcPts val="0"/>
              </a:spcAft>
              <a:buNone/>
              <a:defRPr sz="1200" b="0" i="0" u="none" strike="noStrike" cap="none">
                <a:solidFill>
                  <a:srgbClr val="888888"/>
                </a:solidFill>
                <a:latin typeface="Arial"/>
                <a:ea typeface="Arial"/>
                <a:cs typeface="Arial"/>
                <a:sym typeface="Arial"/>
              </a:defRPr>
            </a:lvl6pPr>
            <a:lvl7pPr marL="0" marR="0" lvl="6" indent="0" algn="r" rtl="0">
              <a:spcBef>
                <a:spcPts val="0"/>
              </a:spcBef>
              <a:spcAft>
                <a:spcPts val="0"/>
              </a:spcAft>
              <a:buNone/>
              <a:defRPr sz="1200" b="0" i="0" u="none" strike="noStrike" cap="none">
                <a:solidFill>
                  <a:srgbClr val="888888"/>
                </a:solidFill>
                <a:latin typeface="Arial"/>
                <a:ea typeface="Arial"/>
                <a:cs typeface="Arial"/>
                <a:sym typeface="Arial"/>
              </a:defRPr>
            </a:lvl7pPr>
            <a:lvl8pPr marL="0" marR="0" lvl="7" indent="0" algn="r" rtl="0">
              <a:spcBef>
                <a:spcPts val="0"/>
              </a:spcBef>
              <a:spcAft>
                <a:spcPts val="0"/>
              </a:spcAft>
              <a:buNone/>
              <a:defRPr sz="1200" b="0" i="0" u="none" strike="noStrike" cap="none">
                <a:solidFill>
                  <a:srgbClr val="888888"/>
                </a:solidFill>
                <a:latin typeface="Arial"/>
                <a:ea typeface="Arial"/>
                <a:cs typeface="Arial"/>
                <a:sym typeface="Arial"/>
              </a:defRPr>
            </a:lvl8pPr>
            <a:lvl9pPr marL="0" marR="0" lvl="8" indent="0" algn="r" rtl="0">
              <a:spcBef>
                <a:spcPts val="0"/>
              </a:spcBef>
              <a:spcAft>
                <a:spcPts val="0"/>
              </a:spcAft>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2"/>
        <p:cNvGrpSpPr/>
        <p:nvPr/>
      </p:nvGrpSpPr>
      <p:grpSpPr>
        <a:xfrm>
          <a:off x="0" y="0"/>
          <a:ext cx="0" cy="0"/>
          <a:chOff x="0" y="0"/>
          <a:chExt cx="0" cy="0"/>
        </a:xfrm>
      </p:grpSpPr>
      <p:sp>
        <p:nvSpPr>
          <p:cNvPr id="193" name="Google Shape;193;p6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94" name="Google Shape;194;p65"/>
          <p:cNvSpPr txBox="1"/>
          <p:nvPr/>
        </p:nvSpPr>
        <p:spPr>
          <a:xfrm>
            <a:off x="3276600" y="6596390"/>
            <a:ext cx="5867400" cy="26161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Pilani Campus</a:t>
            </a:r>
            <a:endParaRPr/>
          </a:p>
        </p:txBody>
      </p:sp>
      <p:pic>
        <p:nvPicPr>
          <p:cNvPr id="195" name="Google Shape;195;p65" descr="Picture 7.png"/>
          <p:cNvPicPr preferRelativeResize="0"/>
          <p:nvPr/>
        </p:nvPicPr>
        <p:blipFill rotWithShape="1">
          <a:blip r:embed="rId16">
            <a:alphaModFix/>
          </a:blip>
          <a:srcRect l="1923" b="5335"/>
          <a:stretch/>
        </p:blipFill>
        <p:spPr>
          <a:xfrm>
            <a:off x="6629400" y="-1"/>
            <a:ext cx="2193193" cy="692697"/>
          </a:xfrm>
          <a:prstGeom prst="rect">
            <a:avLst/>
          </a:prstGeom>
          <a:noFill/>
          <a:ln>
            <a:noFill/>
          </a:ln>
        </p:spPr>
      </p:pic>
      <p:grpSp>
        <p:nvGrpSpPr>
          <p:cNvPr id="196" name="Google Shape;196;p65"/>
          <p:cNvGrpSpPr/>
          <p:nvPr/>
        </p:nvGrpSpPr>
        <p:grpSpPr>
          <a:xfrm>
            <a:off x="2133600" y="6553200"/>
            <a:ext cx="7010400" cy="45719"/>
            <a:chOff x="1905000" y="6553200"/>
            <a:chExt cx="7010400" cy="45719"/>
          </a:xfrm>
        </p:grpSpPr>
        <p:sp>
          <p:nvSpPr>
            <p:cNvPr id="197" name="Google Shape;197;p65"/>
            <p:cNvSpPr/>
            <p:nvPr/>
          </p:nvSpPr>
          <p:spPr>
            <a:xfrm>
              <a:off x="4267200" y="6553200"/>
              <a:ext cx="2328591"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Tahoma"/>
                <a:ea typeface="Tahoma"/>
                <a:cs typeface="Tahoma"/>
                <a:sym typeface="Tahoma"/>
              </a:endParaRPr>
            </a:p>
          </p:txBody>
        </p:sp>
        <p:sp>
          <p:nvSpPr>
            <p:cNvPr id="198" name="Google Shape;198;p65"/>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Tahoma"/>
                <a:ea typeface="Tahoma"/>
                <a:cs typeface="Tahoma"/>
                <a:sym typeface="Tahoma"/>
              </a:endParaRPr>
            </a:p>
          </p:txBody>
        </p:sp>
        <p:sp>
          <p:nvSpPr>
            <p:cNvPr id="199" name="Google Shape;199;p65"/>
            <p:cNvSpPr/>
            <p:nvPr/>
          </p:nvSpPr>
          <p:spPr>
            <a:xfrm>
              <a:off x="6586809" y="6553200"/>
              <a:ext cx="2328591"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Tahoma"/>
                <a:ea typeface="Tahoma"/>
                <a:cs typeface="Tahoma"/>
                <a:sym typeface="Tahoma"/>
              </a:endParaRPr>
            </a:p>
          </p:txBody>
        </p:sp>
      </p:grpSp>
      <p:grpSp>
        <p:nvGrpSpPr>
          <p:cNvPr id="200" name="Google Shape;200;p65"/>
          <p:cNvGrpSpPr/>
          <p:nvPr/>
        </p:nvGrpSpPr>
        <p:grpSpPr>
          <a:xfrm>
            <a:off x="0" y="1295400"/>
            <a:ext cx="7010400" cy="45719"/>
            <a:chOff x="1905000" y="6553200"/>
            <a:chExt cx="7010400" cy="45719"/>
          </a:xfrm>
        </p:grpSpPr>
        <p:sp>
          <p:nvSpPr>
            <p:cNvPr id="201" name="Google Shape;201;p65"/>
            <p:cNvSpPr/>
            <p:nvPr/>
          </p:nvSpPr>
          <p:spPr>
            <a:xfrm>
              <a:off x="4267200" y="6553200"/>
              <a:ext cx="2328591"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Tahoma"/>
                <a:ea typeface="Tahoma"/>
                <a:cs typeface="Tahoma"/>
                <a:sym typeface="Tahoma"/>
              </a:endParaRPr>
            </a:p>
          </p:txBody>
        </p:sp>
        <p:sp>
          <p:nvSpPr>
            <p:cNvPr id="202" name="Google Shape;202;p65"/>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Tahoma"/>
                <a:ea typeface="Tahoma"/>
                <a:cs typeface="Tahoma"/>
                <a:sym typeface="Tahoma"/>
              </a:endParaRPr>
            </a:p>
          </p:txBody>
        </p:sp>
        <p:sp>
          <p:nvSpPr>
            <p:cNvPr id="203" name="Google Shape;203;p65"/>
            <p:cNvSpPr/>
            <p:nvPr/>
          </p:nvSpPr>
          <p:spPr>
            <a:xfrm>
              <a:off x="6586809" y="6553200"/>
              <a:ext cx="2328591"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Tahoma"/>
                <a:ea typeface="Tahoma"/>
                <a:cs typeface="Tahoma"/>
                <a:sym typeface="Tahoma"/>
              </a:endParaRPr>
            </a:p>
          </p:txBody>
        </p:sp>
      </p:grpSp>
    </p:spTree>
  </p:cSld>
  <p:clrMap bg1="lt1" tx1="dk1" bg2="dk2" tx2="lt2" accent1="accent1" accent2="accent2" accent3="accent3" accent4="accent4" accent5="accent5" accent6="accent6" hlink="hlink" folHlink="folHlink"/>
  <p:sldLayoutIdLst>
    <p:sldLayoutId id="2147483664"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712"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07"/>
        <p:cNvGrpSpPr/>
        <p:nvPr/>
      </p:nvGrpSpPr>
      <p:grpSpPr>
        <a:xfrm>
          <a:off x="0" y="0"/>
          <a:ext cx="0" cy="0"/>
          <a:chOff x="0" y="0"/>
          <a:chExt cx="0" cy="0"/>
        </a:xfrm>
      </p:grpSpPr>
      <p:sp>
        <p:nvSpPr>
          <p:cNvPr id="308" name="Google Shape;308;p6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09" name="Google Shape;309;p6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10" name="Google Shape;310;p6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311" name="Google Shape;311;p6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312" name="Google Shape;312;p6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706" r:id="rId14"/>
    <p:sldLayoutId id="2147483707" r:id="rId15"/>
    <p:sldLayoutId id="2147483708" r:id="rId16"/>
    <p:sldLayoutId id="2147483709" r:id="rId17"/>
    <p:sldLayoutId id="2147483710" r:id="rId18"/>
    <p:sldLayoutId id="2147483711" r:id="rId1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51866" y="275590"/>
            <a:ext cx="6746468" cy="799033"/>
          </a:xfrm>
          <a:prstGeom prst="rect">
            <a:avLst/>
          </a:prstGeom>
        </p:spPr>
        <p:txBody>
          <a:bodyPr wrap="square" lIns="0" tIns="0" rIns="0" bIns="0">
            <a:spAutoFit/>
          </a:bodyPr>
          <a:lstStyle>
            <a:lvl1pPr>
              <a:defRPr sz="2400" b="1" i="0">
                <a:solidFill>
                  <a:schemeClr val="tx1"/>
                </a:solidFill>
                <a:latin typeface="Arial"/>
                <a:cs typeface="Arial"/>
              </a:defRPr>
            </a:lvl1pPr>
          </a:lstStyle>
          <a:p>
            <a:endParaRPr/>
          </a:p>
        </p:txBody>
      </p:sp>
      <p:sp>
        <p:nvSpPr>
          <p:cNvPr id="3" name="Holder 3"/>
          <p:cNvSpPr>
            <a:spLocks noGrp="1"/>
          </p:cNvSpPr>
          <p:nvPr>
            <p:ph type="body" idx="1"/>
          </p:nvPr>
        </p:nvSpPr>
        <p:spPr>
          <a:xfrm>
            <a:off x="335686" y="1274445"/>
            <a:ext cx="8536305" cy="3578860"/>
          </a:xfrm>
          <a:prstGeom prst="rect">
            <a:avLst/>
          </a:prstGeom>
        </p:spPr>
        <p:txBody>
          <a:bodyPr wrap="square" lIns="0" tIns="0" rIns="0" bIns="0">
            <a:spAutoFit/>
          </a:bodyPr>
          <a:lstStyle>
            <a:lvl1pPr>
              <a:defRPr sz="1800" b="0" i="0">
                <a:solidFill>
                  <a:schemeClr val="tx1"/>
                </a:solidFill>
                <a:latin typeface="Arial"/>
                <a:cs typeface="Arial"/>
              </a:defRPr>
            </a:lvl1pPr>
          </a:lstStyle>
          <a:p>
            <a:endParaRPr/>
          </a:p>
        </p:txBody>
      </p:sp>
      <p:sp>
        <p:nvSpPr>
          <p:cNvPr id="4" name="Holder 4"/>
          <p:cNvSpPr>
            <a:spLocks noGrp="1"/>
          </p:cNvSpPr>
          <p:nvPr>
            <p:ph type="ftr" sz="quarter" idx="5"/>
          </p:nvPr>
        </p:nvSpPr>
        <p:spPr>
          <a:xfrm>
            <a:off x="7356729" y="6642478"/>
            <a:ext cx="1709420" cy="182549"/>
          </a:xfrm>
          <a:prstGeom prst="rect">
            <a:avLst/>
          </a:prstGeom>
        </p:spPr>
        <p:txBody>
          <a:bodyPr wrap="square" lIns="0" tIns="0" rIns="0" bIns="0">
            <a:spAutoFit/>
          </a:bodyPr>
          <a:lstStyle>
            <a:lvl1pPr>
              <a:defRPr sz="1100" b="0" i="0">
                <a:solidFill>
                  <a:srgbClr val="0F1141"/>
                </a:solidFill>
                <a:latin typeface="Arial"/>
                <a:cs typeface="Arial"/>
              </a:defRPr>
            </a:lvl1pPr>
          </a:lstStyle>
          <a:p>
            <a:pPr marL="12700" marR="0" lvl="0" indent="0" defTabSz="914400" eaLnBrk="1" fontAlgn="auto" latinLnBrk="0" hangingPunct="1">
              <a:lnSpc>
                <a:spcPct val="100000"/>
              </a:lnSpc>
              <a:spcBef>
                <a:spcPts val="0"/>
              </a:spcBef>
              <a:spcAft>
                <a:spcPts val="0"/>
              </a:spcAft>
              <a:buClrTx/>
              <a:buSzTx/>
              <a:buFontTx/>
              <a:buNone/>
              <a:tabLst/>
              <a:defRPr/>
            </a:pPr>
            <a:endParaRPr kumimoji="0" sz="1100" b="0" i="0" u="none" strike="noStrike" kern="0" cap="none" spc="-10" normalizeH="0" baseline="0" noProof="0" dirty="0">
              <a:ln>
                <a:noFill/>
              </a:ln>
              <a:solidFill>
                <a:srgbClr val="0F1141"/>
              </a:solidFill>
              <a:effectLst/>
              <a:uLnTx/>
              <a:uFillTx/>
              <a:latin typeface="Arial"/>
              <a:cs typeface="Arial"/>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tint val="75000"/>
                </a:prstClr>
              </a:solidFill>
              <a:effectLst/>
              <a:uLnTx/>
              <a:uFillTx/>
            </a:endParaRPr>
          </a:p>
        </p:txBody>
      </p:sp>
      <p:sp>
        <p:nvSpPr>
          <p:cNvPr id="6" name="Holder 6"/>
          <p:cNvSpPr>
            <a:spLocks noGrp="1"/>
          </p:cNvSpPr>
          <p:nvPr>
            <p:ph type="sldNum" sz="quarter" idx="7"/>
          </p:nvPr>
        </p:nvSpPr>
        <p:spPr>
          <a:xfrm>
            <a:off x="7356729" y="6286011"/>
            <a:ext cx="1709420" cy="539115"/>
          </a:xfrm>
          <a:prstGeom prst="rect">
            <a:avLst/>
          </a:prstGeom>
        </p:spPr>
        <p:txBody>
          <a:bodyPr wrap="square" lIns="0" tIns="0" rIns="0" bIns="0">
            <a:spAutoFit/>
          </a:bodyPr>
          <a:lstStyle>
            <a:lvl1pPr>
              <a:defRPr sz="1600" b="1" i="0">
                <a:solidFill>
                  <a:schemeClr val="tx1"/>
                </a:solidFill>
                <a:latin typeface="Times New Roman"/>
                <a:cs typeface="Times New Roman"/>
              </a:defRPr>
            </a:lvl1pPr>
          </a:lstStyle>
          <a:p>
            <a:pPr marL="0" marR="224154" lvl="0" indent="0" algn="r" defTabSz="914400" eaLnBrk="1" fontAlgn="auto" latinLnBrk="0" hangingPunct="1">
              <a:lnSpc>
                <a:spcPts val="1855"/>
              </a:lnSpc>
              <a:spcBef>
                <a:spcPts val="0"/>
              </a:spcBef>
              <a:spcAft>
                <a:spcPts val="0"/>
              </a:spcAft>
              <a:buClrTx/>
              <a:buSzTx/>
              <a:buFontTx/>
              <a:buNone/>
              <a:tabLst/>
              <a:defRPr/>
            </a:pPr>
            <a:fld id="{81D60167-4931-47E6-BA6A-407CBD079E47}" type="slidenum">
              <a:rPr kumimoji="0" sz="1600" b="1" i="0" u="none" strike="noStrike" kern="0" cap="none" spc="-25" normalizeH="0" baseline="0" noProof="0" dirty="0">
                <a:ln>
                  <a:noFill/>
                </a:ln>
                <a:solidFill>
                  <a:prstClr val="black"/>
                </a:solidFill>
                <a:effectLst/>
                <a:uLnTx/>
                <a:uFillTx/>
                <a:latin typeface="Times New Roman"/>
                <a:cs typeface="Times New Roman"/>
              </a:rPr>
              <a:pPr marL="0" marR="224154" lvl="0" indent="0" algn="r" defTabSz="914400" eaLnBrk="1" fontAlgn="auto" latinLnBrk="0" hangingPunct="1">
                <a:lnSpc>
                  <a:spcPts val="1855"/>
                </a:lnSpc>
                <a:spcBef>
                  <a:spcPts val="0"/>
                </a:spcBef>
                <a:spcAft>
                  <a:spcPts val="0"/>
                </a:spcAft>
                <a:buClrTx/>
                <a:buSzTx/>
                <a:buFontTx/>
                <a:buNone/>
                <a:tabLst/>
                <a:defRPr/>
              </a:pPr>
              <a:t>‹#›</a:t>
            </a:fld>
            <a:endParaRPr kumimoji="0" sz="1600" b="1" i="0" u="none" strike="noStrike" kern="0" cap="none" spc="-25" normalizeH="0" baseline="0" noProof="0" dirty="0">
              <a:ln>
                <a:noFill/>
              </a:ln>
              <a:solidFill>
                <a:prstClr val="black"/>
              </a:solidFill>
              <a:effectLst/>
              <a:uLnTx/>
              <a:uFillTx/>
              <a:latin typeface="Times New Roman"/>
              <a:cs typeface="Times New Roman"/>
            </a:endParaRPr>
          </a:p>
          <a:p>
            <a:pPr marL="12700" marR="0" lvl="0" indent="0" defTabSz="914400" eaLnBrk="1" fontAlgn="auto" latinLnBrk="0" hangingPunct="1">
              <a:lnSpc>
                <a:spcPct val="100000"/>
              </a:lnSpc>
              <a:spcBef>
                <a:spcPts val="95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40"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4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10" normalizeH="0" baseline="0" noProof="0" dirty="0">
                <a:ln>
                  <a:noFill/>
                </a:ln>
                <a:solidFill>
                  <a:srgbClr val="0F1141"/>
                </a:solidFill>
                <a:effectLst/>
                <a:uLnTx/>
                <a:uFillTx/>
                <a:latin typeface="Arial"/>
                <a:cs typeface="Arial"/>
              </a:rPr>
              <a:t>Campus</a:t>
            </a:r>
            <a:endParaRPr kumimoji="0" sz="1100" b="1" i="0" u="none" strike="noStrike" kern="0" cap="none" spc="0" normalizeH="0" baseline="0" noProof="0">
              <a:ln>
                <a:noFill/>
              </a:ln>
              <a:solidFill>
                <a:prstClr val="black"/>
              </a:solidFill>
              <a:effectLst/>
              <a:uLnTx/>
              <a:uFillTx/>
              <a:latin typeface="Arial"/>
              <a:cs typeface="Arial"/>
            </a:endParaRPr>
          </a:p>
        </p:txBody>
      </p:sp>
    </p:spTree>
    <p:extLst>
      <p:ext uri="{BB962C8B-B14F-4D97-AF65-F5344CB8AC3E}">
        <p14:creationId xmlns:p14="http://schemas.microsoft.com/office/powerpoint/2010/main" val="193108981"/>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1" r:id="rId6"/>
    <p:sldLayoutId id="2147483725" r:id="rId7"/>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1027" name="Text Placeholder 2"/>
          <p:cNvSpPr>
            <a:spLocks noGrp="1"/>
          </p:cNvSpPr>
          <p:nvPr>
            <p:ph type="body" idx="1"/>
          </p:nvPr>
        </p:nvSpPr>
        <p:spPr bwMode="auto">
          <a:xfrm>
            <a:off x="457200" y="1600202"/>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Arial" pitchFamily="34" charset="0"/>
                <a:cs typeface="Arial" pitchFamily="34" charset="0"/>
              </a:defRPr>
            </a:lvl1pPr>
          </a:lstStyle>
          <a:p>
            <a:pPr defTabSz="685800">
              <a:buClrTx/>
              <a:defRPr/>
            </a:pPr>
            <a:endParaRPr lang="en-US" kern="1200" dirty="0">
              <a:solidFill>
                <a:prstClr val="black">
                  <a:tint val="75000"/>
                </a:prstClr>
              </a:solidFill>
              <a:ea typeface="+mn-ea"/>
            </a:endParaRPr>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chemeClr val="tx1">
                    <a:tint val="75000"/>
                  </a:schemeClr>
                </a:solidFill>
                <a:latin typeface="Arial" pitchFamily="34" charset="0"/>
                <a:cs typeface="Arial" pitchFamily="34" charset="0"/>
              </a:defRPr>
            </a:lvl1pPr>
          </a:lstStyle>
          <a:p>
            <a:pPr defTabSz="685800">
              <a:buClrTx/>
              <a:defRPr/>
            </a:pPr>
            <a:endParaRPr lang="en-US" kern="1200">
              <a:solidFill>
                <a:prstClr val="black">
                  <a:tint val="75000"/>
                </a:prstClr>
              </a:solidFill>
              <a:ea typeface="+mn-ea"/>
            </a:endParaRPr>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eaLnBrk="1" fontAlgn="auto" hangingPunct="1">
              <a:spcBef>
                <a:spcPts val="0"/>
              </a:spcBef>
              <a:spcAft>
                <a:spcPts val="0"/>
              </a:spcAft>
              <a:defRPr sz="900">
                <a:solidFill>
                  <a:schemeClr val="tx1">
                    <a:tint val="75000"/>
                  </a:schemeClr>
                </a:solidFill>
                <a:latin typeface="Arial" pitchFamily="34" charset="0"/>
                <a:cs typeface="Arial" pitchFamily="34" charset="0"/>
              </a:defRPr>
            </a:lvl1pPr>
          </a:lstStyle>
          <a:p>
            <a:pPr defTabSz="685800">
              <a:buClrTx/>
              <a:defRPr/>
            </a:pPr>
            <a:fld id="{F5CC805C-92E3-4A59-BD78-ADED19E05438}" type="slidenum">
              <a:rPr lang="en-US" kern="1200" smtClean="0">
                <a:solidFill>
                  <a:prstClr val="black">
                    <a:tint val="75000"/>
                  </a:prstClr>
                </a:solidFill>
                <a:ea typeface="+mn-ea"/>
              </a:rPr>
              <a:pPr defTabSz="685800">
                <a:buClrTx/>
                <a:defRPr/>
              </a:pPr>
              <a:t>‹#›</a:t>
            </a:fld>
            <a:endParaRPr lang="en-US" kern="1200" dirty="0">
              <a:solidFill>
                <a:prstClr val="black">
                  <a:tint val="75000"/>
                </a:prstClr>
              </a:solidFill>
              <a:ea typeface="+mn-ea"/>
            </a:endParaRPr>
          </a:p>
        </p:txBody>
      </p:sp>
    </p:spTree>
    <p:extLst>
      <p:ext uri="{BB962C8B-B14F-4D97-AF65-F5344CB8AC3E}">
        <p14:creationId xmlns:p14="http://schemas.microsoft.com/office/powerpoint/2010/main" val="315396088"/>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 id="2147483741" r:id="rId15"/>
    <p:sldLayoutId id="2147483742" r:id="rId16"/>
    <p:sldLayoutId id="2147483743" r:id="rId17"/>
  </p:sldLayoutIdLst>
  <p:hf hdr="0" ftr="0" dt="0"/>
  <p:txStyles>
    <p:titleStyle>
      <a:lvl1pPr algn="l" rtl="0" eaLnBrk="0" fontAlgn="base" hangingPunct="0">
        <a:spcBef>
          <a:spcPct val="0"/>
        </a:spcBef>
        <a:spcAft>
          <a:spcPct val="0"/>
        </a:spcAft>
        <a:defRPr sz="3000" b="1" kern="1200" spc="-113">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3000" b="1">
          <a:solidFill>
            <a:schemeClr val="tx1"/>
          </a:solidFill>
          <a:latin typeface="Arial" pitchFamily="34" charset="0"/>
          <a:cs typeface="Arial" pitchFamily="34" charset="0"/>
        </a:defRPr>
      </a:lvl2pPr>
      <a:lvl3pPr algn="l" rtl="0" eaLnBrk="0" fontAlgn="base" hangingPunct="0">
        <a:spcBef>
          <a:spcPct val="0"/>
        </a:spcBef>
        <a:spcAft>
          <a:spcPct val="0"/>
        </a:spcAft>
        <a:defRPr sz="3000" b="1">
          <a:solidFill>
            <a:schemeClr val="tx1"/>
          </a:solidFill>
          <a:latin typeface="Arial" pitchFamily="34" charset="0"/>
          <a:cs typeface="Arial" pitchFamily="34" charset="0"/>
        </a:defRPr>
      </a:lvl3pPr>
      <a:lvl4pPr algn="l" rtl="0" eaLnBrk="0" fontAlgn="base" hangingPunct="0">
        <a:spcBef>
          <a:spcPct val="0"/>
        </a:spcBef>
        <a:spcAft>
          <a:spcPct val="0"/>
        </a:spcAft>
        <a:defRPr sz="3000" b="1">
          <a:solidFill>
            <a:schemeClr val="tx1"/>
          </a:solidFill>
          <a:latin typeface="Arial" pitchFamily="34" charset="0"/>
          <a:cs typeface="Arial" pitchFamily="34" charset="0"/>
        </a:defRPr>
      </a:lvl4pPr>
      <a:lvl5pPr algn="l" rtl="0" eaLnBrk="0" fontAlgn="base" hangingPunct="0">
        <a:spcBef>
          <a:spcPct val="0"/>
        </a:spcBef>
        <a:spcAft>
          <a:spcPct val="0"/>
        </a:spcAft>
        <a:defRPr sz="3000" b="1">
          <a:solidFill>
            <a:schemeClr val="tx1"/>
          </a:solidFill>
          <a:latin typeface="Arial" pitchFamily="34" charset="0"/>
          <a:cs typeface="Arial" pitchFamily="34" charset="0"/>
        </a:defRPr>
      </a:lvl5pPr>
      <a:lvl6pPr marL="342900" algn="l" rtl="0" fontAlgn="base">
        <a:spcBef>
          <a:spcPct val="0"/>
        </a:spcBef>
        <a:spcAft>
          <a:spcPct val="0"/>
        </a:spcAft>
        <a:defRPr sz="3000" b="1">
          <a:solidFill>
            <a:schemeClr val="tx1"/>
          </a:solidFill>
          <a:latin typeface="Arial" pitchFamily="34" charset="0"/>
          <a:cs typeface="Arial" pitchFamily="34" charset="0"/>
        </a:defRPr>
      </a:lvl6pPr>
      <a:lvl7pPr marL="685800" algn="l" rtl="0" fontAlgn="base">
        <a:spcBef>
          <a:spcPct val="0"/>
        </a:spcBef>
        <a:spcAft>
          <a:spcPct val="0"/>
        </a:spcAft>
        <a:defRPr sz="3000" b="1">
          <a:solidFill>
            <a:schemeClr val="tx1"/>
          </a:solidFill>
          <a:latin typeface="Arial" pitchFamily="34" charset="0"/>
          <a:cs typeface="Arial" pitchFamily="34" charset="0"/>
        </a:defRPr>
      </a:lvl7pPr>
      <a:lvl8pPr marL="1028700" algn="l" rtl="0" fontAlgn="base">
        <a:spcBef>
          <a:spcPct val="0"/>
        </a:spcBef>
        <a:spcAft>
          <a:spcPct val="0"/>
        </a:spcAft>
        <a:defRPr sz="3000" b="1">
          <a:solidFill>
            <a:schemeClr val="tx1"/>
          </a:solidFill>
          <a:latin typeface="Arial" pitchFamily="34" charset="0"/>
          <a:cs typeface="Arial" pitchFamily="34" charset="0"/>
        </a:defRPr>
      </a:lvl8pPr>
      <a:lvl9pPr marL="1371600" algn="l" rtl="0" fontAlgn="base">
        <a:spcBef>
          <a:spcPct val="0"/>
        </a:spcBef>
        <a:spcAft>
          <a:spcPct val="0"/>
        </a:spcAft>
        <a:defRPr sz="3000" b="1">
          <a:solidFill>
            <a:schemeClr val="tx1"/>
          </a:solidFill>
          <a:latin typeface="Arial" pitchFamily="34" charset="0"/>
          <a:cs typeface="Arial" pitchFamily="34" charset="0"/>
        </a:defRPr>
      </a:lvl9pPr>
    </p:titleStyle>
    <p:bodyStyle>
      <a:lvl1pPr marL="257175" indent="-257175"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1pPr>
      <a:lvl2pPr marL="557213" indent="-214313" algn="l" rtl="0" eaLnBrk="0" fontAlgn="base" hangingPunct="0">
        <a:spcBef>
          <a:spcPct val="20000"/>
        </a:spcBef>
        <a:spcAft>
          <a:spcPct val="0"/>
        </a:spcAft>
        <a:buFont typeface="Arial" panose="020B0604020202020204" pitchFamily="34" charset="0"/>
        <a:buChar char="–"/>
        <a:defRPr sz="2100" kern="1200">
          <a:solidFill>
            <a:schemeClr val="tx1"/>
          </a:solidFill>
          <a:latin typeface="Arial" pitchFamily="34" charset="0"/>
          <a:ea typeface="+mn-ea"/>
          <a:cs typeface="Arial" pitchFamily="34" charset="0"/>
        </a:defRPr>
      </a:lvl2pPr>
      <a:lvl3pPr marL="857250" indent="-171450" algn="l" rtl="0" eaLnBrk="0" fontAlgn="base" hangingPunct="0">
        <a:spcBef>
          <a:spcPct val="20000"/>
        </a:spcBef>
        <a:spcAft>
          <a:spcPct val="0"/>
        </a:spcAft>
        <a:buFont typeface="Arial" panose="020B0604020202020204" pitchFamily="34" charset="0"/>
        <a:buChar char="•"/>
        <a:defRPr sz="1800" kern="1200">
          <a:solidFill>
            <a:schemeClr val="tx1"/>
          </a:solidFill>
          <a:latin typeface="Arial" pitchFamily="34" charset="0"/>
          <a:ea typeface="+mn-ea"/>
          <a:cs typeface="Arial" pitchFamily="34" charset="0"/>
        </a:defRPr>
      </a:lvl3pPr>
      <a:lvl4pPr marL="1200150" indent="-171450" algn="l" rtl="0" eaLnBrk="0" fontAlgn="base" hangingPunct="0">
        <a:spcBef>
          <a:spcPct val="20000"/>
        </a:spcBef>
        <a:spcAft>
          <a:spcPct val="0"/>
        </a:spcAft>
        <a:buFont typeface="Arial" panose="020B0604020202020204" pitchFamily="34" charset="0"/>
        <a:buChar char="–"/>
        <a:defRPr sz="1500" kern="1200">
          <a:solidFill>
            <a:schemeClr val="tx1"/>
          </a:solidFill>
          <a:latin typeface="Arial" pitchFamily="34" charset="0"/>
          <a:ea typeface="+mn-ea"/>
          <a:cs typeface="Arial" pitchFamily="34" charset="0"/>
        </a:defRPr>
      </a:lvl4pPr>
      <a:lvl5pPr marL="1543050" indent="-171450" algn="l" rtl="0" eaLnBrk="0" fontAlgn="base" hangingPunct="0">
        <a:spcBef>
          <a:spcPct val="20000"/>
        </a:spcBef>
        <a:spcAft>
          <a:spcPct val="0"/>
        </a:spcAft>
        <a:buFont typeface="Arial" panose="020B0604020202020204" pitchFamily="34" charset="0"/>
        <a:buChar char="»"/>
        <a:defRPr sz="1500" kern="1200">
          <a:solidFill>
            <a:schemeClr val="tx1"/>
          </a:solidFill>
          <a:latin typeface="Arial" pitchFamily="34" charset="0"/>
          <a:ea typeface="+mn-ea"/>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51866" y="275590"/>
            <a:ext cx="6746468" cy="799033"/>
          </a:xfrm>
          <a:prstGeom prst="rect">
            <a:avLst/>
          </a:prstGeom>
        </p:spPr>
        <p:txBody>
          <a:bodyPr wrap="square" lIns="0" tIns="0" rIns="0" bIns="0">
            <a:spAutoFit/>
          </a:bodyPr>
          <a:lstStyle>
            <a:lvl1pPr>
              <a:defRPr sz="2400" b="1" i="0">
                <a:solidFill>
                  <a:schemeClr val="tx1"/>
                </a:solidFill>
                <a:latin typeface="Arial"/>
                <a:cs typeface="Arial"/>
              </a:defRPr>
            </a:lvl1pPr>
          </a:lstStyle>
          <a:p>
            <a:endParaRPr/>
          </a:p>
        </p:txBody>
      </p:sp>
      <p:sp>
        <p:nvSpPr>
          <p:cNvPr id="3" name="Holder 3"/>
          <p:cNvSpPr>
            <a:spLocks noGrp="1"/>
          </p:cNvSpPr>
          <p:nvPr>
            <p:ph type="body" idx="1"/>
          </p:nvPr>
        </p:nvSpPr>
        <p:spPr>
          <a:xfrm>
            <a:off x="335686" y="1274445"/>
            <a:ext cx="8536305" cy="3578860"/>
          </a:xfrm>
          <a:prstGeom prst="rect">
            <a:avLst/>
          </a:prstGeom>
        </p:spPr>
        <p:txBody>
          <a:bodyPr wrap="square" lIns="0" tIns="0" rIns="0" bIns="0">
            <a:spAutoFit/>
          </a:bodyPr>
          <a:lstStyle>
            <a:lvl1pPr>
              <a:defRPr sz="1800" b="0" i="0">
                <a:solidFill>
                  <a:schemeClr val="tx1"/>
                </a:solidFill>
                <a:latin typeface="Arial"/>
                <a:cs typeface="Arial"/>
              </a:defRPr>
            </a:lvl1pPr>
          </a:lstStyle>
          <a:p>
            <a:endParaRPr/>
          </a:p>
        </p:txBody>
      </p:sp>
      <p:sp>
        <p:nvSpPr>
          <p:cNvPr id="4" name="Holder 4"/>
          <p:cNvSpPr>
            <a:spLocks noGrp="1"/>
          </p:cNvSpPr>
          <p:nvPr>
            <p:ph type="ftr" sz="quarter" idx="5"/>
          </p:nvPr>
        </p:nvSpPr>
        <p:spPr>
          <a:xfrm>
            <a:off x="7356729" y="6642478"/>
            <a:ext cx="1709420" cy="182549"/>
          </a:xfrm>
          <a:prstGeom prst="rect">
            <a:avLst/>
          </a:prstGeom>
        </p:spPr>
        <p:txBody>
          <a:bodyPr wrap="square" lIns="0" tIns="0" rIns="0" bIns="0">
            <a:spAutoFit/>
          </a:bodyPr>
          <a:lstStyle>
            <a:lvl1pPr>
              <a:defRPr sz="1100" b="0" i="0">
                <a:solidFill>
                  <a:srgbClr val="0F1141"/>
                </a:solidFill>
                <a:latin typeface="Arial"/>
                <a:cs typeface="Arial"/>
              </a:defRPr>
            </a:lvl1pPr>
          </a:lstStyle>
          <a:p>
            <a:pPr marL="12700" marR="0" lvl="0" indent="0" defTabSz="914400" eaLnBrk="1" fontAlgn="auto" latinLnBrk="0" hangingPunct="1">
              <a:lnSpc>
                <a:spcPct val="100000"/>
              </a:lnSpc>
              <a:spcBef>
                <a:spcPts val="0"/>
              </a:spcBef>
              <a:spcAft>
                <a:spcPts val="0"/>
              </a:spcAft>
              <a:buClrTx/>
              <a:buSzTx/>
              <a:buFontTx/>
              <a:buNone/>
              <a:tabLst/>
              <a:defRPr/>
            </a:pPr>
            <a:endParaRPr kumimoji="0" sz="1100" b="0" i="0" u="none" strike="noStrike" kern="0" cap="none" spc="-10" normalizeH="0" baseline="0" noProof="0" dirty="0">
              <a:ln>
                <a:noFill/>
              </a:ln>
              <a:solidFill>
                <a:srgbClr val="0F1141"/>
              </a:solidFill>
              <a:effectLst/>
              <a:uLnTx/>
              <a:uFillTx/>
              <a:latin typeface="Arial"/>
              <a:cs typeface="Arial"/>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tint val="75000"/>
                </a:prstClr>
              </a:solidFill>
              <a:effectLst/>
              <a:uLnTx/>
              <a:uFillTx/>
            </a:endParaRPr>
          </a:p>
        </p:txBody>
      </p:sp>
      <p:sp>
        <p:nvSpPr>
          <p:cNvPr id="6" name="Holder 6"/>
          <p:cNvSpPr>
            <a:spLocks noGrp="1"/>
          </p:cNvSpPr>
          <p:nvPr>
            <p:ph type="sldNum" sz="quarter" idx="7"/>
          </p:nvPr>
        </p:nvSpPr>
        <p:spPr>
          <a:xfrm>
            <a:off x="7356729" y="6286011"/>
            <a:ext cx="1709420" cy="539115"/>
          </a:xfrm>
          <a:prstGeom prst="rect">
            <a:avLst/>
          </a:prstGeom>
        </p:spPr>
        <p:txBody>
          <a:bodyPr wrap="square" lIns="0" tIns="0" rIns="0" bIns="0">
            <a:spAutoFit/>
          </a:bodyPr>
          <a:lstStyle>
            <a:lvl1pPr>
              <a:defRPr sz="1600" b="1" i="0">
                <a:solidFill>
                  <a:schemeClr val="tx1"/>
                </a:solidFill>
                <a:latin typeface="Times New Roman"/>
                <a:cs typeface="Times New Roman"/>
              </a:defRPr>
            </a:lvl1pPr>
          </a:lstStyle>
          <a:p>
            <a:pPr marL="0" marR="224154" lvl="0" indent="0" algn="r" defTabSz="914400" eaLnBrk="1" fontAlgn="auto" latinLnBrk="0" hangingPunct="1">
              <a:lnSpc>
                <a:spcPts val="1855"/>
              </a:lnSpc>
              <a:spcBef>
                <a:spcPts val="0"/>
              </a:spcBef>
              <a:spcAft>
                <a:spcPts val="0"/>
              </a:spcAft>
              <a:buClrTx/>
              <a:buSzTx/>
              <a:buFontTx/>
              <a:buNone/>
              <a:tabLst/>
              <a:defRPr/>
            </a:pPr>
            <a:fld id="{81D60167-4931-47E6-BA6A-407CBD079E47}" type="slidenum">
              <a:rPr kumimoji="0" sz="1600" b="1" i="0" u="none" strike="noStrike" kern="0" cap="none" spc="-25" normalizeH="0" baseline="0" noProof="0" dirty="0">
                <a:ln>
                  <a:noFill/>
                </a:ln>
                <a:solidFill>
                  <a:prstClr val="black"/>
                </a:solidFill>
                <a:effectLst/>
                <a:uLnTx/>
                <a:uFillTx/>
                <a:latin typeface="Times New Roman"/>
                <a:cs typeface="Times New Roman"/>
              </a:rPr>
              <a:pPr marL="0" marR="224154" lvl="0" indent="0" algn="r" defTabSz="914400" eaLnBrk="1" fontAlgn="auto" latinLnBrk="0" hangingPunct="1">
                <a:lnSpc>
                  <a:spcPts val="1855"/>
                </a:lnSpc>
                <a:spcBef>
                  <a:spcPts val="0"/>
                </a:spcBef>
                <a:spcAft>
                  <a:spcPts val="0"/>
                </a:spcAft>
                <a:buClrTx/>
                <a:buSzTx/>
                <a:buFontTx/>
                <a:buNone/>
                <a:tabLst/>
                <a:defRPr/>
              </a:pPr>
              <a:t>‹#›</a:t>
            </a:fld>
            <a:endParaRPr kumimoji="0" sz="1600" b="1" i="0" u="none" strike="noStrike" kern="0" cap="none" spc="-25" normalizeH="0" baseline="0" noProof="0" dirty="0">
              <a:ln>
                <a:noFill/>
              </a:ln>
              <a:solidFill>
                <a:prstClr val="black"/>
              </a:solidFill>
              <a:effectLst/>
              <a:uLnTx/>
              <a:uFillTx/>
              <a:latin typeface="Times New Roman"/>
              <a:cs typeface="Times New Roman"/>
            </a:endParaRPr>
          </a:p>
          <a:p>
            <a:pPr marL="12700" marR="0" lvl="0" indent="0" defTabSz="914400" eaLnBrk="1" fontAlgn="auto" latinLnBrk="0" hangingPunct="1">
              <a:lnSpc>
                <a:spcPct val="100000"/>
              </a:lnSpc>
              <a:spcBef>
                <a:spcPts val="95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40"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4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10" normalizeH="0" baseline="0" noProof="0" dirty="0">
                <a:ln>
                  <a:noFill/>
                </a:ln>
                <a:solidFill>
                  <a:srgbClr val="0F1141"/>
                </a:solidFill>
                <a:effectLst/>
                <a:uLnTx/>
                <a:uFillTx/>
                <a:latin typeface="Arial"/>
                <a:cs typeface="Arial"/>
              </a:rPr>
              <a:t>Campus</a:t>
            </a:r>
            <a:endParaRPr kumimoji="0" sz="1100" b="1" i="0" u="none" strike="noStrike" kern="0" cap="none" spc="0" normalizeH="0" baseline="0" noProof="0">
              <a:ln>
                <a:noFill/>
              </a:ln>
              <a:solidFill>
                <a:prstClr val="black"/>
              </a:solidFill>
              <a:effectLst/>
              <a:uLnTx/>
              <a:uFillTx/>
              <a:latin typeface="Arial"/>
              <a:cs typeface="Arial"/>
            </a:endParaRPr>
          </a:p>
        </p:txBody>
      </p:sp>
    </p:spTree>
    <p:extLst>
      <p:ext uri="{BB962C8B-B14F-4D97-AF65-F5344CB8AC3E}">
        <p14:creationId xmlns:p14="http://schemas.microsoft.com/office/powerpoint/2010/main" val="620192858"/>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1" r:id="rId6"/>
    <p:sldLayoutId id="2147483755" r:id="rId7"/>
    <p:sldLayoutId id="2147483756" r:id="rId8"/>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2"/>
        <p:cNvGrpSpPr/>
        <p:nvPr/>
      </p:nvGrpSpPr>
      <p:grpSpPr>
        <a:xfrm>
          <a:off x="0" y="0"/>
          <a:ext cx="0" cy="0"/>
          <a:chOff x="0" y="0"/>
          <a:chExt cx="0" cy="0"/>
        </a:xfrm>
      </p:grpSpPr>
      <p:sp>
        <p:nvSpPr>
          <p:cNvPr id="193" name="Google Shape;193;p6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94" name="Google Shape;194;p60"/>
          <p:cNvSpPr txBox="1"/>
          <p:nvPr/>
        </p:nvSpPr>
        <p:spPr>
          <a:xfrm>
            <a:off x="3276600" y="6596390"/>
            <a:ext cx="5867400" cy="261610"/>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0" cap="none" spc="0" normalizeH="0" baseline="0" noProof="0">
                <a:ln>
                  <a:noFill/>
                </a:ln>
                <a:solidFill>
                  <a:srgbClr val="101141"/>
                </a:solidFill>
                <a:effectLst/>
                <a:uLnTx/>
                <a:uFillTx/>
                <a:latin typeface="Arial"/>
                <a:ea typeface="Arial"/>
                <a:cs typeface="Arial"/>
                <a:sym typeface="Arial"/>
              </a:rPr>
              <a:t>BITS </a:t>
            </a:r>
            <a:r>
              <a:rPr kumimoji="0" lang="en-US" sz="1100" b="0" i="0" u="none" strike="noStrike" kern="0" cap="none" spc="0" normalizeH="0" baseline="0" noProof="0">
                <a:ln>
                  <a:noFill/>
                </a:ln>
                <a:solidFill>
                  <a:srgbClr val="101141"/>
                </a:solidFill>
                <a:effectLst/>
                <a:uLnTx/>
                <a:uFillTx/>
                <a:latin typeface="Arial"/>
                <a:ea typeface="Arial"/>
                <a:cs typeface="Arial"/>
                <a:sym typeface="Arial"/>
              </a:rPr>
              <a:t>Pilani, Pilani Campus</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pic>
        <p:nvPicPr>
          <p:cNvPr id="195" name="Google Shape;195;p60" descr="Picture 7.png"/>
          <p:cNvPicPr preferRelativeResize="0"/>
          <p:nvPr/>
        </p:nvPicPr>
        <p:blipFill rotWithShape="1">
          <a:blip r:embed="rId17">
            <a:alphaModFix/>
          </a:blip>
          <a:srcRect l="1923" b="5334"/>
          <a:stretch/>
        </p:blipFill>
        <p:spPr>
          <a:xfrm>
            <a:off x="6629400" y="-1"/>
            <a:ext cx="2193193" cy="692697"/>
          </a:xfrm>
          <a:prstGeom prst="rect">
            <a:avLst/>
          </a:prstGeom>
          <a:noFill/>
          <a:ln>
            <a:noFill/>
          </a:ln>
        </p:spPr>
      </p:pic>
      <p:grpSp>
        <p:nvGrpSpPr>
          <p:cNvPr id="196" name="Google Shape;196;p60"/>
          <p:cNvGrpSpPr/>
          <p:nvPr/>
        </p:nvGrpSpPr>
        <p:grpSpPr>
          <a:xfrm>
            <a:off x="2133600" y="6553200"/>
            <a:ext cx="7010400" cy="45719"/>
            <a:chOff x="1905000" y="6553200"/>
            <a:chExt cx="7010400" cy="45719"/>
          </a:xfrm>
        </p:grpSpPr>
        <p:sp>
          <p:nvSpPr>
            <p:cNvPr id="197" name="Google Shape;197;p60"/>
            <p:cNvSpPr/>
            <p:nvPr/>
          </p:nvSpPr>
          <p:spPr>
            <a:xfrm>
              <a:off x="4267200" y="6553200"/>
              <a:ext cx="2328591"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98" name="Google Shape;198;p6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99" name="Google Shape;199;p60"/>
            <p:cNvSpPr/>
            <p:nvPr/>
          </p:nvSpPr>
          <p:spPr>
            <a:xfrm>
              <a:off x="6586809" y="6553200"/>
              <a:ext cx="2328591"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grpSp>
        <p:nvGrpSpPr>
          <p:cNvPr id="200" name="Google Shape;200;p60"/>
          <p:cNvGrpSpPr/>
          <p:nvPr/>
        </p:nvGrpSpPr>
        <p:grpSpPr>
          <a:xfrm>
            <a:off x="0" y="1295400"/>
            <a:ext cx="7010400" cy="45719"/>
            <a:chOff x="1905000" y="6553200"/>
            <a:chExt cx="7010400" cy="45719"/>
          </a:xfrm>
        </p:grpSpPr>
        <p:sp>
          <p:nvSpPr>
            <p:cNvPr id="201" name="Google Shape;201;p60"/>
            <p:cNvSpPr/>
            <p:nvPr/>
          </p:nvSpPr>
          <p:spPr>
            <a:xfrm>
              <a:off x="4267200" y="6553200"/>
              <a:ext cx="2328591"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02" name="Google Shape;202;p6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03" name="Google Shape;203;p60"/>
            <p:cNvSpPr/>
            <p:nvPr/>
          </p:nvSpPr>
          <p:spPr>
            <a:xfrm>
              <a:off x="6586809" y="6553200"/>
              <a:ext cx="2328591"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spTree>
    <p:extLst>
      <p:ext uri="{BB962C8B-B14F-4D97-AF65-F5344CB8AC3E}">
        <p14:creationId xmlns:p14="http://schemas.microsoft.com/office/powerpoint/2010/main" val="1597595677"/>
      </p:ext>
    </p:extLst>
  </p:cSld>
  <p:clrMap bg1="lt1" tx1="dk1" bg2="dk2" tx2="lt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1" r:id="rId14"/>
    <p:sldLayoutId id="2147483772"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45"/>
        <p:cNvGrpSpPr/>
        <p:nvPr/>
      </p:nvGrpSpPr>
      <p:grpSpPr>
        <a:xfrm>
          <a:off x="0" y="0"/>
          <a:ext cx="0" cy="0"/>
          <a:chOff x="0" y="0"/>
          <a:chExt cx="0" cy="0"/>
        </a:xfrm>
      </p:grpSpPr>
      <p:sp>
        <p:nvSpPr>
          <p:cNvPr id="946" name="Google Shape;946;p7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47" name="Google Shape;947;p7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948" name="Google Shape;948;p7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pPr marL="0" marR="0" lvl="0" indent="0" algn="l"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949" name="Google Shape;949;p7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pPr marL="0" marR="0" lvl="0" indent="0" algn="ctr"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950" name="Google Shape;950;p7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447630469"/>
      </p:ext>
    </p:extLst>
  </p:cSld>
  <p:clrMap bg1="lt1" tx1="dk1" bg2="dk2" tx2="lt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 id="2147483785" r:id="rId12"/>
    <p:sldLayoutId id="2147483786"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47"/>
        <p:cNvGrpSpPr/>
        <p:nvPr/>
      </p:nvGrpSpPr>
      <p:grpSpPr>
        <a:xfrm>
          <a:off x="0" y="0"/>
          <a:ext cx="0" cy="0"/>
          <a:chOff x="0" y="0"/>
          <a:chExt cx="0" cy="0"/>
        </a:xfrm>
      </p:grpSpPr>
      <p:sp>
        <p:nvSpPr>
          <p:cNvPr id="1048" name="Google Shape;1048;p7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049" name="Google Shape;1049;p77"/>
          <p:cNvSpPr txBox="1"/>
          <p:nvPr/>
        </p:nvSpPr>
        <p:spPr>
          <a:xfrm>
            <a:off x="3276600" y="6596390"/>
            <a:ext cx="5867400" cy="261610"/>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0" cap="none" spc="0" normalizeH="0" baseline="0" noProof="0">
                <a:ln>
                  <a:noFill/>
                </a:ln>
                <a:solidFill>
                  <a:srgbClr val="101141"/>
                </a:solidFill>
                <a:effectLst/>
                <a:uLnTx/>
                <a:uFillTx/>
                <a:latin typeface="Arial"/>
                <a:ea typeface="Arial"/>
                <a:cs typeface="Arial"/>
                <a:sym typeface="Arial"/>
              </a:rPr>
              <a:t>BITS </a:t>
            </a:r>
            <a:r>
              <a:rPr kumimoji="0" lang="en-US" sz="1100" b="0" i="0" u="none" strike="noStrike" kern="0" cap="none" spc="0" normalizeH="0" baseline="0" noProof="0">
                <a:ln>
                  <a:noFill/>
                </a:ln>
                <a:solidFill>
                  <a:srgbClr val="101141"/>
                </a:solidFill>
                <a:effectLst/>
                <a:uLnTx/>
                <a:uFillTx/>
                <a:latin typeface="Arial"/>
                <a:ea typeface="Arial"/>
                <a:cs typeface="Arial"/>
                <a:sym typeface="Arial"/>
              </a:rPr>
              <a:t>Pilani, Pilani Campus</a:t>
            </a:r>
            <a:endParaRPr kumimoji="0" sz="1100" b="0" i="0" u="none" strike="noStrike" kern="0" cap="none" spc="0" normalizeH="0" baseline="0" noProof="0">
              <a:ln>
                <a:noFill/>
              </a:ln>
              <a:solidFill>
                <a:srgbClr val="101141"/>
              </a:solidFill>
              <a:effectLst/>
              <a:uLnTx/>
              <a:uFillTx/>
              <a:latin typeface="Arial"/>
              <a:ea typeface="Arial"/>
              <a:cs typeface="Arial"/>
              <a:sym typeface="Arial"/>
            </a:endParaRPr>
          </a:p>
        </p:txBody>
      </p:sp>
      <p:pic>
        <p:nvPicPr>
          <p:cNvPr id="1050" name="Google Shape;1050;p77" descr="Picture 7.png"/>
          <p:cNvPicPr preferRelativeResize="0"/>
          <p:nvPr/>
        </p:nvPicPr>
        <p:blipFill rotWithShape="1">
          <a:blip r:embed="rId15">
            <a:alphaModFix/>
          </a:blip>
          <a:srcRect l="1923" b="5333"/>
          <a:stretch/>
        </p:blipFill>
        <p:spPr>
          <a:xfrm>
            <a:off x="6629400" y="-1"/>
            <a:ext cx="2193193" cy="692697"/>
          </a:xfrm>
          <a:prstGeom prst="rect">
            <a:avLst/>
          </a:prstGeom>
          <a:noFill/>
          <a:ln>
            <a:noFill/>
          </a:ln>
        </p:spPr>
      </p:pic>
      <p:grpSp>
        <p:nvGrpSpPr>
          <p:cNvPr id="1051" name="Google Shape;1051;p77"/>
          <p:cNvGrpSpPr/>
          <p:nvPr/>
        </p:nvGrpSpPr>
        <p:grpSpPr>
          <a:xfrm>
            <a:off x="2133600" y="6553200"/>
            <a:ext cx="7010400" cy="45719"/>
            <a:chOff x="1905000" y="6553200"/>
            <a:chExt cx="7010400" cy="45719"/>
          </a:xfrm>
        </p:grpSpPr>
        <p:sp>
          <p:nvSpPr>
            <p:cNvPr id="1052" name="Google Shape;1052;p77"/>
            <p:cNvSpPr/>
            <p:nvPr/>
          </p:nvSpPr>
          <p:spPr>
            <a:xfrm>
              <a:off x="4267200" y="6553200"/>
              <a:ext cx="2328591"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053" name="Google Shape;1053;p77"/>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054" name="Google Shape;1054;p77"/>
            <p:cNvSpPr/>
            <p:nvPr/>
          </p:nvSpPr>
          <p:spPr>
            <a:xfrm>
              <a:off x="6586809" y="6553200"/>
              <a:ext cx="2328591"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grpSp>
        <p:nvGrpSpPr>
          <p:cNvPr id="1055" name="Google Shape;1055;p77"/>
          <p:cNvGrpSpPr/>
          <p:nvPr/>
        </p:nvGrpSpPr>
        <p:grpSpPr>
          <a:xfrm>
            <a:off x="0" y="1295400"/>
            <a:ext cx="7010400" cy="45719"/>
            <a:chOff x="1905000" y="6553200"/>
            <a:chExt cx="7010400" cy="45719"/>
          </a:xfrm>
        </p:grpSpPr>
        <p:sp>
          <p:nvSpPr>
            <p:cNvPr id="1056" name="Google Shape;1056;p77"/>
            <p:cNvSpPr/>
            <p:nvPr/>
          </p:nvSpPr>
          <p:spPr>
            <a:xfrm>
              <a:off x="4267200" y="6553200"/>
              <a:ext cx="2328591"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057" name="Google Shape;1057;p77"/>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058" name="Google Shape;1058;p77"/>
            <p:cNvSpPr/>
            <p:nvPr/>
          </p:nvSpPr>
          <p:spPr>
            <a:xfrm>
              <a:off x="6586809" y="6553200"/>
              <a:ext cx="2328591"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sp>
        <p:nvSpPr>
          <p:cNvPr id="13" name="Google Shape;208;p61"/>
          <p:cNvSpPr txBox="1">
            <a:spLocks noGrp="1"/>
          </p:cNvSpPr>
          <p:nvPr>
            <p:ph type="sldNum" idx="4"/>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2196842642"/>
      </p:ext>
    </p:extLst>
  </p:cSld>
  <p:clrMap bg1="lt1" tx1="dk1" bg2="dk2" tx2="lt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7" r:id="rId10"/>
    <p:sldLayoutId id="2147483798" r:id="rId11"/>
    <p:sldLayoutId id="2147483799" r:id="rId12"/>
    <p:sldLayoutId id="2147483800"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2"/>
        <p:cNvGrpSpPr/>
        <p:nvPr/>
      </p:nvGrpSpPr>
      <p:grpSpPr>
        <a:xfrm>
          <a:off x="0" y="0"/>
          <a:ext cx="0" cy="0"/>
          <a:chOff x="0" y="0"/>
          <a:chExt cx="0" cy="0"/>
        </a:xfrm>
      </p:grpSpPr>
      <p:sp>
        <p:nvSpPr>
          <p:cNvPr id="193" name="Google Shape;193;p6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94" name="Google Shape;194;p60"/>
          <p:cNvSpPr txBox="1"/>
          <p:nvPr/>
        </p:nvSpPr>
        <p:spPr>
          <a:xfrm>
            <a:off x="3276600" y="6596390"/>
            <a:ext cx="5867400" cy="261610"/>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0" cap="none" spc="0" normalizeH="0" baseline="0" noProof="0">
                <a:ln>
                  <a:noFill/>
                </a:ln>
                <a:solidFill>
                  <a:srgbClr val="101141"/>
                </a:solidFill>
                <a:effectLst/>
                <a:uLnTx/>
                <a:uFillTx/>
                <a:latin typeface="Arial"/>
                <a:ea typeface="Arial"/>
                <a:cs typeface="Arial"/>
                <a:sym typeface="Arial"/>
              </a:rPr>
              <a:t>BITS </a:t>
            </a:r>
            <a:r>
              <a:rPr kumimoji="0" lang="en-US" sz="1100" b="0" i="0" u="none" strike="noStrike" kern="0" cap="none" spc="0" normalizeH="0" baseline="0" noProof="0">
                <a:ln>
                  <a:noFill/>
                </a:ln>
                <a:solidFill>
                  <a:srgbClr val="101141"/>
                </a:solidFill>
                <a:effectLst/>
                <a:uLnTx/>
                <a:uFillTx/>
                <a:latin typeface="Arial"/>
                <a:ea typeface="Arial"/>
                <a:cs typeface="Arial"/>
                <a:sym typeface="Arial"/>
              </a:rPr>
              <a:t>Pilani, Pilani Campus</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pic>
        <p:nvPicPr>
          <p:cNvPr id="195" name="Google Shape;195;p60" descr="Picture 7.png"/>
          <p:cNvPicPr preferRelativeResize="0"/>
          <p:nvPr/>
        </p:nvPicPr>
        <p:blipFill rotWithShape="1">
          <a:blip r:embed="rId17">
            <a:alphaModFix/>
          </a:blip>
          <a:srcRect l="1923" b="5334"/>
          <a:stretch/>
        </p:blipFill>
        <p:spPr>
          <a:xfrm>
            <a:off x="6629400" y="-1"/>
            <a:ext cx="2193193" cy="692697"/>
          </a:xfrm>
          <a:prstGeom prst="rect">
            <a:avLst/>
          </a:prstGeom>
          <a:noFill/>
          <a:ln>
            <a:noFill/>
          </a:ln>
        </p:spPr>
      </p:pic>
      <p:grpSp>
        <p:nvGrpSpPr>
          <p:cNvPr id="196" name="Google Shape;196;p60"/>
          <p:cNvGrpSpPr/>
          <p:nvPr/>
        </p:nvGrpSpPr>
        <p:grpSpPr>
          <a:xfrm>
            <a:off x="2133600" y="6553200"/>
            <a:ext cx="7010400" cy="45719"/>
            <a:chOff x="1905000" y="6553200"/>
            <a:chExt cx="7010400" cy="45719"/>
          </a:xfrm>
        </p:grpSpPr>
        <p:sp>
          <p:nvSpPr>
            <p:cNvPr id="197" name="Google Shape;197;p60"/>
            <p:cNvSpPr/>
            <p:nvPr/>
          </p:nvSpPr>
          <p:spPr>
            <a:xfrm>
              <a:off x="4267200" y="6553200"/>
              <a:ext cx="2328591"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98" name="Google Shape;198;p6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99" name="Google Shape;199;p60"/>
            <p:cNvSpPr/>
            <p:nvPr/>
          </p:nvSpPr>
          <p:spPr>
            <a:xfrm>
              <a:off x="6586809" y="6553200"/>
              <a:ext cx="2328591"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grpSp>
        <p:nvGrpSpPr>
          <p:cNvPr id="200" name="Google Shape;200;p60"/>
          <p:cNvGrpSpPr/>
          <p:nvPr/>
        </p:nvGrpSpPr>
        <p:grpSpPr>
          <a:xfrm>
            <a:off x="0" y="1295400"/>
            <a:ext cx="7010400" cy="45719"/>
            <a:chOff x="1905000" y="6553200"/>
            <a:chExt cx="7010400" cy="45719"/>
          </a:xfrm>
        </p:grpSpPr>
        <p:sp>
          <p:nvSpPr>
            <p:cNvPr id="201" name="Google Shape;201;p60"/>
            <p:cNvSpPr/>
            <p:nvPr/>
          </p:nvSpPr>
          <p:spPr>
            <a:xfrm>
              <a:off x="4267200" y="6553200"/>
              <a:ext cx="2328591"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02" name="Google Shape;202;p6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03" name="Google Shape;203;p60"/>
            <p:cNvSpPr/>
            <p:nvPr/>
          </p:nvSpPr>
          <p:spPr>
            <a:xfrm>
              <a:off x="6586809" y="6553200"/>
              <a:ext cx="2328591"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sp>
        <p:nvSpPr>
          <p:cNvPr id="13" name="Google Shape;208;p61"/>
          <p:cNvSpPr txBox="1">
            <a:spLocks noGrp="1"/>
          </p:cNvSpPr>
          <p:nvPr>
            <p:ph type="sldNum" idx="4"/>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3290734008"/>
      </p:ext>
    </p:extLst>
  </p:cSld>
  <p:clrMap bg1="lt1" tx1="dk1" bg2="dk2" tx2="lt2" accent1="accent1" accent2="accent2" accent3="accent3" accent4="accent4" accent5="accent5" accent6="accent6" hlink="hlink" folHlink="folHlink"/>
  <p:sldLayoutIdLst>
    <p:sldLayoutId id="2147483802" r:id="rId1"/>
    <p:sldLayoutId id="2147483803" r:id="rId2"/>
    <p:sldLayoutId id="2147483804" r:id="rId3"/>
    <p:sldLayoutId id="2147483805" r:id="rId4"/>
    <p:sldLayoutId id="2147483806" r:id="rId5"/>
    <p:sldLayoutId id="2147483807" r:id="rId6"/>
    <p:sldLayoutId id="2147483808" r:id="rId7"/>
    <p:sldLayoutId id="2147483809" r:id="rId8"/>
    <p:sldLayoutId id="2147483810" r:id="rId9"/>
    <p:sldLayoutId id="2147483811" r:id="rId10"/>
    <p:sldLayoutId id="2147483812" r:id="rId11"/>
    <p:sldLayoutId id="2147483813" r:id="rId12"/>
    <p:sldLayoutId id="2147483814" r:id="rId13"/>
    <p:sldLayoutId id="2147483815" r:id="rId14"/>
    <p:sldLayoutId id="2147483816"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image" Target="../media/image12.jpg" /><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3" Type="http://schemas.openxmlformats.org/officeDocument/2006/relationships/image" Target="../media/image13.png" /><Relationship Id="rId2" Type="http://schemas.openxmlformats.org/officeDocument/2006/relationships/notesSlide" Target="../notesSlides/notesSlide3.xml" /><Relationship Id="rId1" Type="http://schemas.openxmlformats.org/officeDocument/2006/relationships/slideLayout" Target="../slideLayouts/slideLayout121.xml" /><Relationship Id="rId5" Type="http://schemas.openxmlformats.org/officeDocument/2006/relationships/image" Target="../media/image14.png" /><Relationship Id="rId4" Type="http://schemas.openxmlformats.org/officeDocument/2006/relationships/customXml" Target="../ink/ink1.xml" /></Relationships>
</file>

<file path=ppt/slides/_rels/slide4.xml.rels><?xml version="1.0" encoding="UTF-8" standalone="yes"?>
<Relationships xmlns="http://schemas.openxmlformats.org/package/2006/relationships"><Relationship Id="rId3" Type="http://schemas.openxmlformats.org/officeDocument/2006/relationships/image" Target="../media/image15.png" /><Relationship Id="rId2" Type="http://schemas.openxmlformats.org/officeDocument/2006/relationships/notesSlide" Target="../notesSlides/notesSlide4.xml" /><Relationship Id="rId1" Type="http://schemas.openxmlformats.org/officeDocument/2006/relationships/slideLayout" Target="../slideLayouts/slideLayout83.xml" /></Relationships>
</file>

<file path=ppt/slides/_rels/slide5.xml.rels><?xml version="1.0" encoding="UTF-8" standalone="yes"?>
<Relationships xmlns="http://schemas.openxmlformats.org/package/2006/relationships"><Relationship Id="rId3" Type="http://schemas.openxmlformats.org/officeDocument/2006/relationships/image" Target="../media/image16.png" /><Relationship Id="rId2" Type="http://schemas.openxmlformats.org/officeDocument/2006/relationships/notesSlide" Target="../notesSlides/notesSlide5.xml" /><Relationship Id="rId1" Type="http://schemas.openxmlformats.org/officeDocument/2006/relationships/slideLayout" Target="../slideLayouts/slideLayout80.xml" /></Relationships>
</file>

<file path=ppt/slides/_rels/slide6.xml.rels><?xml version="1.0" encoding="UTF-8" standalone="yes"?>
<Relationships xmlns="http://schemas.openxmlformats.org/package/2006/relationships"><Relationship Id="rId3" Type="http://schemas.openxmlformats.org/officeDocument/2006/relationships/image" Target="../media/image17.png" /><Relationship Id="rId2" Type="http://schemas.openxmlformats.org/officeDocument/2006/relationships/notesSlide" Target="../notesSlides/notesSlide6.xml" /><Relationship Id="rId1" Type="http://schemas.openxmlformats.org/officeDocument/2006/relationships/slideLayout" Target="../slideLayouts/slideLayout95.xml" /></Relationships>
</file>

<file path=ppt/slides/_rels/slide7.xml.rels><?xml version="1.0" encoding="UTF-8" standalone="yes"?>
<Relationships xmlns="http://schemas.openxmlformats.org/package/2006/relationships"><Relationship Id="rId3" Type="http://schemas.openxmlformats.org/officeDocument/2006/relationships/image" Target="../media/image18.png" /><Relationship Id="rId2" Type="http://schemas.openxmlformats.org/officeDocument/2006/relationships/notesSlide" Target="../notesSlides/notesSlide7.xml" /><Relationship Id="rId1" Type="http://schemas.openxmlformats.org/officeDocument/2006/relationships/slideLayout" Target="../slideLayouts/slideLayout95.xml" /><Relationship Id="rId5" Type="http://schemas.openxmlformats.org/officeDocument/2006/relationships/image" Target="../media/image19.png" /><Relationship Id="rId4" Type="http://schemas.openxmlformats.org/officeDocument/2006/relationships/customXml" Target="../ink/ink2.xml" /></Relationships>
</file>

<file path=ppt/slides/_rels/slide8.xml.rels><?xml version="1.0" encoding="UTF-8" standalone="yes"?>
<Relationships xmlns="http://schemas.openxmlformats.org/package/2006/relationships"><Relationship Id="rId3" Type="http://schemas.openxmlformats.org/officeDocument/2006/relationships/image" Target="../media/image20.png" /><Relationship Id="rId2" Type="http://schemas.openxmlformats.org/officeDocument/2006/relationships/notesSlide" Target="../notesSlides/notesSlide8.xml" /><Relationship Id="rId1" Type="http://schemas.openxmlformats.org/officeDocument/2006/relationships/slideLayout" Target="../slideLayouts/slideLayout95.xml" /><Relationship Id="rId5" Type="http://schemas.openxmlformats.org/officeDocument/2006/relationships/image" Target="../media/image21.png" /><Relationship Id="rId4" Type="http://schemas.openxmlformats.org/officeDocument/2006/relationships/customXml" Target="../ink/ink3.xml" /></Relationships>
</file>

<file path=ppt/slides/_rels/slide9.xml.rels><?xml version="1.0" encoding="UTF-8" standalone="yes"?>
<Relationships xmlns="http://schemas.openxmlformats.org/package/2006/relationships"><Relationship Id="rId3" Type="http://schemas.openxmlformats.org/officeDocument/2006/relationships/image" Target="../media/image22.png" /><Relationship Id="rId2" Type="http://schemas.openxmlformats.org/officeDocument/2006/relationships/notesSlide" Target="../notesSlides/notesSlide9.xml" /><Relationship Id="rId1" Type="http://schemas.openxmlformats.org/officeDocument/2006/relationships/slideLayout" Target="../slideLayouts/slideLayout95.xml" /><Relationship Id="rId6" Type="http://schemas.openxmlformats.org/officeDocument/2006/relationships/image" Target="../media/image24.png" /><Relationship Id="rId5" Type="http://schemas.openxmlformats.org/officeDocument/2006/relationships/customXml" Target="../ink/ink4.xml" /><Relationship Id="rId4" Type="http://schemas.openxmlformats.org/officeDocument/2006/relationships/image" Target="../media/image23.png" /></Relationships>
</file>

<file path=ppt/slides/_rels/slide10.xml.rels><?xml version="1.0" encoding="UTF-8" standalone="yes"?>
<Relationships xmlns="http://schemas.openxmlformats.org/package/2006/relationships"><Relationship Id="rId3" Type="http://schemas.openxmlformats.org/officeDocument/2006/relationships/customXml" Target="../ink/ink5.xml" /><Relationship Id="rId2" Type="http://schemas.openxmlformats.org/officeDocument/2006/relationships/notesSlide" Target="../notesSlides/notesSlide10.xml" /><Relationship Id="rId1" Type="http://schemas.openxmlformats.org/officeDocument/2006/relationships/slideLayout" Target="../slideLayouts/slideLayout108.xml" /><Relationship Id="rId4" Type="http://schemas.openxmlformats.org/officeDocument/2006/relationships/image" Target="../media/image25.png"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108.xml" /></Relationships>
</file>

<file path=ppt/slides/_rels/slide12.xml.rels><?xml version="1.0" encoding="UTF-8" standalone="yes"?>
<Relationships xmlns="http://schemas.openxmlformats.org/package/2006/relationships"><Relationship Id="rId3" Type="http://schemas.openxmlformats.org/officeDocument/2006/relationships/image" Target="../media/image26.png" /><Relationship Id="rId2" Type="http://schemas.openxmlformats.org/officeDocument/2006/relationships/notesSlide" Target="../notesSlides/notesSlide12.xml" /><Relationship Id="rId1" Type="http://schemas.openxmlformats.org/officeDocument/2006/relationships/slideLayout" Target="../slideLayouts/slideLayout109.xml" /><Relationship Id="rId5" Type="http://schemas.openxmlformats.org/officeDocument/2006/relationships/image" Target="../media/image27.png" /><Relationship Id="rId4" Type="http://schemas.openxmlformats.org/officeDocument/2006/relationships/customXml" Target="../ink/ink6.xml" /></Relationships>
</file>

<file path=ppt/slides/_rels/slide13.xml.rels><?xml version="1.0" encoding="UTF-8" standalone="yes"?>
<Relationships xmlns="http://schemas.openxmlformats.org/package/2006/relationships"><Relationship Id="rId3" Type="http://schemas.openxmlformats.org/officeDocument/2006/relationships/image" Target="../media/image28.png" /><Relationship Id="rId2" Type="http://schemas.openxmlformats.org/officeDocument/2006/relationships/notesSlide" Target="../notesSlides/notesSlide13.xml" /><Relationship Id="rId1" Type="http://schemas.openxmlformats.org/officeDocument/2006/relationships/slideLayout" Target="../slideLayouts/slideLayout80.xml" /></Relationships>
</file>

<file path=ppt/slides/_rels/slide14.xml.rels><?xml version="1.0" encoding="UTF-8" standalone="yes"?>
<Relationships xmlns="http://schemas.openxmlformats.org/package/2006/relationships"><Relationship Id="rId3" Type="http://schemas.openxmlformats.org/officeDocument/2006/relationships/customXml" Target="../ink/ink7.xml" /><Relationship Id="rId2" Type="http://schemas.openxmlformats.org/officeDocument/2006/relationships/notesSlide" Target="../notesSlides/notesSlide14.xml" /><Relationship Id="rId1" Type="http://schemas.openxmlformats.org/officeDocument/2006/relationships/slideLayout" Target="../slideLayouts/slideLayout80.xml" /><Relationship Id="rId4" Type="http://schemas.openxmlformats.org/officeDocument/2006/relationships/image" Target="../media/image29.png" /></Relationships>
</file>

<file path=ppt/slides/_rels/slide15.xml.rels><?xml version="1.0" encoding="UTF-8" standalone="yes"?>
<Relationships xmlns="http://schemas.openxmlformats.org/package/2006/relationships"><Relationship Id="rId3" Type="http://schemas.openxmlformats.org/officeDocument/2006/relationships/image" Target="../media/image30.png" /><Relationship Id="rId2" Type="http://schemas.openxmlformats.org/officeDocument/2006/relationships/notesSlide" Target="../notesSlides/notesSlide15.xml" /><Relationship Id="rId1" Type="http://schemas.openxmlformats.org/officeDocument/2006/relationships/slideLayout" Target="../slideLayouts/slideLayout80.xml" /><Relationship Id="rId6" Type="http://schemas.openxmlformats.org/officeDocument/2006/relationships/image" Target="../media/image32.png" /><Relationship Id="rId5" Type="http://schemas.openxmlformats.org/officeDocument/2006/relationships/customXml" Target="../ink/ink8.xml" /><Relationship Id="rId4" Type="http://schemas.openxmlformats.org/officeDocument/2006/relationships/image" Target="../media/image31.png" /></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 /><Relationship Id="rId1" Type="http://schemas.openxmlformats.org/officeDocument/2006/relationships/slideLayout" Target="../slideLayouts/slideLayout3.xml" /></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 /><Relationship Id="rId1" Type="http://schemas.openxmlformats.org/officeDocument/2006/relationships/slideLayout" Target="../slideLayouts/slideLayout15.xml" /></Relationships>
</file>

<file path=ppt/slides/_rels/slide18.xml.rels><?xml version="1.0" encoding="UTF-8" standalone="yes"?>
<Relationships xmlns="http://schemas.openxmlformats.org/package/2006/relationships"><Relationship Id="rId3" Type="http://schemas.openxmlformats.org/officeDocument/2006/relationships/customXml" Target="../ink/ink9.xml" /><Relationship Id="rId2" Type="http://schemas.openxmlformats.org/officeDocument/2006/relationships/notesSlide" Target="../notesSlides/notesSlide18.xml" /><Relationship Id="rId1" Type="http://schemas.openxmlformats.org/officeDocument/2006/relationships/slideLayout" Target="../slideLayouts/slideLayout28.xml" /><Relationship Id="rId4" Type="http://schemas.openxmlformats.org/officeDocument/2006/relationships/image" Target="../media/image33.png" /></Relationships>
</file>

<file path=ppt/slides/_rels/slide19.xml.rels><?xml version="1.0" encoding="UTF-8" standalone="yes"?>
<Relationships xmlns="http://schemas.openxmlformats.org/package/2006/relationships"><Relationship Id="rId3" Type="http://schemas.openxmlformats.org/officeDocument/2006/relationships/image" Target="../media/image34.png" /><Relationship Id="rId2" Type="http://schemas.openxmlformats.org/officeDocument/2006/relationships/notesSlide" Target="../notesSlides/notesSlide19.xml" /><Relationship Id="rId1" Type="http://schemas.openxmlformats.org/officeDocument/2006/relationships/slideLayout" Target="../slideLayouts/slideLayout28.xml" /></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 /><Relationship Id="rId1" Type="http://schemas.openxmlformats.org/officeDocument/2006/relationships/slideLayout" Target="../slideLayouts/slideLayout29.xml" /></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bin" /><Relationship Id="rId2" Type="http://schemas.openxmlformats.org/officeDocument/2006/relationships/notesSlide" Target="../notesSlides/notesSlide21.xml" /><Relationship Id="rId1" Type="http://schemas.openxmlformats.org/officeDocument/2006/relationships/slideLayout" Target="../slideLayouts/slideLayout42.xml" /><Relationship Id="rId4" Type="http://schemas.openxmlformats.org/officeDocument/2006/relationships/image" Target="../media/image35.wmf" /></Relationships>
</file>

<file path=ppt/slides/_rels/slide22.xml.rels><?xml version="1.0" encoding="UTF-8" standalone="yes"?>
<Relationships xmlns="http://schemas.openxmlformats.org/package/2006/relationships"><Relationship Id="rId3" Type="http://schemas.openxmlformats.org/officeDocument/2006/relationships/customXml" Target="../ink/ink10.xml" /><Relationship Id="rId2" Type="http://schemas.openxmlformats.org/officeDocument/2006/relationships/notesSlide" Target="../notesSlides/notesSlide22.xml" /><Relationship Id="rId1" Type="http://schemas.openxmlformats.org/officeDocument/2006/relationships/slideLayout" Target="../slideLayouts/slideLayout42.xml" /><Relationship Id="rId4" Type="http://schemas.openxmlformats.org/officeDocument/2006/relationships/image" Target="../media/image36.png" /></Relationships>
</file>

<file path=ppt/slides/_rels/slide23.xml.rels><?xml version="1.0" encoding="UTF-8" standalone="yes"?>
<Relationships xmlns="http://schemas.openxmlformats.org/package/2006/relationships"><Relationship Id="rId3" Type="http://schemas.openxmlformats.org/officeDocument/2006/relationships/customXml" Target="../ink/ink11.xml" /><Relationship Id="rId2" Type="http://schemas.openxmlformats.org/officeDocument/2006/relationships/notesSlide" Target="../notesSlides/notesSlide23.xml" /><Relationship Id="rId1" Type="http://schemas.openxmlformats.org/officeDocument/2006/relationships/slideLayout" Target="../slideLayouts/slideLayout42.xml" /><Relationship Id="rId4" Type="http://schemas.openxmlformats.org/officeDocument/2006/relationships/image" Target="../media/image37.png" /></Relationships>
</file>

<file path=ppt/slides/_rels/slide24.xml.rels><?xml version="1.0" encoding="UTF-8" standalone="yes"?>
<Relationships xmlns="http://schemas.openxmlformats.org/package/2006/relationships"><Relationship Id="rId3" Type="http://schemas.openxmlformats.org/officeDocument/2006/relationships/customXml" Target="../ink/ink12.xml" /><Relationship Id="rId2" Type="http://schemas.openxmlformats.org/officeDocument/2006/relationships/notesSlide" Target="../notesSlides/notesSlide24.xml" /><Relationship Id="rId1" Type="http://schemas.openxmlformats.org/officeDocument/2006/relationships/slideLayout" Target="../slideLayouts/slideLayout42.xml" /><Relationship Id="rId4" Type="http://schemas.openxmlformats.org/officeDocument/2006/relationships/image" Target="../media/image38.png" /></Relationships>
</file>

<file path=ppt/slides/_rels/slide25.xml.rels><?xml version="1.0" encoding="UTF-8" standalone="yes"?>
<Relationships xmlns="http://schemas.openxmlformats.org/package/2006/relationships"><Relationship Id="rId3" Type="http://schemas.openxmlformats.org/officeDocument/2006/relationships/image" Target="../media/image39.png" /><Relationship Id="rId2" Type="http://schemas.openxmlformats.org/officeDocument/2006/relationships/notesSlide" Target="../notesSlides/notesSlide25.xml" /><Relationship Id="rId1" Type="http://schemas.openxmlformats.org/officeDocument/2006/relationships/slideLayout" Target="../slideLayouts/slideLayout29.xml" /></Relationships>
</file>

<file path=ppt/slides/_rels/slide26.xml.rels><?xml version="1.0" encoding="UTF-8" standalone="yes"?>
<Relationships xmlns="http://schemas.openxmlformats.org/package/2006/relationships"><Relationship Id="rId3" Type="http://schemas.openxmlformats.org/officeDocument/2006/relationships/image" Target="../media/image40.png" /><Relationship Id="rId2" Type="http://schemas.openxmlformats.org/officeDocument/2006/relationships/notesSlide" Target="../notesSlides/notesSlide26.xml" /><Relationship Id="rId1" Type="http://schemas.openxmlformats.org/officeDocument/2006/relationships/slideLayout" Target="../slideLayouts/slideLayout29.xml" /><Relationship Id="rId5" Type="http://schemas.openxmlformats.org/officeDocument/2006/relationships/image" Target="../media/image41.png" /><Relationship Id="rId4" Type="http://schemas.openxmlformats.org/officeDocument/2006/relationships/customXml" Target="../ink/ink13.xml" /></Relationships>
</file>

<file path=ppt/slides/_rels/slide27.xml.rels><?xml version="1.0" encoding="UTF-8" standalone="yes"?>
<Relationships xmlns="http://schemas.openxmlformats.org/package/2006/relationships"><Relationship Id="rId3" Type="http://schemas.openxmlformats.org/officeDocument/2006/relationships/image" Target="../media/image42.png" /><Relationship Id="rId2" Type="http://schemas.openxmlformats.org/officeDocument/2006/relationships/notesSlide" Target="../notesSlides/notesSlide27.xml" /><Relationship Id="rId1" Type="http://schemas.openxmlformats.org/officeDocument/2006/relationships/slideLayout" Target="../slideLayouts/slideLayout29.xml" /><Relationship Id="rId5" Type="http://schemas.openxmlformats.org/officeDocument/2006/relationships/image" Target="../media/image43.png" /><Relationship Id="rId4" Type="http://schemas.openxmlformats.org/officeDocument/2006/relationships/customXml" Target="../ink/ink14.xml" /></Relationships>
</file>

<file path=ppt/slides/_rels/slide28.xml.rels><?xml version="1.0" encoding="UTF-8" standalone="yes"?>
<Relationships xmlns="http://schemas.openxmlformats.org/package/2006/relationships"><Relationship Id="rId3" Type="http://schemas.openxmlformats.org/officeDocument/2006/relationships/image" Target="../media/image44.png" /><Relationship Id="rId2" Type="http://schemas.openxmlformats.org/officeDocument/2006/relationships/notesSlide" Target="../notesSlides/notesSlide28.xml" /><Relationship Id="rId1" Type="http://schemas.openxmlformats.org/officeDocument/2006/relationships/slideLayout" Target="../slideLayouts/slideLayout29.xml" /><Relationship Id="rId4" Type="http://schemas.openxmlformats.org/officeDocument/2006/relationships/image" Target="../media/image45.png" /></Relationships>
</file>

<file path=ppt/slides/_rels/slide29.xml.rels><?xml version="1.0" encoding="UTF-8" standalone="yes"?>
<Relationships xmlns="http://schemas.openxmlformats.org/package/2006/relationships"><Relationship Id="rId3" Type="http://schemas.openxmlformats.org/officeDocument/2006/relationships/image" Target="../media/image46.png" /><Relationship Id="rId2" Type="http://schemas.openxmlformats.org/officeDocument/2006/relationships/notesSlide" Target="../notesSlides/notesSlide29.xml" /><Relationship Id="rId1" Type="http://schemas.openxmlformats.org/officeDocument/2006/relationships/slideLayout" Target="../slideLayouts/slideLayout29.xml" /></Relationships>
</file>

<file path=ppt/slides/_rels/slide30.xml.rels><?xml version="1.0" encoding="UTF-8" standalone="yes"?>
<Relationships xmlns="http://schemas.openxmlformats.org/package/2006/relationships"><Relationship Id="rId3" Type="http://schemas.openxmlformats.org/officeDocument/2006/relationships/image" Target="../media/image47.png" /><Relationship Id="rId2" Type="http://schemas.openxmlformats.org/officeDocument/2006/relationships/notesSlide" Target="../notesSlides/notesSlide30.xml" /><Relationship Id="rId1" Type="http://schemas.openxmlformats.org/officeDocument/2006/relationships/slideLayout" Target="../slideLayouts/slideLayout29.xml" /><Relationship Id="rId5" Type="http://schemas.openxmlformats.org/officeDocument/2006/relationships/image" Target="../media/image48.png" /><Relationship Id="rId4" Type="http://schemas.openxmlformats.org/officeDocument/2006/relationships/customXml" Target="../ink/ink15.xml" /></Relationships>
</file>

<file path=ppt/slides/_rels/slide31.xml.rels><?xml version="1.0" encoding="UTF-8" standalone="yes"?>
<Relationships xmlns="http://schemas.openxmlformats.org/package/2006/relationships"><Relationship Id="rId3" Type="http://schemas.openxmlformats.org/officeDocument/2006/relationships/image" Target="../media/image49.png" /><Relationship Id="rId2" Type="http://schemas.openxmlformats.org/officeDocument/2006/relationships/notesSlide" Target="../notesSlides/notesSlide31.xml" /><Relationship Id="rId1" Type="http://schemas.openxmlformats.org/officeDocument/2006/relationships/slideLayout" Target="../slideLayouts/slideLayout29.xml" /><Relationship Id="rId5" Type="http://schemas.openxmlformats.org/officeDocument/2006/relationships/image" Target="../media/image50.png" /><Relationship Id="rId4" Type="http://schemas.openxmlformats.org/officeDocument/2006/relationships/customXml" Target="../ink/ink16.xml" /></Relationships>
</file>

<file path=ppt/slides/_rels/slide32.xml.rels><?xml version="1.0" encoding="UTF-8" standalone="yes"?>
<Relationships xmlns="http://schemas.openxmlformats.org/package/2006/relationships"><Relationship Id="rId3" Type="http://schemas.openxmlformats.org/officeDocument/2006/relationships/customXml" Target="../ink/ink17.xml" /><Relationship Id="rId2" Type="http://schemas.openxmlformats.org/officeDocument/2006/relationships/notesSlide" Target="../notesSlides/notesSlide32.xml" /><Relationship Id="rId1" Type="http://schemas.openxmlformats.org/officeDocument/2006/relationships/slideLayout" Target="../slideLayouts/slideLayout29.xml" /><Relationship Id="rId4" Type="http://schemas.openxmlformats.org/officeDocument/2006/relationships/image" Target="../media/image51.png" /></Relationships>
</file>

<file path=ppt/slides/_rels/slide33.xml.rels><?xml version="1.0" encoding="UTF-8" standalone="yes"?>
<Relationships xmlns="http://schemas.openxmlformats.org/package/2006/relationships"><Relationship Id="rId3" Type="http://schemas.openxmlformats.org/officeDocument/2006/relationships/customXml" Target="../ink/ink18.xml" /><Relationship Id="rId2" Type="http://schemas.openxmlformats.org/officeDocument/2006/relationships/notesSlide" Target="../notesSlides/notesSlide33.xml" /><Relationship Id="rId1" Type="http://schemas.openxmlformats.org/officeDocument/2006/relationships/slideLayout" Target="../slideLayouts/slideLayout29.xml" /><Relationship Id="rId4" Type="http://schemas.openxmlformats.org/officeDocument/2006/relationships/image" Target="../media/image52.png" /></Relationships>
</file>

<file path=ppt/slides/_rels/slide34.xml.rels><?xml version="1.0" encoding="UTF-8" standalone="yes"?>
<Relationships xmlns="http://schemas.openxmlformats.org/package/2006/relationships"><Relationship Id="rId3" Type="http://schemas.openxmlformats.org/officeDocument/2006/relationships/customXml" Target="../ink/ink19.xml" /><Relationship Id="rId2" Type="http://schemas.openxmlformats.org/officeDocument/2006/relationships/notesSlide" Target="../notesSlides/notesSlide34.xml" /><Relationship Id="rId1" Type="http://schemas.openxmlformats.org/officeDocument/2006/relationships/slideLayout" Target="../slideLayouts/slideLayout43.xml" /><Relationship Id="rId4" Type="http://schemas.openxmlformats.org/officeDocument/2006/relationships/image" Target="../media/image53.png" /></Relationships>
</file>

<file path=ppt/slides/_rels/slide35.xml.rels><?xml version="1.0" encoding="UTF-8" standalone="yes"?>
<Relationships xmlns="http://schemas.openxmlformats.org/package/2006/relationships"><Relationship Id="rId3" Type="http://schemas.openxmlformats.org/officeDocument/2006/relationships/image" Target="../media/image51.emf" /><Relationship Id="rId2" Type="http://schemas.openxmlformats.org/officeDocument/2006/relationships/image" Target="../media/image50.emf" /><Relationship Id="rId1" Type="http://schemas.openxmlformats.org/officeDocument/2006/relationships/slideLayout" Target="../slideLayouts/slideLayout43.xml" /><Relationship Id="rId4" Type="http://schemas.openxmlformats.org/officeDocument/2006/relationships/image" Target="../media/image52.emf" /></Relationships>
</file>

<file path=ppt/slides/_rels/slide36.xml.rels><?xml version="1.0" encoding="UTF-8" standalone="yes"?>
<Relationships xmlns="http://schemas.openxmlformats.org/package/2006/relationships"><Relationship Id="rId2" Type="http://schemas.openxmlformats.org/officeDocument/2006/relationships/image" Target="../media/image54.png" /><Relationship Id="rId1" Type="http://schemas.openxmlformats.org/officeDocument/2006/relationships/slideLayout" Target="../slideLayouts/slideLayout43.xml" /></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 /><Relationship Id="rId1" Type="http://schemas.openxmlformats.org/officeDocument/2006/relationships/slideLayout" Target="../slideLayouts/slideLayout29.xml" /></Relationships>
</file>

<file path=ppt/slides/_rels/slide38.xml.rels><?xml version="1.0" encoding="UTF-8" standalone="yes"?>
<Relationships xmlns="http://schemas.openxmlformats.org/package/2006/relationships"><Relationship Id="rId3" Type="http://schemas.openxmlformats.org/officeDocument/2006/relationships/customXml" Target="../ink/ink20.xml" /><Relationship Id="rId2" Type="http://schemas.openxmlformats.org/officeDocument/2006/relationships/image" Target="../media/image55.png" /><Relationship Id="rId1" Type="http://schemas.openxmlformats.org/officeDocument/2006/relationships/slideLayout" Target="../slideLayouts/slideLayout29.xml" /><Relationship Id="rId4" Type="http://schemas.openxmlformats.org/officeDocument/2006/relationships/image" Target="../media/image59.png" /></Relationships>
</file>

<file path=ppt/slides/_rels/slide39.xml.rels><?xml version="1.0" encoding="UTF-8" standalone="yes"?>
<Relationships xmlns="http://schemas.openxmlformats.org/package/2006/relationships"><Relationship Id="rId3" Type="http://schemas.openxmlformats.org/officeDocument/2006/relationships/customXml" Target="../ink/ink21.xml" /><Relationship Id="rId2" Type="http://schemas.openxmlformats.org/officeDocument/2006/relationships/notesSlide" Target="../notesSlides/notesSlide36.xml" /><Relationship Id="rId1" Type="http://schemas.openxmlformats.org/officeDocument/2006/relationships/slideLayout" Target="../slideLayouts/slideLayout29.xml" /><Relationship Id="rId4" Type="http://schemas.openxmlformats.org/officeDocument/2006/relationships/image" Target="../media/image60.png" /></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9.xml" /></Relationships>
</file>

<file path=ppt/slides/_rels/slide41.xml.rels><?xml version="1.0" encoding="UTF-8" standalone="yes"?>
<Relationships xmlns="http://schemas.openxmlformats.org/package/2006/relationships"><Relationship Id="rId3" Type="http://schemas.openxmlformats.org/officeDocument/2006/relationships/customXml" Target="../ink/ink22.xml" /><Relationship Id="rId2" Type="http://schemas.openxmlformats.org/officeDocument/2006/relationships/image" Target="../media/image56.png" /><Relationship Id="rId1" Type="http://schemas.openxmlformats.org/officeDocument/2006/relationships/slideLayout" Target="../slideLayouts/slideLayout42.xml" /><Relationship Id="rId4" Type="http://schemas.openxmlformats.org/officeDocument/2006/relationships/image" Target="../media/image62.png" /></Relationships>
</file>

<file path=ppt/slides/_rels/slide42.xml.rels><?xml version="1.0" encoding="UTF-8" standalone="yes"?>
<Relationships xmlns="http://schemas.openxmlformats.org/package/2006/relationships"><Relationship Id="rId2" Type="http://schemas.openxmlformats.org/officeDocument/2006/relationships/image" Target="../media/image57.jpeg" /><Relationship Id="rId1" Type="http://schemas.openxmlformats.org/officeDocument/2006/relationships/slideLayout" Target="../slideLayouts/slideLayout43.xml" /></Relationships>
</file>

<file path=ppt/slides/_rels/slide43.xml.rels><?xml version="1.0" encoding="UTF-8" standalone="yes"?>
<Relationships xmlns="http://schemas.openxmlformats.org/package/2006/relationships"><Relationship Id="rId3" Type="http://schemas.openxmlformats.org/officeDocument/2006/relationships/customXml" Target="../ink/ink23.xml" /><Relationship Id="rId2" Type="http://schemas.openxmlformats.org/officeDocument/2006/relationships/notesSlide" Target="../notesSlides/notesSlide37.xml" /><Relationship Id="rId1" Type="http://schemas.openxmlformats.org/officeDocument/2006/relationships/slideLayout" Target="../slideLayouts/slideLayout44.xml" /><Relationship Id="rId4" Type="http://schemas.openxmlformats.org/officeDocument/2006/relationships/image" Target="../media/image64.png" /></Relationships>
</file>

<file path=ppt/slides/_rels/slide44.xml.rels><?xml version="1.0" encoding="UTF-8" standalone="yes"?>
<Relationships xmlns="http://schemas.openxmlformats.org/package/2006/relationships"><Relationship Id="rId3" Type="http://schemas.openxmlformats.org/officeDocument/2006/relationships/customXml" Target="../ink/ink24.xml" /><Relationship Id="rId2" Type="http://schemas.openxmlformats.org/officeDocument/2006/relationships/image" Target="../media/image58.emf" /><Relationship Id="rId1" Type="http://schemas.openxmlformats.org/officeDocument/2006/relationships/slideLayout" Target="../slideLayouts/slideLayout45.xml" /><Relationship Id="rId4" Type="http://schemas.openxmlformats.org/officeDocument/2006/relationships/image" Target="../media/image66.png" /></Relationships>
</file>

<file path=ppt/slides/_rels/slide45.xml.rels><?xml version="1.0" encoding="UTF-8" standalone="yes"?>
<Relationships xmlns="http://schemas.openxmlformats.org/package/2006/relationships"><Relationship Id="rId3" Type="http://schemas.openxmlformats.org/officeDocument/2006/relationships/image" Target="../media/image61.png" /><Relationship Id="rId2" Type="http://schemas.openxmlformats.org/officeDocument/2006/relationships/notesSlide" Target="../notesSlides/notesSlide38.xml" /><Relationship Id="rId1" Type="http://schemas.openxmlformats.org/officeDocument/2006/relationships/slideLayout" Target="../slideLayouts/slideLayout29.xml" /><Relationship Id="rId5" Type="http://schemas.openxmlformats.org/officeDocument/2006/relationships/image" Target="../media/image68.png" /><Relationship Id="rId4" Type="http://schemas.openxmlformats.org/officeDocument/2006/relationships/customXml" Target="../ink/ink25.xml" /></Relationships>
</file>

<file path=ppt/slides/_rels/slide46.xml.rels><?xml version="1.0" encoding="UTF-8" standalone="yes"?>
<Relationships xmlns="http://schemas.openxmlformats.org/package/2006/relationships"><Relationship Id="rId3" Type="http://schemas.openxmlformats.org/officeDocument/2006/relationships/image" Target="../media/image69.png" /><Relationship Id="rId2" Type="http://schemas.openxmlformats.org/officeDocument/2006/relationships/customXml" Target="../ink/ink26.xml" /><Relationship Id="rId1" Type="http://schemas.openxmlformats.org/officeDocument/2006/relationships/slideLayout" Target="../slideLayouts/slideLayout42.xml" /></Relationships>
</file>

<file path=ppt/slides/_rels/slide47.xml.rels><?xml version="1.0" encoding="UTF-8" standalone="yes"?>
<Relationships xmlns="http://schemas.openxmlformats.org/package/2006/relationships"><Relationship Id="rId3" Type="http://schemas.openxmlformats.org/officeDocument/2006/relationships/image" Target="../media/image70.png" /><Relationship Id="rId2" Type="http://schemas.openxmlformats.org/officeDocument/2006/relationships/customXml" Target="../ink/ink27.xml" /><Relationship Id="rId1" Type="http://schemas.openxmlformats.org/officeDocument/2006/relationships/slideLayout" Target="../slideLayouts/slideLayout42.xml" /></Relationships>
</file>

<file path=ppt/slides/_rels/slide48.xml.rels><?xml version="1.0" encoding="UTF-8" standalone="yes"?>
<Relationships xmlns="http://schemas.openxmlformats.org/package/2006/relationships"><Relationship Id="rId2" Type="http://schemas.openxmlformats.org/officeDocument/2006/relationships/image" Target="../media/image62.jpeg" /><Relationship Id="rId1" Type="http://schemas.openxmlformats.org/officeDocument/2006/relationships/slideLayout" Target="../slideLayouts/slideLayout57.xml" /></Relationships>
</file>

<file path=ppt/slides/_rels/slide49.xml.rels><?xml version="1.0" encoding="UTF-8" standalone="yes"?>
<Relationships xmlns="http://schemas.openxmlformats.org/package/2006/relationships"><Relationship Id="rId3" Type="http://schemas.openxmlformats.org/officeDocument/2006/relationships/customXml" Target="../ink/ink28.xml" /><Relationship Id="rId2" Type="http://schemas.openxmlformats.org/officeDocument/2006/relationships/image" Target="../media/image63.png" /><Relationship Id="rId1" Type="http://schemas.openxmlformats.org/officeDocument/2006/relationships/slideLayout" Target="../slideLayouts/slideLayout71.xml" /><Relationship Id="rId4" Type="http://schemas.openxmlformats.org/officeDocument/2006/relationships/image" Target="../media/image73.png" /></Relationships>
</file>

<file path=ppt/slides/_rels/slide50.xml.rels><?xml version="1.0" encoding="UTF-8" standalone="yes"?>
<Relationships xmlns="http://schemas.openxmlformats.org/package/2006/relationships"><Relationship Id="rId3" Type="http://schemas.openxmlformats.org/officeDocument/2006/relationships/image" Target="../media/image65.png" /><Relationship Id="rId7" Type="http://schemas.openxmlformats.org/officeDocument/2006/relationships/image" Target="../media/image77.png" /><Relationship Id="rId2" Type="http://schemas.openxmlformats.org/officeDocument/2006/relationships/notesSlide" Target="../notesSlides/notesSlide39.xml" /><Relationship Id="rId1" Type="http://schemas.openxmlformats.org/officeDocument/2006/relationships/slideLayout" Target="../slideLayouts/slideLayout29.xml" /><Relationship Id="rId6" Type="http://schemas.openxmlformats.org/officeDocument/2006/relationships/customXml" Target="../ink/ink29.xml" /><Relationship Id="rId5" Type="http://schemas.openxmlformats.org/officeDocument/2006/relationships/image" Target="../media/image71.png" /><Relationship Id="rId4" Type="http://schemas.openxmlformats.org/officeDocument/2006/relationships/image" Target="../media/image67.png" /></Relationships>
</file>

<file path=ppt/slides/_rels/slide51.xml.rels><?xml version="1.0" encoding="UTF-8" standalone="yes"?>
<Relationships xmlns="http://schemas.openxmlformats.org/package/2006/relationships"><Relationship Id="rId3" Type="http://schemas.openxmlformats.org/officeDocument/2006/relationships/image" Target="../media/image72.png" /><Relationship Id="rId2" Type="http://schemas.openxmlformats.org/officeDocument/2006/relationships/notesSlide" Target="../notesSlides/notesSlide40.xml" /><Relationship Id="rId1" Type="http://schemas.openxmlformats.org/officeDocument/2006/relationships/slideLayout" Target="../slideLayouts/slideLayout32.xml" /><Relationship Id="rId5" Type="http://schemas.openxmlformats.org/officeDocument/2006/relationships/image" Target="../media/image79.png" /><Relationship Id="rId4" Type="http://schemas.openxmlformats.org/officeDocument/2006/relationships/customXml" Target="../ink/ink30.xml" /></Relationships>
</file>

<file path=ppt/slides/_rels/slide52.xml.rels><?xml version="1.0" encoding="UTF-8" standalone="yes"?>
<Relationships xmlns="http://schemas.openxmlformats.org/package/2006/relationships"><Relationship Id="rId3" Type="http://schemas.openxmlformats.org/officeDocument/2006/relationships/image" Target="../media/image74.png" /><Relationship Id="rId2" Type="http://schemas.openxmlformats.org/officeDocument/2006/relationships/notesSlide" Target="../notesSlides/notesSlide41.xml" /><Relationship Id="rId1" Type="http://schemas.openxmlformats.org/officeDocument/2006/relationships/slideLayout" Target="../slideLayouts/slideLayout29.xml" /><Relationship Id="rId5" Type="http://schemas.openxmlformats.org/officeDocument/2006/relationships/image" Target="../media/image76.png" /><Relationship Id="rId4" Type="http://schemas.openxmlformats.org/officeDocument/2006/relationships/image" Target="../media/image75.png" /></Relationships>
</file>

<file path=ppt/slides/_rels/slide53.xml.rels><?xml version="1.0" encoding="UTF-8" standalone="yes"?>
<Relationships xmlns="http://schemas.openxmlformats.org/package/2006/relationships"><Relationship Id="rId3" Type="http://schemas.openxmlformats.org/officeDocument/2006/relationships/customXml" Target="../ink/ink31.xml" /><Relationship Id="rId2" Type="http://schemas.openxmlformats.org/officeDocument/2006/relationships/notesSlide" Target="../notesSlides/notesSlide42.xml" /><Relationship Id="rId1" Type="http://schemas.openxmlformats.org/officeDocument/2006/relationships/slideLayout" Target="../slideLayouts/slideLayout43.xml" /><Relationship Id="rId4" Type="http://schemas.openxmlformats.org/officeDocument/2006/relationships/image" Target="../media/image83.png" /></Relationships>
</file>

<file path=ppt/slides/_rels/slide54.xml.rels><?xml version="1.0" encoding="UTF-8" standalone="yes"?>
<Relationships xmlns="http://schemas.openxmlformats.org/package/2006/relationships"><Relationship Id="rId3" Type="http://schemas.openxmlformats.org/officeDocument/2006/relationships/image" Target="../media/image80.png" /><Relationship Id="rId2" Type="http://schemas.openxmlformats.org/officeDocument/2006/relationships/image" Target="../media/image78.png" /><Relationship Id="rId1" Type="http://schemas.openxmlformats.org/officeDocument/2006/relationships/slideLayout" Target="../slideLayouts/slideLayout43.xml" /><Relationship Id="rId6" Type="http://schemas.openxmlformats.org/officeDocument/2006/relationships/image" Target="../media/image82.png" /><Relationship Id="rId5" Type="http://schemas.openxmlformats.org/officeDocument/2006/relationships/customXml" Target="../ink/ink32.xml" /><Relationship Id="rId4" Type="http://schemas.openxmlformats.org/officeDocument/2006/relationships/image" Target="../media/image81.png" /></Relationships>
</file>

<file path=ppt/slides/_rels/slide55.xml.rels><?xml version="1.0" encoding="UTF-8" standalone="yes"?>
<Relationships xmlns="http://schemas.openxmlformats.org/package/2006/relationships"><Relationship Id="rId3" Type="http://schemas.openxmlformats.org/officeDocument/2006/relationships/image" Target="../media/image84.png" /><Relationship Id="rId2" Type="http://schemas.openxmlformats.org/officeDocument/2006/relationships/customXml" Target="../ink/ink33.xml" /><Relationship Id="rId1" Type="http://schemas.openxmlformats.org/officeDocument/2006/relationships/slideLayout" Target="../slideLayouts/slideLayout46.xml" /></Relationships>
</file>

<file path=ppt/slides/_rels/slide56.xml.rels><?xml version="1.0" encoding="UTF-8" standalone="yes"?>
<Relationships xmlns="http://schemas.openxmlformats.org/package/2006/relationships"><Relationship Id="rId8" Type="http://schemas.openxmlformats.org/officeDocument/2006/relationships/image" Target="../media/image87.wmf" /><Relationship Id="rId13" Type="http://schemas.openxmlformats.org/officeDocument/2006/relationships/oleObject" Target="../embeddings/oleObject7.bin" /><Relationship Id="rId3" Type="http://schemas.openxmlformats.org/officeDocument/2006/relationships/oleObject" Target="../embeddings/oleObject2.bin" /><Relationship Id="rId7" Type="http://schemas.openxmlformats.org/officeDocument/2006/relationships/oleObject" Target="../embeddings/oleObject4.bin" /><Relationship Id="rId12" Type="http://schemas.openxmlformats.org/officeDocument/2006/relationships/image" Target="../media/image89.wmf" /><Relationship Id="rId2" Type="http://schemas.openxmlformats.org/officeDocument/2006/relationships/notesSlide" Target="../notesSlides/notesSlide43.xml" /><Relationship Id="rId16" Type="http://schemas.openxmlformats.org/officeDocument/2006/relationships/image" Target="../media/image91.png" /><Relationship Id="rId1" Type="http://schemas.openxmlformats.org/officeDocument/2006/relationships/slideLayout" Target="../slideLayouts/slideLayout72.xml" /><Relationship Id="rId6" Type="http://schemas.openxmlformats.org/officeDocument/2006/relationships/image" Target="../media/image86.wmf" /><Relationship Id="rId11" Type="http://schemas.openxmlformats.org/officeDocument/2006/relationships/oleObject" Target="../embeddings/oleObject6.bin" /><Relationship Id="rId5" Type="http://schemas.openxmlformats.org/officeDocument/2006/relationships/oleObject" Target="../embeddings/oleObject3.bin" /><Relationship Id="rId15" Type="http://schemas.openxmlformats.org/officeDocument/2006/relationships/customXml" Target="../ink/ink34.xml" /><Relationship Id="rId10" Type="http://schemas.openxmlformats.org/officeDocument/2006/relationships/image" Target="../media/image88.wmf" /><Relationship Id="rId4" Type="http://schemas.openxmlformats.org/officeDocument/2006/relationships/image" Target="../media/image85.wmf" /><Relationship Id="rId9" Type="http://schemas.openxmlformats.org/officeDocument/2006/relationships/oleObject" Target="../embeddings/oleObject5.bin" /><Relationship Id="rId14" Type="http://schemas.openxmlformats.org/officeDocument/2006/relationships/image" Target="../media/image90.wmf" /></Relationships>
</file>

<file path=ppt/slides/_rels/slide57.xml.rels><?xml version="1.0" encoding="UTF-8" standalone="yes"?>
<Relationships xmlns="http://schemas.openxmlformats.org/package/2006/relationships"><Relationship Id="rId3" Type="http://schemas.openxmlformats.org/officeDocument/2006/relationships/customXml" Target="../ink/ink35.xml" /><Relationship Id="rId2" Type="http://schemas.openxmlformats.org/officeDocument/2006/relationships/notesSlide" Target="../notesSlides/notesSlide44.xml" /><Relationship Id="rId1" Type="http://schemas.openxmlformats.org/officeDocument/2006/relationships/slideLayout" Target="../slideLayouts/slideLayout29.xml" /><Relationship Id="rId4" Type="http://schemas.openxmlformats.org/officeDocument/2006/relationships/image" Target="../media/image92.png" /></Relationships>
</file>

<file path=ppt/slides/_rels/slide58.xml.rels><?xml version="1.0" encoding="UTF-8" standalone="yes"?>
<Relationships xmlns="http://schemas.openxmlformats.org/package/2006/relationships"><Relationship Id="rId3" Type="http://schemas.openxmlformats.org/officeDocument/2006/relationships/image" Target="../media/image93.png" /><Relationship Id="rId2" Type="http://schemas.openxmlformats.org/officeDocument/2006/relationships/customXml" Target="../ink/ink36.xml" /><Relationship Id="rId1" Type="http://schemas.openxmlformats.org/officeDocument/2006/relationships/slideLayout" Target="../slideLayouts/slideLayout44.xml" /></Relationships>
</file>

<file path=ppt/slides/_rels/slide59.xml.rels><?xml version="1.0" encoding="UTF-8" standalone="yes"?>
<Relationships xmlns="http://schemas.openxmlformats.org/package/2006/relationships"><Relationship Id="rId3" Type="http://schemas.openxmlformats.org/officeDocument/2006/relationships/image" Target="../media/image94.png" /><Relationship Id="rId2" Type="http://schemas.openxmlformats.org/officeDocument/2006/relationships/customXml" Target="../ink/ink37.xml" /><Relationship Id="rId1" Type="http://schemas.openxmlformats.org/officeDocument/2006/relationships/slideLayout" Target="../slideLayouts/slideLayout29.xml" /></Relationships>
</file>

<file path=ppt/slides/_rels/slide60.xml.rels><?xml version="1.0" encoding="UTF-8" standalone="yes"?>
<Relationships xmlns="http://schemas.openxmlformats.org/package/2006/relationships"><Relationship Id="rId3" Type="http://schemas.openxmlformats.org/officeDocument/2006/relationships/customXml" Target="../ink/ink38.xml" /><Relationship Id="rId2" Type="http://schemas.openxmlformats.org/officeDocument/2006/relationships/notesSlide" Target="../notesSlides/notesSlide45.xml" /><Relationship Id="rId1" Type="http://schemas.openxmlformats.org/officeDocument/2006/relationships/slideLayout" Target="../slideLayouts/slideLayout29.xml" /><Relationship Id="rId4" Type="http://schemas.openxmlformats.org/officeDocument/2006/relationships/image" Target="../media/image95.png" /></Relationships>
</file>

<file path=ppt/slides/_rels/slide61.xml.rels><?xml version="1.0" encoding="UTF-8" standalone="yes"?>
<Relationships xmlns="http://schemas.openxmlformats.org/package/2006/relationships"><Relationship Id="rId3" Type="http://schemas.openxmlformats.org/officeDocument/2006/relationships/customXml" Target="../ink/ink39.xml" /><Relationship Id="rId2" Type="http://schemas.openxmlformats.org/officeDocument/2006/relationships/notesSlide" Target="../notesSlides/notesSlide46.xml" /><Relationship Id="rId1" Type="http://schemas.openxmlformats.org/officeDocument/2006/relationships/slideLayout" Target="../slideLayouts/slideLayout29.xml" /><Relationship Id="rId4" Type="http://schemas.openxmlformats.org/officeDocument/2006/relationships/image" Target="../media/image96.png" /></Relationships>
</file>

<file path=ppt/slides/_rels/slide62.xml.rels><?xml version="1.0" encoding="UTF-8" standalone="yes"?>
<Relationships xmlns="http://schemas.openxmlformats.org/package/2006/relationships"><Relationship Id="rId3" Type="http://schemas.openxmlformats.org/officeDocument/2006/relationships/image" Target="../media/image97.png" /><Relationship Id="rId2" Type="http://schemas.openxmlformats.org/officeDocument/2006/relationships/customXml" Target="../ink/ink40.xml" /><Relationship Id="rId1" Type="http://schemas.openxmlformats.org/officeDocument/2006/relationships/slideLayout" Target="../slideLayouts/slideLayout29.xml" /></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7.xml" /><Relationship Id="rId1" Type="http://schemas.openxmlformats.org/officeDocument/2006/relationships/slideLayout" Target="../slideLayouts/slideLayout29.xml" /></Relationships>
</file>

<file path=ppt/slides/_rels/slide64.xml.rels><?xml version="1.0" encoding="UTF-8" standalone="yes"?>
<Relationships xmlns="http://schemas.openxmlformats.org/package/2006/relationships"><Relationship Id="rId3" Type="http://schemas.openxmlformats.org/officeDocument/2006/relationships/image" Target="../media/image98.png" /><Relationship Id="rId2" Type="http://schemas.openxmlformats.org/officeDocument/2006/relationships/customXml" Target="../ink/ink41.xml" /><Relationship Id="rId1" Type="http://schemas.openxmlformats.org/officeDocument/2006/relationships/slideLayout" Target="../slideLayouts/slideLayout29.xml" /></Relationships>
</file>

<file path=ppt/slides/_rels/slide65.xml.rels><?xml version="1.0" encoding="UTF-8" standalone="yes"?>
<Relationships xmlns="http://schemas.openxmlformats.org/package/2006/relationships"><Relationship Id="rId3" Type="http://schemas.openxmlformats.org/officeDocument/2006/relationships/customXml" Target="../ink/ink42.xml" /><Relationship Id="rId2" Type="http://schemas.openxmlformats.org/officeDocument/2006/relationships/notesSlide" Target="../notesSlides/notesSlide48.xml" /><Relationship Id="rId1" Type="http://schemas.openxmlformats.org/officeDocument/2006/relationships/slideLayout" Target="../slideLayouts/slideLayout48.xml" /><Relationship Id="rId4" Type="http://schemas.openxmlformats.org/officeDocument/2006/relationships/image" Target="../media/image99.png" /></Relationships>
</file>

<file path=ppt/slides/_rels/slide66.xml.rels><?xml version="1.0" encoding="UTF-8" standalone="yes"?>
<Relationships xmlns="http://schemas.openxmlformats.org/package/2006/relationships"><Relationship Id="rId3" Type="http://schemas.openxmlformats.org/officeDocument/2006/relationships/image" Target="../media/image100.png" /><Relationship Id="rId2" Type="http://schemas.openxmlformats.org/officeDocument/2006/relationships/notesSlide" Target="../notesSlides/notesSlide49.xml" /><Relationship Id="rId1" Type="http://schemas.openxmlformats.org/officeDocument/2006/relationships/slideLayout" Target="../slideLayouts/slideLayout29.xml" /><Relationship Id="rId6" Type="http://schemas.openxmlformats.org/officeDocument/2006/relationships/image" Target="../media/image102.png" /><Relationship Id="rId5" Type="http://schemas.openxmlformats.org/officeDocument/2006/relationships/customXml" Target="../ink/ink43.xml" /><Relationship Id="rId4" Type="http://schemas.openxmlformats.org/officeDocument/2006/relationships/image" Target="../media/image101.png" /></Relationships>
</file>

<file path=ppt/slides/_rels/slide67.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50.xml" /><Relationship Id="rId1" Type="http://schemas.openxmlformats.org/officeDocument/2006/relationships/slideLayout" Target="../slideLayouts/slideLayout16.xml" /><Relationship Id="rId6" Type="http://schemas.openxmlformats.org/officeDocument/2006/relationships/image" Target="../media/image103.png" /><Relationship Id="rId5" Type="http://schemas.openxmlformats.org/officeDocument/2006/relationships/customXml" Target="../ink/ink44.xml" /><Relationship Id="rId4" Type="http://schemas.openxmlformats.org/officeDocument/2006/relationships/hyperlink" Target="https://www.kaggle.com/datasets/camnugent/california-housing-prices" TargetMode="External" /></Relationships>
</file>

<file path=ppt/slides/_rels/slide68.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51.xml" /><Relationship Id="rId1" Type="http://schemas.openxmlformats.org/officeDocument/2006/relationships/slideLayout" Target="../slideLayouts/slideLayout16.xml" /></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2.xml" /><Relationship Id="rId1" Type="http://schemas.openxmlformats.org/officeDocument/2006/relationships/slideLayout" Target="../slideLayouts/slideLayout1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1"/>
          <p:cNvSpPr txBox="1"/>
          <p:nvPr/>
        </p:nvSpPr>
        <p:spPr>
          <a:xfrm>
            <a:off x="838200" y="3380280"/>
            <a:ext cx="7875900" cy="20602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b="1" i="0" u="none" strike="noStrike" cap="none">
                <a:solidFill>
                  <a:srgbClr val="FFFFFF"/>
                </a:solidFill>
                <a:latin typeface="Calibri"/>
                <a:ea typeface="Calibri"/>
                <a:cs typeface="Calibri"/>
                <a:sym typeface="Calibri"/>
              </a:rPr>
              <a:t>Machine Learning</a:t>
            </a:r>
            <a:br>
              <a:rPr lang="en-US" sz="3200" b="0" i="0" u="none" strike="noStrike" cap="none">
                <a:solidFill>
                  <a:srgbClr val="000000"/>
                </a:solidFill>
                <a:latin typeface="Calibri"/>
                <a:ea typeface="Calibri"/>
                <a:cs typeface="Calibri"/>
                <a:sym typeface="Calibri"/>
              </a:rPr>
            </a:br>
            <a:r>
              <a:rPr lang="en-US" sz="2400" b="1" i="0" u="none" strike="noStrike" cap="none">
                <a:solidFill>
                  <a:srgbClr val="FFC000"/>
                </a:solidFill>
                <a:latin typeface="Calibri"/>
                <a:ea typeface="Calibri"/>
                <a:cs typeface="Calibri"/>
                <a:sym typeface="Calibri"/>
              </a:rPr>
              <a:t>AIML CZG565</a:t>
            </a:r>
            <a:endParaRPr sz="2400" b="1" i="0" u="none" strike="noStrike" cap="none">
              <a:solidFill>
                <a:srgbClr val="FFC000"/>
              </a:solidFill>
              <a:latin typeface="Calibri"/>
              <a:ea typeface="Calibri"/>
              <a:cs typeface="Calibri"/>
              <a:sym typeface="Calibri"/>
            </a:endParaRPr>
          </a:p>
          <a:p>
            <a:pPr marL="0" marR="0" lvl="0" indent="0" algn="ctr" rtl="0">
              <a:spcBef>
                <a:spcPts val="0"/>
              </a:spcBef>
              <a:spcAft>
                <a:spcPts val="0"/>
              </a:spcAft>
              <a:buNone/>
            </a:pPr>
            <a:r>
              <a:rPr lang="en-US" sz="2400" b="1" i="0" u="none" strike="noStrike" cap="none">
                <a:solidFill>
                  <a:srgbClr val="FFC000"/>
                </a:solidFill>
                <a:latin typeface="Calibri"/>
                <a:ea typeface="Calibri"/>
                <a:cs typeface="Calibri"/>
                <a:sym typeface="Calibri"/>
              </a:rPr>
              <a:t>M2 : Machine Learning Workflow</a:t>
            </a:r>
            <a:endParaRPr/>
          </a:p>
          <a:p>
            <a:pPr marL="0" marR="0" lvl="0" indent="0" algn="r" rtl="0">
              <a:lnSpc>
                <a:spcPct val="100000"/>
              </a:lnSpc>
              <a:spcBef>
                <a:spcPts val="0"/>
              </a:spcBef>
              <a:spcAft>
                <a:spcPts val="0"/>
              </a:spcAft>
              <a:buClr>
                <a:srgbClr val="000000"/>
              </a:buClr>
              <a:buSzPts val="2200"/>
              <a:buFont typeface="Arial"/>
              <a:buNone/>
            </a:pPr>
            <a:endParaRPr sz="3200" b="0" i="0" u="none" strike="noStrike" cap="none">
              <a:solidFill>
                <a:srgbClr val="000000"/>
              </a:solidFill>
              <a:latin typeface="Calibri"/>
              <a:ea typeface="Calibri"/>
              <a:cs typeface="Calibri"/>
              <a:sym typeface="Calibri"/>
            </a:endParaRPr>
          </a:p>
        </p:txBody>
      </p:sp>
      <p:sp>
        <p:nvSpPr>
          <p:cNvPr id="511" name="Google Shape;511;p1"/>
          <p:cNvSpPr txBox="1"/>
          <p:nvPr/>
        </p:nvSpPr>
        <p:spPr>
          <a:xfrm>
            <a:off x="2267640" y="5410080"/>
            <a:ext cx="6266160" cy="533160"/>
          </a:xfrm>
          <a:prstGeom prst="rect">
            <a:avLst/>
          </a:prstGeom>
          <a:noFill/>
          <a:ln>
            <a:noFill/>
          </a:ln>
        </p:spPr>
        <p:txBody>
          <a:bodyPr spcFirstLastPara="1" wrap="square" lIns="91425" tIns="45700" rIns="91425" bIns="45700" anchor="b" anchorCtr="0">
            <a:noAutofit/>
          </a:bodyPr>
          <a:lstStyle/>
          <a:p>
            <a:pPr marL="0" marR="0" lvl="0" indent="0" algn="r" rtl="0">
              <a:lnSpc>
                <a:spcPct val="128000"/>
              </a:lnSpc>
              <a:spcBef>
                <a:spcPts val="0"/>
              </a:spcBef>
              <a:spcAft>
                <a:spcPts val="0"/>
              </a:spcAft>
              <a:buNone/>
            </a:pPr>
            <a:r>
              <a:rPr lang="en-US" sz="1800" b="0" i="0" u="none" strike="noStrike" cap="none">
                <a:solidFill>
                  <a:srgbClr val="FF9900"/>
                </a:solidFill>
                <a:latin typeface="Calibri"/>
                <a:ea typeface="Calibri"/>
                <a:cs typeface="Calibri"/>
                <a:sym typeface="Calibri"/>
              </a:rPr>
              <a:t>Dr. Neha </a:t>
            </a:r>
            <a:r>
              <a:rPr lang="en-US" sz="1800" b="0" i="0" u="none" strike="noStrike" cap="none" dirty="0">
                <a:solidFill>
                  <a:srgbClr val="FF9900"/>
                </a:solidFill>
                <a:latin typeface="Calibri"/>
                <a:ea typeface="Calibri"/>
                <a:cs typeface="Calibri"/>
                <a:sym typeface="Calibri"/>
              </a:rPr>
              <a:t>Vinayak</a:t>
            </a:r>
            <a:endParaRPr dirty="0"/>
          </a:p>
          <a:p>
            <a:pPr marL="0" marR="0" lvl="0" indent="0" algn="r" rtl="0">
              <a:lnSpc>
                <a:spcPct val="128000"/>
              </a:lnSpc>
              <a:spcBef>
                <a:spcPts val="0"/>
              </a:spcBef>
              <a:spcAft>
                <a:spcPts val="0"/>
              </a:spcAft>
              <a:buNone/>
            </a:pPr>
            <a:r>
              <a:rPr lang="en-US" sz="1800" b="0" i="0" u="none" strike="noStrike" cap="none" dirty="0">
                <a:solidFill>
                  <a:srgbClr val="FF9900"/>
                </a:solidFill>
                <a:latin typeface="Calibri"/>
                <a:ea typeface="Calibri"/>
                <a:cs typeface="Calibri"/>
                <a:sym typeface="Calibri"/>
              </a:rPr>
              <a:t>BITS - CSIS</a:t>
            </a:r>
            <a:endParaRPr sz="1800" b="0" i="0" u="none" strike="noStrike" cap="none" dirty="0">
              <a:solidFill>
                <a:srgbClr val="FF99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2"/>
          <p:cNvSpPr txBox="1">
            <a:spLocks noGrp="1"/>
          </p:cNvSpPr>
          <p:nvPr>
            <p:ph type="title" idx="4294967295"/>
          </p:nvPr>
        </p:nvSpPr>
        <p:spPr>
          <a:xfrm>
            <a:off x="173059" y="429320"/>
            <a:ext cx="7926388" cy="461665"/>
          </a:xfrm>
          <a:prstGeom prst="rect">
            <a:avLst/>
          </a:prstGeom>
          <a:noFill/>
          <a:ln>
            <a:noFill/>
          </a:ln>
        </p:spPr>
        <p:txBody>
          <a:bodyPr spcFirstLastPara="1" wrap="square" lIns="91425" tIns="45700" rIns="91425" bIns="45700" anchor="ctr" anchorCtr="0">
            <a:spAutoFit/>
          </a:bodyPr>
          <a:lstStyle/>
          <a:p>
            <a:pPr marL="0" lvl="0" indent="0" algn="l" rtl="0">
              <a:spcBef>
                <a:spcPts val="0"/>
              </a:spcBef>
              <a:spcAft>
                <a:spcPts val="0"/>
              </a:spcAft>
              <a:buNone/>
            </a:pPr>
            <a:r>
              <a:rPr lang="en-US" sz="2400"/>
              <a:t>Machine Learning</a:t>
            </a:r>
            <a:endParaRPr sz="2400"/>
          </a:p>
        </p:txBody>
      </p:sp>
      <p:sp>
        <p:nvSpPr>
          <p:cNvPr id="517" name="Google Shape;517;p2"/>
          <p:cNvSpPr txBox="1"/>
          <p:nvPr/>
        </p:nvSpPr>
        <p:spPr>
          <a:xfrm>
            <a:off x="372177" y="2447300"/>
            <a:ext cx="8642400" cy="4194900"/>
          </a:xfrm>
          <a:prstGeom prst="rect">
            <a:avLst/>
          </a:prstGeom>
          <a:noFill/>
          <a:ln>
            <a:noFill/>
          </a:ln>
        </p:spPr>
        <p:txBody>
          <a:bodyPr spcFirstLastPara="1" wrap="square" lIns="0" tIns="32775" rIns="0" bIns="0" anchor="t" anchorCtr="0">
            <a:spAutoFit/>
          </a:bodyPr>
          <a:lstStyle/>
          <a:p>
            <a:pPr marL="133281" marR="39100" lvl="0" indent="-125292" algn="l" rtl="0">
              <a:lnSpc>
                <a:spcPct val="15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Tahoma"/>
                <a:ea typeface="Tahoma"/>
                <a:cs typeface="Tahoma"/>
                <a:sym typeface="Tahoma"/>
              </a:rPr>
              <a:t>These content of modules &amp; context under topics are prepared by the course owner instructor </a:t>
            </a:r>
            <a:r>
              <a:rPr lang="en-US" sz="1600" b="0" i="0" u="none" strike="noStrike" cap="none" dirty="0" err="1">
                <a:solidFill>
                  <a:schemeClr val="dk1"/>
                </a:solidFill>
                <a:latin typeface="Tahoma"/>
                <a:ea typeface="Tahoma"/>
                <a:cs typeface="Tahoma"/>
                <a:sym typeface="Tahoma"/>
              </a:rPr>
              <a:t>Dr.Sugata</a:t>
            </a:r>
            <a:r>
              <a:rPr lang="en-US" sz="1600" b="0" i="0" u="none" strike="noStrike" cap="none" dirty="0">
                <a:solidFill>
                  <a:schemeClr val="dk1"/>
                </a:solidFill>
                <a:latin typeface="Tahoma"/>
                <a:ea typeface="Tahoma"/>
                <a:cs typeface="Tahoma"/>
                <a:sym typeface="Tahoma"/>
              </a:rPr>
              <a:t>, instructors </a:t>
            </a:r>
            <a:r>
              <a:rPr lang="en-US" sz="1600" b="0" i="0" u="none" strike="noStrike" cap="none" dirty="0" err="1">
                <a:solidFill>
                  <a:schemeClr val="dk1"/>
                </a:solidFill>
                <a:latin typeface="Tahoma"/>
                <a:ea typeface="Tahoma"/>
                <a:cs typeface="Tahoma"/>
                <a:sym typeface="Tahoma"/>
              </a:rPr>
              <a:t>Rajavadhana</a:t>
            </a:r>
            <a:r>
              <a:rPr lang="en-US" sz="1600" b="0" i="0" u="none" strike="noStrike" cap="none" dirty="0">
                <a:solidFill>
                  <a:schemeClr val="dk1"/>
                </a:solidFill>
                <a:latin typeface="Tahoma"/>
                <a:ea typeface="Tahoma"/>
                <a:cs typeface="Tahoma"/>
                <a:sym typeface="Tahoma"/>
              </a:rPr>
              <a:t> , lab material by </a:t>
            </a:r>
            <a:r>
              <a:rPr lang="en-US" sz="1600" b="0" i="0" u="none" strike="noStrike" cap="none" dirty="0" err="1">
                <a:solidFill>
                  <a:schemeClr val="dk1"/>
                </a:solidFill>
                <a:latin typeface="Tahoma"/>
                <a:ea typeface="Tahoma"/>
                <a:cs typeface="Tahoma"/>
                <a:sym typeface="Tahoma"/>
              </a:rPr>
              <a:t>Dr.Pankaj</a:t>
            </a:r>
            <a:r>
              <a:rPr lang="en-US" sz="1600" b="0" i="0" u="none" strike="noStrike" cap="none" dirty="0">
                <a:solidFill>
                  <a:schemeClr val="dk1"/>
                </a:solidFill>
                <a:latin typeface="Tahoma"/>
                <a:ea typeface="Tahoma"/>
                <a:cs typeface="Tahoma"/>
                <a:sym typeface="Tahoma"/>
              </a:rPr>
              <a:t> with grateful acknowledgement to many others who made their course materials freely available online.</a:t>
            </a:r>
            <a:endParaRPr sz="1600" b="0" i="0" u="none" strike="noStrike" cap="none" dirty="0">
              <a:solidFill>
                <a:schemeClr val="dk1"/>
              </a:solidFill>
              <a:latin typeface="Tahoma"/>
              <a:ea typeface="Tahoma"/>
              <a:cs typeface="Tahoma"/>
              <a:sym typeface="Tahoma"/>
            </a:endParaRPr>
          </a:p>
          <a:p>
            <a:pPr marL="133281" marR="39100" lvl="0" indent="-125292" algn="l" rtl="0">
              <a:lnSpc>
                <a:spcPct val="150000"/>
              </a:lnSpc>
              <a:spcBef>
                <a:spcPts val="259"/>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The content for these slides has been obtained from books and various other  source on the Internet</a:t>
            </a:r>
            <a:endParaRPr sz="1600" b="0" i="0" u="none" strike="noStrike" cap="none" dirty="0">
              <a:solidFill>
                <a:schemeClr val="dk1"/>
              </a:solidFill>
              <a:latin typeface="Arial"/>
              <a:ea typeface="Arial"/>
              <a:cs typeface="Arial"/>
              <a:sym typeface="Arial"/>
            </a:endParaRPr>
          </a:p>
          <a:p>
            <a:pPr marL="133281" marR="0" lvl="0" indent="-125292" algn="l" rtl="0">
              <a:lnSpc>
                <a:spcPct val="150000"/>
              </a:lnSpc>
              <a:spcBef>
                <a:spcPts val="344"/>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We here by acknowledge all the contributors for their material and inputs.</a:t>
            </a:r>
            <a:endParaRPr sz="1600" b="0" i="0" u="none" strike="noStrike" cap="none" dirty="0">
              <a:solidFill>
                <a:schemeClr val="dk1"/>
              </a:solidFill>
              <a:latin typeface="Arial"/>
              <a:ea typeface="Arial"/>
              <a:cs typeface="Arial"/>
              <a:sym typeface="Arial"/>
            </a:endParaRPr>
          </a:p>
          <a:p>
            <a:pPr marL="133281" marR="0" lvl="0" indent="-125291" algn="l" rtl="0">
              <a:lnSpc>
                <a:spcPct val="150000"/>
              </a:lnSpc>
              <a:spcBef>
                <a:spcPts val="374"/>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We have provided source information wherever necessary</a:t>
            </a:r>
            <a:endParaRPr sz="1600" dirty="0">
              <a:solidFill>
                <a:schemeClr val="dk1"/>
              </a:solidFill>
            </a:endParaRPr>
          </a:p>
          <a:p>
            <a:pPr marL="133281" marR="0" lvl="0" indent="-125291" algn="l" rtl="0">
              <a:lnSpc>
                <a:spcPct val="150000"/>
              </a:lnSpc>
              <a:spcBef>
                <a:spcPts val="374"/>
              </a:spcBef>
              <a:spcAft>
                <a:spcPts val="0"/>
              </a:spcAft>
              <a:buClr>
                <a:schemeClr val="dk1"/>
              </a:buClr>
              <a:buSzPts val="1600"/>
              <a:buFont typeface="Arial"/>
              <a:buChar char="•"/>
            </a:pPr>
            <a:r>
              <a:rPr lang="en-US" sz="1600" b="0" i="0" u="none" strike="noStrike" cap="none" dirty="0">
                <a:solidFill>
                  <a:srgbClr val="FF0000"/>
                </a:solidFill>
                <a:latin typeface="Tahoma"/>
                <a:ea typeface="Tahoma"/>
                <a:cs typeface="Tahoma"/>
                <a:sym typeface="Tahoma"/>
              </a:rPr>
              <a:t>Students are requested to refer to the textbook w.r.t detailed content of </a:t>
            </a:r>
            <a:r>
              <a:rPr lang="en-US" sz="1600" dirty="0">
                <a:solidFill>
                  <a:srgbClr val="FF0000"/>
                </a:solidFill>
                <a:latin typeface="Tahoma"/>
                <a:ea typeface="Tahoma"/>
                <a:cs typeface="Tahoma"/>
                <a:sym typeface="Tahoma"/>
              </a:rPr>
              <a:t>the </a:t>
            </a:r>
            <a:r>
              <a:rPr lang="en-US" sz="1600" b="0" i="0" u="none" strike="noStrike" cap="none" dirty="0">
                <a:solidFill>
                  <a:srgbClr val="FF0000"/>
                </a:solidFill>
                <a:latin typeface="Tahoma"/>
                <a:ea typeface="Tahoma"/>
                <a:cs typeface="Tahoma"/>
                <a:sym typeface="Tahoma"/>
              </a:rPr>
              <a:t>presentation deck shared over canvas</a:t>
            </a:r>
            <a:endParaRPr sz="1600" dirty="0">
              <a:solidFill>
                <a:srgbClr val="FF0000"/>
              </a:solidFill>
              <a:latin typeface="Tahoma"/>
              <a:ea typeface="Tahoma"/>
              <a:cs typeface="Tahoma"/>
              <a:sym typeface="Tahoma"/>
            </a:endParaRPr>
          </a:p>
          <a:p>
            <a:pPr marL="133281" marR="0" lvl="0" indent="-125291" algn="l" rtl="0">
              <a:lnSpc>
                <a:spcPct val="150000"/>
              </a:lnSpc>
              <a:spcBef>
                <a:spcPts val="374"/>
              </a:spcBef>
              <a:spcAft>
                <a:spcPts val="0"/>
              </a:spcAft>
              <a:buClr>
                <a:schemeClr val="dk1"/>
              </a:buClr>
              <a:buSzPts val="1600"/>
              <a:buFont typeface="Arial"/>
              <a:buChar char="•"/>
            </a:pPr>
            <a:r>
              <a:rPr lang="en-US" sz="1600" dirty="0">
                <a:solidFill>
                  <a:srgbClr val="FF0000"/>
                </a:solidFill>
              </a:rPr>
              <a:t>We have reduced the slides from canvas and modified the content flow to suit the requirements of the course and for ease of class presentation</a:t>
            </a:r>
            <a:endParaRPr sz="1600" dirty="0">
              <a:solidFill>
                <a:srgbClr val="FF0000"/>
              </a:solidFill>
              <a:latin typeface="Tahoma"/>
              <a:ea typeface="Tahoma"/>
              <a:cs typeface="Tahoma"/>
              <a:sym typeface="Tahoma"/>
            </a:endParaRPr>
          </a:p>
        </p:txBody>
      </p:sp>
      <p:sp>
        <p:nvSpPr>
          <p:cNvPr id="518" name="Google Shape;518;p2"/>
          <p:cNvSpPr txBox="1"/>
          <p:nvPr/>
        </p:nvSpPr>
        <p:spPr>
          <a:xfrm>
            <a:off x="2180794" y="1041077"/>
            <a:ext cx="5698800" cy="287100"/>
          </a:xfrm>
          <a:prstGeom prst="rect">
            <a:avLst/>
          </a:prstGeom>
          <a:noFill/>
          <a:ln>
            <a:noFill/>
          </a:ln>
        </p:spPr>
        <p:txBody>
          <a:bodyPr spcFirstLastPara="1" wrap="square" lIns="0" tIns="10075" rIns="0" bIns="0" anchor="t" anchorCtr="0">
            <a:spAutoFit/>
          </a:bodyPr>
          <a:lstStyle/>
          <a:p>
            <a:pPr marL="8408" marR="0" lvl="0" indent="0" algn="l" rtl="0">
              <a:spcBef>
                <a:spcPts val="0"/>
              </a:spcBef>
              <a:spcAft>
                <a:spcPts val="0"/>
              </a:spcAft>
              <a:buNone/>
            </a:pPr>
            <a:r>
              <a:rPr lang="en-US" sz="1800" b="0" i="0" u="none" strike="noStrike" cap="none">
                <a:solidFill>
                  <a:srgbClr val="1C1572"/>
                </a:solidFill>
                <a:latin typeface="Arial"/>
                <a:ea typeface="Arial"/>
                <a:cs typeface="Arial"/>
                <a:sym typeface="Arial"/>
              </a:rPr>
              <a:t>Disclaimer and Acknowledgement</a:t>
            </a:r>
            <a:endParaRPr sz="1800" b="0" i="0" u="none" strike="noStrike" cap="none">
              <a:solidFill>
                <a:schemeClr val="dk1"/>
              </a:solidFill>
              <a:latin typeface="Arial"/>
              <a:ea typeface="Arial"/>
              <a:cs typeface="Arial"/>
              <a:sym typeface="Arial"/>
            </a:endParaRPr>
          </a:p>
        </p:txBody>
      </p:sp>
      <p:pic>
        <p:nvPicPr>
          <p:cNvPr id="519" name="Google Shape;519;p2"/>
          <p:cNvPicPr preferRelativeResize="0"/>
          <p:nvPr/>
        </p:nvPicPr>
        <p:blipFill rotWithShape="1">
          <a:blip r:embed="rId3">
            <a:alphaModFix/>
          </a:blip>
          <a:srcRect/>
          <a:stretch/>
        </p:blipFill>
        <p:spPr>
          <a:xfrm>
            <a:off x="3686826" y="1328176"/>
            <a:ext cx="1087204" cy="1188635"/>
          </a:xfrm>
          <a:prstGeom prst="rect">
            <a:avLst/>
          </a:prstGeom>
          <a:noFill/>
          <a:ln>
            <a:noFill/>
          </a:ln>
        </p:spPr>
      </p:pic>
      <p:sp>
        <p:nvSpPr>
          <p:cNvPr id="12"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65"/>
        <p:cNvGrpSpPr/>
        <p:nvPr/>
      </p:nvGrpSpPr>
      <p:grpSpPr>
        <a:xfrm>
          <a:off x="0" y="0"/>
          <a:ext cx="0" cy="0"/>
          <a:chOff x="0" y="0"/>
          <a:chExt cx="0" cy="0"/>
        </a:xfrm>
      </p:grpSpPr>
      <p:sp>
        <p:nvSpPr>
          <p:cNvPr id="1866" name="Google Shape;1866;p40"/>
          <p:cNvSpPr txBox="1">
            <a:spLocks noGrp="1"/>
          </p:cNvSpPr>
          <p:nvPr>
            <p:ph type="title"/>
          </p:nvPr>
        </p:nvSpPr>
        <p:spPr>
          <a:xfrm>
            <a:off x="152400" y="533400"/>
            <a:ext cx="5054100" cy="553998"/>
          </a:xfrm>
          <a:prstGeom prst="rect">
            <a:avLst/>
          </a:prstGeom>
          <a:noFill/>
          <a:ln>
            <a:noFill/>
          </a:ln>
        </p:spPr>
        <p:txBody>
          <a:bodyPr spcFirstLastPara="1" wrap="square" lIns="91425" tIns="45700" rIns="91425" bIns="45700" anchor="ctr" anchorCtr="0">
            <a:spAutoFit/>
          </a:bodyPr>
          <a:lstStyle/>
          <a:p>
            <a:pPr marL="457200" lvl="0" indent="-342900" algn="l" rtl="0">
              <a:lnSpc>
                <a:spcPct val="150000"/>
              </a:lnSpc>
              <a:spcBef>
                <a:spcPts val="0"/>
              </a:spcBef>
              <a:spcAft>
                <a:spcPts val="0"/>
              </a:spcAft>
              <a:buClr>
                <a:schemeClr val="dk1"/>
              </a:buClr>
              <a:buSzPts val="3600"/>
              <a:buFont typeface="Arial"/>
              <a:buNone/>
            </a:pPr>
            <a:r>
              <a:rPr lang="en-US" sz="2400" b="1">
                <a:latin typeface="Arial"/>
                <a:ea typeface="Arial"/>
                <a:cs typeface="Arial"/>
                <a:sym typeface="Arial"/>
              </a:rPr>
              <a:t>Reinforcement Learning</a:t>
            </a:r>
            <a:endParaRPr sz="2400" b="1">
              <a:latin typeface="Arial"/>
              <a:ea typeface="Arial"/>
              <a:cs typeface="Arial"/>
              <a:sym typeface="Arial"/>
            </a:endParaRPr>
          </a:p>
        </p:txBody>
      </p:sp>
      <p:pic>
        <p:nvPicPr>
          <p:cNvPr id="1868" name="Google Shape;1868;p40"/>
          <p:cNvPicPr preferRelativeResize="0"/>
          <p:nvPr/>
        </p:nvPicPr>
        <p:blipFill rotWithShape="1">
          <a:blip r:embed="rId3">
            <a:alphaModFix/>
          </a:blip>
          <a:srcRect/>
          <a:stretch/>
        </p:blipFill>
        <p:spPr>
          <a:xfrm>
            <a:off x="0" y="1522690"/>
            <a:ext cx="9093543" cy="4801910"/>
          </a:xfrm>
          <a:prstGeom prst="rect">
            <a:avLst/>
          </a:prstGeom>
          <a:noFill/>
          <a:ln>
            <a:noFill/>
          </a:ln>
        </p:spPr>
      </p:pic>
      <p:sp>
        <p:nvSpPr>
          <p:cNvPr id="4" name="Slide Number Placeholder 3"/>
          <p:cNvSpPr>
            <a:spLocks noGrp="1"/>
          </p:cNvSpPr>
          <p:nvPr>
            <p:ph type="sldNum" idx="12"/>
          </p:nvPr>
        </p:nvSpPr>
        <p:spPr>
          <a:xfrm>
            <a:off x="8716776" y="6231989"/>
            <a:ext cx="611560" cy="323557"/>
          </a:xfrm>
        </p:spPr>
        <p:txBody>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smtClean="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3</a:t>
            </a:fld>
            <a:endParaRPr kumimoji="0" lang="en-US"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A71AB087-96E9-6FD3-F869-1EE58DF93200}"/>
                  </a:ext>
                </a:extLst>
              </p14:cNvPr>
              <p14:cNvContentPartPr/>
              <p14:nvPr/>
            </p14:nvContentPartPr>
            <p14:xfrm>
              <a:off x="2550960" y="2229120"/>
              <a:ext cx="5307480" cy="3630600"/>
            </p14:xfrm>
          </p:contentPart>
        </mc:Choice>
        <mc:Fallback xmlns="">
          <p:pic>
            <p:nvPicPr>
              <p:cNvPr id="2" name="Ink 1">
                <a:extLst>
                  <a:ext uri="{FF2B5EF4-FFF2-40B4-BE49-F238E27FC236}">
                    <a16:creationId xmlns:a16="http://schemas.microsoft.com/office/drawing/2014/main" id="{A71AB087-96E9-6FD3-F869-1EE58DF93200}"/>
                  </a:ext>
                </a:extLst>
              </p:cNvPr>
              <p:cNvPicPr/>
              <p:nvPr/>
            </p:nvPicPr>
            <p:blipFill>
              <a:blip r:embed="rId5"/>
              <a:stretch>
                <a:fillRect/>
              </a:stretch>
            </p:blipFill>
            <p:spPr>
              <a:xfrm>
                <a:off x="2541600" y="2219760"/>
                <a:ext cx="5326200" cy="3649320"/>
              </a:xfrm>
              <a:prstGeom prst="rect">
                <a:avLst/>
              </a:prstGeom>
            </p:spPr>
          </p:pic>
        </mc:Fallback>
      </mc:AlternateContent>
    </p:spTree>
    <p:extLst>
      <p:ext uri="{BB962C8B-B14F-4D97-AF65-F5344CB8AC3E}">
        <p14:creationId xmlns:p14="http://schemas.microsoft.com/office/powerpoint/2010/main" val="32475977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79"/>
        <p:cNvGrpSpPr/>
        <p:nvPr/>
      </p:nvGrpSpPr>
      <p:grpSpPr>
        <a:xfrm>
          <a:off x="0" y="0"/>
          <a:ext cx="0" cy="0"/>
          <a:chOff x="0" y="0"/>
          <a:chExt cx="0" cy="0"/>
        </a:xfrm>
      </p:grpSpPr>
      <p:sp>
        <p:nvSpPr>
          <p:cNvPr id="1880" name="Google Shape;1880;p42"/>
          <p:cNvSpPr txBox="1">
            <a:spLocks noGrp="1"/>
          </p:cNvSpPr>
          <p:nvPr>
            <p:ph type="title"/>
          </p:nvPr>
        </p:nvSpPr>
        <p:spPr>
          <a:xfrm>
            <a:off x="0" y="152400"/>
            <a:ext cx="6553200" cy="1066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3600"/>
              <a:buFont typeface="Arial"/>
              <a:buNone/>
            </a:pPr>
            <a:r>
              <a:rPr lang="en-US" sz="2400">
                <a:latin typeface="Arial"/>
                <a:ea typeface="Arial"/>
                <a:cs typeface="Arial"/>
                <a:sym typeface="Arial"/>
              </a:rPr>
              <a:t>Comparison :</a:t>
            </a:r>
            <a:br>
              <a:rPr lang="en-US" sz="2400">
                <a:latin typeface="Arial"/>
                <a:ea typeface="Arial"/>
                <a:cs typeface="Arial"/>
                <a:sym typeface="Arial"/>
              </a:rPr>
            </a:br>
            <a:r>
              <a:rPr lang="en-US" sz="2400">
                <a:latin typeface="Arial"/>
                <a:ea typeface="Arial"/>
                <a:cs typeface="Arial"/>
                <a:sym typeface="Arial"/>
              </a:rPr>
              <a:t>Supervised, Unsupervised and Reinforcement Learning</a:t>
            </a:r>
            <a:endParaRPr sz="2400">
              <a:latin typeface="Arial"/>
              <a:ea typeface="Arial"/>
              <a:cs typeface="Arial"/>
              <a:sym typeface="Arial"/>
            </a:endParaRPr>
          </a:p>
        </p:txBody>
      </p:sp>
      <p:pic>
        <p:nvPicPr>
          <p:cNvPr id="1881" name="Google Shape;1881;p42"/>
          <p:cNvPicPr preferRelativeResize="0"/>
          <p:nvPr/>
        </p:nvPicPr>
        <p:blipFill rotWithShape="1">
          <a:blip r:embed="rId3">
            <a:alphaModFix/>
          </a:blip>
          <a:srcRect l="14999" t="3086" r="16666" b="3085"/>
          <a:stretch/>
        </p:blipFill>
        <p:spPr>
          <a:xfrm>
            <a:off x="0" y="1752600"/>
            <a:ext cx="9067799" cy="4202151"/>
          </a:xfrm>
          <a:prstGeom prst="rect">
            <a:avLst/>
          </a:prstGeom>
          <a:noFill/>
          <a:ln>
            <a:noFill/>
          </a:ln>
        </p:spPr>
      </p:pic>
      <p:sp>
        <p:nvSpPr>
          <p:cNvPr id="2" name="Slide Number Placeholder 1"/>
          <p:cNvSpPr>
            <a:spLocks noGrp="1"/>
          </p:cNvSpPr>
          <p:nvPr>
            <p:ph type="sldNum" idx="12"/>
          </p:nvPr>
        </p:nvSpPr>
        <p:spPr>
          <a:xfrm>
            <a:off x="8629356" y="6305588"/>
            <a:ext cx="438443" cy="365125"/>
          </a:xfrm>
        </p:spPr>
        <p:txBody>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smtClean="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4</a:t>
            </a:fld>
            <a:endParaRPr kumimoji="0" lang="en-US"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36950502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72"/>
        <p:cNvGrpSpPr/>
        <p:nvPr/>
      </p:nvGrpSpPr>
      <p:grpSpPr>
        <a:xfrm>
          <a:off x="0" y="0"/>
          <a:ext cx="0" cy="0"/>
          <a:chOff x="0" y="0"/>
          <a:chExt cx="0" cy="0"/>
        </a:xfrm>
      </p:grpSpPr>
      <p:sp>
        <p:nvSpPr>
          <p:cNvPr id="1873" name="Google Shape;1873;p41"/>
          <p:cNvSpPr txBox="1">
            <a:spLocks noGrp="1"/>
          </p:cNvSpPr>
          <p:nvPr>
            <p:ph type="title"/>
          </p:nvPr>
        </p:nvSpPr>
        <p:spPr>
          <a:xfrm>
            <a:off x="189685" y="385168"/>
            <a:ext cx="6120680" cy="553998"/>
          </a:xfrm>
          <a:prstGeom prst="rect">
            <a:avLst/>
          </a:prstGeom>
          <a:noFill/>
          <a:ln>
            <a:noFill/>
          </a:ln>
        </p:spPr>
        <p:txBody>
          <a:bodyPr spcFirstLastPara="1" wrap="square" lIns="91425" tIns="45700" rIns="91425" bIns="45700" anchor="ctr" anchorCtr="0">
            <a:spAutoFit/>
          </a:bodyPr>
          <a:lstStyle/>
          <a:p>
            <a:pPr marL="457200" lvl="0" indent="-342900" algn="l" rtl="0">
              <a:lnSpc>
                <a:spcPct val="150000"/>
              </a:lnSpc>
              <a:spcBef>
                <a:spcPts val="0"/>
              </a:spcBef>
              <a:spcAft>
                <a:spcPts val="0"/>
              </a:spcAft>
              <a:buClr>
                <a:schemeClr val="dk1"/>
              </a:buClr>
              <a:buSzPts val="3600"/>
              <a:buFont typeface="Arial"/>
              <a:buNone/>
            </a:pPr>
            <a:r>
              <a:rPr lang="en-US" sz="2400" b="1">
                <a:latin typeface="Arial"/>
                <a:ea typeface="Arial"/>
                <a:cs typeface="Arial"/>
                <a:sym typeface="Arial"/>
              </a:rPr>
              <a:t>Summary : Types of Learning</a:t>
            </a:r>
            <a:endParaRPr sz="2400" b="1">
              <a:latin typeface="Arial"/>
              <a:ea typeface="Arial"/>
              <a:cs typeface="Arial"/>
              <a:sym typeface="Arial"/>
            </a:endParaRPr>
          </a:p>
        </p:txBody>
      </p:sp>
      <p:pic>
        <p:nvPicPr>
          <p:cNvPr id="1874" name="Google Shape;1874;p41" descr="https://miro.medium.com/max/700/1*ZCeOEBhvEVLmwCh7vr2RVA.png"/>
          <p:cNvPicPr preferRelativeResize="0">
            <a:picLocks noGrp="1"/>
          </p:cNvPicPr>
          <p:nvPr>
            <p:ph type="body" idx="1"/>
          </p:nvPr>
        </p:nvPicPr>
        <p:blipFill rotWithShape="1">
          <a:blip r:embed="rId3">
            <a:alphaModFix/>
          </a:blip>
          <a:srcRect/>
          <a:stretch/>
        </p:blipFill>
        <p:spPr>
          <a:xfrm>
            <a:off x="-35417" y="1524000"/>
            <a:ext cx="9094032" cy="3962400"/>
          </a:xfrm>
          <a:prstGeom prst="rect">
            <a:avLst/>
          </a:prstGeom>
          <a:noFill/>
          <a:ln>
            <a:noFill/>
          </a:ln>
        </p:spPr>
      </p:pic>
      <p:sp>
        <p:nvSpPr>
          <p:cNvPr id="1875" name="Google Shape;1875;p41"/>
          <p:cNvSpPr/>
          <p:nvPr/>
        </p:nvSpPr>
        <p:spPr>
          <a:xfrm>
            <a:off x="174445" y="6642556"/>
            <a:ext cx="8534400" cy="21544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0" i="0" u="none" strike="noStrike" kern="0" cap="none" spc="0" normalizeH="0" baseline="0" noProof="0">
                <a:ln>
                  <a:noFill/>
                </a:ln>
                <a:solidFill>
                  <a:srgbClr val="000000"/>
                </a:solidFill>
                <a:effectLst/>
                <a:uLnTx/>
                <a:uFillTx/>
                <a:latin typeface="Tahoma"/>
                <a:ea typeface="Tahoma"/>
                <a:cs typeface="Tahoma"/>
                <a:sym typeface="Tahoma"/>
              </a:rPr>
              <a:t>Image courtesy:  https://towardsdatascience.com/types-of-machine-learning-algorithms-you-should-know-953a08248861</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2" name="Slide Number Placeholder 1"/>
          <p:cNvSpPr>
            <a:spLocks noGrp="1"/>
          </p:cNvSpPr>
          <p:nvPr>
            <p:ph type="sldNum" idx="12"/>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smtClean="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5</a:t>
            </a:fld>
            <a:endParaRPr kumimoji="0" lang="en-US" sz="1600" b="1"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2873447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85"/>
        <p:cNvGrpSpPr/>
        <p:nvPr/>
      </p:nvGrpSpPr>
      <p:grpSpPr>
        <a:xfrm>
          <a:off x="0" y="0"/>
          <a:ext cx="0" cy="0"/>
          <a:chOff x="0" y="0"/>
          <a:chExt cx="0" cy="0"/>
        </a:xfrm>
      </p:grpSpPr>
      <p:sp>
        <p:nvSpPr>
          <p:cNvPr id="1886" name="Google Shape;1886;p43"/>
          <p:cNvSpPr txBox="1">
            <a:spLocks noGrp="1"/>
          </p:cNvSpPr>
          <p:nvPr>
            <p:ph type="body" idx="2"/>
          </p:nvPr>
        </p:nvSpPr>
        <p:spPr>
          <a:xfrm>
            <a:off x="304800" y="152400"/>
            <a:ext cx="8229600" cy="1143000"/>
          </a:xfrm>
          <a:prstGeom prst="rect">
            <a:avLst/>
          </a:prstGeom>
          <a:noFill/>
          <a:ln>
            <a:noFill/>
          </a:ln>
        </p:spPr>
        <p:txBody>
          <a:bodyPr spcFirstLastPara="1" wrap="square" lIns="91425" tIns="45700" rIns="91425" bIns="45700" anchor="ctr" anchorCtr="0">
            <a:normAutofit lnSpcReduction="10000"/>
          </a:bodyPr>
          <a:lstStyle/>
          <a:p>
            <a:pPr marL="0" lvl="0" indent="0" algn="l" rtl="0">
              <a:lnSpc>
                <a:spcPct val="150000"/>
              </a:lnSpc>
              <a:spcBef>
                <a:spcPts val="0"/>
              </a:spcBef>
              <a:spcAft>
                <a:spcPts val="0"/>
              </a:spcAft>
              <a:buClr>
                <a:schemeClr val="dk1"/>
              </a:buClr>
              <a:buSzPts val="2400"/>
              <a:buNone/>
            </a:pPr>
            <a:r>
              <a:rPr lang="en-US" sz="2400"/>
              <a:t>Introduction to Machine Learning</a:t>
            </a:r>
            <a:endParaRPr/>
          </a:p>
          <a:p>
            <a:pPr marL="0" lvl="0" indent="0" algn="l" rtl="0">
              <a:lnSpc>
                <a:spcPct val="180000"/>
              </a:lnSpc>
              <a:spcBef>
                <a:spcPts val="0"/>
              </a:spcBef>
              <a:spcAft>
                <a:spcPts val="0"/>
              </a:spcAft>
              <a:buClr>
                <a:srgbClr val="C00000"/>
              </a:buClr>
              <a:buSzPts val="2000"/>
              <a:buNone/>
            </a:pPr>
            <a:r>
              <a:rPr lang="en-US" sz="2000">
                <a:solidFill>
                  <a:srgbClr val="C00000"/>
                </a:solidFill>
              </a:rPr>
              <a:t>Semi supervised Learning</a:t>
            </a:r>
            <a:endParaRPr sz="2000">
              <a:solidFill>
                <a:srgbClr val="C00000"/>
              </a:solidFill>
            </a:endParaRPr>
          </a:p>
        </p:txBody>
      </p:sp>
      <p:sp>
        <p:nvSpPr>
          <p:cNvPr id="1887" name="Google Shape;1887;p43"/>
          <p:cNvSpPr/>
          <p:nvPr/>
        </p:nvSpPr>
        <p:spPr>
          <a:xfrm>
            <a:off x="497597" y="1705902"/>
            <a:ext cx="7162800" cy="872100"/>
          </a:xfrm>
          <a:prstGeom prst="rect">
            <a:avLst/>
          </a:prstGeom>
          <a:noFill/>
          <a:ln>
            <a:noFill/>
          </a:ln>
        </p:spPr>
        <p:txBody>
          <a:bodyPr spcFirstLastPara="1" wrap="square" lIns="91425" tIns="45700" rIns="91425" bIns="45700" anchor="t" anchorCtr="0">
            <a:noAutofit/>
          </a:bodyPr>
          <a:lstStyle/>
          <a:p>
            <a:pPr marL="355600" marR="0" lvl="0" indent="-342900" algn="l" defTabSz="914400" rtl="0" eaLnBrk="1" fontAlgn="auto" latinLnBrk="0" hangingPunct="1">
              <a:lnSpc>
                <a:spcPct val="100000"/>
              </a:lnSpc>
              <a:spcBef>
                <a:spcPts val="0"/>
              </a:spcBef>
              <a:spcAft>
                <a:spcPts val="0"/>
              </a:spcAft>
              <a:buClr>
                <a:srgbClr val="000000"/>
              </a:buClr>
              <a:buSzPts val="3200"/>
              <a:buFont typeface="Arial"/>
              <a:buChar char="•"/>
              <a:tabLst/>
              <a:defRPr/>
            </a:pPr>
            <a:r>
              <a:rPr kumimoji="0" lang="en-US" sz="1800" b="0" i="0" u="none" strike="noStrike" kern="0" cap="none" spc="0" normalizeH="0" baseline="0" noProof="0">
                <a:ln>
                  <a:noFill/>
                </a:ln>
                <a:solidFill>
                  <a:srgbClr val="000000"/>
                </a:solidFill>
                <a:effectLst/>
                <a:uLnTx/>
                <a:uFillTx/>
                <a:latin typeface="Arial"/>
                <a:ea typeface="Arial"/>
                <a:cs typeface="Arial"/>
                <a:sym typeface="Arial"/>
              </a:rPr>
              <a:t>Combines unsupervised and supervised learning algorithms</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a:p>
            <a:pPr marL="355600" marR="0" lvl="0" indent="-342900" algn="l" defTabSz="914400" rtl="0" eaLnBrk="1" fontAlgn="auto" latinLnBrk="0" hangingPunct="1">
              <a:lnSpc>
                <a:spcPct val="100000"/>
              </a:lnSpc>
              <a:spcBef>
                <a:spcPts val="0"/>
              </a:spcBef>
              <a:spcAft>
                <a:spcPts val="0"/>
              </a:spcAft>
              <a:buClr>
                <a:srgbClr val="000000"/>
              </a:buClr>
              <a:buSzPts val="3200"/>
              <a:buFont typeface="Arial"/>
              <a:buChar char="•"/>
              <a:tabLst/>
              <a:defRPr/>
            </a:pPr>
            <a:r>
              <a:rPr kumimoji="0" lang="en-US" sz="1800" b="0" i="0" u="none" strike="noStrike" kern="0" cap="none" spc="0" normalizeH="0" baseline="0" noProof="0">
                <a:ln>
                  <a:noFill/>
                </a:ln>
                <a:solidFill>
                  <a:srgbClr val="000000"/>
                </a:solidFill>
                <a:effectLst/>
                <a:uLnTx/>
                <a:uFillTx/>
                <a:latin typeface="Arial"/>
                <a:ea typeface="Arial"/>
                <a:cs typeface="Arial"/>
                <a:sym typeface="Arial"/>
              </a:rPr>
              <a:t>Photo hosting service, e.g., google photos</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888" name="Google Shape;1888;p43"/>
          <p:cNvSpPr/>
          <p:nvPr/>
        </p:nvSpPr>
        <p:spPr>
          <a:xfrm>
            <a:off x="497592" y="1400004"/>
            <a:ext cx="9372600" cy="3693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0" cap="none" spc="0" normalizeH="0" baseline="0" noProof="0">
                <a:ln>
                  <a:noFill/>
                </a:ln>
                <a:solidFill>
                  <a:srgbClr val="150860"/>
                </a:solidFill>
                <a:effectLst/>
                <a:uLnTx/>
                <a:uFillTx/>
                <a:latin typeface="Helvetica Neue"/>
                <a:ea typeface="Helvetica Neue"/>
                <a:cs typeface="Helvetica Neue"/>
                <a:sym typeface="Helvetica Neue"/>
              </a:rPr>
              <a:t>Partially labelled data – some labelled data and a lot of unlabelled data</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pic>
        <p:nvPicPr>
          <p:cNvPr id="1889" name="Google Shape;1889;p43"/>
          <p:cNvPicPr preferRelativeResize="0"/>
          <p:nvPr/>
        </p:nvPicPr>
        <p:blipFill rotWithShape="1">
          <a:blip r:embed="rId3">
            <a:alphaModFix/>
          </a:blip>
          <a:srcRect/>
          <a:stretch/>
        </p:blipFill>
        <p:spPr>
          <a:xfrm>
            <a:off x="1182859" y="2883900"/>
            <a:ext cx="7004204" cy="3412304"/>
          </a:xfrm>
          <a:prstGeom prst="rect">
            <a:avLst/>
          </a:prstGeom>
          <a:noFill/>
          <a:ln>
            <a:noFill/>
          </a:ln>
        </p:spPr>
      </p:pic>
      <p:sp>
        <p:nvSpPr>
          <p:cNvPr id="6"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6</a:t>
            </a:r>
          </a:p>
        </p:txBody>
      </p:sp>
    </p:spTree>
    <p:extLst>
      <p:ext uri="{BB962C8B-B14F-4D97-AF65-F5344CB8AC3E}">
        <p14:creationId xmlns:p14="http://schemas.microsoft.com/office/powerpoint/2010/main" val="61321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00"/>
        <p:cNvGrpSpPr/>
        <p:nvPr/>
      </p:nvGrpSpPr>
      <p:grpSpPr>
        <a:xfrm>
          <a:off x="0" y="0"/>
          <a:ext cx="0" cy="0"/>
          <a:chOff x="0" y="0"/>
          <a:chExt cx="0" cy="0"/>
        </a:xfrm>
      </p:grpSpPr>
      <p:sp>
        <p:nvSpPr>
          <p:cNvPr id="1901" name="Google Shape;1901;p45"/>
          <p:cNvSpPr txBox="1">
            <a:spLocks noGrp="1"/>
          </p:cNvSpPr>
          <p:nvPr>
            <p:ph type="body" idx="2"/>
          </p:nvPr>
        </p:nvSpPr>
        <p:spPr>
          <a:xfrm>
            <a:off x="304800" y="152400"/>
            <a:ext cx="8229600" cy="1143000"/>
          </a:xfrm>
          <a:prstGeom prst="rect">
            <a:avLst/>
          </a:prstGeom>
          <a:noFill/>
          <a:ln>
            <a:noFill/>
          </a:ln>
        </p:spPr>
        <p:txBody>
          <a:bodyPr spcFirstLastPara="1" wrap="square" lIns="91425" tIns="45700" rIns="91425" bIns="45700" anchor="ctr" anchorCtr="0">
            <a:normAutofit lnSpcReduction="10000"/>
          </a:bodyPr>
          <a:lstStyle/>
          <a:p>
            <a:pPr marL="0" lvl="0" indent="0" algn="l" rtl="0">
              <a:lnSpc>
                <a:spcPct val="150000"/>
              </a:lnSpc>
              <a:spcBef>
                <a:spcPts val="0"/>
              </a:spcBef>
              <a:spcAft>
                <a:spcPts val="0"/>
              </a:spcAft>
              <a:buClr>
                <a:schemeClr val="dk1"/>
              </a:buClr>
              <a:buSzPts val="2400"/>
              <a:buNone/>
            </a:pPr>
            <a:r>
              <a:rPr lang="en-US" sz="2400"/>
              <a:t>Introduction to Machine Learning</a:t>
            </a:r>
            <a:endParaRPr/>
          </a:p>
          <a:p>
            <a:pPr marL="0" lvl="0" indent="0" algn="l" rtl="0">
              <a:lnSpc>
                <a:spcPct val="180000"/>
              </a:lnSpc>
              <a:spcBef>
                <a:spcPts val="0"/>
              </a:spcBef>
              <a:spcAft>
                <a:spcPts val="0"/>
              </a:spcAft>
              <a:buClr>
                <a:srgbClr val="C00000"/>
              </a:buClr>
              <a:buSzPts val="2000"/>
              <a:buNone/>
            </a:pPr>
            <a:r>
              <a:rPr lang="en-US" sz="2000">
                <a:solidFill>
                  <a:srgbClr val="C00000"/>
                </a:solidFill>
              </a:rPr>
              <a:t>Types: Based on how training data is used</a:t>
            </a:r>
            <a:endParaRPr sz="2000">
              <a:solidFill>
                <a:srgbClr val="C00000"/>
              </a:solidFill>
            </a:endParaRPr>
          </a:p>
        </p:txBody>
      </p:sp>
      <p:sp>
        <p:nvSpPr>
          <p:cNvPr id="1902" name="Google Shape;1902;p45"/>
          <p:cNvSpPr/>
          <p:nvPr/>
        </p:nvSpPr>
        <p:spPr>
          <a:xfrm>
            <a:off x="304800" y="1785114"/>
            <a:ext cx="8839200" cy="1938900"/>
          </a:xfrm>
          <a:prstGeom prst="rect">
            <a:avLst/>
          </a:prstGeom>
          <a:noFill/>
          <a:ln>
            <a:noFill/>
          </a:ln>
        </p:spPr>
        <p:txBody>
          <a:bodyPr spcFirstLastPara="1" wrap="square" lIns="91425" tIns="45700" rIns="91425" bIns="45700" anchor="t" anchorCtr="0">
            <a:noAutofit/>
          </a:bodyPr>
          <a:lstStyle/>
          <a:p>
            <a:pPr marL="355600" marR="160020" lvl="0" indent="-342900" algn="l" defTabSz="914400" rtl="0" eaLnBrk="1" fontAlgn="auto" latinLnBrk="0" hangingPunct="1">
              <a:lnSpc>
                <a:spcPct val="115000"/>
              </a:lnSpc>
              <a:spcBef>
                <a:spcPts val="0"/>
              </a:spcBef>
              <a:spcAft>
                <a:spcPts val="0"/>
              </a:spcAft>
              <a:buClr>
                <a:srgbClr val="000000"/>
              </a:buClr>
              <a:buSzPts val="2800"/>
              <a:buFont typeface="Arial"/>
              <a:buChar char="•"/>
              <a:tabLst/>
              <a:defRPr/>
            </a:pPr>
            <a:r>
              <a:rPr kumimoji="0" lang="en-US" sz="1600" b="0" i="0" u="none" strike="noStrike" kern="0" cap="none" spc="0" normalizeH="0" baseline="0" noProof="0">
                <a:ln>
                  <a:noFill/>
                </a:ln>
                <a:solidFill>
                  <a:srgbClr val="000000"/>
                </a:solidFill>
                <a:effectLst/>
                <a:uLnTx/>
                <a:uFillTx/>
                <a:latin typeface="Arial"/>
                <a:ea typeface="Arial"/>
                <a:cs typeface="Arial"/>
                <a:sym typeface="Arial"/>
              </a:rPr>
              <a:t>Batch learning: Uses all available data at a time during training</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a:p>
            <a:pPr marL="355600" marR="160020" lvl="0" indent="-342900" algn="l" defTabSz="914400" rtl="0" eaLnBrk="1" fontAlgn="auto" latinLnBrk="0" hangingPunct="1">
              <a:lnSpc>
                <a:spcPct val="115000"/>
              </a:lnSpc>
              <a:spcBef>
                <a:spcPts val="0"/>
              </a:spcBef>
              <a:spcAft>
                <a:spcPts val="0"/>
              </a:spcAft>
              <a:buClr>
                <a:srgbClr val="000000"/>
              </a:buClr>
              <a:buSzPts val="2800"/>
              <a:buFont typeface="Arial"/>
              <a:buChar char="•"/>
              <a:tabLst/>
              <a:defRPr/>
            </a:pPr>
            <a:r>
              <a:rPr kumimoji="0" lang="en-US" sz="1600" b="0" i="0" u="none" strike="noStrike" kern="0" cap="none" spc="0" normalizeH="0" baseline="0" noProof="0">
                <a:ln>
                  <a:noFill/>
                </a:ln>
                <a:solidFill>
                  <a:srgbClr val="000000"/>
                </a:solidFill>
                <a:effectLst/>
                <a:uLnTx/>
                <a:uFillTx/>
                <a:latin typeface="Arial"/>
                <a:ea typeface="Arial"/>
                <a:cs typeface="Arial"/>
                <a:sym typeface="Arial"/>
              </a:rPr>
              <a:t>Mini Batch learning: Uses a subset of available at a time during training</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a:p>
            <a:pPr marL="355600" marR="160020" lvl="0" indent="-342900" algn="l" defTabSz="914400" rtl="0" eaLnBrk="1" fontAlgn="auto" latinLnBrk="0" hangingPunct="1">
              <a:lnSpc>
                <a:spcPct val="115000"/>
              </a:lnSpc>
              <a:spcBef>
                <a:spcPts val="0"/>
              </a:spcBef>
              <a:spcAft>
                <a:spcPts val="0"/>
              </a:spcAft>
              <a:buClr>
                <a:srgbClr val="000000"/>
              </a:buClr>
              <a:buSzPts val="2800"/>
              <a:buFont typeface="Arial"/>
              <a:buChar char="•"/>
              <a:tabLst/>
              <a:defRPr/>
            </a:pPr>
            <a:r>
              <a:rPr kumimoji="0" lang="en-US" sz="1600" b="0" i="0" u="none" strike="noStrike" kern="0" cap="none" spc="0" normalizeH="0" baseline="0" noProof="0">
                <a:ln>
                  <a:noFill/>
                </a:ln>
                <a:solidFill>
                  <a:srgbClr val="000000"/>
                </a:solidFill>
                <a:effectLst/>
                <a:uLnTx/>
                <a:uFillTx/>
                <a:latin typeface="Arial"/>
                <a:ea typeface="Arial"/>
                <a:cs typeface="Arial"/>
                <a:sym typeface="Arial"/>
              </a:rPr>
              <a:t>Online (incremental) learning: Uses single training data instance at a time during training</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pic>
        <p:nvPicPr>
          <p:cNvPr id="1903" name="Google Shape;1903;p45"/>
          <p:cNvPicPr preferRelativeResize="0"/>
          <p:nvPr/>
        </p:nvPicPr>
        <p:blipFill rotWithShape="1">
          <a:blip r:embed="rId3">
            <a:alphaModFix/>
          </a:blip>
          <a:srcRect/>
          <a:stretch/>
        </p:blipFill>
        <p:spPr>
          <a:xfrm>
            <a:off x="3581400" y="3657600"/>
            <a:ext cx="5105400" cy="2861032"/>
          </a:xfrm>
          <a:prstGeom prst="rect">
            <a:avLst/>
          </a:prstGeom>
          <a:noFill/>
          <a:ln>
            <a:noFill/>
          </a:ln>
        </p:spPr>
      </p:pic>
      <p:sp>
        <p:nvSpPr>
          <p:cNvPr id="5"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7</a:t>
            </a: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98332E5D-48EA-FFAE-BDA9-B3BF710587D1}"/>
                  </a:ext>
                </a:extLst>
              </p14:cNvPr>
              <p14:cNvContentPartPr/>
              <p14:nvPr/>
            </p14:nvContentPartPr>
            <p14:xfrm>
              <a:off x="1024560" y="3245040"/>
              <a:ext cx="5749200" cy="1739880"/>
            </p14:xfrm>
          </p:contentPart>
        </mc:Choice>
        <mc:Fallback xmlns="">
          <p:pic>
            <p:nvPicPr>
              <p:cNvPr id="2" name="Ink 1">
                <a:extLst>
                  <a:ext uri="{FF2B5EF4-FFF2-40B4-BE49-F238E27FC236}">
                    <a16:creationId xmlns:a16="http://schemas.microsoft.com/office/drawing/2014/main" id="{98332E5D-48EA-FFAE-BDA9-B3BF710587D1}"/>
                  </a:ext>
                </a:extLst>
              </p:cNvPr>
              <p:cNvPicPr/>
              <p:nvPr/>
            </p:nvPicPr>
            <p:blipFill>
              <a:blip r:embed="rId5"/>
              <a:stretch>
                <a:fillRect/>
              </a:stretch>
            </p:blipFill>
            <p:spPr>
              <a:xfrm>
                <a:off x="1015200" y="3235680"/>
                <a:ext cx="5767920" cy="1758600"/>
              </a:xfrm>
              <a:prstGeom prst="rect">
                <a:avLst/>
              </a:prstGeom>
            </p:spPr>
          </p:pic>
        </mc:Fallback>
      </mc:AlternateContent>
    </p:spTree>
    <p:extLst>
      <p:ext uri="{BB962C8B-B14F-4D97-AF65-F5344CB8AC3E}">
        <p14:creationId xmlns:p14="http://schemas.microsoft.com/office/powerpoint/2010/main" val="42601073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93"/>
        <p:cNvGrpSpPr/>
        <p:nvPr/>
      </p:nvGrpSpPr>
      <p:grpSpPr>
        <a:xfrm>
          <a:off x="0" y="0"/>
          <a:ext cx="0" cy="0"/>
          <a:chOff x="0" y="0"/>
          <a:chExt cx="0" cy="0"/>
        </a:xfrm>
      </p:grpSpPr>
      <p:sp>
        <p:nvSpPr>
          <p:cNvPr id="1894" name="Google Shape;1894;p44"/>
          <p:cNvSpPr txBox="1">
            <a:spLocks noGrp="1"/>
          </p:cNvSpPr>
          <p:nvPr>
            <p:ph type="body" idx="2"/>
          </p:nvPr>
        </p:nvSpPr>
        <p:spPr>
          <a:xfrm>
            <a:off x="304800" y="152400"/>
            <a:ext cx="8229600" cy="1143000"/>
          </a:xfrm>
          <a:prstGeom prst="rect">
            <a:avLst/>
          </a:prstGeom>
          <a:noFill/>
          <a:ln>
            <a:noFill/>
          </a:ln>
        </p:spPr>
        <p:txBody>
          <a:bodyPr spcFirstLastPara="1" wrap="square" lIns="91425" tIns="45700" rIns="91425" bIns="45700" anchor="ctr" anchorCtr="0">
            <a:normAutofit lnSpcReduction="10000"/>
          </a:bodyPr>
          <a:lstStyle/>
          <a:p>
            <a:pPr marL="0" lvl="0" indent="0" algn="l" rtl="0">
              <a:lnSpc>
                <a:spcPct val="150000"/>
              </a:lnSpc>
              <a:spcBef>
                <a:spcPts val="0"/>
              </a:spcBef>
              <a:spcAft>
                <a:spcPts val="0"/>
              </a:spcAft>
              <a:buClr>
                <a:schemeClr val="dk1"/>
              </a:buClr>
              <a:buSzPts val="2400"/>
              <a:buNone/>
            </a:pPr>
            <a:r>
              <a:rPr lang="en-US" sz="2400"/>
              <a:t>Introduction to Machine Learning</a:t>
            </a:r>
            <a:endParaRPr/>
          </a:p>
          <a:p>
            <a:pPr marL="0" lvl="0" indent="0" algn="l" rtl="0">
              <a:lnSpc>
                <a:spcPct val="180000"/>
              </a:lnSpc>
              <a:spcBef>
                <a:spcPts val="0"/>
              </a:spcBef>
              <a:spcAft>
                <a:spcPts val="0"/>
              </a:spcAft>
              <a:buClr>
                <a:srgbClr val="C00000"/>
              </a:buClr>
              <a:buSzPts val="2000"/>
              <a:buNone/>
            </a:pPr>
            <a:r>
              <a:rPr lang="en-US" sz="2000">
                <a:solidFill>
                  <a:srgbClr val="C00000"/>
                </a:solidFill>
              </a:rPr>
              <a:t>Types: Based on how training data is used</a:t>
            </a:r>
            <a:endParaRPr sz="2000">
              <a:solidFill>
                <a:srgbClr val="C00000"/>
              </a:solidFill>
            </a:endParaRPr>
          </a:p>
        </p:txBody>
      </p:sp>
      <p:sp>
        <p:nvSpPr>
          <p:cNvPr id="1895" name="Google Shape;1895;p44"/>
          <p:cNvSpPr/>
          <p:nvPr/>
        </p:nvSpPr>
        <p:spPr>
          <a:xfrm>
            <a:off x="304800" y="1785114"/>
            <a:ext cx="8839200" cy="1938900"/>
          </a:xfrm>
          <a:prstGeom prst="rect">
            <a:avLst/>
          </a:prstGeom>
          <a:noFill/>
          <a:ln>
            <a:noFill/>
          </a:ln>
        </p:spPr>
        <p:txBody>
          <a:bodyPr spcFirstLastPara="1" wrap="square" lIns="91425" tIns="45700" rIns="91425" bIns="45700" anchor="t" anchorCtr="0">
            <a:noAutofit/>
          </a:bodyPr>
          <a:lstStyle/>
          <a:p>
            <a:pPr marL="355600" marR="160020" lvl="0" indent="-342900" algn="l" defTabSz="914400" rtl="0" eaLnBrk="1" fontAlgn="auto" latinLnBrk="0" hangingPunct="1">
              <a:lnSpc>
                <a:spcPct val="115000"/>
              </a:lnSpc>
              <a:spcBef>
                <a:spcPts val="0"/>
              </a:spcBef>
              <a:spcAft>
                <a:spcPts val="0"/>
              </a:spcAft>
              <a:buClr>
                <a:srgbClr val="000000"/>
              </a:buClr>
              <a:buSzPts val="2800"/>
              <a:buFont typeface="Arial"/>
              <a:buChar char="•"/>
              <a:tabLst/>
              <a:defRPr/>
            </a:pPr>
            <a:r>
              <a:rPr kumimoji="0" lang="en-US" sz="1600" b="0" i="0" u="none" strike="noStrike" kern="0" cap="none" spc="0" normalizeH="0" baseline="0" noProof="0">
                <a:ln>
                  <a:noFill/>
                </a:ln>
                <a:solidFill>
                  <a:srgbClr val="000000"/>
                </a:solidFill>
                <a:effectLst/>
                <a:uLnTx/>
                <a:uFillTx/>
                <a:latin typeface="Arial"/>
                <a:ea typeface="Arial"/>
                <a:cs typeface="Arial"/>
                <a:sym typeface="Arial"/>
              </a:rPr>
              <a:t>Batch learning: Uses all available data at a time during training</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a:p>
            <a:pPr marL="355600" marR="160020" lvl="0" indent="-342900" algn="l" defTabSz="914400" rtl="0" eaLnBrk="1" fontAlgn="auto" latinLnBrk="0" hangingPunct="1">
              <a:lnSpc>
                <a:spcPct val="115000"/>
              </a:lnSpc>
              <a:spcBef>
                <a:spcPts val="0"/>
              </a:spcBef>
              <a:spcAft>
                <a:spcPts val="0"/>
              </a:spcAft>
              <a:buClr>
                <a:srgbClr val="000000"/>
              </a:buClr>
              <a:buSzPts val="2800"/>
              <a:buFont typeface="Arial"/>
              <a:buChar char="•"/>
              <a:tabLst/>
              <a:defRPr/>
            </a:pPr>
            <a:r>
              <a:rPr kumimoji="0" lang="en-US" sz="1600" b="0" i="0" u="none" strike="noStrike" kern="0" cap="none" spc="0" normalizeH="0" baseline="0" noProof="0">
                <a:ln>
                  <a:noFill/>
                </a:ln>
                <a:solidFill>
                  <a:srgbClr val="000000"/>
                </a:solidFill>
                <a:effectLst/>
                <a:uLnTx/>
                <a:uFillTx/>
                <a:latin typeface="Arial"/>
                <a:ea typeface="Arial"/>
                <a:cs typeface="Arial"/>
                <a:sym typeface="Arial"/>
              </a:rPr>
              <a:t>Mini Batch learning: Uses a subset of available at a time during training</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a:p>
            <a:pPr marL="355600" marR="160020" lvl="0" indent="-342900" algn="l" defTabSz="914400" rtl="0" eaLnBrk="1" fontAlgn="auto" latinLnBrk="0" hangingPunct="1">
              <a:lnSpc>
                <a:spcPct val="115000"/>
              </a:lnSpc>
              <a:spcBef>
                <a:spcPts val="0"/>
              </a:spcBef>
              <a:spcAft>
                <a:spcPts val="0"/>
              </a:spcAft>
              <a:buClr>
                <a:srgbClr val="000000"/>
              </a:buClr>
              <a:buSzPts val="2800"/>
              <a:buFont typeface="Arial"/>
              <a:buChar char="•"/>
              <a:tabLst/>
              <a:defRPr/>
            </a:pPr>
            <a:r>
              <a:rPr kumimoji="0" lang="en-US" sz="1600" b="0" i="0" u="none" strike="noStrike" kern="0" cap="none" spc="0" normalizeH="0" baseline="0" noProof="0">
                <a:ln>
                  <a:noFill/>
                </a:ln>
                <a:solidFill>
                  <a:srgbClr val="000000"/>
                </a:solidFill>
                <a:effectLst/>
                <a:uLnTx/>
                <a:uFillTx/>
                <a:latin typeface="Arial"/>
                <a:ea typeface="Arial"/>
                <a:cs typeface="Arial"/>
                <a:sym typeface="Arial"/>
              </a:rPr>
              <a:t>Online (incremental) learning: Uses single training data instance at a time during training</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pic>
        <p:nvPicPr>
          <p:cNvPr id="1896" name="Google Shape;1896;p44"/>
          <p:cNvPicPr preferRelativeResize="0"/>
          <p:nvPr/>
        </p:nvPicPr>
        <p:blipFill rotWithShape="1">
          <a:blip r:embed="rId3">
            <a:alphaModFix/>
          </a:blip>
          <a:srcRect/>
          <a:stretch/>
        </p:blipFill>
        <p:spPr>
          <a:xfrm>
            <a:off x="335280" y="3581400"/>
            <a:ext cx="5867399" cy="2978708"/>
          </a:xfrm>
          <a:prstGeom prst="rect">
            <a:avLst/>
          </a:prstGeom>
          <a:noFill/>
          <a:ln>
            <a:noFill/>
          </a:ln>
        </p:spPr>
      </p:pic>
      <p:sp>
        <p:nvSpPr>
          <p:cNvPr id="5"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8</a:t>
            </a: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5EB51FC7-3472-EC1B-DF74-CC5F0D9A0E2C}"/>
                  </a:ext>
                </a:extLst>
              </p14:cNvPr>
              <p14:cNvContentPartPr/>
              <p14:nvPr/>
            </p14:nvContentPartPr>
            <p14:xfrm>
              <a:off x="3592080" y="2683080"/>
              <a:ext cx="2199960" cy="81720"/>
            </p14:xfrm>
          </p:contentPart>
        </mc:Choice>
        <mc:Fallback xmlns="">
          <p:pic>
            <p:nvPicPr>
              <p:cNvPr id="2" name="Ink 1">
                <a:extLst>
                  <a:ext uri="{FF2B5EF4-FFF2-40B4-BE49-F238E27FC236}">
                    <a16:creationId xmlns:a16="http://schemas.microsoft.com/office/drawing/2014/main" id="{5EB51FC7-3472-EC1B-DF74-CC5F0D9A0E2C}"/>
                  </a:ext>
                </a:extLst>
              </p:cNvPr>
              <p:cNvPicPr/>
              <p:nvPr/>
            </p:nvPicPr>
            <p:blipFill>
              <a:blip r:embed="rId5"/>
              <a:stretch>
                <a:fillRect/>
              </a:stretch>
            </p:blipFill>
            <p:spPr>
              <a:xfrm>
                <a:off x="3582720" y="2673720"/>
                <a:ext cx="2218680" cy="100440"/>
              </a:xfrm>
              <a:prstGeom prst="rect">
                <a:avLst/>
              </a:prstGeom>
            </p:spPr>
          </p:pic>
        </mc:Fallback>
      </mc:AlternateContent>
    </p:spTree>
    <p:extLst>
      <p:ext uri="{BB962C8B-B14F-4D97-AF65-F5344CB8AC3E}">
        <p14:creationId xmlns:p14="http://schemas.microsoft.com/office/powerpoint/2010/main" val="26811726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07"/>
        <p:cNvGrpSpPr/>
        <p:nvPr/>
      </p:nvGrpSpPr>
      <p:grpSpPr>
        <a:xfrm>
          <a:off x="0" y="0"/>
          <a:ext cx="0" cy="0"/>
          <a:chOff x="0" y="0"/>
          <a:chExt cx="0" cy="0"/>
        </a:xfrm>
      </p:grpSpPr>
      <p:sp>
        <p:nvSpPr>
          <p:cNvPr id="1908" name="Google Shape;1908;p46"/>
          <p:cNvSpPr txBox="1">
            <a:spLocks noGrp="1"/>
          </p:cNvSpPr>
          <p:nvPr>
            <p:ph type="body" idx="2"/>
          </p:nvPr>
        </p:nvSpPr>
        <p:spPr>
          <a:xfrm>
            <a:off x="304800" y="152400"/>
            <a:ext cx="8229600" cy="1143000"/>
          </a:xfrm>
          <a:prstGeom prst="rect">
            <a:avLst/>
          </a:prstGeom>
          <a:noFill/>
          <a:ln>
            <a:noFill/>
          </a:ln>
        </p:spPr>
        <p:txBody>
          <a:bodyPr spcFirstLastPara="1" wrap="square" lIns="91425" tIns="45700" rIns="91425" bIns="45700" anchor="ctr" anchorCtr="0">
            <a:normAutofit lnSpcReduction="10000"/>
          </a:bodyPr>
          <a:lstStyle/>
          <a:p>
            <a:pPr marL="0" lvl="0" indent="0" algn="l" rtl="0">
              <a:lnSpc>
                <a:spcPct val="150000"/>
              </a:lnSpc>
              <a:spcBef>
                <a:spcPts val="0"/>
              </a:spcBef>
              <a:spcAft>
                <a:spcPts val="0"/>
              </a:spcAft>
              <a:buClr>
                <a:schemeClr val="dk1"/>
              </a:buClr>
              <a:buSzPts val="2400"/>
              <a:buNone/>
            </a:pPr>
            <a:r>
              <a:rPr lang="en-US" sz="2400"/>
              <a:t>Introduction to Machine Learning</a:t>
            </a:r>
            <a:endParaRPr/>
          </a:p>
          <a:p>
            <a:pPr marL="0" lvl="0" indent="0" algn="l" rtl="0">
              <a:lnSpc>
                <a:spcPct val="180000"/>
              </a:lnSpc>
              <a:spcBef>
                <a:spcPts val="0"/>
              </a:spcBef>
              <a:spcAft>
                <a:spcPts val="0"/>
              </a:spcAft>
              <a:buClr>
                <a:srgbClr val="C00000"/>
              </a:buClr>
              <a:buSzPts val="2000"/>
              <a:buNone/>
            </a:pPr>
            <a:r>
              <a:rPr lang="en-US" sz="2000">
                <a:solidFill>
                  <a:srgbClr val="C00000"/>
                </a:solidFill>
              </a:rPr>
              <a:t>Types: Based on how training data is used</a:t>
            </a:r>
            <a:endParaRPr sz="2000">
              <a:solidFill>
                <a:srgbClr val="C00000"/>
              </a:solidFill>
            </a:endParaRPr>
          </a:p>
        </p:txBody>
      </p:sp>
      <p:sp>
        <p:nvSpPr>
          <p:cNvPr id="1909" name="Google Shape;1909;p46"/>
          <p:cNvSpPr/>
          <p:nvPr/>
        </p:nvSpPr>
        <p:spPr>
          <a:xfrm>
            <a:off x="304800" y="1785114"/>
            <a:ext cx="8839200" cy="1323300"/>
          </a:xfrm>
          <a:prstGeom prst="rect">
            <a:avLst/>
          </a:prstGeom>
          <a:noFill/>
          <a:ln>
            <a:noFill/>
          </a:ln>
        </p:spPr>
        <p:txBody>
          <a:bodyPr spcFirstLastPara="1" wrap="square" lIns="91425" tIns="45700" rIns="91425" bIns="45700" anchor="t" anchorCtr="0">
            <a:noAutofit/>
          </a:bodyPr>
          <a:lstStyle/>
          <a:p>
            <a:pPr marL="355600" marR="160020" lvl="0" indent="-342900" algn="l" defTabSz="914400" rtl="0" eaLnBrk="1" fontAlgn="auto" latinLnBrk="0" hangingPunct="1">
              <a:lnSpc>
                <a:spcPct val="115000"/>
              </a:lnSpc>
              <a:spcBef>
                <a:spcPts val="0"/>
              </a:spcBef>
              <a:spcAft>
                <a:spcPts val="0"/>
              </a:spcAft>
              <a:buClr>
                <a:srgbClr val="000000"/>
              </a:buClr>
              <a:buSzPts val="2800"/>
              <a:buFont typeface="Arial"/>
              <a:buChar char="•"/>
              <a:tabLst/>
              <a:defRPr/>
            </a:pPr>
            <a:r>
              <a:rPr kumimoji="0" lang="en-US" sz="1600" b="0" i="0" u="none" strike="noStrike" kern="0" cap="none" spc="0" normalizeH="0" baseline="0" noProof="0">
                <a:ln>
                  <a:noFill/>
                </a:ln>
                <a:solidFill>
                  <a:srgbClr val="000000"/>
                </a:solidFill>
                <a:effectLst/>
                <a:uLnTx/>
                <a:uFillTx/>
                <a:latin typeface="Arial"/>
                <a:ea typeface="Arial"/>
                <a:cs typeface="Arial"/>
                <a:sym typeface="Arial"/>
              </a:rPr>
              <a:t>Instance Based Learning: Compare new data points to known data points</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a:p>
            <a:pPr marL="355600" marR="160020" lvl="0" indent="-342900" algn="l" defTabSz="914400" rtl="0" eaLnBrk="1" fontAlgn="auto" latinLnBrk="0" hangingPunct="1">
              <a:lnSpc>
                <a:spcPct val="115000"/>
              </a:lnSpc>
              <a:spcBef>
                <a:spcPts val="0"/>
              </a:spcBef>
              <a:spcAft>
                <a:spcPts val="0"/>
              </a:spcAft>
              <a:buClr>
                <a:srgbClr val="000000"/>
              </a:buClr>
              <a:buSzPts val="2800"/>
              <a:buFont typeface="Arial"/>
              <a:buChar char="•"/>
              <a:tabLst/>
              <a:defRPr/>
            </a:pPr>
            <a:r>
              <a:rPr kumimoji="0" lang="en-US" sz="1600" b="0" i="0" u="none" strike="noStrike" kern="0" cap="none" spc="0" normalizeH="0" baseline="0" noProof="0">
                <a:ln>
                  <a:noFill/>
                </a:ln>
                <a:solidFill>
                  <a:srgbClr val="000000"/>
                </a:solidFill>
                <a:effectLst/>
                <a:uLnTx/>
                <a:uFillTx/>
                <a:latin typeface="Helvetica Neue"/>
                <a:ea typeface="Helvetica Neue"/>
                <a:cs typeface="Helvetica Neue"/>
                <a:sym typeface="Helvetica Neue"/>
              </a:rPr>
              <a:t>Model Based learning </a:t>
            </a:r>
            <a:r>
              <a:rPr kumimoji="0" lang="en-US" sz="1600" b="0" i="0" u="none" strike="noStrike" kern="0" cap="none" spc="0" normalizeH="0" baseline="0" noProof="0">
                <a:ln>
                  <a:noFill/>
                </a:ln>
                <a:solidFill>
                  <a:srgbClr val="000000"/>
                </a:solidFill>
                <a:effectLst/>
                <a:uLnTx/>
                <a:uFillTx/>
                <a:latin typeface="Arial"/>
                <a:ea typeface="Arial"/>
                <a:cs typeface="Arial"/>
                <a:sym typeface="Arial"/>
              </a:rPr>
              <a:t>: Detect patterns in the training data and build a predictive model</a:t>
            </a:r>
            <a:endParaRPr kumimoji="0" sz="1600" b="0" i="0" u="none" strike="noStrike" kern="0" cap="none" spc="0" normalizeH="0" baseline="0" noProof="0">
              <a:ln>
                <a:noFill/>
              </a:ln>
              <a:solidFill>
                <a:srgbClr val="000000"/>
              </a:solidFill>
              <a:effectLst/>
              <a:uLnTx/>
              <a:uFillTx/>
              <a:latin typeface="Arial"/>
              <a:ea typeface="Arial"/>
              <a:cs typeface="Arial"/>
              <a:sym typeface="Arial"/>
            </a:endParaRPr>
          </a:p>
        </p:txBody>
      </p:sp>
      <p:pic>
        <p:nvPicPr>
          <p:cNvPr id="1910" name="Google Shape;1910;p46"/>
          <p:cNvPicPr preferRelativeResize="0"/>
          <p:nvPr/>
        </p:nvPicPr>
        <p:blipFill rotWithShape="1">
          <a:blip r:embed="rId3">
            <a:alphaModFix/>
          </a:blip>
          <a:srcRect/>
          <a:stretch/>
        </p:blipFill>
        <p:spPr>
          <a:xfrm>
            <a:off x="274320" y="3875534"/>
            <a:ext cx="4850431" cy="2315432"/>
          </a:xfrm>
          <a:prstGeom prst="rect">
            <a:avLst/>
          </a:prstGeom>
          <a:noFill/>
          <a:ln>
            <a:noFill/>
          </a:ln>
        </p:spPr>
      </p:pic>
      <p:pic>
        <p:nvPicPr>
          <p:cNvPr id="1911" name="Google Shape;1911;p46"/>
          <p:cNvPicPr preferRelativeResize="0"/>
          <p:nvPr/>
        </p:nvPicPr>
        <p:blipFill rotWithShape="1">
          <a:blip r:embed="rId4">
            <a:alphaModFix/>
          </a:blip>
          <a:srcRect/>
          <a:stretch/>
        </p:blipFill>
        <p:spPr>
          <a:xfrm>
            <a:off x="4450080" y="3684103"/>
            <a:ext cx="4607909" cy="2362200"/>
          </a:xfrm>
          <a:prstGeom prst="rect">
            <a:avLst/>
          </a:prstGeom>
          <a:noFill/>
          <a:ln>
            <a:noFill/>
          </a:ln>
        </p:spPr>
      </p:pic>
      <p:sp>
        <p:nvSpPr>
          <p:cNvPr id="1912" name="Google Shape;1912;p46"/>
          <p:cNvSpPr txBox="1"/>
          <p:nvPr/>
        </p:nvSpPr>
        <p:spPr>
          <a:xfrm>
            <a:off x="1858819" y="3284744"/>
            <a:ext cx="840600" cy="4308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0" cap="none" spc="0" normalizeH="0" baseline="0" noProof="0">
                <a:ln>
                  <a:noFill/>
                </a:ln>
                <a:solidFill>
                  <a:srgbClr val="002060"/>
                </a:solidFill>
                <a:effectLst/>
                <a:uLnTx/>
                <a:uFillTx/>
                <a:latin typeface="Helvetica Neue"/>
                <a:ea typeface="Helvetica Neue"/>
                <a:cs typeface="Helvetica Neue"/>
                <a:sym typeface="Helvetica Neue"/>
              </a:rPr>
              <a:t>Instance Based</a:t>
            </a:r>
            <a:endParaRPr kumimoji="0" sz="1100" b="0" i="0" u="none" strike="noStrike" kern="0" cap="none" spc="0" normalizeH="0" baseline="0" noProof="0">
              <a:ln>
                <a:noFill/>
              </a:ln>
              <a:solidFill>
                <a:srgbClr val="002060"/>
              </a:solidFill>
              <a:effectLst/>
              <a:uLnTx/>
              <a:uFillTx/>
              <a:latin typeface="Helvetica Neue"/>
              <a:ea typeface="Helvetica Neue"/>
              <a:cs typeface="Helvetica Neue"/>
              <a:sym typeface="Helvetica Neue"/>
            </a:endParaRPr>
          </a:p>
        </p:txBody>
      </p:sp>
      <p:sp>
        <p:nvSpPr>
          <p:cNvPr id="1913" name="Google Shape;1913;p46"/>
          <p:cNvSpPr txBox="1"/>
          <p:nvPr/>
        </p:nvSpPr>
        <p:spPr>
          <a:xfrm>
            <a:off x="6318097" y="3248940"/>
            <a:ext cx="725400" cy="4308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0" cap="none" spc="0" normalizeH="0" baseline="0" noProof="0">
                <a:ln>
                  <a:noFill/>
                </a:ln>
                <a:solidFill>
                  <a:srgbClr val="002060"/>
                </a:solidFill>
                <a:effectLst/>
                <a:uLnTx/>
                <a:uFillTx/>
                <a:latin typeface="Helvetica Neue"/>
                <a:ea typeface="Helvetica Neue"/>
                <a:cs typeface="Helvetica Neue"/>
                <a:sym typeface="Helvetica Neue"/>
              </a:rPr>
              <a:t>Model Based</a:t>
            </a:r>
            <a:endParaRPr kumimoji="0" sz="1100" b="0" i="0" u="none" strike="noStrike" kern="0" cap="none" spc="0" normalizeH="0" baseline="0" noProof="0">
              <a:ln>
                <a:noFill/>
              </a:ln>
              <a:solidFill>
                <a:srgbClr val="002060"/>
              </a:solidFill>
              <a:effectLst/>
              <a:uLnTx/>
              <a:uFillTx/>
              <a:latin typeface="Helvetica Neue"/>
              <a:ea typeface="Helvetica Neue"/>
              <a:cs typeface="Helvetica Neue"/>
              <a:sym typeface="Helvetica Neue"/>
            </a:endParaRPr>
          </a:p>
        </p:txBody>
      </p:sp>
      <p:sp>
        <p:nvSpPr>
          <p:cNvPr id="8"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9</a:t>
            </a:r>
          </a:p>
        </p:txBody>
      </p:sp>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743628CD-E683-E716-CD0A-93F44CDA3501}"/>
                  </a:ext>
                </a:extLst>
              </p14:cNvPr>
              <p14:cNvContentPartPr/>
              <p14:nvPr/>
            </p14:nvContentPartPr>
            <p14:xfrm>
              <a:off x="1161720" y="2674800"/>
              <a:ext cx="7168320" cy="2962080"/>
            </p14:xfrm>
          </p:contentPart>
        </mc:Choice>
        <mc:Fallback xmlns="">
          <p:pic>
            <p:nvPicPr>
              <p:cNvPr id="2" name="Ink 1">
                <a:extLst>
                  <a:ext uri="{FF2B5EF4-FFF2-40B4-BE49-F238E27FC236}">
                    <a16:creationId xmlns:a16="http://schemas.microsoft.com/office/drawing/2014/main" id="{743628CD-E683-E716-CD0A-93F44CDA3501}"/>
                  </a:ext>
                </a:extLst>
              </p:cNvPr>
              <p:cNvPicPr/>
              <p:nvPr/>
            </p:nvPicPr>
            <p:blipFill>
              <a:blip r:embed="rId6"/>
              <a:stretch>
                <a:fillRect/>
              </a:stretch>
            </p:blipFill>
            <p:spPr>
              <a:xfrm>
                <a:off x="1152360" y="2665440"/>
                <a:ext cx="7187040" cy="2980800"/>
              </a:xfrm>
              <a:prstGeom prst="rect">
                <a:avLst/>
              </a:prstGeom>
            </p:spPr>
          </p:pic>
        </mc:Fallback>
      </mc:AlternateContent>
    </p:spTree>
    <p:extLst>
      <p:ext uri="{BB962C8B-B14F-4D97-AF65-F5344CB8AC3E}">
        <p14:creationId xmlns:p14="http://schemas.microsoft.com/office/powerpoint/2010/main" val="3870718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7"/>
        <p:cNvGrpSpPr/>
        <p:nvPr/>
      </p:nvGrpSpPr>
      <p:grpSpPr>
        <a:xfrm>
          <a:off x="0" y="0"/>
          <a:ext cx="0" cy="0"/>
          <a:chOff x="0" y="0"/>
          <a:chExt cx="0" cy="0"/>
        </a:xfrm>
      </p:grpSpPr>
      <p:sp>
        <p:nvSpPr>
          <p:cNvPr id="1918" name="Google Shape;1918;p47"/>
          <p:cNvSpPr txBox="1">
            <a:spLocks noGrp="1"/>
          </p:cNvSpPr>
          <p:nvPr>
            <p:ph type="title"/>
          </p:nvPr>
        </p:nvSpPr>
        <p:spPr>
          <a:xfrm>
            <a:off x="0" y="609600"/>
            <a:ext cx="9212580" cy="1143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4000"/>
              <a:buFont typeface="Calibri"/>
              <a:buNone/>
            </a:pPr>
            <a:r>
              <a:rPr lang="en-US" sz="2400" b="1">
                <a:latin typeface="Arial"/>
                <a:ea typeface="Arial"/>
                <a:cs typeface="Arial"/>
                <a:sym typeface="Arial"/>
              </a:rPr>
              <a:t>Open source ML programming tools</a:t>
            </a:r>
            <a:endParaRPr sz="2400" b="1">
              <a:latin typeface="Arial"/>
              <a:ea typeface="Arial"/>
              <a:cs typeface="Arial"/>
              <a:sym typeface="Arial"/>
            </a:endParaRPr>
          </a:p>
        </p:txBody>
      </p:sp>
      <p:graphicFrame>
        <p:nvGraphicFramePr>
          <p:cNvPr id="1919" name="Google Shape;1919;p47"/>
          <p:cNvGraphicFramePr/>
          <p:nvPr/>
        </p:nvGraphicFramePr>
        <p:xfrm>
          <a:off x="236740" y="1371602"/>
          <a:ext cx="8678675" cy="5138610"/>
        </p:xfrm>
        <a:graphic>
          <a:graphicData uri="http://schemas.openxmlformats.org/drawingml/2006/table">
            <a:tbl>
              <a:tblPr>
                <a:noFill/>
              </a:tblPr>
              <a:tblGrid>
                <a:gridCol w="1537475">
                  <a:extLst>
                    <a:ext uri="{9D8B030D-6E8A-4147-A177-3AD203B41FA5}">
                      <a16:colId xmlns:a16="http://schemas.microsoft.com/office/drawing/2014/main" val="20000"/>
                    </a:ext>
                  </a:extLst>
                </a:gridCol>
                <a:gridCol w="1578600">
                  <a:extLst>
                    <a:ext uri="{9D8B030D-6E8A-4147-A177-3AD203B41FA5}">
                      <a16:colId xmlns:a16="http://schemas.microsoft.com/office/drawing/2014/main" val="20001"/>
                    </a:ext>
                  </a:extLst>
                </a:gridCol>
                <a:gridCol w="1533075">
                  <a:extLst>
                    <a:ext uri="{9D8B030D-6E8A-4147-A177-3AD203B41FA5}">
                      <a16:colId xmlns:a16="http://schemas.microsoft.com/office/drawing/2014/main" val="20002"/>
                    </a:ext>
                  </a:extLst>
                </a:gridCol>
                <a:gridCol w="4029525">
                  <a:extLst>
                    <a:ext uri="{9D8B030D-6E8A-4147-A177-3AD203B41FA5}">
                      <a16:colId xmlns:a16="http://schemas.microsoft.com/office/drawing/2014/main" val="20003"/>
                    </a:ext>
                  </a:extLst>
                </a:gridCol>
              </a:tblGrid>
              <a:tr h="640600">
                <a:tc>
                  <a:txBody>
                    <a:bodyPr/>
                    <a:lstStyle/>
                    <a:p>
                      <a:pPr marL="0" marR="0" lvl="0" indent="0" algn="l" rtl="0">
                        <a:lnSpc>
                          <a:spcPct val="100000"/>
                        </a:lnSpc>
                        <a:spcBef>
                          <a:spcPts val="0"/>
                        </a:spcBef>
                        <a:spcAft>
                          <a:spcPts val="0"/>
                        </a:spcAft>
                        <a:buClr>
                          <a:srgbClr val="000000"/>
                        </a:buClr>
                        <a:buSzPts val="1800"/>
                        <a:buFont typeface="Arial"/>
                        <a:buNone/>
                      </a:pPr>
                      <a:endParaRPr sz="1800" b="1" u="none" strike="noStrike" cap="none"/>
                    </a:p>
                  </a:txBody>
                  <a:tcPr marL="23275" marR="23275" marT="23275" marB="23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DDDDDD"/>
                      </a:solidFill>
                      <a:prstDash val="solid"/>
                      <a:round/>
                      <a:headEnd type="none" w="sm" len="sm"/>
                      <a:tailEnd type="none" w="sm" len="sm"/>
                    </a:lnB>
                    <a:solidFill>
                      <a:srgbClr val="D9EDF7"/>
                    </a:solidFill>
                  </a:tcPr>
                </a:tc>
                <a:tc>
                  <a:txBody>
                    <a:bodyPr/>
                    <a:lstStyle/>
                    <a:p>
                      <a:pPr marL="0" marR="0" lvl="0" indent="0" algn="l" rtl="0">
                        <a:lnSpc>
                          <a:spcPct val="100000"/>
                        </a:lnSpc>
                        <a:spcBef>
                          <a:spcPts val="0"/>
                        </a:spcBef>
                        <a:spcAft>
                          <a:spcPts val="0"/>
                        </a:spcAft>
                        <a:buClr>
                          <a:schemeClr val="dk1"/>
                        </a:buClr>
                        <a:buSzPts val="2000"/>
                        <a:buFont typeface="Calibri"/>
                        <a:buNone/>
                      </a:pPr>
                      <a:r>
                        <a:rPr lang="en-US" sz="1800" b="1" u="none" strike="noStrike" cap="none"/>
                        <a:t>Platform</a:t>
                      </a:r>
                      <a:endParaRPr sz="1800" u="none" strike="noStrike" cap="none"/>
                    </a:p>
                  </a:txBody>
                  <a:tcPr marL="23275" marR="23275" marT="23275" marB="23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DDDDDD"/>
                      </a:solidFill>
                      <a:prstDash val="solid"/>
                      <a:round/>
                      <a:headEnd type="none" w="sm" len="sm"/>
                      <a:tailEnd type="none" w="sm" len="sm"/>
                    </a:lnB>
                    <a:solidFill>
                      <a:srgbClr val="D9EDF7"/>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23275" marR="23275" marT="23275" marB="23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DDDDDD"/>
                      </a:solidFill>
                      <a:prstDash val="solid"/>
                      <a:round/>
                      <a:headEnd type="none" w="sm" len="sm"/>
                      <a:tailEnd type="none" w="sm" len="sm"/>
                    </a:lnB>
                    <a:solidFill>
                      <a:srgbClr val="D9EDF7"/>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t>Algorithms or Features</a:t>
                      </a:r>
                      <a:endParaRPr sz="1800" u="none" strike="noStrike" cap="none"/>
                    </a:p>
                    <a:p>
                      <a:pPr marL="0" marR="0" lvl="0" indent="0" algn="ctr" rtl="0">
                        <a:lnSpc>
                          <a:spcPct val="100000"/>
                        </a:lnSpc>
                        <a:spcBef>
                          <a:spcPts val="0"/>
                        </a:spcBef>
                        <a:spcAft>
                          <a:spcPts val="0"/>
                        </a:spcAft>
                        <a:buClr>
                          <a:srgbClr val="000000"/>
                        </a:buClr>
                        <a:buSzPts val="1800"/>
                        <a:buFont typeface="Arial"/>
                        <a:buNone/>
                      </a:pPr>
                      <a:endParaRPr sz="1800" u="none" strike="noStrike" cap="none"/>
                    </a:p>
                  </a:txBody>
                  <a:tcPr marL="34900" marR="34900" marT="17450" marB="174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AEEF3"/>
                    </a:solidFill>
                  </a:tcPr>
                </a:tc>
                <a:extLst>
                  <a:ext uri="{0D108BD9-81ED-4DB2-BD59-A6C34878D82A}">
                    <a16:rowId xmlns:a16="http://schemas.microsoft.com/office/drawing/2014/main" val="10000"/>
                  </a:ext>
                </a:extLst>
              </a:tr>
              <a:tr h="1198375">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Scikit Learn</a:t>
                      </a:r>
                      <a:endParaRPr sz="1800" u="none" strike="noStrike" cap="none"/>
                    </a:p>
                  </a:txBody>
                  <a:tcPr marL="23275" marR="23275" marT="23275" marB="232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Linux, Mac OS, Windows</a:t>
                      </a:r>
                      <a:endParaRPr sz="1800" u="none" strike="noStrike" cap="none"/>
                    </a:p>
                  </a:txBody>
                  <a:tcPr marL="23275" marR="23275" marT="23275" marB="232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Python, C, C++</a:t>
                      </a:r>
                      <a:endParaRPr sz="1800" u="none" strike="noStrike" cap="none"/>
                    </a:p>
                  </a:txBody>
                  <a:tcPr marL="23275" marR="23275" marT="23275" marB="232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1" indent="0" algn="l" rtl="0">
                        <a:lnSpc>
                          <a:spcPct val="100000"/>
                        </a:lnSpc>
                        <a:spcBef>
                          <a:spcPts val="0"/>
                        </a:spcBef>
                        <a:spcAft>
                          <a:spcPts val="0"/>
                        </a:spcAft>
                        <a:buClr>
                          <a:srgbClr val="000000"/>
                        </a:buClr>
                        <a:buSzPts val="1800"/>
                        <a:buFont typeface="Arial"/>
                        <a:buNone/>
                      </a:pPr>
                      <a:r>
                        <a:rPr lang="en-US" sz="1800" b="0" u="none" strike="noStrike" cap="none"/>
                        <a:t>Classification, Regression, Clustering</a:t>
                      </a:r>
                      <a:br>
                        <a:rPr lang="en-US" sz="1800" b="0" u="none" strike="noStrike" cap="none"/>
                      </a:br>
                      <a:r>
                        <a:rPr lang="en-US" sz="1800" b="0" u="none" strike="noStrike" cap="none"/>
                        <a:t>Preprocessing, Model Selection</a:t>
                      </a:r>
                      <a:br>
                        <a:rPr lang="en-US" sz="1800" b="0" u="none" strike="noStrike" cap="none"/>
                      </a:br>
                      <a:r>
                        <a:rPr lang="en-US" sz="1800" b="0" u="none" strike="noStrike" cap="none"/>
                        <a:t>Dimensionality reduction.</a:t>
                      </a:r>
                      <a:br>
                        <a:rPr lang="en-US" sz="1800" b="0" u="none" strike="noStrike" cap="none"/>
                      </a:br>
                      <a:endParaRPr sz="1800" b="0" u="none" strike="noStrike" cap="none"/>
                    </a:p>
                  </a:txBody>
                  <a:tcPr marL="23275" marR="23275" marT="23275" marB="232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1136900">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PyTorch</a:t>
                      </a:r>
                      <a:endParaRPr sz="1800" b="0" u="none" strike="noStrike" cap="none"/>
                    </a:p>
                  </a:txBody>
                  <a:tcPr marL="23275" marR="23275" marT="23275" marB="232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9F9F9"/>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Linux, Mac OS,</a:t>
                      </a:r>
                      <a:br>
                        <a:rPr lang="en-US" sz="1800" b="0" u="none" strike="noStrike" cap="none"/>
                      </a:br>
                      <a:r>
                        <a:rPr lang="en-US" sz="1800" b="0" u="none" strike="noStrike" cap="none"/>
                        <a:t>Windows</a:t>
                      </a:r>
                      <a:br>
                        <a:rPr lang="en-US" sz="1800" b="0" u="none" strike="noStrike" cap="none"/>
                      </a:br>
                      <a:endParaRPr sz="1800" b="0" u="none" strike="noStrike" cap="none"/>
                    </a:p>
                  </a:txBody>
                  <a:tcPr marL="23275" marR="23275" marT="23275" marB="232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9F9F9"/>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Python, C++</a:t>
                      </a:r>
                      <a:br>
                        <a:rPr lang="en-US" sz="1800" b="0" u="none" strike="noStrike" cap="none"/>
                      </a:br>
                      <a:br>
                        <a:rPr lang="en-US" sz="1800" b="0" u="none" strike="noStrike" cap="none"/>
                      </a:br>
                      <a:endParaRPr sz="1800" b="0" u="none" strike="noStrike" cap="none"/>
                    </a:p>
                  </a:txBody>
                  <a:tcPr marL="23275" marR="23275" marT="23275" marB="232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9F9F9"/>
                    </a:solidFill>
                  </a:tcPr>
                </a:tc>
                <a:tc>
                  <a:txBody>
                    <a:bodyPr/>
                    <a:lstStyle/>
                    <a:p>
                      <a:pPr marL="0" marR="0" lvl="1" indent="0" algn="l" rtl="0">
                        <a:lnSpc>
                          <a:spcPct val="100000"/>
                        </a:lnSpc>
                        <a:spcBef>
                          <a:spcPts val="0"/>
                        </a:spcBef>
                        <a:spcAft>
                          <a:spcPts val="0"/>
                        </a:spcAft>
                        <a:buClr>
                          <a:srgbClr val="000000"/>
                        </a:buClr>
                        <a:buSzPts val="1800"/>
                        <a:buFont typeface="Arial"/>
                        <a:buNone/>
                      </a:pPr>
                      <a:r>
                        <a:rPr lang="en-US" sz="1800" b="0" u="none" strike="noStrike" cap="none"/>
                        <a:t>Autograd Module, Optimization Module</a:t>
                      </a:r>
                      <a:br>
                        <a:rPr lang="en-US" sz="1800" b="0" u="none" strike="noStrike" cap="none"/>
                      </a:br>
                      <a:r>
                        <a:rPr lang="en-US" sz="1800" b="0" u="none" strike="noStrike" cap="none"/>
                        <a:t>NN Module</a:t>
                      </a:r>
                      <a:br>
                        <a:rPr lang="en-US" sz="1800" b="0" u="none" strike="noStrike" cap="none"/>
                      </a:br>
                      <a:endParaRPr sz="1800" b="0" u="none" strike="noStrike" cap="none"/>
                    </a:p>
                  </a:txBody>
                  <a:tcPr marL="23275" marR="23275" marT="23275" marB="232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9F9F9"/>
                    </a:solidFill>
                  </a:tcPr>
                </a:tc>
                <a:extLst>
                  <a:ext uri="{0D108BD9-81ED-4DB2-BD59-A6C34878D82A}">
                    <a16:rowId xmlns:a16="http://schemas.microsoft.com/office/drawing/2014/main" val="10002"/>
                  </a:ext>
                </a:extLst>
              </a:tr>
              <a:tr h="1136900">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TensorFlow</a:t>
                      </a:r>
                      <a:endParaRPr sz="1800" b="0" u="none" strike="noStrike" cap="none"/>
                    </a:p>
                  </a:txBody>
                  <a:tcPr marL="23275" marR="23275" marT="23275" marB="232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Linux, Mac OS,</a:t>
                      </a:r>
                      <a:br>
                        <a:rPr lang="en-US" sz="1800" b="0" u="none" strike="noStrike" cap="none"/>
                      </a:br>
                      <a:r>
                        <a:rPr lang="en-US" sz="1800" b="0" u="none" strike="noStrike" cap="none"/>
                        <a:t>Windows</a:t>
                      </a:r>
                      <a:br>
                        <a:rPr lang="en-US" sz="1800" b="0" u="none" strike="noStrike" cap="none"/>
                      </a:br>
                      <a:endParaRPr sz="1800" b="0" u="none" strike="noStrike" cap="none"/>
                    </a:p>
                  </a:txBody>
                  <a:tcPr marL="23275" marR="23275" marT="23275" marB="232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Python, C++</a:t>
                      </a:r>
                      <a:br>
                        <a:rPr lang="en-US" sz="1800" b="0" u="none" strike="noStrike" cap="none"/>
                      </a:br>
                      <a:br>
                        <a:rPr lang="en-US" sz="1800" b="0" u="none" strike="noStrike" cap="none"/>
                      </a:br>
                      <a:endParaRPr sz="1800" b="0" u="none" strike="noStrike" cap="none"/>
                    </a:p>
                  </a:txBody>
                  <a:tcPr marL="23275" marR="23275" marT="23275" marB="232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1" indent="0" algn="l" rtl="0">
                        <a:lnSpc>
                          <a:spcPct val="100000"/>
                        </a:lnSpc>
                        <a:spcBef>
                          <a:spcPts val="0"/>
                        </a:spcBef>
                        <a:spcAft>
                          <a:spcPts val="0"/>
                        </a:spcAft>
                        <a:buClr>
                          <a:srgbClr val="000000"/>
                        </a:buClr>
                        <a:buSzPts val="1800"/>
                        <a:buFont typeface="Arial"/>
                        <a:buNone/>
                      </a:pPr>
                      <a:r>
                        <a:rPr lang="en-US" sz="1800" b="0" u="none" strike="noStrike" cap="none"/>
                        <a:t>Provides a library for dataflow programming.</a:t>
                      </a:r>
                      <a:endParaRPr sz="1800" u="none" strike="noStrike" cap="none"/>
                    </a:p>
                  </a:txBody>
                  <a:tcPr marL="23275" marR="23275" marT="23275" marB="232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1011975">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Weka</a:t>
                      </a:r>
                      <a:endParaRPr sz="1800" u="none" strike="noStrike" cap="none"/>
                    </a:p>
                  </a:txBody>
                  <a:tcPr marL="23275" marR="23275" marT="23275" marB="232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3F3F3"/>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Linux, Mac OS,</a:t>
                      </a:r>
                      <a:br>
                        <a:rPr lang="en-US" sz="1800" b="0" u="none" strike="noStrike" cap="none"/>
                      </a:br>
                      <a:r>
                        <a:rPr lang="en-US" sz="1800" b="0" u="none" strike="noStrike" cap="none"/>
                        <a:t>Windows</a:t>
                      </a:r>
                      <a:endParaRPr sz="1800" b="0" u="none" strike="noStrike" cap="none"/>
                    </a:p>
                  </a:txBody>
                  <a:tcPr marL="23275" marR="23275" marT="23275" marB="232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3F3F3"/>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Java</a:t>
                      </a:r>
                      <a:endParaRPr sz="1800" u="none" strike="noStrike" cap="none"/>
                    </a:p>
                  </a:txBody>
                  <a:tcPr marL="23275" marR="23275" marT="23275" marB="232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3F3F3"/>
                    </a:solidFill>
                  </a:tcPr>
                </a:tc>
                <a:tc>
                  <a:txBody>
                    <a:bodyPr/>
                    <a:lstStyle/>
                    <a:p>
                      <a:pPr marL="0" marR="0" lvl="1" indent="0" algn="l" rtl="0">
                        <a:lnSpc>
                          <a:spcPct val="100000"/>
                        </a:lnSpc>
                        <a:spcBef>
                          <a:spcPts val="0"/>
                        </a:spcBef>
                        <a:spcAft>
                          <a:spcPts val="0"/>
                        </a:spcAft>
                        <a:buClr>
                          <a:srgbClr val="000000"/>
                        </a:buClr>
                        <a:buSzPts val="1800"/>
                        <a:buFont typeface="Arial"/>
                        <a:buNone/>
                      </a:pPr>
                      <a:r>
                        <a:rPr lang="en-US" sz="1800" b="0" u="none" strike="noStrike" cap="none"/>
                        <a:t>Data preparation, Classification</a:t>
                      </a:r>
                      <a:br>
                        <a:rPr lang="en-US" sz="1800" b="0" u="none" strike="noStrike" cap="none"/>
                      </a:br>
                      <a:r>
                        <a:rPr lang="en-US" sz="1800" b="0" u="none" strike="noStrike" cap="none"/>
                        <a:t>Regression, Clustering, Visualization</a:t>
                      </a:r>
                      <a:br>
                        <a:rPr lang="en-US" sz="1800" b="0" u="none" strike="noStrike" cap="none"/>
                      </a:br>
                      <a:r>
                        <a:rPr lang="en-US" sz="1800" b="0" u="none" strike="noStrike" cap="none"/>
                        <a:t>Association rules mining</a:t>
                      </a:r>
                      <a:endParaRPr sz="1800" u="none" strike="noStrike" cap="none"/>
                    </a:p>
                  </a:txBody>
                  <a:tcPr marL="23275" marR="23275" marT="23275" marB="232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3F3F3"/>
                    </a:solidFill>
                  </a:tcPr>
                </a:tc>
                <a:extLst>
                  <a:ext uri="{0D108BD9-81ED-4DB2-BD59-A6C34878D82A}">
                    <a16:rowId xmlns:a16="http://schemas.microsoft.com/office/drawing/2014/main" val="10004"/>
                  </a:ext>
                </a:extLst>
              </a:tr>
            </a:tbl>
          </a:graphicData>
        </a:graphic>
      </p:graphicFrame>
      <p:sp>
        <p:nvSpPr>
          <p:cNvPr id="2" name="Slide Number Placeholder 1"/>
          <p:cNvSpPr>
            <a:spLocks noGrp="1"/>
          </p:cNvSpPr>
          <p:nvPr>
            <p:ph type="sldNum" idx="12"/>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smtClean="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10</a:t>
            </a:fld>
            <a:endParaRPr kumimoji="0" lang="en-US"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0E122999-A6CB-A785-6AAB-6BCC2C0A13EF}"/>
                  </a:ext>
                </a:extLst>
              </p14:cNvPr>
              <p14:cNvContentPartPr/>
              <p14:nvPr/>
            </p14:nvContentPartPr>
            <p14:xfrm>
              <a:off x="840240" y="2529000"/>
              <a:ext cx="446040" cy="2353320"/>
            </p14:xfrm>
          </p:contentPart>
        </mc:Choice>
        <mc:Fallback xmlns="">
          <p:pic>
            <p:nvPicPr>
              <p:cNvPr id="3" name="Ink 2">
                <a:extLst>
                  <a:ext uri="{FF2B5EF4-FFF2-40B4-BE49-F238E27FC236}">
                    <a16:creationId xmlns:a16="http://schemas.microsoft.com/office/drawing/2014/main" id="{0E122999-A6CB-A785-6AAB-6BCC2C0A13EF}"/>
                  </a:ext>
                </a:extLst>
              </p:cNvPr>
              <p:cNvPicPr/>
              <p:nvPr/>
            </p:nvPicPr>
            <p:blipFill>
              <a:blip r:embed="rId4"/>
              <a:stretch>
                <a:fillRect/>
              </a:stretch>
            </p:blipFill>
            <p:spPr>
              <a:xfrm>
                <a:off x="830880" y="2519640"/>
                <a:ext cx="464760" cy="2372040"/>
              </a:xfrm>
              <a:prstGeom prst="rect">
                <a:avLst/>
              </a:prstGeom>
            </p:spPr>
          </p:pic>
        </mc:Fallback>
      </mc:AlternateContent>
    </p:spTree>
    <p:extLst>
      <p:ext uri="{BB962C8B-B14F-4D97-AF65-F5344CB8AC3E}">
        <p14:creationId xmlns:p14="http://schemas.microsoft.com/office/powerpoint/2010/main" val="39413728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25"/>
        <p:cNvGrpSpPr/>
        <p:nvPr/>
      </p:nvGrpSpPr>
      <p:grpSpPr>
        <a:xfrm>
          <a:off x="0" y="0"/>
          <a:ext cx="0" cy="0"/>
          <a:chOff x="0" y="0"/>
          <a:chExt cx="0" cy="0"/>
        </a:xfrm>
      </p:grpSpPr>
      <p:graphicFrame>
        <p:nvGraphicFramePr>
          <p:cNvPr id="1926" name="Google Shape;1926;p48"/>
          <p:cNvGraphicFramePr/>
          <p:nvPr/>
        </p:nvGraphicFramePr>
        <p:xfrm>
          <a:off x="148590" y="1524000"/>
          <a:ext cx="8667850" cy="4517055"/>
        </p:xfrm>
        <a:graphic>
          <a:graphicData uri="http://schemas.openxmlformats.org/drawingml/2006/table">
            <a:tbl>
              <a:tblPr>
                <a:noFill/>
              </a:tblPr>
              <a:tblGrid>
                <a:gridCol w="1530075">
                  <a:extLst>
                    <a:ext uri="{9D8B030D-6E8A-4147-A177-3AD203B41FA5}">
                      <a16:colId xmlns:a16="http://schemas.microsoft.com/office/drawing/2014/main" val="20000"/>
                    </a:ext>
                  </a:extLst>
                </a:gridCol>
                <a:gridCol w="2003975">
                  <a:extLst>
                    <a:ext uri="{9D8B030D-6E8A-4147-A177-3AD203B41FA5}">
                      <a16:colId xmlns:a16="http://schemas.microsoft.com/office/drawing/2014/main" val="20001"/>
                    </a:ext>
                  </a:extLst>
                </a:gridCol>
                <a:gridCol w="1039475">
                  <a:extLst>
                    <a:ext uri="{9D8B030D-6E8A-4147-A177-3AD203B41FA5}">
                      <a16:colId xmlns:a16="http://schemas.microsoft.com/office/drawing/2014/main" val="20002"/>
                    </a:ext>
                  </a:extLst>
                </a:gridCol>
                <a:gridCol w="4094325">
                  <a:extLst>
                    <a:ext uri="{9D8B030D-6E8A-4147-A177-3AD203B41FA5}">
                      <a16:colId xmlns:a16="http://schemas.microsoft.com/office/drawing/2014/main" val="20003"/>
                    </a:ext>
                  </a:extLst>
                </a:gridCol>
              </a:tblGrid>
              <a:tr h="754200">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Colab</a:t>
                      </a:r>
                      <a:endParaRPr sz="1800" b="0" u="none" strike="noStrike" cap="none"/>
                    </a:p>
                  </a:txBody>
                  <a:tcPr marL="18550" marR="18550" marT="18550" marB="185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9F9F9"/>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Cloud Service</a:t>
                      </a:r>
                      <a:endParaRPr sz="1800" u="none" strike="noStrike" cap="none"/>
                    </a:p>
                  </a:txBody>
                  <a:tcPr marL="18550" marR="18550" marT="18550" marB="185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9F9F9"/>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a:t>
                      </a:r>
                      <a:endParaRPr sz="1800" u="none" strike="noStrike" cap="none"/>
                    </a:p>
                  </a:txBody>
                  <a:tcPr marL="18550" marR="18550" marT="18550" marB="185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9F9F9"/>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Supports libraries of PyTorch, Keras, TensorFlow, and OpenCV</a:t>
                      </a:r>
                      <a:endParaRPr sz="1800" b="0" u="none" strike="noStrike" cap="none"/>
                    </a:p>
                  </a:txBody>
                  <a:tcPr marL="18550" marR="18550" marT="18550" marB="185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9F9F9"/>
                    </a:solidFill>
                  </a:tcPr>
                </a:tc>
                <a:extLst>
                  <a:ext uri="{0D108BD9-81ED-4DB2-BD59-A6C34878D82A}">
                    <a16:rowId xmlns:a16="http://schemas.microsoft.com/office/drawing/2014/main" val="10000"/>
                  </a:ext>
                </a:extLst>
              </a:tr>
              <a:tr h="906175">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Apache Mahout</a:t>
                      </a:r>
                      <a:endParaRPr sz="1800" u="none" strike="noStrike" cap="none"/>
                    </a:p>
                  </a:txBody>
                  <a:tcPr marL="18550" marR="18550" marT="18550" marB="185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Cross-platform</a:t>
                      </a:r>
                      <a:endParaRPr sz="1800" u="none" strike="noStrike" cap="none"/>
                    </a:p>
                  </a:txBody>
                  <a:tcPr marL="18550" marR="18550" marT="18550" marB="185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Java</a:t>
                      </a:r>
                      <a:br>
                        <a:rPr lang="en-US" sz="1800" b="0" u="none" strike="noStrike" cap="none"/>
                      </a:br>
                      <a:r>
                        <a:rPr lang="en-US" sz="1800" b="0" u="none" strike="noStrike" cap="none"/>
                        <a:t>Scala</a:t>
                      </a:r>
                      <a:endParaRPr sz="1800" u="none" strike="noStrike" cap="none"/>
                    </a:p>
                  </a:txBody>
                  <a:tcPr marL="18550" marR="18550" marT="18550" marB="185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Preprocessors,Regression</a:t>
                      </a:r>
                      <a:br>
                        <a:rPr lang="en-US" sz="1800" b="0" u="none" strike="noStrike" cap="none"/>
                      </a:br>
                      <a:r>
                        <a:rPr lang="en-US" sz="1800" b="0" u="none" strike="noStrike" cap="none"/>
                        <a:t>Clustering, Recommenders</a:t>
                      </a:r>
                      <a:br>
                        <a:rPr lang="en-US" sz="1800" b="0" u="none" strike="noStrike" cap="none"/>
                      </a:br>
                      <a:r>
                        <a:rPr lang="en-US" sz="1800" b="0" u="none" strike="noStrike" cap="none"/>
                        <a:t>Distributed Linear Algebra.</a:t>
                      </a:r>
                      <a:endParaRPr sz="1800" b="0" u="none" strike="noStrike" cap="none"/>
                    </a:p>
                  </a:txBody>
                  <a:tcPr marL="18550" marR="18550" marT="18550" marB="185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991800">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Accors.Net</a:t>
                      </a:r>
                      <a:endParaRPr sz="1800" b="0" u="none" strike="noStrike" cap="none"/>
                    </a:p>
                  </a:txBody>
                  <a:tcPr marL="18550" marR="18550" marT="18550" marB="185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9F9F9"/>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Cross-platform</a:t>
                      </a:r>
                      <a:endParaRPr sz="1800" u="none" strike="noStrike" cap="none"/>
                    </a:p>
                  </a:txBody>
                  <a:tcPr marL="18550" marR="18550" marT="18550" marB="185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9F9F9"/>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C#</a:t>
                      </a:r>
                      <a:endParaRPr sz="1800" u="none" strike="noStrike" cap="none"/>
                    </a:p>
                  </a:txBody>
                  <a:tcPr marL="18550" marR="18550" marT="18550" marB="185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9F9F9"/>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Classification, Regression, Distribution</a:t>
                      </a:r>
                      <a:br>
                        <a:rPr lang="en-US" sz="1800" b="0" u="none" strike="noStrike" cap="none"/>
                      </a:br>
                      <a:r>
                        <a:rPr lang="en-US" sz="1800" b="0" u="none" strike="noStrike" cap="none"/>
                        <a:t>Clustering, Hypothesis Tests &amp;</a:t>
                      </a:r>
                      <a:br>
                        <a:rPr lang="en-US" sz="1800" b="0" u="none" strike="noStrike" cap="none"/>
                      </a:br>
                      <a:r>
                        <a:rPr lang="en-US" sz="1800" b="0" u="none" strike="noStrike" cap="none"/>
                        <a:t>Kernel Methods, Image, Audio &amp; Signal &amp; Vision</a:t>
                      </a:r>
                      <a:endParaRPr sz="1800" b="0" u="none" strike="noStrike" cap="none"/>
                    </a:p>
                  </a:txBody>
                  <a:tcPr marL="18550" marR="18550" marT="18550" marB="185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9F9F9"/>
                    </a:solidFill>
                  </a:tcPr>
                </a:tc>
                <a:extLst>
                  <a:ext uri="{0D108BD9-81ED-4DB2-BD59-A6C34878D82A}">
                    <a16:rowId xmlns:a16="http://schemas.microsoft.com/office/drawing/2014/main" val="10002"/>
                  </a:ext>
                </a:extLst>
              </a:tr>
              <a:tr h="898375">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Shogun</a:t>
                      </a:r>
                      <a:endParaRPr sz="1800" u="none" strike="noStrike" cap="none"/>
                    </a:p>
                  </a:txBody>
                  <a:tcPr marL="18550" marR="18550" marT="18550" marB="185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Windows</a:t>
                      </a:r>
                      <a:br>
                        <a:rPr lang="en-US" sz="1800" b="0" u="none" strike="noStrike" cap="none"/>
                      </a:br>
                      <a:r>
                        <a:rPr lang="en-US" sz="1800" b="0" u="none" strike="noStrike" cap="none"/>
                        <a:t>Linux, UNIX</a:t>
                      </a:r>
                      <a:br>
                        <a:rPr lang="en-US" sz="1800" b="0" u="none" strike="noStrike" cap="none"/>
                      </a:br>
                      <a:r>
                        <a:rPr lang="en-US" sz="1800" b="0" u="none" strike="noStrike" cap="none"/>
                        <a:t>Mac OS</a:t>
                      </a:r>
                      <a:br>
                        <a:rPr lang="en-US" sz="1800" b="0" u="none" strike="noStrike" cap="none"/>
                      </a:br>
                      <a:endParaRPr sz="1800" b="0" u="none" strike="noStrike" cap="none"/>
                    </a:p>
                  </a:txBody>
                  <a:tcPr marL="18550" marR="18550" marT="18550" marB="185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C++</a:t>
                      </a:r>
                      <a:endParaRPr sz="1800" u="none" strike="noStrike" cap="none"/>
                    </a:p>
                  </a:txBody>
                  <a:tcPr marL="18550" marR="18550" marT="18550" marB="185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Regression, Classification, Clustering</a:t>
                      </a:r>
                      <a:br>
                        <a:rPr lang="en-US" sz="1800" b="0" u="none" strike="noStrike" cap="none"/>
                      </a:br>
                      <a:r>
                        <a:rPr lang="en-US" sz="1800" b="0" u="none" strike="noStrike" cap="none"/>
                        <a:t>Support vector machines. Dimensionality reduction, Online learning etc.</a:t>
                      </a:r>
                      <a:br>
                        <a:rPr lang="en-US" sz="1800" b="0" u="none" strike="noStrike" cap="none"/>
                      </a:br>
                      <a:endParaRPr sz="1800" b="0" u="none" strike="noStrike" cap="none"/>
                    </a:p>
                  </a:txBody>
                  <a:tcPr marL="18550" marR="18550" marT="18550" marB="185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13600">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Keras.io</a:t>
                      </a:r>
                      <a:endParaRPr sz="1800" u="none" strike="noStrike" cap="none"/>
                    </a:p>
                  </a:txBody>
                  <a:tcPr marL="18550" marR="18550" marT="18550" marB="185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3F3F3"/>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Cross-platform</a:t>
                      </a:r>
                      <a:endParaRPr sz="1800" u="none" strike="noStrike" cap="none"/>
                    </a:p>
                  </a:txBody>
                  <a:tcPr marL="18550" marR="18550" marT="18550" marB="185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3F3F3"/>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Python</a:t>
                      </a:r>
                      <a:endParaRPr sz="1800" u="none" strike="noStrike" cap="none"/>
                    </a:p>
                  </a:txBody>
                  <a:tcPr marL="18550" marR="18550" marT="18550" marB="185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3F3F3"/>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API for neural networks</a:t>
                      </a:r>
                      <a:endParaRPr sz="1800" u="none" strike="noStrike" cap="none"/>
                    </a:p>
                  </a:txBody>
                  <a:tcPr marL="18550" marR="18550" marT="18550" marB="185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3F3F3"/>
                    </a:solidFill>
                  </a:tcPr>
                </a:tc>
                <a:extLst>
                  <a:ext uri="{0D108BD9-81ED-4DB2-BD59-A6C34878D82A}">
                    <a16:rowId xmlns:a16="http://schemas.microsoft.com/office/drawing/2014/main" val="10004"/>
                  </a:ext>
                </a:extLst>
              </a:tr>
            </a:tbl>
          </a:graphicData>
        </a:graphic>
      </p:graphicFrame>
      <p:sp>
        <p:nvSpPr>
          <p:cNvPr id="1927" name="Google Shape;1927;p48"/>
          <p:cNvSpPr txBox="1">
            <a:spLocks noGrp="1"/>
          </p:cNvSpPr>
          <p:nvPr>
            <p:ph type="title"/>
          </p:nvPr>
        </p:nvSpPr>
        <p:spPr>
          <a:xfrm>
            <a:off x="0" y="609600"/>
            <a:ext cx="9212580" cy="1143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4000"/>
              <a:buFont typeface="Calibri"/>
              <a:buNone/>
            </a:pPr>
            <a:r>
              <a:rPr lang="en-US" sz="2400" b="1">
                <a:latin typeface="Arial"/>
                <a:ea typeface="Arial"/>
                <a:cs typeface="Arial"/>
                <a:sym typeface="Arial"/>
              </a:rPr>
              <a:t>Open source ML programming tools</a:t>
            </a:r>
            <a:endParaRPr sz="2400" b="1">
              <a:latin typeface="Arial"/>
              <a:ea typeface="Arial"/>
              <a:cs typeface="Arial"/>
              <a:sym typeface="Arial"/>
            </a:endParaRPr>
          </a:p>
        </p:txBody>
      </p:sp>
      <p:sp>
        <p:nvSpPr>
          <p:cNvPr id="2" name="Slide Number Placeholder 1"/>
          <p:cNvSpPr>
            <a:spLocks noGrp="1"/>
          </p:cNvSpPr>
          <p:nvPr>
            <p:ph type="sldNum" idx="12"/>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smtClean="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11</a:t>
            </a:fld>
            <a:endParaRPr kumimoji="0" lang="en-US"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38098971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31"/>
        <p:cNvGrpSpPr/>
        <p:nvPr/>
      </p:nvGrpSpPr>
      <p:grpSpPr>
        <a:xfrm>
          <a:off x="0" y="0"/>
          <a:ext cx="0" cy="0"/>
          <a:chOff x="0" y="0"/>
          <a:chExt cx="0" cy="0"/>
        </a:xfrm>
      </p:grpSpPr>
      <p:pic>
        <p:nvPicPr>
          <p:cNvPr id="1932" name="Google Shape;1932;p50"/>
          <p:cNvPicPr preferRelativeResize="0"/>
          <p:nvPr/>
        </p:nvPicPr>
        <p:blipFill rotWithShape="1">
          <a:blip r:embed="rId3">
            <a:alphaModFix/>
          </a:blip>
          <a:srcRect/>
          <a:stretch/>
        </p:blipFill>
        <p:spPr>
          <a:xfrm>
            <a:off x="228600" y="1447800"/>
            <a:ext cx="7239000" cy="5029200"/>
          </a:xfrm>
          <a:prstGeom prst="rect">
            <a:avLst/>
          </a:prstGeom>
          <a:noFill/>
          <a:ln>
            <a:noFill/>
          </a:ln>
        </p:spPr>
      </p:pic>
      <p:sp>
        <p:nvSpPr>
          <p:cNvPr id="2" name="Slide Number Placeholder 1"/>
          <p:cNvSpPr>
            <a:spLocks noGrp="1"/>
          </p:cNvSpPr>
          <p:nvPr>
            <p:ph type="sldNum" idx="12"/>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smtClean="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12</a:t>
            </a:fld>
            <a:endParaRPr kumimoji="0" lang="en-US"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582F976C-BF6E-98B9-95B5-071DB53A3067}"/>
                  </a:ext>
                </a:extLst>
              </p14:cNvPr>
              <p14:cNvContentPartPr/>
              <p14:nvPr/>
            </p14:nvContentPartPr>
            <p14:xfrm>
              <a:off x="1122840" y="2520360"/>
              <a:ext cx="5689440" cy="3078000"/>
            </p14:xfrm>
          </p:contentPart>
        </mc:Choice>
        <mc:Fallback xmlns="">
          <p:pic>
            <p:nvPicPr>
              <p:cNvPr id="3" name="Ink 2">
                <a:extLst>
                  <a:ext uri="{FF2B5EF4-FFF2-40B4-BE49-F238E27FC236}">
                    <a16:creationId xmlns:a16="http://schemas.microsoft.com/office/drawing/2014/main" id="{582F976C-BF6E-98B9-95B5-071DB53A3067}"/>
                  </a:ext>
                </a:extLst>
              </p:cNvPr>
              <p:cNvPicPr/>
              <p:nvPr/>
            </p:nvPicPr>
            <p:blipFill>
              <a:blip r:embed="rId5"/>
              <a:stretch>
                <a:fillRect/>
              </a:stretch>
            </p:blipFill>
            <p:spPr>
              <a:xfrm>
                <a:off x="1113480" y="2511000"/>
                <a:ext cx="5708160" cy="3096720"/>
              </a:xfrm>
              <a:prstGeom prst="rect">
                <a:avLst/>
              </a:prstGeom>
            </p:spPr>
          </p:pic>
        </mc:Fallback>
      </mc:AlternateContent>
    </p:spTree>
    <p:extLst>
      <p:ext uri="{BB962C8B-B14F-4D97-AF65-F5344CB8AC3E}">
        <p14:creationId xmlns:p14="http://schemas.microsoft.com/office/powerpoint/2010/main" val="7618647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36"/>
        <p:cNvGrpSpPr/>
        <p:nvPr/>
      </p:nvGrpSpPr>
      <p:grpSpPr>
        <a:xfrm>
          <a:off x="0" y="0"/>
          <a:ext cx="0" cy="0"/>
          <a:chOff x="0" y="0"/>
          <a:chExt cx="0" cy="0"/>
        </a:xfrm>
      </p:grpSpPr>
      <p:sp>
        <p:nvSpPr>
          <p:cNvPr id="1937" name="Google Shape;1937;p51"/>
          <p:cNvSpPr txBox="1">
            <a:spLocks noGrp="1"/>
          </p:cNvSpPr>
          <p:nvPr>
            <p:ph type="title"/>
          </p:nvPr>
        </p:nvSpPr>
        <p:spPr>
          <a:xfrm>
            <a:off x="138332" y="1101969"/>
            <a:ext cx="8001000" cy="1752600"/>
          </a:xfrm>
          <a:prstGeom prst="rect">
            <a:avLst/>
          </a:prstGeom>
          <a:noFill/>
          <a:ln>
            <a:noFill/>
          </a:ln>
        </p:spPr>
        <p:txBody>
          <a:bodyPr spcFirstLastPara="1" wrap="square" lIns="91425" tIns="45700" rIns="91425" bIns="45700" anchor="ctr" anchorCtr="0">
            <a:normAutofit/>
          </a:bodyPr>
          <a:lstStyle/>
          <a:p>
            <a:pPr marL="457200" lvl="0" indent="-228600" algn="ctr" rtl="0">
              <a:lnSpc>
                <a:spcPct val="100000"/>
              </a:lnSpc>
              <a:spcBef>
                <a:spcPts val="0"/>
              </a:spcBef>
              <a:spcAft>
                <a:spcPts val="0"/>
              </a:spcAft>
              <a:buClr>
                <a:schemeClr val="dk1"/>
              </a:buClr>
              <a:buSzPts val="3600"/>
              <a:buFont typeface="Arial"/>
              <a:buNone/>
            </a:pPr>
            <a:r>
              <a:rPr lang="en-US" b="1" dirty="0">
                <a:solidFill>
                  <a:srgbClr val="C00000"/>
                </a:solidFill>
                <a:latin typeface="Arial"/>
                <a:ea typeface="Arial"/>
                <a:cs typeface="Arial"/>
                <a:sym typeface="Arial"/>
              </a:rPr>
              <a:t>ML workflow</a:t>
            </a:r>
            <a:endParaRPr b="1" dirty="0">
              <a:solidFill>
                <a:srgbClr val="C00000"/>
              </a:solidFill>
              <a:latin typeface="Arial"/>
              <a:ea typeface="Arial"/>
              <a:cs typeface="Arial"/>
              <a:sym typeface="Arial"/>
            </a:endParaRPr>
          </a:p>
        </p:txBody>
      </p:sp>
      <p:pic>
        <p:nvPicPr>
          <p:cNvPr id="1938" name="Google Shape;1938;p51" descr="What Is Machine Learning - Introduction To Machine Learning - Edureka"/>
          <p:cNvPicPr preferRelativeResize="0"/>
          <p:nvPr/>
        </p:nvPicPr>
        <p:blipFill rotWithShape="1">
          <a:blip r:embed="rId3">
            <a:alphaModFix/>
          </a:blip>
          <a:srcRect/>
          <a:stretch/>
        </p:blipFill>
        <p:spPr>
          <a:xfrm>
            <a:off x="686690" y="2655841"/>
            <a:ext cx="7767994" cy="2971236"/>
          </a:xfrm>
          <a:prstGeom prst="rect">
            <a:avLst/>
          </a:prstGeom>
          <a:noFill/>
          <a:ln>
            <a:noFill/>
          </a:ln>
        </p:spPr>
      </p:pic>
      <p:sp>
        <p:nvSpPr>
          <p:cNvPr id="2" name="Slide Number Placeholder 1"/>
          <p:cNvSpPr>
            <a:spLocks noGrp="1"/>
          </p:cNvSpPr>
          <p:nvPr>
            <p:ph type="sldNum" idx="12"/>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smtClean="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13</a:t>
            </a:fld>
            <a:endParaRPr kumimoji="0" lang="en-US" sz="1600" b="1"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16249850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42"/>
        <p:cNvGrpSpPr/>
        <p:nvPr/>
      </p:nvGrpSpPr>
      <p:grpSpPr>
        <a:xfrm>
          <a:off x="0" y="0"/>
          <a:ext cx="0" cy="0"/>
          <a:chOff x="0" y="0"/>
          <a:chExt cx="0" cy="0"/>
        </a:xfrm>
      </p:grpSpPr>
      <p:sp>
        <p:nvSpPr>
          <p:cNvPr id="1943" name="Google Shape;1943;p52"/>
          <p:cNvSpPr txBox="1">
            <a:spLocks noGrp="1"/>
          </p:cNvSpPr>
          <p:nvPr>
            <p:ph type="title"/>
          </p:nvPr>
        </p:nvSpPr>
        <p:spPr>
          <a:xfrm>
            <a:off x="395536" y="422692"/>
            <a:ext cx="6120680" cy="553998"/>
          </a:xfrm>
          <a:prstGeom prst="rect">
            <a:avLst/>
          </a:prstGeom>
          <a:noFill/>
          <a:ln>
            <a:noFill/>
          </a:ln>
        </p:spPr>
        <p:txBody>
          <a:bodyPr spcFirstLastPara="1" wrap="square" lIns="91425" tIns="45700" rIns="91425" bIns="45700" anchor="ctr" anchorCtr="0">
            <a:spAutoFit/>
          </a:bodyPr>
          <a:lstStyle/>
          <a:p>
            <a:pPr marL="457200" lvl="0" indent="-342900" algn="l" rtl="0">
              <a:lnSpc>
                <a:spcPct val="144000"/>
              </a:lnSpc>
              <a:spcBef>
                <a:spcPts val="0"/>
              </a:spcBef>
              <a:spcAft>
                <a:spcPts val="0"/>
              </a:spcAft>
              <a:buClr>
                <a:schemeClr val="dk1"/>
              </a:buClr>
              <a:buSzPts val="3600"/>
              <a:buFont typeface="Arial"/>
              <a:buNone/>
            </a:pPr>
            <a:r>
              <a:rPr lang="en-US" sz="2500" b="1">
                <a:latin typeface="Arial"/>
                <a:ea typeface="Arial"/>
                <a:cs typeface="Arial"/>
                <a:sym typeface="Arial"/>
              </a:rPr>
              <a:t>ML workflow</a:t>
            </a:r>
            <a:endParaRPr sz="2500" b="1">
              <a:latin typeface="Arial"/>
              <a:ea typeface="Arial"/>
              <a:cs typeface="Arial"/>
              <a:sym typeface="Arial"/>
            </a:endParaRPr>
          </a:p>
        </p:txBody>
      </p:sp>
      <p:sp>
        <p:nvSpPr>
          <p:cNvPr id="1944" name="Google Shape;1944;p52"/>
          <p:cNvSpPr txBox="1">
            <a:spLocks noGrp="1"/>
          </p:cNvSpPr>
          <p:nvPr>
            <p:ph type="body" idx="1"/>
          </p:nvPr>
        </p:nvSpPr>
        <p:spPr>
          <a:xfrm>
            <a:off x="76200" y="1524000"/>
            <a:ext cx="8534400" cy="5334000"/>
          </a:xfrm>
          <a:prstGeom prst="rect">
            <a:avLst/>
          </a:prstGeom>
          <a:noFill/>
          <a:ln>
            <a:noFill/>
          </a:ln>
        </p:spPr>
        <p:txBody>
          <a:bodyPr spcFirstLastPara="1" wrap="square" lIns="91425" tIns="45700" rIns="91425" bIns="45700" anchor="t" anchorCtr="0">
            <a:normAutofit/>
          </a:bodyPr>
          <a:lstStyle/>
          <a:p>
            <a:pPr marL="514350" lvl="0" indent="-514350" algn="l" rtl="0">
              <a:lnSpc>
                <a:spcPct val="150000"/>
              </a:lnSpc>
              <a:spcBef>
                <a:spcPts val="0"/>
              </a:spcBef>
              <a:spcAft>
                <a:spcPts val="0"/>
              </a:spcAft>
              <a:buClr>
                <a:schemeClr val="dk1"/>
              </a:buClr>
              <a:buSzPts val="1800"/>
              <a:buFont typeface="Calibri"/>
              <a:buAutoNum type="arabicPeriod"/>
            </a:pPr>
            <a:r>
              <a:rPr lang="en-US" sz="1800">
                <a:latin typeface="Arial"/>
                <a:ea typeface="Arial"/>
                <a:cs typeface="Arial"/>
                <a:sym typeface="Arial"/>
              </a:rPr>
              <a:t>Should I use ML on this problem?</a:t>
            </a:r>
            <a:endParaRPr/>
          </a:p>
          <a:p>
            <a:pPr marL="914400" lvl="1" indent="-514350" algn="l" rtl="0">
              <a:lnSpc>
                <a:spcPct val="150000"/>
              </a:lnSpc>
              <a:spcBef>
                <a:spcPts val="360"/>
              </a:spcBef>
              <a:spcAft>
                <a:spcPts val="0"/>
              </a:spcAft>
              <a:buClr>
                <a:schemeClr val="dk1"/>
              </a:buClr>
              <a:buSzPts val="1800"/>
              <a:buChar char="–"/>
            </a:pPr>
            <a:r>
              <a:rPr lang="en-US" sz="1800">
                <a:latin typeface="Arial"/>
                <a:ea typeface="Arial"/>
                <a:cs typeface="Arial"/>
                <a:sym typeface="Arial"/>
              </a:rPr>
              <a:t>Is there a pattern to detect?</a:t>
            </a:r>
            <a:endParaRPr/>
          </a:p>
          <a:p>
            <a:pPr marL="914400" lvl="1" indent="-514350" algn="l" rtl="0">
              <a:lnSpc>
                <a:spcPct val="150000"/>
              </a:lnSpc>
              <a:spcBef>
                <a:spcPts val="360"/>
              </a:spcBef>
              <a:spcAft>
                <a:spcPts val="0"/>
              </a:spcAft>
              <a:buClr>
                <a:schemeClr val="dk1"/>
              </a:buClr>
              <a:buSzPts val="1800"/>
              <a:buChar char="–"/>
            </a:pPr>
            <a:r>
              <a:rPr lang="en-US" sz="1800">
                <a:latin typeface="Arial"/>
                <a:ea typeface="Arial"/>
                <a:cs typeface="Arial"/>
                <a:sym typeface="Arial"/>
              </a:rPr>
              <a:t>Can I solve it analytically?</a:t>
            </a:r>
            <a:endParaRPr/>
          </a:p>
          <a:p>
            <a:pPr marL="914400" lvl="1" indent="-514350" algn="l" rtl="0">
              <a:lnSpc>
                <a:spcPct val="150000"/>
              </a:lnSpc>
              <a:spcBef>
                <a:spcPts val="360"/>
              </a:spcBef>
              <a:spcAft>
                <a:spcPts val="0"/>
              </a:spcAft>
              <a:buClr>
                <a:schemeClr val="dk1"/>
              </a:buClr>
              <a:buSzPts val="1800"/>
              <a:buChar char="–"/>
            </a:pPr>
            <a:r>
              <a:rPr lang="en-US" sz="1800">
                <a:latin typeface="Arial"/>
                <a:ea typeface="Arial"/>
                <a:cs typeface="Arial"/>
                <a:sym typeface="Arial"/>
              </a:rPr>
              <a:t>Do I have data?</a:t>
            </a:r>
            <a:endParaRPr/>
          </a:p>
          <a:p>
            <a:pPr marL="514350" lvl="0" indent="-514350" algn="l" rtl="0">
              <a:lnSpc>
                <a:spcPct val="150000"/>
              </a:lnSpc>
              <a:spcBef>
                <a:spcPts val="360"/>
              </a:spcBef>
              <a:spcAft>
                <a:spcPts val="0"/>
              </a:spcAft>
              <a:buClr>
                <a:schemeClr val="dk1"/>
              </a:buClr>
              <a:buSzPts val="1800"/>
              <a:buFont typeface="Calibri"/>
              <a:buAutoNum type="arabicPeriod"/>
            </a:pPr>
            <a:r>
              <a:rPr lang="en-US" sz="1800">
                <a:latin typeface="Arial"/>
                <a:ea typeface="Arial"/>
                <a:cs typeface="Arial"/>
                <a:sym typeface="Arial"/>
              </a:rPr>
              <a:t>Gather and organize data. </a:t>
            </a:r>
            <a:endParaRPr sz="1800">
              <a:latin typeface="Arial"/>
              <a:ea typeface="Arial"/>
              <a:cs typeface="Arial"/>
              <a:sym typeface="Arial"/>
            </a:endParaRPr>
          </a:p>
          <a:p>
            <a:pPr marL="514350" lvl="0" indent="-514350" algn="l" rtl="0">
              <a:lnSpc>
                <a:spcPct val="150000"/>
              </a:lnSpc>
              <a:spcBef>
                <a:spcPts val="360"/>
              </a:spcBef>
              <a:spcAft>
                <a:spcPts val="0"/>
              </a:spcAft>
              <a:buClr>
                <a:schemeClr val="dk1"/>
              </a:buClr>
              <a:buSzPts val="1800"/>
              <a:buFont typeface="Calibri"/>
              <a:buAutoNum type="arabicPeriod"/>
            </a:pPr>
            <a:r>
              <a:rPr lang="en-US" sz="1800">
                <a:latin typeface="Arial"/>
                <a:ea typeface="Arial"/>
                <a:cs typeface="Arial"/>
                <a:sym typeface="Arial"/>
              </a:rPr>
              <a:t>Preprocessing, cleaning, visualizing. </a:t>
            </a:r>
            <a:endParaRPr sz="1800">
              <a:latin typeface="Arial"/>
              <a:ea typeface="Arial"/>
              <a:cs typeface="Arial"/>
              <a:sym typeface="Arial"/>
            </a:endParaRPr>
          </a:p>
          <a:p>
            <a:pPr marL="514350" lvl="0" indent="-514350" algn="l" rtl="0">
              <a:lnSpc>
                <a:spcPct val="150000"/>
              </a:lnSpc>
              <a:spcBef>
                <a:spcPts val="360"/>
              </a:spcBef>
              <a:spcAft>
                <a:spcPts val="0"/>
              </a:spcAft>
              <a:buClr>
                <a:schemeClr val="dk1"/>
              </a:buClr>
              <a:buSzPts val="1800"/>
              <a:buFont typeface="Calibri"/>
              <a:buAutoNum type="arabicPeriod"/>
            </a:pPr>
            <a:r>
              <a:rPr lang="en-US" sz="1800">
                <a:latin typeface="Arial"/>
                <a:ea typeface="Arial"/>
                <a:cs typeface="Arial"/>
                <a:sym typeface="Arial"/>
              </a:rPr>
              <a:t>Choosing a model, loss, regularization, ...</a:t>
            </a:r>
            <a:endParaRPr/>
          </a:p>
          <a:p>
            <a:pPr marL="514350" lvl="0" indent="-514350" algn="l" rtl="0">
              <a:lnSpc>
                <a:spcPct val="150000"/>
              </a:lnSpc>
              <a:spcBef>
                <a:spcPts val="360"/>
              </a:spcBef>
              <a:spcAft>
                <a:spcPts val="0"/>
              </a:spcAft>
              <a:buClr>
                <a:schemeClr val="dk1"/>
              </a:buClr>
              <a:buSzPts val="1800"/>
              <a:buFont typeface="Calibri"/>
              <a:buAutoNum type="arabicPeriod"/>
            </a:pPr>
            <a:r>
              <a:rPr lang="en-US" sz="1800">
                <a:latin typeface="Arial"/>
                <a:ea typeface="Arial"/>
                <a:cs typeface="Arial"/>
                <a:sym typeface="Arial"/>
              </a:rPr>
              <a:t>Optimization </a:t>
            </a:r>
            <a:endParaRPr/>
          </a:p>
          <a:p>
            <a:pPr marL="514350" lvl="0" indent="-514350" algn="l" rtl="0">
              <a:lnSpc>
                <a:spcPct val="150000"/>
              </a:lnSpc>
              <a:spcBef>
                <a:spcPts val="360"/>
              </a:spcBef>
              <a:spcAft>
                <a:spcPts val="0"/>
              </a:spcAft>
              <a:buClr>
                <a:schemeClr val="dk1"/>
              </a:buClr>
              <a:buSzPts val="1800"/>
              <a:buFont typeface="Calibri"/>
              <a:buAutoNum type="arabicPeriod"/>
            </a:pPr>
            <a:r>
              <a:rPr lang="en-US" sz="1800">
                <a:latin typeface="Arial"/>
                <a:ea typeface="Arial"/>
                <a:cs typeface="Arial"/>
                <a:sym typeface="Arial"/>
              </a:rPr>
              <a:t>Hyper parameter search.</a:t>
            </a:r>
            <a:endParaRPr/>
          </a:p>
          <a:p>
            <a:pPr marL="514350" lvl="0" indent="-514350" algn="l" rtl="0">
              <a:lnSpc>
                <a:spcPct val="150000"/>
              </a:lnSpc>
              <a:spcBef>
                <a:spcPts val="360"/>
              </a:spcBef>
              <a:spcAft>
                <a:spcPts val="0"/>
              </a:spcAft>
              <a:buClr>
                <a:schemeClr val="dk1"/>
              </a:buClr>
              <a:buSzPts val="1800"/>
              <a:buFont typeface="Calibri"/>
              <a:buAutoNum type="arabicPeriod"/>
            </a:pPr>
            <a:r>
              <a:rPr lang="en-US" sz="1800">
                <a:latin typeface="Arial"/>
                <a:ea typeface="Arial"/>
                <a:cs typeface="Arial"/>
                <a:sym typeface="Arial"/>
              </a:rPr>
              <a:t> Analyze performance and mistakes, and iterate back to step 5 (or 3)</a:t>
            </a:r>
            <a:endParaRPr sz="1800">
              <a:latin typeface="Arial"/>
              <a:ea typeface="Arial"/>
              <a:cs typeface="Arial"/>
              <a:sym typeface="Arial"/>
            </a:endParaRPr>
          </a:p>
        </p:txBody>
      </p:sp>
      <p:sp>
        <p:nvSpPr>
          <p:cNvPr id="2" name="Slide Number Placeholder 1"/>
          <p:cNvSpPr>
            <a:spLocks noGrp="1"/>
          </p:cNvSpPr>
          <p:nvPr>
            <p:ph type="sldNum" idx="12"/>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smtClean="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14</a:t>
            </a:fld>
            <a:endParaRPr kumimoji="0" lang="en-US" sz="1600" b="1" i="0" u="none" strike="noStrike" kern="0" cap="none" spc="0" normalizeH="0" baseline="0" noProof="0">
              <a:ln>
                <a:noFill/>
              </a:ln>
              <a:solidFill>
                <a:srgbClr val="000000"/>
              </a:solidFill>
              <a:effectLst/>
              <a:uLnTx/>
              <a:uFillTx/>
              <a:latin typeface="Tahoma"/>
              <a:ea typeface="Tahoma"/>
              <a:cs typeface="Tahoma"/>
              <a:sym typeface="Tahoma"/>
            </a:endParaRP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6644B54F-2CE4-D291-3842-1EAE118701E0}"/>
                  </a:ext>
                </a:extLst>
              </p14:cNvPr>
              <p14:cNvContentPartPr/>
              <p14:nvPr/>
            </p14:nvContentPartPr>
            <p14:xfrm>
              <a:off x="540360" y="3480480"/>
              <a:ext cx="7571160" cy="2662200"/>
            </p14:xfrm>
          </p:contentPart>
        </mc:Choice>
        <mc:Fallback xmlns="">
          <p:pic>
            <p:nvPicPr>
              <p:cNvPr id="3" name="Ink 2">
                <a:extLst>
                  <a:ext uri="{FF2B5EF4-FFF2-40B4-BE49-F238E27FC236}">
                    <a16:creationId xmlns:a16="http://schemas.microsoft.com/office/drawing/2014/main" id="{6644B54F-2CE4-D291-3842-1EAE118701E0}"/>
                  </a:ext>
                </a:extLst>
              </p:cNvPr>
              <p:cNvPicPr/>
              <p:nvPr/>
            </p:nvPicPr>
            <p:blipFill>
              <a:blip r:embed="rId4"/>
              <a:stretch>
                <a:fillRect/>
              </a:stretch>
            </p:blipFill>
            <p:spPr>
              <a:xfrm>
                <a:off x="531000" y="3471120"/>
                <a:ext cx="7589880" cy="2680920"/>
              </a:xfrm>
              <a:prstGeom prst="rect">
                <a:avLst/>
              </a:prstGeom>
            </p:spPr>
          </p:pic>
        </mc:Fallback>
      </mc:AlternateContent>
    </p:spTree>
    <p:extLst>
      <p:ext uri="{BB962C8B-B14F-4D97-AF65-F5344CB8AC3E}">
        <p14:creationId xmlns:p14="http://schemas.microsoft.com/office/powerpoint/2010/main" val="19263047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48"/>
        <p:cNvGrpSpPr/>
        <p:nvPr/>
      </p:nvGrpSpPr>
      <p:grpSpPr>
        <a:xfrm>
          <a:off x="0" y="0"/>
          <a:ext cx="0" cy="0"/>
          <a:chOff x="0" y="0"/>
          <a:chExt cx="0" cy="0"/>
        </a:xfrm>
      </p:grpSpPr>
      <p:sp>
        <p:nvSpPr>
          <p:cNvPr id="1949" name="Google Shape;1949;p53"/>
          <p:cNvSpPr txBox="1">
            <a:spLocks noGrp="1"/>
          </p:cNvSpPr>
          <p:nvPr>
            <p:ph type="title"/>
          </p:nvPr>
        </p:nvSpPr>
        <p:spPr>
          <a:xfrm>
            <a:off x="350111" y="289792"/>
            <a:ext cx="8443800" cy="1015800"/>
          </a:xfrm>
          <a:prstGeom prst="rect">
            <a:avLst/>
          </a:prstGeom>
          <a:noFill/>
          <a:ln>
            <a:noFill/>
          </a:ln>
        </p:spPr>
        <p:txBody>
          <a:bodyPr spcFirstLastPara="1" wrap="square" lIns="91425" tIns="45700" rIns="91425" bIns="45700" anchor="ctr" anchorCtr="0">
            <a:spAutoFit/>
          </a:bodyPr>
          <a:lstStyle/>
          <a:p>
            <a:pPr marL="457200" lvl="0" indent="-342900" algn="l" rtl="0">
              <a:lnSpc>
                <a:spcPct val="150000"/>
              </a:lnSpc>
              <a:spcBef>
                <a:spcPts val="0"/>
              </a:spcBef>
              <a:spcAft>
                <a:spcPts val="0"/>
              </a:spcAft>
              <a:buClr>
                <a:schemeClr val="dk1"/>
              </a:buClr>
              <a:buSzPts val="3600"/>
              <a:buFont typeface="Arial"/>
              <a:buNone/>
            </a:pPr>
            <a:r>
              <a:rPr lang="en-US" sz="2400" b="1">
                <a:latin typeface="Arial"/>
                <a:ea typeface="Arial"/>
                <a:cs typeface="Arial"/>
                <a:sym typeface="Arial"/>
              </a:rPr>
              <a:t>Demo Case Study</a:t>
            </a:r>
            <a:endParaRPr sz="2400" b="1">
              <a:latin typeface="Arial"/>
              <a:ea typeface="Arial"/>
              <a:cs typeface="Arial"/>
              <a:sym typeface="Arial"/>
            </a:endParaRPr>
          </a:p>
          <a:p>
            <a:pPr marL="457200" lvl="0" indent="-342900" algn="l" rtl="0">
              <a:lnSpc>
                <a:spcPct val="150000"/>
              </a:lnSpc>
              <a:spcBef>
                <a:spcPts val="0"/>
              </a:spcBef>
              <a:spcAft>
                <a:spcPts val="0"/>
              </a:spcAft>
              <a:buClr>
                <a:schemeClr val="dk1"/>
              </a:buClr>
              <a:buSzPts val="3600"/>
              <a:buFont typeface="Arial"/>
              <a:buNone/>
            </a:pPr>
            <a:r>
              <a:rPr lang="en-US" sz="2400" b="1">
                <a:latin typeface="Arial"/>
                <a:ea typeface="Arial"/>
                <a:cs typeface="Arial"/>
                <a:sym typeface="Arial"/>
              </a:rPr>
              <a:t>: Car Price prediction based on Mileage</a:t>
            </a:r>
            <a:endParaRPr sz="2400" b="1">
              <a:latin typeface="Arial"/>
              <a:ea typeface="Arial"/>
              <a:cs typeface="Arial"/>
              <a:sym typeface="Arial"/>
            </a:endParaRPr>
          </a:p>
        </p:txBody>
      </p:sp>
      <p:sp>
        <p:nvSpPr>
          <p:cNvPr id="1950" name="Google Shape;1950;p53"/>
          <p:cNvSpPr txBox="1">
            <a:spLocks noGrp="1"/>
          </p:cNvSpPr>
          <p:nvPr>
            <p:ph type="body" idx="1"/>
          </p:nvPr>
        </p:nvSpPr>
        <p:spPr>
          <a:xfrm>
            <a:off x="11" y="1471600"/>
            <a:ext cx="8154000" cy="45261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Clr>
                <a:schemeClr val="dk1"/>
              </a:buClr>
              <a:buSzPts val="1800"/>
              <a:buChar char="•"/>
            </a:pPr>
            <a:r>
              <a:rPr lang="en-US" sz="1800">
                <a:latin typeface="Arial"/>
                <a:ea typeface="Arial"/>
                <a:cs typeface="Arial"/>
                <a:sym typeface="Arial"/>
              </a:rPr>
              <a:t>Define the Objective</a:t>
            </a:r>
            <a:endParaRPr sz="1800">
              <a:latin typeface="Arial"/>
              <a:ea typeface="Arial"/>
              <a:cs typeface="Arial"/>
              <a:sym typeface="Arial"/>
            </a:endParaRPr>
          </a:p>
          <a:p>
            <a:pPr marL="342900" lvl="0" indent="-342900" algn="l" rtl="0">
              <a:lnSpc>
                <a:spcPct val="150000"/>
              </a:lnSpc>
              <a:spcBef>
                <a:spcPts val="0"/>
              </a:spcBef>
              <a:spcAft>
                <a:spcPts val="0"/>
              </a:spcAft>
              <a:buClr>
                <a:schemeClr val="dk1"/>
              </a:buClr>
              <a:buSzPts val="1800"/>
              <a:buChar char="•"/>
            </a:pPr>
            <a:r>
              <a:rPr lang="en-US" sz="1800">
                <a:latin typeface="Arial"/>
                <a:ea typeface="Arial"/>
                <a:cs typeface="Arial"/>
                <a:sym typeface="Arial"/>
              </a:rPr>
              <a:t>Data Gathering: survey, Past Purchase data </a:t>
            </a:r>
            <a:endParaRPr/>
          </a:p>
          <a:p>
            <a:pPr marL="342900" lvl="0" indent="-342900" algn="l" rtl="0">
              <a:lnSpc>
                <a:spcPct val="150000"/>
              </a:lnSpc>
              <a:spcBef>
                <a:spcPts val="360"/>
              </a:spcBef>
              <a:spcAft>
                <a:spcPts val="0"/>
              </a:spcAft>
              <a:buClr>
                <a:schemeClr val="dk1"/>
              </a:buClr>
              <a:buSzPts val="1800"/>
              <a:buChar char="•"/>
            </a:pPr>
            <a:r>
              <a:rPr lang="en-US" sz="1800">
                <a:latin typeface="Arial"/>
                <a:ea typeface="Arial"/>
                <a:cs typeface="Arial"/>
                <a:sym typeface="Arial"/>
              </a:rPr>
              <a:t>Data Preprocessing  </a:t>
            </a:r>
            <a:endParaRPr sz="1800">
              <a:latin typeface="Arial"/>
              <a:ea typeface="Arial"/>
              <a:cs typeface="Arial"/>
              <a:sym typeface="Arial"/>
            </a:endParaRPr>
          </a:p>
          <a:p>
            <a:pPr marL="742950" lvl="1" indent="-285750" algn="l" rtl="0">
              <a:lnSpc>
                <a:spcPct val="150000"/>
              </a:lnSpc>
              <a:spcBef>
                <a:spcPts val="360"/>
              </a:spcBef>
              <a:spcAft>
                <a:spcPts val="0"/>
              </a:spcAft>
              <a:buClr>
                <a:srgbClr val="FF0000"/>
              </a:buClr>
              <a:buSzPts val="1800"/>
              <a:buChar char="–"/>
            </a:pPr>
            <a:r>
              <a:rPr lang="en-US" sz="1800">
                <a:solidFill>
                  <a:srgbClr val="FF0000"/>
                </a:solidFill>
                <a:latin typeface="Arial"/>
                <a:ea typeface="Arial"/>
                <a:cs typeface="Arial"/>
                <a:sym typeface="Arial"/>
              </a:rPr>
              <a:t>training set; test set</a:t>
            </a:r>
            <a:endParaRPr/>
          </a:p>
          <a:p>
            <a:pPr marL="742950" lvl="1" indent="-285750" algn="l" rtl="0">
              <a:lnSpc>
                <a:spcPct val="150000"/>
              </a:lnSpc>
              <a:spcBef>
                <a:spcPts val="360"/>
              </a:spcBef>
              <a:spcAft>
                <a:spcPts val="0"/>
              </a:spcAft>
              <a:buClr>
                <a:schemeClr val="dk1"/>
              </a:buClr>
              <a:buSzPts val="1800"/>
              <a:buChar char="–"/>
            </a:pPr>
            <a:r>
              <a:rPr lang="en-US" sz="1800">
                <a:latin typeface="Arial"/>
                <a:ea typeface="Arial"/>
                <a:cs typeface="Arial"/>
                <a:sym typeface="Arial"/>
              </a:rPr>
              <a:t>representation of input features; output </a:t>
            </a:r>
            <a:endParaRPr/>
          </a:p>
          <a:p>
            <a:pPr marL="342900" lvl="0" indent="-342900" algn="l" rtl="0">
              <a:lnSpc>
                <a:spcPct val="150000"/>
              </a:lnSpc>
              <a:spcBef>
                <a:spcPts val="360"/>
              </a:spcBef>
              <a:spcAft>
                <a:spcPts val="0"/>
              </a:spcAft>
              <a:buClr>
                <a:schemeClr val="dk1"/>
              </a:buClr>
              <a:buSzPts val="1800"/>
              <a:buChar char="•"/>
            </a:pPr>
            <a:r>
              <a:rPr lang="en-US" sz="1800">
                <a:latin typeface="Arial"/>
                <a:ea typeface="Arial"/>
                <a:cs typeface="Arial"/>
                <a:sym typeface="Arial"/>
              </a:rPr>
              <a:t>Exploratory Data Analysis</a:t>
            </a:r>
            <a:endParaRPr sz="1800">
              <a:latin typeface="Arial"/>
              <a:ea typeface="Arial"/>
              <a:cs typeface="Arial"/>
              <a:sym typeface="Arial"/>
            </a:endParaRPr>
          </a:p>
          <a:p>
            <a:pPr marL="342900" lvl="0" indent="-342900" algn="l" rtl="0">
              <a:lnSpc>
                <a:spcPct val="150000"/>
              </a:lnSpc>
              <a:spcBef>
                <a:spcPts val="360"/>
              </a:spcBef>
              <a:spcAft>
                <a:spcPts val="0"/>
              </a:spcAft>
              <a:buClr>
                <a:schemeClr val="dk1"/>
              </a:buClr>
              <a:buSzPts val="1800"/>
              <a:buChar char="•"/>
            </a:pPr>
            <a:r>
              <a:rPr lang="en-US" sz="1800">
                <a:latin typeface="Arial"/>
                <a:ea typeface="Arial"/>
                <a:cs typeface="Arial"/>
                <a:sym typeface="Arial"/>
              </a:rPr>
              <a:t>Choose form of model: </a:t>
            </a:r>
            <a:r>
              <a:rPr lang="en-US" sz="1800">
                <a:solidFill>
                  <a:srgbClr val="FF0000"/>
                </a:solidFill>
                <a:latin typeface="Arial"/>
                <a:ea typeface="Arial"/>
                <a:cs typeface="Arial"/>
                <a:sym typeface="Arial"/>
              </a:rPr>
              <a:t>linear regression </a:t>
            </a:r>
            <a:endParaRPr sz="1800">
              <a:solidFill>
                <a:srgbClr val="FF0000"/>
              </a:solidFill>
              <a:latin typeface="Arial"/>
              <a:ea typeface="Arial"/>
              <a:cs typeface="Arial"/>
              <a:sym typeface="Arial"/>
            </a:endParaRPr>
          </a:p>
          <a:p>
            <a:pPr marL="342900" lvl="0" indent="-342900" algn="l" rtl="0">
              <a:lnSpc>
                <a:spcPct val="150000"/>
              </a:lnSpc>
              <a:spcBef>
                <a:spcPts val="360"/>
              </a:spcBef>
              <a:spcAft>
                <a:spcPts val="0"/>
              </a:spcAft>
              <a:buClr>
                <a:schemeClr val="dk1"/>
              </a:buClr>
              <a:buSzPts val="1800"/>
              <a:buChar char="•"/>
            </a:pPr>
            <a:r>
              <a:rPr lang="en-US" sz="1800">
                <a:latin typeface="Arial"/>
                <a:ea typeface="Arial"/>
                <a:cs typeface="Arial"/>
                <a:sym typeface="Arial"/>
              </a:rPr>
              <a:t>System’s performance evaluation: </a:t>
            </a:r>
            <a:r>
              <a:rPr lang="en-US" sz="1800">
                <a:solidFill>
                  <a:srgbClr val="FF0000"/>
                </a:solidFill>
                <a:latin typeface="Arial"/>
                <a:ea typeface="Arial"/>
                <a:cs typeface="Arial"/>
                <a:sym typeface="Arial"/>
              </a:rPr>
              <a:t>objective</a:t>
            </a:r>
            <a:r>
              <a:rPr lang="en-US" sz="1800">
                <a:latin typeface="Arial"/>
                <a:ea typeface="Arial"/>
                <a:cs typeface="Arial"/>
                <a:sym typeface="Arial"/>
              </a:rPr>
              <a:t> </a:t>
            </a:r>
            <a:r>
              <a:rPr lang="en-US" sz="1800">
                <a:solidFill>
                  <a:srgbClr val="FF0000"/>
                </a:solidFill>
                <a:latin typeface="Arial"/>
                <a:ea typeface="Arial"/>
                <a:cs typeface="Arial"/>
                <a:sym typeface="Arial"/>
              </a:rPr>
              <a:t>function</a:t>
            </a:r>
            <a:endParaRPr/>
          </a:p>
          <a:p>
            <a:pPr marL="342900" lvl="0" indent="-342900" algn="l" rtl="0">
              <a:lnSpc>
                <a:spcPct val="150000"/>
              </a:lnSpc>
              <a:spcBef>
                <a:spcPts val="360"/>
              </a:spcBef>
              <a:spcAft>
                <a:spcPts val="0"/>
              </a:spcAft>
              <a:buClr>
                <a:schemeClr val="dk1"/>
              </a:buClr>
              <a:buSzPts val="1800"/>
              <a:buChar char="•"/>
            </a:pPr>
            <a:r>
              <a:rPr lang="en-US" sz="1800">
                <a:latin typeface="Arial"/>
                <a:ea typeface="Arial"/>
                <a:cs typeface="Arial"/>
                <a:sym typeface="Arial"/>
              </a:rPr>
              <a:t>Optimize performance by setting appropriate parameters: </a:t>
            </a:r>
            <a:r>
              <a:rPr lang="en-US" sz="1800">
                <a:solidFill>
                  <a:srgbClr val="FF0000"/>
                </a:solidFill>
                <a:latin typeface="Arial"/>
                <a:ea typeface="Arial"/>
                <a:cs typeface="Arial"/>
                <a:sym typeface="Arial"/>
              </a:rPr>
              <a:t>Optimization </a:t>
            </a:r>
            <a:endParaRPr/>
          </a:p>
          <a:p>
            <a:pPr marL="342900" lvl="0" indent="-342900" algn="l" rtl="0">
              <a:lnSpc>
                <a:spcPct val="150000"/>
              </a:lnSpc>
              <a:spcBef>
                <a:spcPts val="360"/>
              </a:spcBef>
              <a:spcAft>
                <a:spcPts val="0"/>
              </a:spcAft>
              <a:buClr>
                <a:schemeClr val="dk1"/>
              </a:buClr>
              <a:buSzPts val="1800"/>
              <a:buChar char="•"/>
            </a:pPr>
            <a:r>
              <a:rPr lang="en-US" sz="1800">
                <a:latin typeface="Arial"/>
                <a:ea typeface="Arial"/>
                <a:cs typeface="Arial"/>
                <a:sym typeface="Arial"/>
              </a:rPr>
              <a:t>Evaluate on test set: </a:t>
            </a:r>
            <a:r>
              <a:rPr lang="en-US" sz="1800">
                <a:solidFill>
                  <a:srgbClr val="FF0000"/>
                </a:solidFill>
                <a:latin typeface="Arial"/>
                <a:ea typeface="Arial"/>
                <a:cs typeface="Arial"/>
                <a:sym typeface="Arial"/>
              </a:rPr>
              <a:t>generalization</a:t>
            </a:r>
            <a:endParaRPr sz="1800">
              <a:solidFill>
                <a:srgbClr val="FF0000"/>
              </a:solidFill>
              <a:latin typeface="Arial"/>
              <a:ea typeface="Arial"/>
              <a:cs typeface="Arial"/>
              <a:sym typeface="Arial"/>
            </a:endParaRPr>
          </a:p>
        </p:txBody>
      </p:sp>
      <p:pic>
        <p:nvPicPr>
          <p:cNvPr id="1951" name="Google Shape;1951;p53"/>
          <p:cNvPicPr preferRelativeResize="0"/>
          <p:nvPr/>
        </p:nvPicPr>
        <p:blipFill rotWithShape="1">
          <a:blip r:embed="rId3">
            <a:alphaModFix/>
          </a:blip>
          <a:srcRect/>
          <a:stretch/>
        </p:blipFill>
        <p:spPr>
          <a:xfrm>
            <a:off x="5105400" y="1466850"/>
            <a:ext cx="1981968" cy="1472532"/>
          </a:xfrm>
          <a:prstGeom prst="rect">
            <a:avLst/>
          </a:prstGeom>
          <a:noFill/>
          <a:ln>
            <a:noFill/>
          </a:ln>
        </p:spPr>
      </p:pic>
      <p:pic>
        <p:nvPicPr>
          <p:cNvPr id="1952" name="Google Shape;1952;p53"/>
          <p:cNvPicPr preferRelativeResize="0"/>
          <p:nvPr/>
        </p:nvPicPr>
        <p:blipFill rotWithShape="1">
          <a:blip r:embed="rId4">
            <a:alphaModFix/>
          </a:blip>
          <a:srcRect/>
          <a:stretch/>
        </p:blipFill>
        <p:spPr>
          <a:xfrm>
            <a:off x="7058793" y="1471612"/>
            <a:ext cx="1700029" cy="1472532"/>
          </a:xfrm>
          <a:prstGeom prst="rect">
            <a:avLst/>
          </a:prstGeom>
          <a:noFill/>
          <a:ln>
            <a:noFill/>
          </a:ln>
        </p:spPr>
      </p:pic>
      <p:sp>
        <p:nvSpPr>
          <p:cNvPr id="2" name="Slide Number Placeholder 1"/>
          <p:cNvSpPr>
            <a:spLocks noGrp="1"/>
          </p:cNvSpPr>
          <p:nvPr>
            <p:ph type="sldNum" idx="12"/>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smtClean="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15</a:t>
            </a:fld>
            <a:endParaRPr kumimoji="0" lang="en-US" sz="1600" b="1" i="0" u="none" strike="noStrike" kern="0" cap="none" spc="0" normalizeH="0" baseline="0" noProof="0">
              <a:ln>
                <a:noFill/>
              </a:ln>
              <a:solidFill>
                <a:srgbClr val="000000"/>
              </a:solidFill>
              <a:effectLst/>
              <a:uLnTx/>
              <a:uFillTx/>
              <a:latin typeface="Tahoma"/>
              <a:ea typeface="Tahoma"/>
              <a:cs typeface="Tahoma"/>
              <a:sym typeface="Tahoma"/>
            </a:endParaRPr>
          </a:p>
        </p:txBody>
      </p:sp>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0C6E6ED9-D4E7-F478-D283-727EC35169EA}"/>
                  </a:ext>
                </a:extLst>
              </p14:cNvPr>
              <p14:cNvContentPartPr/>
              <p14:nvPr/>
            </p14:nvContentPartPr>
            <p14:xfrm>
              <a:off x="711720" y="1770120"/>
              <a:ext cx="6649560" cy="4269600"/>
            </p14:xfrm>
          </p:contentPart>
        </mc:Choice>
        <mc:Fallback xmlns="">
          <p:pic>
            <p:nvPicPr>
              <p:cNvPr id="3" name="Ink 2">
                <a:extLst>
                  <a:ext uri="{FF2B5EF4-FFF2-40B4-BE49-F238E27FC236}">
                    <a16:creationId xmlns:a16="http://schemas.microsoft.com/office/drawing/2014/main" id="{0C6E6ED9-D4E7-F478-D283-727EC35169EA}"/>
                  </a:ext>
                </a:extLst>
              </p:cNvPr>
              <p:cNvPicPr/>
              <p:nvPr/>
            </p:nvPicPr>
            <p:blipFill>
              <a:blip r:embed="rId6"/>
              <a:stretch>
                <a:fillRect/>
              </a:stretch>
            </p:blipFill>
            <p:spPr>
              <a:xfrm>
                <a:off x="702360" y="1760760"/>
                <a:ext cx="6668280" cy="4288320"/>
              </a:xfrm>
              <a:prstGeom prst="rect">
                <a:avLst/>
              </a:prstGeom>
            </p:spPr>
          </p:pic>
        </mc:Fallback>
      </mc:AlternateContent>
    </p:spTree>
    <p:extLst>
      <p:ext uri="{BB962C8B-B14F-4D97-AF65-F5344CB8AC3E}">
        <p14:creationId xmlns:p14="http://schemas.microsoft.com/office/powerpoint/2010/main" val="37241606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graphicFrame>
        <p:nvGraphicFramePr>
          <p:cNvPr id="524" name="Google Shape;524;p3"/>
          <p:cNvGraphicFramePr/>
          <p:nvPr/>
        </p:nvGraphicFramePr>
        <p:xfrm>
          <a:off x="457200" y="1295400"/>
          <a:ext cx="6825125" cy="5168600"/>
        </p:xfrm>
        <a:graphic>
          <a:graphicData uri="http://schemas.openxmlformats.org/drawingml/2006/table">
            <a:tbl>
              <a:tblPr>
                <a:noFill/>
                <a:tableStyleId>{0231D32E-D490-484D-82E9-5BE0951A68A1}</a:tableStyleId>
              </a:tblPr>
              <a:tblGrid>
                <a:gridCol w="1151700">
                  <a:extLst>
                    <a:ext uri="{9D8B030D-6E8A-4147-A177-3AD203B41FA5}">
                      <a16:colId xmlns:a16="http://schemas.microsoft.com/office/drawing/2014/main" val="20000"/>
                    </a:ext>
                  </a:extLst>
                </a:gridCol>
                <a:gridCol w="5673425">
                  <a:extLst>
                    <a:ext uri="{9D8B030D-6E8A-4147-A177-3AD203B41FA5}">
                      <a16:colId xmlns:a16="http://schemas.microsoft.com/office/drawing/2014/main" val="20001"/>
                    </a:ext>
                  </a:extLst>
                </a:gridCol>
              </a:tblGrid>
              <a:tr h="466225">
                <a:tc>
                  <a:txBody>
                    <a:bodyPr/>
                    <a:lstStyle/>
                    <a:p>
                      <a:pPr marL="0" marR="0" lvl="0" indent="0" algn="l" rtl="0">
                        <a:spcBef>
                          <a:spcPts val="0"/>
                        </a:spcBef>
                        <a:spcAft>
                          <a:spcPts val="0"/>
                        </a:spcAft>
                        <a:buNone/>
                      </a:pPr>
                      <a:r>
                        <a:rPr lang="en-US" sz="1600" u="none" strike="noStrike" cap="none">
                          <a:latin typeface="Arial"/>
                          <a:ea typeface="Arial"/>
                          <a:cs typeface="Arial"/>
                          <a:sym typeface="Arial"/>
                        </a:rPr>
                        <a:t>M1 </a:t>
                      </a:r>
                      <a:endParaRPr sz="1600" u="none" strike="noStrike" cap="none">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u="none" strike="noStrike" cap="none">
                          <a:solidFill>
                            <a:schemeClr val="dk1"/>
                          </a:solidFill>
                          <a:latin typeface="Arial"/>
                          <a:ea typeface="Arial"/>
                          <a:cs typeface="Arial"/>
                          <a:sym typeface="Arial"/>
                        </a:rPr>
                        <a:t>Introduction</a:t>
                      </a:r>
                      <a:endParaRPr sz="1600" u="none" strike="noStrike" cap="none">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466225">
                <a:tc>
                  <a:txBody>
                    <a:bodyPr/>
                    <a:lstStyle/>
                    <a:p>
                      <a:pPr marL="0" marR="0" lvl="0" indent="0" algn="l" rtl="0">
                        <a:spcBef>
                          <a:spcPts val="0"/>
                        </a:spcBef>
                        <a:spcAft>
                          <a:spcPts val="0"/>
                        </a:spcAft>
                        <a:buNone/>
                      </a:pPr>
                      <a:r>
                        <a:rPr lang="en-US" sz="1600" u="none" strike="noStrike" cap="none">
                          <a:latin typeface="Arial"/>
                          <a:ea typeface="Arial"/>
                          <a:cs typeface="Arial"/>
                          <a:sym typeface="Arial"/>
                        </a:rPr>
                        <a:t>M2</a:t>
                      </a:r>
                      <a:endParaRPr sz="1600" u="none" strike="noStrike" cap="none">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u="none" strike="noStrike" cap="none">
                          <a:solidFill>
                            <a:schemeClr val="dk1"/>
                          </a:solidFill>
                          <a:latin typeface="Calibri"/>
                          <a:ea typeface="Calibri"/>
                          <a:cs typeface="Calibri"/>
                          <a:sym typeface="Calibri"/>
                        </a:rPr>
                        <a:t>Machine learning Workflow</a:t>
                      </a:r>
                      <a:endParaRPr sz="1600" u="none" strike="noStrike" cap="none">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66225">
                <a:tc>
                  <a:txBody>
                    <a:bodyPr/>
                    <a:lstStyle/>
                    <a:p>
                      <a:pPr marL="0" marR="0" lvl="0" indent="0" algn="l" rtl="0">
                        <a:spcBef>
                          <a:spcPts val="0"/>
                        </a:spcBef>
                        <a:spcAft>
                          <a:spcPts val="0"/>
                        </a:spcAft>
                        <a:buNone/>
                      </a:pPr>
                      <a:r>
                        <a:rPr lang="en-US" sz="1600" u="none" strike="noStrike" cap="none">
                          <a:latin typeface="Arial"/>
                          <a:ea typeface="Arial"/>
                          <a:cs typeface="Arial"/>
                          <a:sym typeface="Arial"/>
                        </a:rPr>
                        <a:t>M3</a:t>
                      </a:r>
                      <a:endParaRPr sz="1600" u="none" strike="noStrike" cap="none">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u="none" strike="noStrike" cap="none">
                          <a:latin typeface="Arial"/>
                          <a:ea typeface="Arial"/>
                          <a:cs typeface="Arial"/>
                          <a:sym typeface="Arial"/>
                        </a:rPr>
                        <a:t>Linear Models for Regression</a:t>
                      </a:r>
                      <a:endParaRPr sz="1600" u="none" strike="noStrike" cap="none">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515375">
                <a:tc>
                  <a:txBody>
                    <a:bodyPr/>
                    <a:lstStyle/>
                    <a:p>
                      <a:pPr marL="0" marR="0" lvl="0" indent="0" algn="l" rtl="0">
                        <a:spcBef>
                          <a:spcPts val="0"/>
                        </a:spcBef>
                        <a:spcAft>
                          <a:spcPts val="0"/>
                        </a:spcAft>
                        <a:buNone/>
                      </a:pPr>
                      <a:r>
                        <a:rPr lang="en-US" sz="1600" u="none" strike="noStrike" cap="none">
                          <a:latin typeface="Arial"/>
                          <a:ea typeface="Arial"/>
                          <a:cs typeface="Arial"/>
                          <a:sym typeface="Arial"/>
                        </a:rPr>
                        <a:t>M4</a:t>
                      </a:r>
                      <a:endParaRPr sz="1600" u="none" strike="noStrike" cap="none">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u="none" strike="noStrike" cap="none">
                          <a:latin typeface="Arial"/>
                          <a:ea typeface="Arial"/>
                          <a:cs typeface="Arial"/>
                          <a:sym typeface="Arial"/>
                        </a:rPr>
                        <a:t>Linear Models for Classification</a:t>
                      </a:r>
                      <a:endParaRPr sz="1600" u="none" strike="noStrike" cap="none">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457200">
                <a:tc>
                  <a:txBody>
                    <a:bodyPr/>
                    <a:lstStyle/>
                    <a:p>
                      <a:pPr marL="0" marR="0" lvl="0" indent="0" algn="l" rtl="0">
                        <a:spcBef>
                          <a:spcPts val="0"/>
                        </a:spcBef>
                        <a:spcAft>
                          <a:spcPts val="0"/>
                        </a:spcAft>
                        <a:buNone/>
                      </a:pPr>
                      <a:r>
                        <a:rPr lang="en-US" sz="1600" u="none" strike="noStrike" cap="none">
                          <a:latin typeface="Arial"/>
                          <a:ea typeface="Arial"/>
                          <a:cs typeface="Arial"/>
                          <a:sym typeface="Arial"/>
                        </a:rPr>
                        <a:t>M5</a:t>
                      </a:r>
                      <a:endParaRPr sz="1600" u="none" strike="noStrike" cap="none">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u="none" strike="noStrike" cap="none">
                          <a:latin typeface="Arial"/>
                          <a:ea typeface="Arial"/>
                          <a:cs typeface="Arial"/>
                          <a:sym typeface="Arial"/>
                        </a:rPr>
                        <a:t>Decision Tree</a:t>
                      </a:r>
                      <a:endParaRPr sz="1600">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466225">
                <a:tc>
                  <a:txBody>
                    <a:bodyPr/>
                    <a:lstStyle/>
                    <a:p>
                      <a:pPr marL="0" marR="0" lvl="0" indent="0" algn="l" rtl="0">
                        <a:spcBef>
                          <a:spcPts val="0"/>
                        </a:spcBef>
                        <a:spcAft>
                          <a:spcPts val="0"/>
                        </a:spcAft>
                        <a:buNone/>
                      </a:pPr>
                      <a:r>
                        <a:rPr lang="en-US" sz="1600">
                          <a:latin typeface="Arial"/>
                          <a:ea typeface="Arial"/>
                          <a:cs typeface="Arial"/>
                          <a:sym typeface="Arial"/>
                        </a:rPr>
                        <a:t>M6</a:t>
                      </a:r>
                      <a:endParaRPr sz="1600">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a:latin typeface="Arial"/>
                          <a:ea typeface="Arial"/>
                          <a:cs typeface="Arial"/>
                          <a:sym typeface="Arial"/>
                        </a:rPr>
                        <a:t>Instance Based Learning</a:t>
                      </a:r>
                      <a:endParaRPr sz="1600">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466225">
                <a:tc>
                  <a:txBody>
                    <a:bodyPr/>
                    <a:lstStyle/>
                    <a:p>
                      <a:pPr marL="0" marR="0" lvl="0" indent="0" algn="l" rtl="0">
                        <a:spcBef>
                          <a:spcPts val="0"/>
                        </a:spcBef>
                        <a:spcAft>
                          <a:spcPts val="0"/>
                        </a:spcAft>
                        <a:buNone/>
                      </a:pPr>
                      <a:r>
                        <a:rPr lang="en-US" sz="1600">
                          <a:latin typeface="Arial"/>
                          <a:ea typeface="Arial"/>
                          <a:cs typeface="Arial"/>
                          <a:sym typeface="Arial"/>
                        </a:rPr>
                        <a:t>M7</a:t>
                      </a:r>
                      <a:endParaRPr sz="1600">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a:latin typeface="Arial"/>
                          <a:ea typeface="Arial"/>
                          <a:cs typeface="Arial"/>
                          <a:sym typeface="Arial"/>
                        </a:rPr>
                        <a:t>Support Vector Machine</a:t>
                      </a:r>
                      <a:endParaRPr sz="1600">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r h="466225">
                <a:tc>
                  <a:txBody>
                    <a:bodyPr/>
                    <a:lstStyle/>
                    <a:p>
                      <a:pPr marL="0" marR="0" lvl="0" indent="0" algn="l" rtl="0">
                        <a:spcBef>
                          <a:spcPts val="0"/>
                        </a:spcBef>
                        <a:spcAft>
                          <a:spcPts val="0"/>
                        </a:spcAft>
                        <a:buNone/>
                      </a:pPr>
                      <a:r>
                        <a:rPr lang="en-US" sz="1600">
                          <a:latin typeface="Arial"/>
                          <a:ea typeface="Arial"/>
                          <a:cs typeface="Arial"/>
                          <a:sym typeface="Arial"/>
                        </a:rPr>
                        <a:t>M8</a:t>
                      </a:r>
                      <a:endParaRPr sz="1600">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a:latin typeface="Arial"/>
                          <a:ea typeface="Arial"/>
                          <a:cs typeface="Arial"/>
                          <a:sym typeface="Arial"/>
                        </a:rPr>
                        <a:t>Bayesian Learning</a:t>
                      </a:r>
                      <a:endParaRPr sz="1600">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7"/>
                  </a:ext>
                </a:extLst>
              </a:tr>
              <a:tr h="466225">
                <a:tc>
                  <a:txBody>
                    <a:bodyPr/>
                    <a:lstStyle/>
                    <a:p>
                      <a:pPr marL="0" marR="0" lvl="0" indent="0" algn="l" rtl="0">
                        <a:spcBef>
                          <a:spcPts val="0"/>
                        </a:spcBef>
                        <a:spcAft>
                          <a:spcPts val="0"/>
                        </a:spcAft>
                        <a:buNone/>
                      </a:pPr>
                      <a:r>
                        <a:rPr lang="en-US" sz="1600">
                          <a:latin typeface="Arial"/>
                          <a:ea typeface="Arial"/>
                          <a:cs typeface="Arial"/>
                          <a:sym typeface="Arial"/>
                        </a:rPr>
                        <a:t>M9</a:t>
                      </a:r>
                      <a:endParaRPr sz="1600">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600"/>
                        <a:buFont typeface="Arial"/>
                        <a:buNone/>
                      </a:pPr>
                      <a:r>
                        <a:rPr lang="en-US" sz="1600">
                          <a:latin typeface="Arial"/>
                          <a:ea typeface="Arial"/>
                          <a:cs typeface="Arial"/>
                          <a:sym typeface="Arial"/>
                        </a:rPr>
                        <a:t> Ensemble Learning</a:t>
                      </a:r>
                      <a:endParaRPr sz="1600">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8"/>
                  </a:ext>
                </a:extLst>
              </a:tr>
              <a:tr h="466225">
                <a:tc>
                  <a:txBody>
                    <a:bodyPr/>
                    <a:lstStyle/>
                    <a:p>
                      <a:pPr marL="0" marR="0" lvl="0" indent="0" algn="l" rtl="0">
                        <a:spcBef>
                          <a:spcPts val="0"/>
                        </a:spcBef>
                        <a:spcAft>
                          <a:spcPts val="0"/>
                        </a:spcAft>
                        <a:buNone/>
                      </a:pPr>
                      <a:r>
                        <a:rPr lang="en-US" sz="1600">
                          <a:latin typeface="Arial"/>
                          <a:ea typeface="Arial"/>
                          <a:cs typeface="Arial"/>
                          <a:sym typeface="Arial"/>
                        </a:rPr>
                        <a:t>M10</a:t>
                      </a:r>
                      <a:endParaRPr sz="1600">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a:latin typeface="Arial"/>
                          <a:ea typeface="Arial"/>
                          <a:cs typeface="Arial"/>
                          <a:sym typeface="Arial"/>
                        </a:rPr>
                        <a:t>Unsupervised Learning</a:t>
                      </a:r>
                      <a:endParaRPr sz="1600">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9"/>
                  </a:ext>
                </a:extLst>
              </a:tr>
              <a:tr h="466225">
                <a:tc>
                  <a:txBody>
                    <a:bodyPr/>
                    <a:lstStyle/>
                    <a:p>
                      <a:pPr marL="0" marR="0" lvl="0" indent="0" algn="l" rtl="0">
                        <a:spcBef>
                          <a:spcPts val="0"/>
                        </a:spcBef>
                        <a:spcAft>
                          <a:spcPts val="0"/>
                        </a:spcAft>
                        <a:buNone/>
                      </a:pPr>
                      <a:r>
                        <a:rPr lang="en-US" sz="1600">
                          <a:latin typeface="Arial"/>
                          <a:ea typeface="Arial"/>
                          <a:cs typeface="Arial"/>
                          <a:sym typeface="Arial"/>
                        </a:rPr>
                        <a:t>M11</a:t>
                      </a:r>
                      <a:endParaRPr sz="1600">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Machine Learning Model Evaluation/Comparison</a:t>
                      </a:r>
                      <a:endParaRPr sz="1600">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0"/>
                  </a:ext>
                </a:extLst>
              </a:tr>
            </a:tbl>
          </a:graphicData>
        </a:graphic>
      </p:graphicFrame>
      <p:sp>
        <p:nvSpPr>
          <p:cNvPr id="525" name="Google Shape;525;p3"/>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p>
            <a:pPr marL="0" lvl="0" indent="0" algn="l" rtl="0">
              <a:lnSpc>
                <a:spcPct val="150000"/>
              </a:lnSpc>
              <a:spcBef>
                <a:spcPts val="0"/>
              </a:spcBef>
              <a:spcAft>
                <a:spcPts val="0"/>
              </a:spcAft>
              <a:buClr>
                <a:schemeClr val="dk1"/>
              </a:buClr>
              <a:buSzPts val="2400"/>
              <a:buNone/>
            </a:pPr>
            <a:r>
              <a:rPr lang="en-US" sz="2400"/>
              <a:t>Course Plan</a:t>
            </a:r>
            <a:endParaRPr/>
          </a:p>
        </p:txBody>
      </p:sp>
      <p:sp>
        <p:nvSpPr>
          <p:cNvPr id="526" name="Google Shape;526;p3"/>
          <p:cNvSpPr/>
          <p:nvPr/>
        </p:nvSpPr>
        <p:spPr>
          <a:xfrm>
            <a:off x="304800" y="1676400"/>
            <a:ext cx="6553200" cy="481263"/>
          </a:xfrm>
          <a:prstGeom prst="rect">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ahoma"/>
              <a:ea typeface="Tahoma"/>
              <a:cs typeface="Tahoma"/>
              <a:sym typeface="Tahoma"/>
            </a:endParaRPr>
          </a:p>
        </p:txBody>
      </p:sp>
      <p:sp>
        <p:nvSpPr>
          <p:cNvPr id="5"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4"/>
          <p:cNvSpPr txBox="1">
            <a:spLocks noGrp="1"/>
          </p:cNvSpPr>
          <p:nvPr>
            <p:ph type="body" idx="1"/>
          </p:nvPr>
        </p:nvSpPr>
        <p:spPr>
          <a:xfrm>
            <a:off x="304800" y="1752600"/>
            <a:ext cx="8229600" cy="4267200"/>
          </a:xfrm>
          <a:prstGeom prst="rect">
            <a:avLst/>
          </a:prstGeom>
          <a:noFill/>
          <a:ln>
            <a:noFill/>
          </a:ln>
        </p:spPr>
        <p:txBody>
          <a:bodyPr spcFirstLastPara="1" wrap="square" lIns="91425" tIns="45700" rIns="91425" bIns="45700" anchor="t" anchorCtr="0">
            <a:normAutofit/>
          </a:bodyPr>
          <a:lstStyle/>
          <a:p>
            <a:pPr marL="514350" lvl="0" indent="-514350" algn="l" rtl="0">
              <a:lnSpc>
                <a:spcPct val="150000"/>
              </a:lnSpc>
              <a:spcBef>
                <a:spcPts val="0"/>
              </a:spcBef>
              <a:spcAft>
                <a:spcPts val="0"/>
              </a:spcAft>
              <a:buSzPts val="1800"/>
              <a:buFont typeface="Arial"/>
              <a:buChar char="•"/>
            </a:pPr>
            <a:r>
              <a:rPr lang="en-US" sz="1800" dirty="0"/>
              <a:t>Role of Data </a:t>
            </a:r>
            <a:endParaRPr sz="1800" dirty="0"/>
          </a:p>
          <a:p>
            <a:pPr marL="514350" lvl="0" indent="-514350" algn="l" rtl="0">
              <a:lnSpc>
                <a:spcPct val="150000"/>
              </a:lnSpc>
              <a:spcBef>
                <a:spcPts val="360"/>
              </a:spcBef>
              <a:spcAft>
                <a:spcPts val="0"/>
              </a:spcAft>
              <a:buSzPts val="1800"/>
              <a:buFont typeface="Arial"/>
              <a:buChar char="•"/>
            </a:pPr>
            <a:r>
              <a:rPr lang="en-US" sz="1800" dirty="0"/>
              <a:t>Data Preprocessing / wrangling </a:t>
            </a:r>
            <a:endParaRPr sz="1800" dirty="0"/>
          </a:p>
          <a:p>
            <a:pPr marL="514350" lvl="0" indent="-514350" algn="l" rtl="0">
              <a:lnSpc>
                <a:spcPct val="150000"/>
              </a:lnSpc>
              <a:spcBef>
                <a:spcPts val="360"/>
              </a:spcBef>
              <a:spcAft>
                <a:spcPts val="0"/>
              </a:spcAft>
              <a:buSzPts val="1800"/>
              <a:buFont typeface="Arial"/>
              <a:buChar char="•"/>
            </a:pPr>
            <a:r>
              <a:rPr lang="en-US" sz="1800" dirty="0"/>
              <a:t>Data skewness removal (sampling)</a:t>
            </a:r>
            <a:endParaRPr sz="1800" dirty="0"/>
          </a:p>
          <a:p>
            <a:pPr marL="514350" indent="-514350">
              <a:lnSpc>
                <a:spcPct val="150000"/>
              </a:lnSpc>
              <a:spcBef>
                <a:spcPts val="360"/>
              </a:spcBef>
              <a:buSzPts val="1800"/>
              <a:buFont typeface="Arial"/>
              <a:buChar char="•"/>
            </a:pPr>
            <a:r>
              <a:rPr lang="en-US" sz="1800" dirty="0"/>
              <a:t>Model Training </a:t>
            </a:r>
            <a:r>
              <a:rPr lang="en-US" sz="1800" b="1" i="1" dirty="0">
                <a:solidFill>
                  <a:srgbClr val="FF0000"/>
                </a:solidFill>
              </a:rPr>
              <a:t>(will be covered in subsequent modules)</a:t>
            </a:r>
            <a:endParaRPr sz="1800" b="1" i="1" dirty="0">
              <a:solidFill>
                <a:srgbClr val="FF0000"/>
              </a:solidFill>
            </a:endParaRPr>
          </a:p>
          <a:p>
            <a:pPr marL="514350" lvl="0" indent="-514350">
              <a:lnSpc>
                <a:spcPct val="150000"/>
              </a:lnSpc>
              <a:spcBef>
                <a:spcPts val="360"/>
              </a:spcBef>
              <a:buSzPts val="1800"/>
              <a:buFont typeface="Arial"/>
              <a:buChar char="•"/>
            </a:pPr>
            <a:r>
              <a:rPr lang="en-US" sz="1800" dirty="0"/>
              <a:t>Model Testing and performance metrics </a:t>
            </a:r>
            <a:r>
              <a:rPr lang="en-US" sz="1800" b="1" i="1" dirty="0">
                <a:solidFill>
                  <a:srgbClr val="FF0000"/>
                </a:solidFill>
              </a:rPr>
              <a:t>(will be covered in subsequent modules)</a:t>
            </a:r>
            <a:endParaRPr sz="1800" b="1" i="1" dirty="0">
              <a:solidFill>
                <a:srgbClr val="FF0000"/>
              </a:solidFill>
            </a:endParaRPr>
          </a:p>
          <a:p>
            <a:pPr marL="514350" lvl="0" indent="-400050" algn="l" rtl="0">
              <a:lnSpc>
                <a:spcPct val="150000"/>
              </a:lnSpc>
              <a:spcBef>
                <a:spcPts val="360"/>
              </a:spcBef>
              <a:spcAft>
                <a:spcPts val="0"/>
              </a:spcAft>
              <a:buSzPts val="1800"/>
              <a:buFont typeface="Arial"/>
              <a:buNone/>
            </a:pPr>
            <a:endParaRPr sz="1800" dirty="0"/>
          </a:p>
          <a:p>
            <a:pPr marL="514350" lvl="0" indent="-400050" algn="l" rtl="0">
              <a:lnSpc>
                <a:spcPct val="150000"/>
              </a:lnSpc>
              <a:spcBef>
                <a:spcPts val="360"/>
              </a:spcBef>
              <a:spcAft>
                <a:spcPts val="0"/>
              </a:spcAft>
              <a:buSzPts val="1800"/>
              <a:buFont typeface="Arial"/>
              <a:buNone/>
            </a:pPr>
            <a:endParaRPr sz="1800" dirty="0"/>
          </a:p>
          <a:p>
            <a:pPr marL="514350" lvl="0" indent="-400050" algn="l" rtl="0">
              <a:lnSpc>
                <a:spcPct val="150000"/>
              </a:lnSpc>
              <a:spcBef>
                <a:spcPts val="360"/>
              </a:spcBef>
              <a:spcAft>
                <a:spcPts val="0"/>
              </a:spcAft>
              <a:buSzPts val="1800"/>
              <a:buFont typeface="Arial"/>
              <a:buNone/>
            </a:pPr>
            <a:endParaRPr sz="1800" dirty="0"/>
          </a:p>
          <a:p>
            <a:pPr marL="514350" lvl="0" indent="-400050" algn="l" rtl="0">
              <a:lnSpc>
                <a:spcPct val="150000"/>
              </a:lnSpc>
              <a:spcBef>
                <a:spcPts val="360"/>
              </a:spcBef>
              <a:spcAft>
                <a:spcPts val="0"/>
              </a:spcAft>
              <a:buSzPts val="1800"/>
              <a:buFont typeface="Arial"/>
              <a:buNone/>
            </a:pPr>
            <a:endParaRPr sz="1800" dirty="0"/>
          </a:p>
        </p:txBody>
      </p:sp>
      <p:sp>
        <p:nvSpPr>
          <p:cNvPr id="534" name="Google Shape;534;p4"/>
          <p:cNvSpPr txBox="1">
            <a:spLocks noGrp="1"/>
          </p:cNvSpPr>
          <p:nvPr>
            <p:ph type="body" idx="2"/>
          </p:nvPr>
        </p:nvSpPr>
        <p:spPr>
          <a:xfrm>
            <a:off x="304800" y="469631"/>
            <a:ext cx="6324600" cy="508537"/>
          </a:xfrm>
          <a:prstGeom prst="rect">
            <a:avLst/>
          </a:prstGeom>
          <a:noFill/>
          <a:ln>
            <a:noFill/>
          </a:ln>
        </p:spPr>
        <p:txBody>
          <a:bodyPr spcFirstLastPara="1" wrap="square" lIns="91425" tIns="45700" rIns="91425" bIns="45700" anchor="ctr" anchorCtr="0">
            <a:spAutoFit/>
          </a:bodyPr>
          <a:lstStyle/>
          <a:p>
            <a:pPr marL="0" lvl="0" indent="0" algn="l" rtl="0">
              <a:lnSpc>
                <a:spcPct val="150000"/>
              </a:lnSpc>
              <a:spcBef>
                <a:spcPts val="0"/>
              </a:spcBef>
              <a:spcAft>
                <a:spcPts val="0"/>
              </a:spcAft>
              <a:buClr>
                <a:schemeClr val="dk1"/>
              </a:buClr>
              <a:buSzPts val="2400"/>
              <a:buNone/>
            </a:pPr>
            <a:r>
              <a:rPr lang="en-US" sz="2400"/>
              <a:t>Agenda</a:t>
            </a:r>
            <a:endParaRPr/>
          </a:p>
        </p:txBody>
      </p:sp>
      <p:sp>
        <p:nvSpPr>
          <p:cNvPr id="4"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63"/>
        <p:cNvGrpSpPr/>
        <p:nvPr/>
      </p:nvGrpSpPr>
      <p:grpSpPr>
        <a:xfrm>
          <a:off x="0" y="0"/>
          <a:ext cx="0" cy="0"/>
          <a:chOff x="0" y="0"/>
          <a:chExt cx="0" cy="0"/>
        </a:xfrm>
      </p:grpSpPr>
      <p:sp>
        <p:nvSpPr>
          <p:cNvPr id="1364" name="Google Shape;1364;p66"/>
          <p:cNvSpPr txBox="1">
            <a:spLocks noGrp="1"/>
          </p:cNvSpPr>
          <p:nvPr>
            <p:ph type="title" idx="4294967295"/>
          </p:nvPr>
        </p:nvSpPr>
        <p:spPr>
          <a:xfrm>
            <a:off x="0" y="381000"/>
            <a:ext cx="4368800" cy="695325"/>
          </a:xfrm>
          <a:prstGeom prst="rect">
            <a:avLst/>
          </a:prstGeom>
          <a:noFill/>
          <a:ln>
            <a:noFill/>
          </a:ln>
        </p:spPr>
        <p:txBody>
          <a:bodyPr spcFirstLastPara="1" wrap="square" lIns="0" tIns="12700" rIns="0" bIns="0" anchor="t" anchorCtr="0">
            <a:noAutofit/>
          </a:bodyPr>
          <a:lstStyle/>
          <a:p>
            <a:pPr marL="12700" lvl="0" indent="0" algn="ctr" rtl="0">
              <a:lnSpc>
                <a:spcPct val="100000"/>
              </a:lnSpc>
              <a:spcBef>
                <a:spcPts val="0"/>
              </a:spcBef>
              <a:spcAft>
                <a:spcPts val="0"/>
              </a:spcAft>
              <a:buClr>
                <a:schemeClr val="dk1"/>
              </a:buClr>
              <a:buSzPts val="3600"/>
              <a:buFont typeface="Calibri"/>
              <a:buNone/>
            </a:pPr>
            <a:r>
              <a:rPr lang="en-US" sz="3600"/>
              <a:t>ML in a Nutshell</a:t>
            </a:r>
            <a:endParaRPr/>
          </a:p>
        </p:txBody>
      </p:sp>
      <p:sp>
        <p:nvSpPr>
          <p:cNvPr id="1365" name="Google Shape;1365;p66"/>
          <p:cNvSpPr txBox="1"/>
          <p:nvPr/>
        </p:nvSpPr>
        <p:spPr>
          <a:xfrm>
            <a:off x="457200" y="1514547"/>
            <a:ext cx="7818120" cy="4505253"/>
          </a:xfrm>
          <a:prstGeom prst="rect">
            <a:avLst/>
          </a:prstGeom>
          <a:noFill/>
          <a:ln>
            <a:noFill/>
          </a:ln>
        </p:spPr>
        <p:txBody>
          <a:bodyPr spcFirstLastPara="1" wrap="square" lIns="0" tIns="33000" rIns="0" bIns="0" anchor="t" anchorCtr="0">
            <a:noAutofit/>
          </a:bodyPr>
          <a:lstStyle/>
          <a:p>
            <a:pPr marL="355600" marR="756920" indent="-342900">
              <a:lnSpc>
                <a:spcPct val="119000"/>
              </a:lnSpc>
              <a:buSzPts val="3200"/>
              <a:buFont typeface="Arial"/>
              <a:buChar char="•"/>
            </a:pPr>
            <a:r>
              <a:rPr lang="en-US" sz="1800" dirty="0">
                <a:latin typeface="+mj-lt"/>
                <a:ea typeface="Trebuchet MS"/>
                <a:cs typeface="Trebuchet MS"/>
                <a:sym typeface="Trebuchet MS"/>
              </a:rPr>
              <a:t>Tens of thousands of machine learning  algorithms</a:t>
            </a:r>
            <a:endParaRPr sz="1800" dirty="0">
              <a:latin typeface="+mj-lt"/>
              <a:ea typeface="Trebuchet MS"/>
              <a:cs typeface="Trebuchet MS"/>
              <a:sym typeface="Trebuchet MS"/>
            </a:endParaRPr>
          </a:p>
          <a:p>
            <a:pPr marL="755650" lvl="1" indent="-285750">
              <a:spcBef>
                <a:spcPts val="640"/>
              </a:spcBef>
              <a:buSzPts val="2800"/>
              <a:buFont typeface="Arial"/>
              <a:buChar char="–"/>
            </a:pPr>
            <a:r>
              <a:rPr lang="en-US" sz="1800" dirty="0">
                <a:latin typeface="+mj-lt"/>
                <a:ea typeface="Trebuchet MS"/>
                <a:cs typeface="Trebuchet MS"/>
                <a:sym typeface="Trebuchet MS"/>
              </a:rPr>
              <a:t>Hundreds new every year</a:t>
            </a:r>
            <a:endParaRPr sz="1800" dirty="0">
              <a:latin typeface="+mj-lt"/>
              <a:ea typeface="Trebuchet MS"/>
              <a:cs typeface="Trebuchet MS"/>
              <a:sym typeface="Trebuchet MS"/>
            </a:endParaRPr>
          </a:p>
          <a:p>
            <a:pPr lvl="1">
              <a:spcBef>
                <a:spcPts val="25"/>
              </a:spcBef>
              <a:buSzPts val="4100"/>
            </a:pPr>
            <a:endParaRPr sz="1800" dirty="0">
              <a:latin typeface="+mj-lt"/>
              <a:ea typeface="Times New Roman"/>
              <a:cs typeface="Times New Roman"/>
              <a:sym typeface="Times New Roman"/>
            </a:endParaRPr>
          </a:p>
          <a:p>
            <a:pPr marL="355600" indent="-342900">
              <a:buSzPts val="3200"/>
              <a:buFont typeface="Arial"/>
              <a:buChar char="•"/>
            </a:pPr>
            <a:r>
              <a:rPr lang="en-US" sz="1800" dirty="0">
                <a:latin typeface="+mj-lt"/>
                <a:ea typeface="Trebuchet MS"/>
                <a:cs typeface="Trebuchet MS"/>
                <a:sym typeface="Trebuchet MS"/>
              </a:rPr>
              <a:t>Every ML algorithm has three components</a:t>
            </a:r>
            <a:endParaRPr sz="1800" dirty="0">
              <a:latin typeface="+mj-lt"/>
              <a:ea typeface="Trebuchet MS"/>
              <a:cs typeface="Trebuchet MS"/>
              <a:sym typeface="Trebuchet MS"/>
            </a:endParaRPr>
          </a:p>
          <a:p>
            <a:pPr marL="755650" lvl="1" indent="-285750">
              <a:spcBef>
                <a:spcPts val="660"/>
              </a:spcBef>
              <a:buClr>
                <a:srgbClr val="4A86E8"/>
              </a:buClr>
              <a:buSzPts val="2800"/>
              <a:buFont typeface="Arial"/>
              <a:buChar char="–"/>
            </a:pPr>
            <a:r>
              <a:rPr lang="en-US" sz="1800" b="1" dirty="0">
                <a:solidFill>
                  <a:srgbClr val="4A86E8"/>
                </a:solidFill>
                <a:latin typeface="+mj-lt"/>
                <a:ea typeface="Trebuchet MS"/>
                <a:cs typeface="Trebuchet MS"/>
                <a:sym typeface="Trebuchet MS"/>
              </a:rPr>
              <a:t>Data Representation</a:t>
            </a:r>
            <a:endParaRPr sz="1800" dirty="0">
              <a:solidFill>
                <a:srgbClr val="4A86E8"/>
              </a:solidFill>
              <a:latin typeface="+mj-lt"/>
              <a:ea typeface="Trebuchet MS"/>
              <a:cs typeface="Trebuchet MS"/>
              <a:sym typeface="Trebuchet MS"/>
            </a:endParaRPr>
          </a:p>
          <a:p>
            <a:pPr marL="755650" lvl="1" indent="-285750">
              <a:spcBef>
                <a:spcPts val="740"/>
              </a:spcBef>
              <a:buClr>
                <a:srgbClr val="4A86E8"/>
              </a:buClr>
              <a:buSzPts val="2800"/>
              <a:buFont typeface="Arial"/>
              <a:buChar char="–"/>
            </a:pPr>
            <a:r>
              <a:rPr lang="en-US" sz="1800" b="1" dirty="0">
                <a:solidFill>
                  <a:srgbClr val="4A86E8"/>
                </a:solidFill>
                <a:latin typeface="+mj-lt"/>
                <a:ea typeface="Trebuchet MS"/>
                <a:cs typeface="Trebuchet MS"/>
                <a:sym typeface="Trebuchet MS"/>
              </a:rPr>
              <a:t>Parameter Optimization</a:t>
            </a:r>
            <a:endParaRPr sz="1800" dirty="0">
              <a:solidFill>
                <a:srgbClr val="4A86E8"/>
              </a:solidFill>
              <a:latin typeface="+mj-lt"/>
              <a:ea typeface="Trebuchet MS"/>
              <a:cs typeface="Trebuchet MS"/>
              <a:sym typeface="Trebuchet MS"/>
            </a:endParaRPr>
          </a:p>
          <a:p>
            <a:pPr marL="755650" lvl="1" indent="-285750">
              <a:spcBef>
                <a:spcPts val="640"/>
              </a:spcBef>
              <a:buClr>
                <a:srgbClr val="4A86E8"/>
              </a:buClr>
              <a:buSzPts val="2800"/>
              <a:buFont typeface="Arial"/>
              <a:buChar char="–"/>
            </a:pPr>
            <a:r>
              <a:rPr lang="en-US" sz="1800" b="1" dirty="0">
                <a:solidFill>
                  <a:srgbClr val="4A86E8"/>
                </a:solidFill>
                <a:latin typeface="+mj-lt"/>
                <a:ea typeface="Trebuchet MS"/>
                <a:cs typeface="Trebuchet MS"/>
                <a:sym typeface="Trebuchet MS"/>
              </a:rPr>
              <a:t>Model Evaluation, Selection</a:t>
            </a:r>
            <a:endParaRPr sz="1800" dirty="0">
              <a:solidFill>
                <a:srgbClr val="4A86E8"/>
              </a:solidFill>
              <a:latin typeface="+mj-lt"/>
              <a:ea typeface="Trebuchet MS"/>
              <a:cs typeface="Trebuchet MS"/>
              <a:sym typeface="Trebuchet MS"/>
            </a:endParaRPr>
          </a:p>
        </p:txBody>
      </p:sp>
      <p:sp>
        <p:nvSpPr>
          <p:cNvPr id="1366" name="Google Shape;1366;p66"/>
          <p:cNvSpPr txBox="1"/>
          <p:nvPr/>
        </p:nvSpPr>
        <p:spPr>
          <a:xfrm>
            <a:off x="78754" y="6569500"/>
            <a:ext cx="2825400" cy="238800"/>
          </a:xfrm>
          <a:prstGeom prst="rect">
            <a:avLst/>
          </a:prstGeom>
          <a:noFill/>
          <a:ln>
            <a:noFill/>
          </a:ln>
        </p:spPr>
        <p:txBody>
          <a:bodyPr spcFirstLastPara="1" wrap="square" lIns="0" tIns="12700" rIns="0" bIns="0" anchor="t" anchorCtr="0">
            <a:noAutofit/>
          </a:bodyPr>
          <a:lstStyle/>
          <a:p>
            <a:pPr marL="12700">
              <a:buSzPts val="1400"/>
            </a:pPr>
            <a:r>
              <a:rPr lang="en-US">
                <a:latin typeface="Trebuchet MS"/>
                <a:ea typeface="Trebuchet MS"/>
                <a:cs typeface="Trebuchet MS"/>
                <a:sym typeface="Trebuchet MS"/>
              </a:rPr>
              <a:t>Slide credit: Pedro Domingos</a:t>
            </a:r>
            <a:endParaRPr>
              <a:latin typeface="Trebuchet MS"/>
              <a:ea typeface="Trebuchet MS"/>
              <a:cs typeface="Trebuchet MS"/>
              <a:sym typeface="Trebuchet MS"/>
            </a:endParaRPr>
          </a:p>
        </p:txBody>
      </p:sp>
      <p:sp>
        <p:nvSpPr>
          <p:cNvPr id="5"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18</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5CC41AF9-5CFE-7E2A-09AD-F697A6487608}"/>
                  </a:ext>
                </a:extLst>
              </p14:cNvPr>
              <p14:cNvContentPartPr/>
              <p14:nvPr/>
            </p14:nvContentPartPr>
            <p14:xfrm>
              <a:off x="3601080" y="2974680"/>
              <a:ext cx="909000" cy="1016280"/>
            </p14:xfrm>
          </p:contentPart>
        </mc:Choice>
        <mc:Fallback xmlns="">
          <p:pic>
            <p:nvPicPr>
              <p:cNvPr id="2" name="Ink 1">
                <a:extLst>
                  <a:ext uri="{FF2B5EF4-FFF2-40B4-BE49-F238E27FC236}">
                    <a16:creationId xmlns:a16="http://schemas.microsoft.com/office/drawing/2014/main" id="{5CC41AF9-5CFE-7E2A-09AD-F697A6487608}"/>
                  </a:ext>
                </a:extLst>
              </p:cNvPr>
              <p:cNvPicPr/>
              <p:nvPr/>
            </p:nvPicPr>
            <p:blipFill>
              <a:blip r:embed="rId4"/>
              <a:stretch>
                <a:fillRect/>
              </a:stretch>
            </p:blipFill>
            <p:spPr>
              <a:xfrm>
                <a:off x="3591720" y="2965320"/>
                <a:ext cx="927720" cy="1035000"/>
              </a:xfrm>
              <a:prstGeom prst="rect">
                <a:avLst/>
              </a:prstGeom>
            </p:spPr>
          </p:pic>
        </mc:Fallback>
      </mc:AlternateContent>
    </p:spTree>
    <p:extLst>
      <p:ext uri="{BB962C8B-B14F-4D97-AF65-F5344CB8AC3E}">
        <p14:creationId xmlns:p14="http://schemas.microsoft.com/office/powerpoint/2010/main" val="36717488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06"/>
        <p:cNvGrpSpPr/>
        <p:nvPr/>
      </p:nvGrpSpPr>
      <p:grpSpPr>
        <a:xfrm>
          <a:off x="0" y="0"/>
          <a:ext cx="0" cy="0"/>
          <a:chOff x="0" y="0"/>
          <a:chExt cx="0" cy="0"/>
        </a:xfrm>
      </p:grpSpPr>
      <p:sp>
        <p:nvSpPr>
          <p:cNvPr id="1407" name="Google Shape;1407;p72"/>
          <p:cNvSpPr txBox="1">
            <a:spLocks noGrp="1"/>
          </p:cNvSpPr>
          <p:nvPr>
            <p:ph type="title" idx="4294967295"/>
          </p:nvPr>
        </p:nvSpPr>
        <p:spPr>
          <a:xfrm>
            <a:off x="304800" y="596474"/>
            <a:ext cx="3651250" cy="695325"/>
          </a:xfrm>
          <a:prstGeom prst="rect">
            <a:avLst/>
          </a:prstGeom>
          <a:noFill/>
          <a:ln>
            <a:noFill/>
          </a:ln>
        </p:spPr>
        <p:txBody>
          <a:bodyPr spcFirstLastPara="1" wrap="square" lIns="0" tIns="12700" rIns="0" bIns="0" anchor="t" anchorCtr="0">
            <a:noAutofit/>
          </a:bodyPr>
          <a:lstStyle/>
          <a:p>
            <a:pPr marL="12700" lvl="0" indent="0" algn="ctr" rtl="0">
              <a:lnSpc>
                <a:spcPct val="100000"/>
              </a:lnSpc>
              <a:spcBef>
                <a:spcPts val="0"/>
              </a:spcBef>
              <a:spcAft>
                <a:spcPts val="0"/>
              </a:spcAft>
              <a:buClr>
                <a:srgbClr val="000000"/>
              </a:buClr>
              <a:buSzPts val="3600"/>
              <a:buFont typeface="Calibri"/>
              <a:buNone/>
            </a:pPr>
            <a:r>
              <a:rPr lang="en-US" sz="3600" dirty="0">
                <a:solidFill>
                  <a:srgbClr val="000000"/>
                </a:solidFill>
              </a:rPr>
              <a:t>ML in Practice</a:t>
            </a:r>
            <a:endParaRPr sz="3600" dirty="0">
              <a:solidFill>
                <a:srgbClr val="000000"/>
              </a:solidFill>
            </a:endParaRPr>
          </a:p>
        </p:txBody>
      </p:sp>
      <p:sp>
        <p:nvSpPr>
          <p:cNvPr id="1408" name="Google Shape;1408;p72"/>
          <p:cNvSpPr txBox="1"/>
          <p:nvPr/>
        </p:nvSpPr>
        <p:spPr>
          <a:xfrm>
            <a:off x="1323339" y="1376680"/>
            <a:ext cx="7375525" cy="2235200"/>
          </a:xfrm>
          <a:prstGeom prst="rect">
            <a:avLst/>
          </a:prstGeom>
          <a:noFill/>
          <a:ln>
            <a:noFill/>
          </a:ln>
        </p:spPr>
        <p:txBody>
          <a:bodyPr spcFirstLastPara="1" wrap="square" lIns="0" tIns="91425" rIns="0" bIns="0" anchor="t" anchorCtr="0">
            <a:noAutofit/>
          </a:bodyPr>
          <a:lstStyle/>
          <a:p>
            <a:pPr marL="355600" marR="0" lvl="0" indent="-342900" algn="l" rtl="0">
              <a:spcBef>
                <a:spcPts val="0"/>
              </a:spcBef>
              <a:spcAft>
                <a:spcPts val="0"/>
              </a:spcAft>
              <a:buClr>
                <a:srgbClr val="000000"/>
              </a:buClr>
              <a:buSzPts val="2400"/>
              <a:buFont typeface="Arial"/>
              <a:buChar char="•"/>
            </a:pPr>
            <a:r>
              <a:rPr lang="en-US" sz="2000" dirty="0">
                <a:solidFill>
                  <a:srgbClr val="000000"/>
                </a:solidFill>
                <a:latin typeface="+mj-lt"/>
                <a:ea typeface="Trebuchet MS"/>
                <a:cs typeface="Trebuchet MS"/>
                <a:sym typeface="Trebuchet MS"/>
              </a:rPr>
              <a:t>Understand domain, prior knowledge, and goals</a:t>
            </a:r>
            <a:endParaRPr sz="2000" dirty="0">
              <a:solidFill>
                <a:srgbClr val="000000"/>
              </a:solidFill>
              <a:latin typeface="+mj-lt"/>
              <a:ea typeface="Trebuchet MS"/>
              <a:cs typeface="Trebuchet MS"/>
              <a:sym typeface="Trebuchet MS"/>
            </a:endParaRPr>
          </a:p>
          <a:p>
            <a:pPr marL="355600" marR="0" lvl="0" indent="-342900" algn="l" rtl="0">
              <a:spcBef>
                <a:spcPts val="620"/>
              </a:spcBef>
              <a:spcAft>
                <a:spcPts val="0"/>
              </a:spcAft>
              <a:buClr>
                <a:srgbClr val="000000"/>
              </a:buClr>
              <a:buSzPts val="2400"/>
              <a:buFont typeface="Arial"/>
              <a:buChar char="•"/>
            </a:pPr>
            <a:r>
              <a:rPr lang="en-US" sz="2000" dirty="0">
                <a:solidFill>
                  <a:srgbClr val="000000"/>
                </a:solidFill>
                <a:latin typeface="+mj-lt"/>
                <a:ea typeface="Trebuchet MS"/>
                <a:cs typeface="Trebuchet MS"/>
                <a:sym typeface="Trebuchet MS"/>
              </a:rPr>
              <a:t>Data integration, selection, cleaning, pre-processing, etc.</a:t>
            </a:r>
            <a:endParaRPr sz="2000" dirty="0">
              <a:solidFill>
                <a:srgbClr val="000000"/>
              </a:solidFill>
              <a:latin typeface="+mj-lt"/>
              <a:ea typeface="Trebuchet MS"/>
              <a:cs typeface="Trebuchet MS"/>
              <a:sym typeface="Trebuchet MS"/>
            </a:endParaRPr>
          </a:p>
          <a:p>
            <a:pPr marL="355600" marR="0" lvl="0" indent="-342900" algn="l" rtl="0">
              <a:spcBef>
                <a:spcPts val="620"/>
              </a:spcBef>
              <a:spcAft>
                <a:spcPts val="0"/>
              </a:spcAft>
              <a:buClr>
                <a:srgbClr val="000000"/>
              </a:buClr>
              <a:buSzPts val="2400"/>
              <a:buFont typeface="Arial"/>
              <a:buChar char="•"/>
            </a:pPr>
            <a:r>
              <a:rPr lang="en-US" sz="2000" dirty="0">
                <a:solidFill>
                  <a:srgbClr val="000000"/>
                </a:solidFill>
                <a:latin typeface="+mj-lt"/>
                <a:ea typeface="Trebuchet MS"/>
                <a:cs typeface="Trebuchet MS"/>
                <a:sym typeface="Trebuchet MS"/>
              </a:rPr>
              <a:t>Learn optimal parameter of the models</a:t>
            </a:r>
            <a:endParaRPr sz="2000" dirty="0">
              <a:solidFill>
                <a:srgbClr val="000000"/>
              </a:solidFill>
              <a:latin typeface="+mj-lt"/>
              <a:ea typeface="Trebuchet MS"/>
              <a:cs typeface="Trebuchet MS"/>
              <a:sym typeface="Trebuchet MS"/>
            </a:endParaRPr>
          </a:p>
          <a:p>
            <a:pPr marL="355600" marR="0" lvl="0" indent="-342900" algn="l" rtl="0">
              <a:spcBef>
                <a:spcPts val="520"/>
              </a:spcBef>
              <a:spcAft>
                <a:spcPts val="0"/>
              </a:spcAft>
              <a:buClr>
                <a:srgbClr val="000000"/>
              </a:buClr>
              <a:buSzPts val="2400"/>
              <a:buFont typeface="Arial"/>
              <a:buChar char="•"/>
            </a:pPr>
            <a:r>
              <a:rPr lang="en-US" sz="2000" dirty="0">
                <a:solidFill>
                  <a:srgbClr val="000000"/>
                </a:solidFill>
                <a:latin typeface="+mj-lt"/>
                <a:ea typeface="Trebuchet MS"/>
                <a:cs typeface="Trebuchet MS"/>
                <a:sym typeface="Trebuchet MS"/>
              </a:rPr>
              <a:t>Interpret results</a:t>
            </a:r>
            <a:endParaRPr sz="2000" dirty="0">
              <a:solidFill>
                <a:srgbClr val="000000"/>
              </a:solidFill>
              <a:latin typeface="+mj-lt"/>
              <a:ea typeface="Trebuchet MS"/>
              <a:cs typeface="Trebuchet MS"/>
              <a:sym typeface="Trebuchet MS"/>
            </a:endParaRPr>
          </a:p>
          <a:p>
            <a:pPr marL="355600" marR="0" lvl="0" indent="-342900" algn="l" rtl="0">
              <a:spcBef>
                <a:spcPts val="620"/>
              </a:spcBef>
              <a:spcAft>
                <a:spcPts val="0"/>
              </a:spcAft>
              <a:buClr>
                <a:srgbClr val="000000"/>
              </a:buClr>
              <a:buSzPts val="2400"/>
              <a:buFont typeface="Arial"/>
              <a:buChar char="•"/>
            </a:pPr>
            <a:r>
              <a:rPr lang="en-US" sz="2000" dirty="0">
                <a:solidFill>
                  <a:srgbClr val="000000"/>
                </a:solidFill>
                <a:latin typeface="+mj-lt"/>
                <a:ea typeface="Trebuchet MS"/>
                <a:cs typeface="Trebuchet MS"/>
                <a:sym typeface="Trebuchet MS"/>
              </a:rPr>
              <a:t>Consolidate and deploy discovered knowledge</a:t>
            </a:r>
            <a:endParaRPr sz="2000" dirty="0">
              <a:solidFill>
                <a:srgbClr val="000000"/>
              </a:solidFill>
              <a:latin typeface="+mj-lt"/>
              <a:ea typeface="Trebuchet MS"/>
              <a:cs typeface="Trebuchet MS"/>
              <a:sym typeface="Trebuchet MS"/>
            </a:endParaRPr>
          </a:p>
        </p:txBody>
      </p:sp>
      <p:sp>
        <p:nvSpPr>
          <p:cNvPr id="1409" name="Google Shape;1409;p72"/>
          <p:cNvSpPr txBox="1"/>
          <p:nvPr/>
        </p:nvSpPr>
        <p:spPr>
          <a:xfrm>
            <a:off x="78752" y="6569500"/>
            <a:ext cx="3093300" cy="238800"/>
          </a:xfrm>
          <a:prstGeom prst="rect">
            <a:avLst/>
          </a:prstGeom>
          <a:noFill/>
          <a:ln>
            <a:noFill/>
          </a:ln>
        </p:spPr>
        <p:txBody>
          <a:bodyPr spcFirstLastPara="1" wrap="square" lIns="0" tIns="12700" rIns="0" bIns="0" anchor="t" anchorCtr="0">
            <a:noAutofit/>
          </a:bodyPr>
          <a:lstStyle/>
          <a:p>
            <a:pPr marL="12700" marR="0" lvl="0" indent="0" algn="l" rtl="0">
              <a:spcBef>
                <a:spcPts val="0"/>
              </a:spcBef>
              <a:spcAft>
                <a:spcPts val="0"/>
              </a:spcAft>
              <a:buClr>
                <a:srgbClr val="000000"/>
              </a:buClr>
              <a:buSzPts val="1400"/>
              <a:buFont typeface="Arial"/>
              <a:buNone/>
            </a:pPr>
            <a:r>
              <a:rPr lang="en-US" sz="1400">
                <a:solidFill>
                  <a:srgbClr val="000000"/>
                </a:solidFill>
                <a:latin typeface="Trebuchet MS"/>
                <a:ea typeface="Trebuchet MS"/>
                <a:cs typeface="Trebuchet MS"/>
                <a:sym typeface="Trebuchet MS"/>
              </a:rPr>
              <a:t>Based on a slide by Pedro Domingos</a:t>
            </a:r>
            <a:endParaRPr sz="1400">
              <a:solidFill>
                <a:srgbClr val="000000"/>
              </a:solidFill>
              <a:latin typeface="Trebuchet MS"/>
              <a:ea typeface="Trebuchet MS"/>
              <a:cs typeface="Trebuchet MS"/>
              <a:sym typeface="Trebuchet MS"/>
            </a:endParaRPr>
          </a:p>
        </p:txBody>
      </p:sp>
      <p:sp>
        <p:nvSpPr>
          <p:cNvPr id="1411" name="Google Shape;1411;p72"/>
          <p:cNvSpPr/>
          <p:nvPr/>
        </p:nvSpPr>
        <p:spPr>
          <a:xfrm>
            <a:off x="203063" y="1476287"/>
            <a:ext cx="1041536" cy="1724114"/>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800"/>
              <a:buFont typeface="Arial"/>
              <a:buNone/>
            </a:pPr>
            <a:endParaRPr sz="1800">
              <a:solidFill>
                <a:srgbClr val="000000"/>
              </a:solidFill>
              <a:latin typeface="Arial"/>
              <a:ea typeface="Arial"/>
              <a:cs typeface="Arial"/>
              <a:sym typeface="Arial"/>
            </a:endParaRPr>
          </a:p>
        </p:txBody>
      </p:sp>
      <p:sp>
        <p:nvSpPr>
          <p:cNvPr id="1412" name="Google Shape;1412;p72"/>
          <p:cNvSpPr/>
          <p:nvPr/>
        </p:nvSpPr>
        <p:spPr>
          <a:xfrm>
            <a:off x="203200" y="1476278"/>
            <a:ext cx="1041399" cy="1724123"/>
          </a:xfrm>
          <a:custGeom>
            <a:avLst/>
            <a:gdLst/>
            <a:ahLst/>
            <a:cxnLst/>
            <a:rect l="l" t="t" r="r" b="b"/>
            <a:pathLst>
              <a:path w="1041400" h="2156460" extrusionOk="0">
                <a:moveTo>
                  <a:pt x="0" y="1258983"/>
                </a:moveTo>
                <a:lnTo>
                  <a:pt x="1312" y="1213762"/>
                </a:lnTo>
                <a:lnTo>
                  <a:pt x="5213" y="1169029"/>
                </a:lnTo>
                <a:lnTo>
                  <a:pt x="11647" y="1124846"/>
                </a:lnTo>
                <a:lnTo>
                  <a:pt x="20558" y="1081275"/>
                </a:lnTo>
                <a:lnTo>
                  <a:pt x="31890" y="1038379"/>
                </a:lnTo>
                <a:lnTo>
                  <a:pt x="45588" y="996218"/>
                </a:lnTo>
                <a:lnTo>
                  <a:pt x="61595" y="954856"/>
                </a:lnTo>
                <a:lnTo>
                  <a:pt x="79857" y="914353"/>
                </a:lnTo>
                <a:lnTo>
                  <a:pt x="100317" y="874772"/>
                </a:lnTo>
                <a:lnTo>
                  <a:pt x="122920" y="836174"/>
                </a:lnTo>
                <a:lnTo>
                  <a:pt x="147610" y="798622"/>
                </a:lnTo>
                <a:lnTo>
                  <a:pt x="174331" y="762178"/>
                </a:lnTo>
                <a:lnTo>
                  <a:pt x="203029" y="726904"/>
                </a:lnTo>
                <a:lnTo>
                  <a:pt x="233646" y="692860"/>
                </a:lnTo>
                <a:lnTo>
                  <a:pt x="266127" y="660110"/>
                </a:lnTo>
                <a:lnTo>
                  <a:pt x="300418" y="628715"/>
                </a:lnTo>
                <a:lnTo>
                  <a:pt x="336461" y="598738"/>
                </a:lnTo>
                <a:lnTo>
                  <a:pt x="374201" y="570239"/>
                </a:lnTo>
                <a:lnTo>
                  <a:pt x="413583" y="543282"/>
                </a:lnTo>
                <a:lnTo>
                  <a:pt x="454551" y="517927"/>
                </a:lnTo>
                <a:lnTo>
                  <a:pt x="497049" y="494237"/>
                </a:lnTo>
                <a:lnTo>
                  <a:pt x="541021" y="472275"/>
                </a:lnTo>
                <a:lnTo>
                  <a:pt x="586412" y="452100"/>
                </a:lnTo>
                <a:lnTo>
                  <a:pt x="633166" y="433777"/>
                </a:lnTo>
                <a:lnTo>
                  <a:pt x="681228" y="417366"/>
                </a:lnTo>
                <a:lnTo>
                  <a:pt x="730541" y="402930"/>
                </a:lnTo>
                <a:lnTo>
                  <a:pt x="781050" y="390530"/>
                </a:lnTo>
                <a:lnTo>
                  <a:pt x="781051" y="520700"/>
                </a:lnTo>
                <a:lnTo>
                  <a:pt x="1041400" y="231870"/>
                </a:lnTo>
                <a:lnTo>
                  <a:pt x="781051" y="0"/>
                </a:lnTo>
                <a:lnTo>
                  <a:pt x="781051" y="130180"/>
                </a:lnTo>
                <a:lnTo>
                  <a:pt x="730542" y="142580"/>
                </a:lnTo>
                <a:lnTo>
                  <a:pt x="681229" y="157016"/>
                </a:lnTo>
                <a:lnTo>
                  <a:pt x="633167" y="173427"/>
                </a:lnTo>
                <a:lnTo>
                  <a:pt x="586413" y="191750"/>
                </a:lnTo>
                <a:lnTo>
                  <a:pt x="541022" y="211924"/>
                </a:lnTo>
                <a:lnTo>
                  <a:pt x="497050" y="233887"/>
                </a:lnTo>
                <a:lnTo>
                  <a:pt x="454552" y="257577"/>
                </a:lnTo>
                <a:lnTo>
                  <a:pt x="413584" y="282931"/>
                </a:lnTo>
                <a:lnTo>
                  <a:pt x="374202" y="309889"/>
                </a:lnTo>
                <a:lnTo>
                  <a:pt x="336462" y="338387"/>
                </a:lnTo>
                <a:lnTo>
                  <a:pt x="300419" y="368365"/>
                </a:lnTo>
                <a:lnTo>
                  <a:pt x="266128" y="399760"/>
                </a:lnTo>
                <a:lnTo>
                  <a:pt x="233647" y="432510"/>
                </a:lnTo>
                <a:lnTo>
                  <a:pt x="203030" y="466553"/>
                </a:lnTo>
                <a:lnTo>
                  <a:pt x="174332" y="501828"/>
                </a:lnTo>
                <a:lnTo>
                  <a:pt x="147611" y="538272"/>
                </a:lnTo>
                <a:lnTo>
                  <a:pt x="122921" y="575823"/>
                </a:lnTo>
                <a:lnTo>
                  <a:pt x="100318" y="614421"/>
                </a:lnTo>
                <a:lnTo>
                  <a:pt x="79858" y="654002"/>
                </a:lnTo>
                <a:lnTo>
                  <a:pt x="61596" y="694504"/>
                </a:lnTo>
                <a:lnTo>
                  <a:pt x="45589" y="735867"/>
                </a:lnTo>
                <a:lnTo>
                  <a:pt x="31891" y="778027"/>
                </a:lnTo>
                <a:lnTo>
                  <a:pt x="20559" y="820923"/>
                </a:lnTo>
                <a:lnTo>
                  <a:pt x="11648" y="864494"/>
                </a:lnTo>
                <a:lnTo>
                  <a:pt x="5214" y="908676"/>
                </a:lnTo>
                <a:lnTo>
                  <a:pt x="1313" y="953409"/>
                </a:lnTo>
                <a:lnTo>
                  <a:pt x="0" y="998630"/>
                </a:lnTo>
                <a:lnTo>
                  <a:pt x="0" y="1258983"/>
                </a:lnTo>
                <a:lnTo>
                  <a:pt x="1274" y="1303749"/>
                </a:lnTo>
                <a:lnTo>
                  <a:pt x="5058" y="1347948"/>
                </a:lnTo>
                <a:lnTo>
                  <a:pt x="11291" y="1391526"/>
                </a:lnTo>
                <a:lnTo>
                  <a:pt x="19914" y="1434434"/>
                </a:lnTo>
                <a:lnTo>
                  <a:pt x="30867" y="1476619"/>
                </a:lnTo>
                <a:lnTo>
                  <a:pt x="44091" y="1518031"/>
                </a:lnTo>
                <a:lnTo>
                  <a:pt x="59526" y="1558617"/>
                </a:lnTo>
                <a:lnTo>
                  <a:pt x="77112" y="1598327"/>
                </a:lnTo>
                <a:lnTo>
                  <a:pt x="96790" y="1637110"/>
                </a:lnTo>
                <a:lnTo>
                  <a:pt x="118499" y="1674913"/>
                </a:lnTo>
                <a:lnTo>
                  <a:pt x="142181" y="1711685"/>
                </a:lnTo>
                <a:lnTo>
                  <a:pt x="167776" y="1747375"/>
                </a:lnTo>
                <a:lnTo>
                  <a:pt x="195223" y="1781932"/>
                </a:lnTo>
                <a:lnTo>
                  <a:pt x="224463" y="1815304"/>
                </a:lnTo>
                <a:lnTo>
                  <a:pt x="255438" y="1847440"/>
                </a:lnTo>
                <a:lnTo>
                  <a:pt x="288086" y="1878289"/>
                </a:lnTo>
                <a:lnTo>
                  <a:pt x="322348" y="1907798"/>
                </a:lnTo>
                <a:lnTo>
                  <a:pt x="358165" y="1935917"/>
                </a:lnTo>
                <a:lnTo>
                  <a:pt x="395477" y="1962595"/>
                </a:lnTo>
                <a:lnTo>
                  <a:pt x="434224" y="1987779"/>
                </a:lnTo>
                <a:lnTo>
                  <a:pt x="474347" y="2011419"/>
                </a:lnTo>
                <a:lnTo>
                  <a:pt x="515785" y="2033463"/>
                </a:lnTo>
                <a:lnTo>
                  <a:pt x="558480" y="2053859"/>
                </a:lnTo>
                <a:lnTo>
                  <a:pt x="602372" y="2072557"/>
                </a:lnTo>
                <a:lnTo>
                  <a:pt x="647401" y="2089505"/>
                </a:lnTo>
                <a:lnTo>
                  <a:pt x="693506" y="2104652"/>
                </a:lnTo>
                <a:lnTo>
                  <a:pt x="740630" y="2117945"/>
                </a:lnTo>
                <a:lnTo>
                  <a:pt x="788711" y="2129335"/>
                </a:lnTo>
                <a:lnTo>
                  <a:pt x="837691" y="2138769"/>
                </a:lnTo>
                <a:lnTo>
                  <a:pt x="887510" y="2146196"/>
                </a:lnTo>
                <a:lnTo>
                  <a:pt x="938107" y="2151564"/>
                </a:lnTo>
                <a:lnTo>
                  <a:pt x="989424" y="2154823"/>
                </a:lnTo>
                <a:lnTo>
                  <a:pt x="1041400" y="2155921"/>
                </a:lnTo>
                <a:lnTo>
                  <a:pt x="1041400" y="1895570"/>
                </a:lnTo>
                <a:lnTo>
                  <a:pt x="989994" y="1894489"/>
                </a:lnTo>
                <a:lnTo>
                  <a:pt x="939173" y="1891281"/>
                </a:lnTo>
                <a:lnTo>
                  <a:pt x="888999" y="1885990"/>
                </a:lnTo>
                <a:lnTo>
                  <a:pt x="839537" y="1878666"/>
                </a:lnTo>
                <a:lnTo>
                  <a:pt x="790850" y="1869354"/>
                </a:lnTo>
                <a:lnTo>
                  <a:pt x="743001" y="1858102"/>
                </a:lnTo>
                <a:lnTo>
                  <a:pt x="696054" y="1844958"/>
                </a:lnTo>
                <a:lnTo>
                  <a:pt x="650072" y="1829968"/>
                </a:lnTo>
                <a:lnTo>
                  <a:pt x="605118" y="1813179"/>
                </a:lnTo>
                <a:lnTo>
                  <a:pt x="561257" y="1794640"/>
                </a:lnTo>
                <a:lnTo>
                  <a:pt x="518550" y="1774397"/>
                </a:lnTo>
                <a:lnTo>
                  <a:pt x="477063" y="1752497"/>
                </a:lnTo>
                <a:lnTo>
                  <a:pt x="436858" y="1728987"/>
                </a:lnTo>
                <a:lnTo>
                  <a:pt x="397999" y="1703915"/>
                </a:lnTo>
                <a:lnTo>
                  <a:pt x="360549" y="1677328"/>
                </a:lnTo>
                <a:lnTo>
                  <a:pt x="324571" y="1649274"/>
                </a:lnTo>
                <a:lnTo>
                  <a:pt x="290130" y="1619798"/>
                </a:lnTo>
                <a:lnTo>
                  <a:pt x="257287" y="1588949"/>
                </a:lnTo>
                <a:lnTo>
                  <a:pt x="226108" y="1556774"/>
                </a:lnTo>
                <a:lnTo>
                  <a:pt x="196655" y="1523319"/>
                </a:lnTo>
                <a:lnTo>
                  <a:pt x="168992" y="1488633"/>
                </a:lnTo>
                <a:lnTo>
                  <a:pt x="143182" y="1452762"/>
                </a:lnTo>
                <a:lnTo>
                  <a:pt x="119288" y="1415754"/>
                </a:lnTo>
                <a:lnTo>
                  <a:pt x="97375" y="1377655"/>
                </a:lnTo>
                <a:lnTo>
                  <a:pt x="77505" y="1338513"/>
                </a:lnTo>
                <a:lnTo>
                  <a:pt x="59741" y="1298375"/>
                </a:lnTo>
                <a:lnTo>
                  <a:pt x="44148" y="1257289"/>
                </a:lnTo>
                <a:lnTo>
                  <a:pt x="30789" y="1215301"/>
                </a:lnTo>
                <a:lnTo>
                  <a:pt x="19727" y="1172459"/>
                </a:lnTo>
                <a:lnTo>
                  <a:pt x="11026" y="1128810"/>
                </a:lnTo>
              </a:path>
            </a:pathLst>
          </a:custGeom>
          <a:noFill/>
          <a:ln w="12700" cap="flat" cmpd="sng">
            <a:solidFill>
              <a:srgbClr val="4A7E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Clr>
                <a:srgbClr val="000000"/>
              </a:buClr>
              <a:buSzPts val="1800"/>
              <a:buFont typeface="Arial"/>
              <a:buNone/>
            </a:pPr>
            <a:endParaRPr sz="1800">
              <a:solidFill>
                <a:srgbClr val="000000"/>
              </a:solidFill>
              <a:latin typeface="Arial"/>
              <a:ea typeface="Arial"/>
              <a:cs typeface="Arial"/>
              <a:sym typeface="Arial"/>
            </a:endParaRPr>
          </a:p>
        </p:txBody>
      </p:sp>
      <p:sp>
        <p:nvSpPr>
          <p:cNvPr id="1413" name="Google Shape;1413;p72"/>
          <p:cNvSpPr txBox="1"/>
          <p:nvPr/>
        </p:nvSpPr>
        <p:spPr>
          <a:xfrm>
            <a:off x="356871" y="2429125"/>
            <a:ext cx="1041300" cy="391200"/>
          </a:xfrm>
          <a:prstGeom prst="rect">
            <a:avLst/>
          </a:prstGeom>
          <a:noFill/>
          <a:ln>
            <a:noFill/>
          </a:ln>
        </p:spPr>
        <p:txBody>
          <a:bodyPr spcFirstLastPara="1" wrap="square" lIns="0" tIns="12700" rIns="0" bIns="0" anchor="t" anchorCtr="0">
            <a:noAutofit/>
          </a:bodyPr>
          <a:lstStyle/>
          <a:p>
            <a:pPr marL="12700" marR="0" lvl="0" indent="0" algn="l" rtl="0">
              <a:spcBef>
                <a:spcPts val="0"/>
              </a:spcBef>
              <a:spcAft>
                <a:spcPts val="0"/>
              </a:spcAft>
              <a:buClr>
                <a:srgbClr val="000000"/>
              </a:buClr>
              <a:buSzPts val="2400"/>
              <a:buFont typeface="Arial"/>
              <a:buNone/>
            </a:pPr>
            <a:r>
              <a:rPr lang="en-US" sz="2400">
                <a:solidFill>
                  <a:srgbClr val="000000"/>
                </a:solidFill>
                <a:latin typeface="Trebuchet MS"/>
                <a:ea typeface="Trebuchet MS"/>
                <a:cs typeface="Trebuchet MS"/>
                <a:sym typeface="Trebuchet MS"/>
              </a:rPr>
              <a:t>Loop</a:t>
            </a:r>
            <a:endParaRPr sz="2400">
              <a:solidFill>
                <a:srgbClr val="000000"/>
              </a:solidFill>
              <a:latin typeface="Trebuchet MS"/>
              <a:ea typeface="Trebuchet MS"/>
              <a:cs typeface="Trebuchet MS"/>
              <a:sym typeface="Trebuchet MS"/>
            </a:endParaRPr>
          </a:p>
        </p:txBody>
      </p:sp>
      <p:sp>
        <p:nvSpPr>
          <p:cNvPr id="8"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19</a:t>
            </a:r>
          </a:p>
        </p:txBody>
      </p:sp>
    </p:spTree>
    <p:extLst>
      <p:ext uri="{BB962C8B-B14F-4D97-AF65-F5344CB8AC3E}">
        <p14:creationId xmlns:p14="http://schemas.microsoft.com/office/powerpoint/2010/main" val="35650685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Google Shape;539;p5"/>
          <p:cNvSpPr txBox="1">
            <a:spLocks noGrp="1"/>
          </p:cNvSpPr>
          <p:nvPr>
            <p:ph type="body" idx="2"/>
          </p:nvPr>
        </p:nvSpPr>
        <p:spPr>
          <a:xfrm>
            <a:off x="914400" y="3048000"/>
            <a:ext cx="7391400" cy="1219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C00000"/>
              </a:buClr>
              <a:buSzPts val="3600"/>
              <a:buNone/>
            </a:pPr>
            <a:r>
              <a:rPr lang="en-US" dirty="0">
                <a:solidFill>
                  <a:srgbClr val="C00000"/>
                </a:solidFill>
              </a:rPr>
              <a:t>Data </a:t>
            </a:r>
            <a:endParaRPr dirty="0">
              <a:solidFill>
                <a:srgbClr val="C00000"/>
              </a:solidFill>
            </a:endParaRPr>
          </a:p>
        </p:txBody>
      </p:sp>
      <p:sp>
        <p:nvSpPr>
          <p:cNvPr id="3"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9"/>
          <p:cNvSpPr>
            <a:spLocks noGrp="1" noChangeArrowheads="1"/>
          </p:cNvSpPr>
          <p:nvPr>
            <p:ph idx="1"/>
          </p:nvPr>
        </p:nvSpPr>
        <p:spPr>
          <a:xfrm>
            <a:off x="304800" y="1493837"/>
            <a:ext cx="4719243" cy="4525963"/>
          </a:xfrm>
        </p:spPr>
        <p:txBody>
          <a:bodyPr>
            <a:normAutofit/>
          </a:bodyPr>
          <a:lstStyle/>
          <a:p>
            <a:r>
              <a:rPr lang="en-US" sz="2000" dirty="0"/>
              <a:t>Collection of </a:t>
            </a:r>
            <a:r>
              <a:rPr lang="en-US" sz="2000" b="1" i="1" dirty="0">
                <a:solidFill>
                  <a:srgbClr val="CC6600"/>
                </a:solidFill>
              </a:rPr>
              <a:t>data objects </a:t>
            </a:r>
            <a:r>
              <a:rPr lang="en-US" sz="2000" dirty="0"/>
              <a:t>and their </a:t>
            </a:r>
            <a:r>
              <a:rPr lang="en-US" sz="2000" b="1" i="1" dirty="0">
                <a:solidFill>
                  <a:srgbClr val="CC6600"/>
                </a:solidFill>
              </a:rPr>
              <a:t>attributes</a:t>
            </a:r>
          </a:p>
          <a:p>
            <a:pPr lvl="4"/>
            <a:endParaRPr lang="en-US" sz="500" dirty="0"/>
          </a:p>
          <a:p>
            <a:r>
              <a:rPr lang="en-US" sz="2000" dirty="0"/>
              <a:t>An </a:t>
            </a:r>
            <a:r>
              <a:rPr lang="en-US" sz="2000" b="1" i="1" dirty="0">
                <a:solidFill>
                  <a:srgbClr val="CC6600"/>
                </a:solidFill>
              </a:rPr>
              <a:t>attribute</a:t>
            </a:r>
            <a:r>
              <a:rPr lang="en-US" sz="2000" dirty="0"/>
              <a:t> is a property or characteristic of an object</a:t>
            </a:r>
          </a:p>
          <a:p>
            <a:pPr lvl="1"/>
            <a:r>
              <a:rPr lang="en-US" sz="1800" dirty="0"/>
              <a:t>Examples: eye color of a person, temperature, etc.</a:t>
            </a:r>
          </a:p>
          <a:p>
            <a:pPr lvl="1"/>
            <a:r>
              <a:rPr lang="en-US" sz="1800" i="1" dirty="0"/>
              <a:t>aka</a:t>
            </a:r>
            <a:r>
              <a:rPr lang="en-US" sz="1800" dirty="0"/>
              <a:t> variable, field, characteristic, dimension, or feature</a:t>
            </a:r>
          </a:p>
          <a:p>
            <a:r>
              <a:rPr lang="en-US" sz="2000" dirty="0"/>
              <a:t>A collection of attributes describe an </a:t>
            </a:r>
            <a:r>
              <a:rPr lang="en-US" sz="2000" b="1" i="1" dirty="0">
                <a:solidFill>
                  <a:srgbClr val="CC6600"/>
                </a:solidFill>
              </a:rPr>
              <a:t>object</a:t>
            </a:r>
          </a:p>
          <a:p>
            <a:pPr lvl="1"/>
            <a:r>
              <a:rPr lang="en-US" sz="1800" dirty="0"/>
              <a:t>Object is also known as record, point, case, sample, entity, or instance</a:t>
            </a:r>
          </a:p>
          <a:p>
            <a:pPr lvl="4"/>
            <a:endParaRPr lang="en-US" dirty="0"/>
          </a:p>
        </p:txBody>
      </p:sp>
      <p:sp>
        <p:nvSpPr>
          <p:cNvPr id="4098" name="Rectangle 8"/>
          <p:cNvSpPr>
            <a:spLocks noGrp="1" noChangeArrowheads="1"/>
          </p:cNvSpPr>
          <p:nvPr>
            <p:ph type="title" idx="4294967295"/>
          </p:nvPr>
        </p:nvSpPr>
        <p:spPr>
          <a:xfrm>
            <a:off x="-1051560" y="614143"/>
            <a:ext cx="5334000" cy="533400"/>
          </a:xfrm>
        </p:spPr>
        <p:txBody>
          <a:bodyPr>
            <a:normAutofit fontScale="90000"/>
          </a:bodyPr>
          <a:lstStyle/>
          <a:p>
            <a:r>
              <a:rPr lang="en-US" sz="3200" dirty="0"/>
              <a:t>Definition of Data</a:t>
            </a:r>
          </a:p>
        </p:txBody>
      </p:sp>
      <p:grpSp>
        <p:nvGrpSpPr>
          <p:cNvPr id="4100" name="Group 16"/>
          <p:cNvGrpSpPr>
            <a:grpSpLocks/>
          </p:cNvGrpSpPr>
          <p:nvPr/>
        </p:nvGrpSpPr>
        <p:grpSpPr bwMode="auto">
          <a:xfrm>
            <a:off x="5630859" y="1794133"/>
            <a:ext cx="3513136" cy="4755278"/>
            <a:chOff x="3403" y="1205"/>
            <a:chExt cx="2213" cy="2497"/>
          </a:xfrm>
        </p:grpSpPr>
        <p:graphicFrame>
          <p:nvGraphicFramePr>
            <p:cNvPr id="4107" name="Object 10"/>
            <p:cNvGraphicFramePr>
              <a:graphicFrameLocks noChangeAspect="1"/>
            </p:cNvGraphicFramePr>
            <p:nvPr/>
          </p:nvGraphicFramePr>
          <p:xfrm>
            <a:off x="3403" y="1336"/>
            <a:ext cx="2213" cy="2366"/>
          </p:xfrm>
          <a:graphic>
            <a:graphicData uri="http://schemas.openxmlformats.org/presentationml/2006/ole">
              <mc:AlternateContent xmlns:mc="http://schemas.openxmlformats.org/markup-compatibility/2006">
                <mc:Choice xmlns:v="urn:schemas-microsoft-com:vml" Requires="v">
                  <p:oleObj name="Document" r:id="rId3" imgW="5405628" imgH="5779008" progId="Word.Document.8">
                    <p:embed/>
                  </p:oleObj>
                </mc:Choice>
                <mc:Fallback>
                  <p:oleObj name="Document" r:id="rId3" imgW="5405628" imgH="5779008" progId="Word.Document.8">
                    <p:embed/>
                    <p:pic>
                      <p:nvPicPr>
                        <p:cNvPr id="4107"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03" y="1336"/>
                          <a:ext cx="2213" cy="2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08" name="AutoShape 12"/>
            <p:cNvSpPr>
              <a:spLocks/>
            </p:cNvSpPr>
            <p:nvPr/>
          </p:nvSpPr>
          <p:spPr bwMode="auto">
            <a:xfrm rot="5400000">
              <a:off x="4386" y="222"/>
              <a:ext cx="84" cy="2050"/>
            </a:xfrm>
            <a:prstGeom prst="leftBrace">
              <a:avLst>
                <a:gd name="adj1" fmla="val 62361"/>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4101" name="Text Box 14"/>
          <p:cNvSpPr txBox="1">
            <a:spLocks noChangeArrowheads="1"/>
          </p:cNvSpPr>
          <p:nvPr/>
        </p:nvSpPr>
        <p:spPr bwMode="auto">
          <a:xfrm>
            <a:off x="6534145" y="1397258"/>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pitchFamily="34" charset="0"/>
              </a:defRPr>
            </a:lvl1pPr>
            <a:lvl2pPr marL="742950" indent="-285750">
              <a:defRPr sz="1400" b="1">
                <a:solidFill>
                  <a:schemeClr val="tx1"/>
                </a:solidFill>
                <a:latin typeface="Arial" pitchFamily="34" charset="0"/>
              </a:defRPr>
            </a:lvl2pPr>
            <a:lvl3pPr marL="1143000" indent="-228600">
              <a:defRPr sz="1400" b="1">
                <a:solidFill>
                  <a:schemeClr val="tx1"/>
                </a:solidFill>
                <a:latin typeface="Arial" pitchFamily="34" charset="0"/>
              </a:defRPr>
            </a:lvl3pPr>
            <a:lvl4pPr marL="1600200" indent="-228600">
              <a:defRPr sz="1400" b="1">
                <a:solidFill>
                  <a:schemeClr val="tx1"/>
                </a:solidFill>
                <a:latin typeface="Arial" pitchFamily="34" charset="0"/>
              </a:defRPr>
            </a:lvl4pPr>
            <a:lvl5pPr marL="2057400" indent="-22860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a:spcBef>
                <a:spcPct val="50000"/>
              </a:spcBef>
            </a:pPr>
            <a:r>
              <a:rPr lang="en-US" sz="2000" dirty="0">
                <a:solidFill>
                  <a:srgbClr val="FF0000"/>
                </a:solidFill>
              </a:rPr>
              <a:t>Attributes</a:t>
            </a:r>
          </a:p>
        </p:txBody>
      </p:sp>
      <p:sp>
        <p:nvSpPr>
          <p:cNvPr id="4102" name="AutoShape 15"/>
          <p:cNvSpPr>
            <a:spLocks/>
          </p:cNvSpPr>
          <p:nvPr/>
        </p:nvSpPr>
        <p:spPr bwMode="auto">
          <a:xfrm>
            <a:off x="5432421" y="2674961"/>
            <a:ext cx="206378" cy="3753135"/>
          </a:xfrm>
          <a:prstGeom prst="leftBrace">
            <a:avLst>
              <a:gd name="adj1" fmla="val 83299"/>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103" name="Text Box 17"/>
          <p:cNvSpPr txBox="1">
            <a:spLocks noChangeArrowheads="1"/>
          </p:cNvSpPr>
          <p:nvPr/>
        </p:nvSpPr>
        <p:spPr bwMode="auto">
          <a:xfrm rot="16200000">
            <a:off x="4656732" y="4366174"/>
            <a:ext cx="1143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pitchFamily="34" charset="0"/>
              </a:defRPr>
            </a:lvl1pPr>
            <a:lvl2pPr marL="742950" indent="-285750">
              <a:defRPr sz="1400" b="1">
                <a:solidFill>
                  <a:schemeClr val="tx1"/>
                </a:solidFill>
                <a:latin typeface="Arial" pitchFamily="34" charset="0"/>
              </a:defRPr>
            </a:lvl2pPr>
            <a:lvl3pPr marL="1143000" indent="-228600">
              <a:defRPr sz="1400" b="1">
                <a:solidFill>
                  <a:schemeClr val="tx1"/>
                </a:solidFill>
                <a:latin typeface="Arial" pitchFamily="34" charset="0"/>
              </a:defRPr>
            </a:lvl3pPr>
            <a:lvl4pPr marL="1600200" indent="-228600">
              <a:defRPr sz="1400" b="1">
                <a:solidFill>
                  <a:schemeClr val="tx1"/>
                </a:solidFill>
                <a:latin typeface="Arial" pitchFamily="34" charset="0"/>
              </a:defRPr>
            </a:lvl4pPr>
            <a:lvl5pPr marL="2057400" indent="-22860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a:spcBef>
                <a:spcPct val="50000"/>
              </a:spcBef>
            </a:pPr>
            <a:r>
              <a:rPr lang="en-US" sz="2000" dirty="0">
                <a:solidFill>
                  <a:srgbClr val="FF0000"/>
                </a:solidFill>
              </a:rPr>
              <a:t>Objects</a:t>
            </a:r>
          </a:p>
        </p:txBody>
      </p:sp>
      <p:sp>
        <p:nvSpPr>
          <p:cNvPr id="10" name="Slide Number Placeholder 3"/>
          <p:cNvSpPr txBox="1">
            <a:spLocks/>
          </p:cNvSpPr>
          <p:nvPr/>
        </p:nvSpPr>
        <p:spPr>
          <a:xfrm>
            <a:off x="8758980" y="630232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21</a:t>
            </a:r>
          </a:p>
        </p:txBody>
      </p:sp>
    </p:spTree>
    <p:extLst>
      <p:ext uri="{BB962C8B-B14F-4D97-AF65-F5344CB8AC3E}">
        <p14:creationId xmlns:p14="http://schemas.microsoft.com/office/powerpoint/2010/main" val="10175313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10"/>
          <p:cNvSpPr>
            <a:spLocks noGrp="1" noChangeArrowheads="1"/>
          </p:cNvSpPr>
          <p:nvPr>
            <p:ph idx="1"/>
          </p:nvPr>
        </p:nvSpPr>
        <p:spPr/>
        <p:txBody>
          <a:bodyPr>
            <a:normAutofit/>
          </a:bodyPr>
          <a:lstStyle/>
          <a:p>
            <a:r>
              <a:rPr lang="en-US" sz="1800" dirty="0">
                <a:latin typeface="+mj-lt"/>
              </a:rPr>
              <a:t> There are different types of attributes</a:t>
            </a:r>
          </a:p>
          <a:p>
            <a:pPr marL="749300" lvl="1">
              <a:spcBef>
                <a:spcPts val="300"/>
              </a:spcBef>
            </a:pPr>
            <a:r>
              <a:rPr lang="en-US" sz="1800" dirty="0">
                <a:solidFill>
                  <a:srgbClr val="FF0000"/>
                </a:solidFill>
                <a:latin typeface="+mj-lt"/>
              </a:rPr>
              <a:t>Nominal</a:t>
            </a:r>
            <a:endParaRPr lang="en-US" sz="1800" dirty="0">
              <a:latin typeface="+mj-lt"/>
            </a:endParaRPr>
          </a:p>
          <a:p>
            <a:pPr marL="1257300" lvl="2" indent="-393700">
              <a:spcBef>
                <a:spcPts val="300"/>
              </a:spcBef>
            </a:pPr>
            <a:r>
              <a:rPr lang="en-US" sz="1800" dirty="0">
                <a:latin typeface="+mj-lt"/>
              </a:rPr>
              <a:t>Examples: ID numbers, zip codes</a:t>
            </a:r>
          </a:p>
          <a:p>
            <a:pPr marL="749300" lvl="1">
              <a:spcBef>
                <a:spcPts val="300"/>
              </a:spcBef>
            </a:pPr>
            <a:r>
              <a:rPr lang="en-US" sz="1800" dirty="0">
                <a:solidFill>
                  <a:srgbClr val="FF0000"/>
                </a:solidFill>
                <a:latin typeface="+mj-lt"/>
              </a:rPr>
              <a:t>Ordinal</a:t>
            </a:r>
            <a:endParaRPr lang="en-US" sz="1800" dirty="0">
              <a:latin typeface="+mj-lt"/>
            </a:endParaRPr>
          </a:p>
          <a:p>
            <a:pPr marL="1257300" lvl="2" indent="-393700">
              <a:spcBef>
                <a:spcPts val="300"/>
              </a:spcBef>
            </a:pPr>
            <a:r>
              <a:rPr lang="en-US" sz="1800" dirty="0">
                <a:latin typeface="+mj-lt"/>
              </a:rPr>
              <a:t>Examples: rankings (e.g., taste of potato chips on a scale from 1-10), grades, height {tall, medium, short}</a:t>
            </a:r>
          </a:p>
          <a:p>
            <a:pPr marL="749300" lvl="1">
              <a:spcBef>
                <a:spcPts val="300"/>
              </a:spcBef>
            </a:pPr>
            <a:r>
              <a:rPr lang="en-US" sz="1800" dirty="0">
                <a:solidFill>
                  <a:srgbClr val="FF0000"/>
                </a:solidFill>
                <a:latin typeface="+mj-lt"/>
              </a:rPr>
              <a:t>Interval</a:t>
            </a:r>
            <a:endParaRPr lang="en-US" sz="1800" dirty="0">
              <a:latin typeface="+mj-lt"/>
            </a:endParaRPr>
          </a:p>
          <a:p>
            <a:pPr marL="1257300" lvl="2" indent="-393700">
              <a:spcBef>
                <a:spcPts val="300"/>
              </a:spcBef>
            </a:pPr>
            <a:r>
              <a:rPr lang="en-US" sz="1800" dirty="0">
                <a:latin typeface="+mj-lt"/>
              </a:rPr>
              <a:t>Examples: calendar dates, temperatures in Celsius or Fahrenheit.</a:t>
            </a:r>
          </a:p>
          <a:p>
            <a:pPr marL="749300" lvl="1">
              <a:spcBef>
                <a:spcPts val="300"/>
              </a:spcBef>
            </a:pPr>
            <a:r>
              <a:rPr lang="en-US" sz="1800" dirty="0">
                <a:solidFill>
                  <a:srgbClr val="FF0000"/>
                </a:solidFill>
                <a:latin typeface="+mj-lt"/>
              </a:rPr>
              <a:t>Ratio</a:t>
            </a:r>
            <a:endParaRPr lang="en-US" sz="1800" dirty="0">
              <a:latin typeface="+mj-lt"/>
            </a:endParaRPr>
          </a:p>
          <a:p>
            <a:pPr marL="1257300" lvl="2" indent="-393700">
              <a:spcBef>
                <a:spcPts val="300"/>
              </a:spcBef>
            </a:pPr>
            <a:r>
              <a:rPr lang="en-US" sz="1800" dirty="0">
                <a:latin typeface="+mj-lt"/>
              </a:rPr>
              <a:t>Examples: temperature in Kelvin, length, counts, elapsed time (e.g., time to run a race) </a:t>
            </a:r>
          </a:p>
        </p:txBody>
      </p:sp>
      <p:sp>
        <p:nvSpPr>
          <p:cNvPr id="7170" name="Rectangle 9"/>
          <p:cNvSpPr>
            <a:spLocks noGrp="1" noChangeArrowheads="1"/>
          </p:cNvSpPr>
          <p:nvPr>
            <p:ph type="title" idx="4294967295"/>
          </p:nvPr>
        </p:nvSpPr>
        <p:spPr>
          <a:xfrm>
            <a:off x="0" y="350837"/>
            <a:ext cx="4602480" cy="1143000"/>
          </a:xfrm>
        </p:spPr>
        <p:txBody>
          <a:bodyPr/>
          <a:lstStyle/>
          <a:p>
            <a:r>
              <a:rPr lang="en-US" dirty="0"/>
              <a:t>Types of Attributes </a:t>
            </a:r>
          </a:p>
        </p:txBody>
      </p:sp>
      <p:sp>
        <p:nvSpPr>
          <p:cNvPr id="4"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22</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703A8FF8-2B48-294D-B46F-7587F3895BC8}"/>
                  </a:ext>
                </a:extLst>
              </p14:cNvPr>
              <p14:cNvContentPartPr/>
              <p14:nvPr/>
            </p14:nvContentPartPr>
            <p14:xfrm>
              <a:off x="806040" y="3287520"/>
              <a:ext cx="6250680" cy="1281960"/>
            </p14:xfrm>
          </p:contentPart>
        </mc:Choice>
        <mc:Fallback xmlns="">
          <p:pic>
            <p:nvPicPr>
              <p:cNvPr id="2" name="Ink 1">
                <a:extLst>
                  <a:ext uri="{FF2B5EF4-FFF2-40B4-BE49-F238E27FC236}">
                    <a16:creationId xmlns:a16="http://schemas.microsoft.com/office/drawing/2014/main" id="{703A8FF8-2B48-294D-B46F-7587F3895BC8}"/>
                  </a:ext>
                </a:extLst>
              </p:cNvPr>
              <p:cNvPicPr/>
              <p:nvPr/>
            </p:nvPicPr>
            <p:blipFill>
              <a:blip r:embed="rId4"/>
              <a:stretch>
                <a:fillRect/>
              </a:stretch>
            </p:blipFill>
            <p:spPr>
              <a:xfrm>
                <a:off x="796680" y="3278160"/>
                <a:ext cx="6269400" cy="1300680"/>
              </a:xfrm>
              <a:prstGeom prst="rect">
                <a:avLst/>
              </a:prstGeom>
            </p:spPr>
          </p:pic>
        </mc:Fallback>
      </mc:AlternateContent>
    </p:spTree>
    <p:extLst>
      <p:ext uri="{BB962C8B-B14F-4D97-AF65-F5344CB8AC3E}">
        <p14:creationId xmlns:p14="http://schemas.microsoft.com/office/powerpoint/2010/main" val="34934809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5"/>
          <p:cNvSpPr>
            <a:spLocks noGrp="1" noChangeArrowheads="1"/>
          </p:cNvSpPr>
          <p:nvPr>
            <p:ph idx="1"/>
          </p:nvPr>
        </p:nvSpPr>
        <p:spPr/>
        <p:txBody>
          <a:bodyPr>
            <a:normAutofit fontScale="92500"/>
          </a:bodyPr>
          <a:lstStyle/>
          <a:p>
            <a:pPr>
              <a:lnSpc>
                <a:spcPct val="90000"/>
              </a:lnSpc>
            </a:pPr>
            <a:r>
              <a:rPr lang="en-US" dirty="0"/>
              <a:t>Discrete Attribute</a:t>
            </a:r>
          </a:p>
          <a:p>
            <a:pPr lvl="1">
              <a:lnSpc>
                <a:spcPct val="90000"/>
              </a:lnSpc>
            </a:pPr>
            <a:r>
              <a:rPr lang="en-US" sz="2200" dirty="0"/>
              <a:t>Has only a finite or </a:t>
            </a:r>
            <a:r>
              <a:rPr lang="en-US" sz="2200" dirty="0" err="1"/>
              <a:t>countably</a:t>
            </a:r>
            <a:r>
              <a:rPr lang="en-US" sz="2200" dirty="0"/>
              <a:t> infinite set of values</a:t>
            </a:r>
          </a:p>
          <a:p>
            <a:pPr lvl="1">
              <a:lnSpc>
                <a:spcPct val="90000"/>
              </a:lnSpc>
            </a:pPr>
            <a:r>
              <a:rPr lang="en-US" sz="2200" dirty="0"/>
              <a:t>Examples: zip codes, counts, or the set of words in a collection of documents </a:t>
            </a:r>
          </a:p>
          <a:p>
            <a:pPr lvl="1">
              <a:lnSpc>
                <a:spcPct val="90000"/>
              </a:lnSpc>
            </a:pPr>
            <a:r>
              <a:rPr lang="en-US" sz="2200" dirty="0"/>
              <a:t>Often represented as integer variables.   </a:t>
            </a:r>
          </a:p>
          <a:p>
            <a:pPr lvl="1">
              <a:lnSpc>
                <a:spcPct val="90000"/>
              </a:lnSpc>
            </a:pPr>
            <a:r>
              <a:rPr lang="en-US" sz="2200" dirty="0"/>
              <a:t>Note: </a:t>
            </a:r>
            <a:r>
              <a:rPr lang="en-US" sz="2200" dirty="0">
                <a:solidFill>
                  <a:srgbClr val="CC3300"/>
                </a:solidFill>
              </a:rPr>
              <a:t>binary attributes</a:t>
            </a:r>
            <a:r>
              <a:rPr lang="en-US" sz="2200" dirty="0"/>
              <a:t> are a special case of discrete attributes </a:t>
            </a:r>
          </a:p>
          <a:p>
            <a:pPr>
              <a:lnSpc>
                <a:spcPct val="90000"/>
              </a:lnSpc>
            </a:pPr>
            <a:r>
              <a:rPr lang="en-US" dirty="0"/>
              <a:t>Continuous Attribute </a:t>
            </a:r>
          </a:p>
          <a:p>
            <a:pPr lvl="1">
              <a:lnSpc>
                <a:spcPct val="90000"/>
              </a:lnSpc>
            </a:pPr>
            <a:r>
              <a:rPr lang="en-US" sz="2200" dirty="0"/>
              <a:t>Has real numbers as attribute values</a:t>
            </a:r>
          </a:p>
          <a:p>
            <a:pPr lvl="1">
              <a:lnSpc>
                <a:spcPct val="90000"/>
              </a:lnSpc>
            </a:pPr>
            <a:r>
              <a:rPr lang="en-US" sz="2200" dirty="0"/>
              <a:t>Examples: temperature, height, or weight.  </a:t>
            </a:r>
          </a:p>
          <a:p>
            <a:pPr lvl="1">
              <a:lnSpc>
                <a:spcPct val="90000"/>
              </a:lnSpc>
            </a:pPr>
            <a:r>
              <a:rPr lang="en-US" sz="2200" dirty="0"/>
              <a:t>Practically, real values can only be measured and represented using a finite number of digits.</a:t>
            </a:r>
          </a:p>
          <a:p>
            <a:pPr lvl="1">
              <a:lnSpc>
                <a:spcPct val="90000"/>
              </a:lnSpc>
            </a:pPr>
            <a:r>
              <a:rPr lang="en-US" sz="2200" dirty="0"/>
              <a:t>Continuous attributes are typically represented as floating-point variables.  </a:t>
            </a:r>
          </a:p>
        </p:txBody>
      </p:sp>
      <p:sp>
        <p:nvSpPr>
          <p:cNvPr id="12290" name="Rectangle 4"/>
          <p:cNvSpPr>
            <a:spLocks noGrp="1" noChangeArrowheads="1"/>
          </p:cNvSpPr>
          <p:nvPr>
            <p:ph type="title" idx="4294967295"/>
          </p:nvPr>
        </p:nvSpPr>
        <p:spPr>
          <a:xfrm>
            <a:off x="0" y="274638"/>
            <a:ext cx="8229600" cy="1143000"/>
          </a:xfrm>
        </p:spPr>
        <p:txBody>
          <a:bodyPr/>
          <a:lstStyle/>
          <a:p>
            <a:r>
              <a:rPr lang="en-US"/>
              <a:t>Discrete and Continuous Attributes </a:t>
            </a:r>
          </a:p>
        </p:txBody>
      </p:sp>
      <p:sp>
        <p:nvSpPr>
          <p:cNvPr id="4"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2</a:t>
            </a:r>
            <a:fld id="{00000000-1234-1234-1234-123412341234}" type="slidenum">
              <a:rPr lang="en-US" sz="1600" b="1" smtClean="0">
                <a:latin typeface="Tahoma"/>
                <a:ea typeface="Tahoma"/>
                <a:cs typeface="Tahoma"/>
                <a:sym typeface="Tahoma"/>
              </a:rPr>
              <a:pPr>
                <a:buSzPts val="1600"/>
              </a:pPr>
              <a:t>23</a:t>
            </a:fld>
            <a:endParaRPr lang="en-US" sz="1600" b="1" dirty="0">
              <a:latin typeface="Tahoma"/>
              <a:ea typeface="Tahoma"/>
              <a:cs typeface="Tahoma"/>
              <a:sym typeface="Tahoma"/>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8D429FD3-C805-A8C1-1F2E-84A9FB4BB3F0}"/>
                  </a:ext>
                </a:extLst>
              </p14:cNvPr>
              <p14:cNvContentPartPr/>
              <p14:nvPr/>
            </p14:nvContentPartPr>
            <p14:xfrm>
              <a:off x="102960" y="1577520"/>
              <a:ext cx="4587480" cy="2572200"/>
            </p14:xfrm>
          </p:contentPart>
        </mc:Choice>
        <mc:Fallback xmlns="">
          <p:pic>
            <p:nvPicPr>
              <p:cNvPr id="2" name="Ink 1">
                <a:extLst>
                  <a:ext uri="{FF2B5EF4-FFF2-40B4-BE49-F238E27FC236}">
                    <a16:creationId xmlns:a16="http://schemas.microsoft.com/office/drawing/2014/main" id="{8D429FD3-C805-A8C1-1F2E-84A9FB4BB3F0}"/>
                  </a:ext>
                </a:extLst>
              </p:cNvPr>
              <p:cNvPicPr/>
              <p:nvPr/>
            </p:nvPicPr>
            <p:blipFill>
              <a:blip r:embed="rId4"/>
              <a:stretch>
                <a:fillRect/>
              </a:stretch>
            </p:blipFill>
            <p:spPr>
              <a:xfrm>
                <a:off x="93600" y="1568160"/>
                <a:ext cx="4606200" cy="2590920"/>
              </a:xfrm>
              <a:prstGeom prst="rect">
                <a:avLst/>
              </a:prstGeom>
            </p:spPr>
          </p:pic>
        </mc:Fallback>
      </mc:AlternateContent>
    </p:spTree>
    <p:extLst>
      <p:ext uri="{BB962C8B-B14F-4D97-AF65-F5344CB8AC3E}">
        <p14:creationId xmlns:p14="http://schemas.microsoft.com/office/powerpoint/2010/main" val="40830950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idx="1"/>
          </p:nvPr>
        </p:nvSpPr>
        <p:spPr>
          <a:noFill/>
        </p:spPr>
        <p:txBody>
          <a:bodyPr>
            <a:normAutofit/>
          </a:bodyPr>
          <a:lstStyle/>
          <a:p>
            <a:pPr lvl="1">
              <a:lnSpc>
                <a:spcPct val="95000"/>
              </a:lnSpc>
              <a:spcBef>
                <a:spcPct val="20000"/>
              </a:spcBef>
            </a:pPr>
            <a:r>
              <a:rPr lang="en-US" sz="1800" dirty="0">
                <a:latin typeface="+mj-lt"/>
              </a:rPr>
              <a:t>Dimensionality (number of attributes)</a:t>
            </a:r>
          </a:p>
          <a:p>
            <a:pPr lvl="2">
              <a:lnSpc>
                <a:spcPct val="95000"/>
              </a:lnSpc>
              <a:spcBef>
                <a:spcPct val="20000"/>
              </a:spcBef>
            </a:pPr>
            <a:r>
              <a:rPr lang="en-US" sz="1800" dirty="0">
                <a:latin typeface="+mj-lt"/>
              </a:rPr>
              <a:t> High dimensional data brings a number of challenges</a:t>
            </a:r>
          </a:p>
          <a:p>
            <a:pPr lvl="1">
              <a:lnSpc>
                <a:spcPct val="95000"/>
              </a:lnSpc>
              <a:spcBef>
                <a:spcPct val="20000"/>
              </a:spcBef>
            </a:pPr>
            <a:endParaRPr lang="en-US" sz="1800" dirty="0">
              <a:latin typeface="+mj-lt"/>
            </a:endParaRPr>
          </a:p>
          <a:p>
            <a:pPr lvl="1">
              <a:lnSpc>
                <a:spcPct val="95000"/>
              </a:lnSpc>
              <a:spcBef>
                <a:spcPct val="20000"/>
              </a:spcBef>
            </a:pPr>
            <a:r>
              <a:rPr lang="en-US" sz="1800" dirty="0" err="1">
                <a:latin typeface="+mj-lt"/>
              </a:rPr>
              <a:t>Sparsity</a:t>
            </a:r>
            <a:endParaRPr lang="en-US" sz="1800" dirty="0">
              <a:latin typeface="+mj-lt"/>
            </a:endParaRPr>
          </a:p>
          <a:p>
            <a:pPr lvl="2">
              <a:lnSpc>
                <a:spcPct val="95000"/>
              </a:lnSpc>
              <a:spcBef>
                <a:spcPct val="20000"/>
              </a:spcBef>
            </a:pPr>
            <a:r>
              <a:rPr lang="en-US" sz="1800" dirty="0">
                <a:latin typeface="+mj-lt"/>
              </a:rPr>
              <a:t> Only presence counts</a:t>
            </a:r>
          </a:p>
          <a:p>
            <a:pPr lvl="1">
              <a:lnSpc>
                <a:spcPct val="95000"/>
              </a:lnSpc>
              <a:spcBef>
                <a:spcPct val="20000"/>
              </a:spcBef>
            </a:pPr>
            <a:endParaRPr lang="en-US" sz="1800" dirty="0">
              <a:latin typeface="+mj-lt"/>
            </a:endParaRPr>
          </a:p>
          <a:p>
            <a:pPr lvl="1">
              <a:lnSpc>
                <a:spcPct val="95000"/>
              </a:lnSpc>
              <a:spcBef>
                <a:spcPct val="20000"/>
              </a:spcBef>
            </a:pPr>
            <a:r>
              <a:rPr lang="en-US" sz="1800" dirty="0">
                <a:latin typeface="+mj-lt"/>
              </a:rPr>
              <a:t>Resolution</a:t>
            </a:r>
          </a:p>
          <a:p>
            <a:pPr lvl="2" indent="-342900">
              <a:lnSpc>
                <a:spcPct val="105000"/>
              </a:lnSpc>
              <a:spcBef>
                <a:spcPct val="20000"/>
              </a:spcBef>
            </a:pPr>
            <a:r>
              <a:rPr lang="en-US" sz="1800" dirty="0">
                <a:latin typeface="+mj-lt"/>
              </a:rPr>
              <a:t> Patterns depend on the scale </a:t>
            </a:r>
          </a:p>
          <a:p>
            <a:pPr lvl="2">
              <a:lnSpc>
                <a:spcPct val="95000"/>
              </a:lnSpc>
              <a:spcBef>
                <a:spcPct val="20000"/>
              </a:spcBef>
            </a:pPr>
            <a:endParaRPr lang="en-US" sz="1800" dirty="0">
              <a:latin typeface="+mj-lt"/>
            </a:endParaRPr>
          </a:p>
          <a:p>
            <a:pPr lvl="1">
              <a:lnSpc>
                <a:spcPct val="95000"/>
              </a:lnSpc>
              <a:spcBef>
                <a:spcPct val="20000"/>
              </a:spcBef>
            </a:pPr>
            <a:r>
              <a:rPr lang="en-US" sz="1800" dirty="0">
                <a:latin typeface="+mj-lt"/>
              </a:rPr>
              <a:t>Size</a:t>
            </a:r>
          </a:p>
          <a:p>
            <a:pPr lvl="2" indent="-342900">
              <a:lnSpc>
                <a:spcPct val="115000"/>
              </a:lnSpc>
              <a:spcBef>
                <a:spcPct val="20000"/>
              </a:spcBef>
            </a:pPr>
            <a:r>
              <a:rPr lang="en-US" sz="1800" dirty="0">
                <a:latin typeface="+mj-lt"/>
              </a:rPr>
              <a:t>Type of analysis may depend on size of data</a:t>
            </a:r>
          </a:p>
          <a:p>
            <a:pPr lvl="1">
              <a:lnSpc>
                <a:spcPct val="95000"/>
              </a:lnSpc>
              <a:spcBef>
                <a:spcPct val="20000"/>
              </a:spcBef>
            </a:pPr>
            <a:endParaRPr lang="en-US" sz="1800" dirty="0">
              <a:latin typeface="+mj-lt"/>
            </a:endParaRPr>
          </a:p>
          <a:p>
            <a:pPr lvl="1">
              <a:lnSpc>
                <a:spcPct val="95000"/>
              </a:lnSpc>
              <a:spcBef>
                <a:spcPct val="20000"/>
              </a:spcBef>
            </a:pPr>
            <a:endParaRPr lang="en-US" sz="1800" dirty="0">
              <a:latin typeface="+mj-lt"/>
            </a:endParaRPr>
          </a:p>
          <a:p>
            <a:pPr lvl="1">
              <a:lnSpc>
                <a:spcPct val="95000"/>
              </a:lnSpc>
              <a:spcBef>
                <a:spcPct val="20000"/>
              </a:spcBef>
            </a:pPr>
            <a:endParaRPr lang="en-US" sz="1800" b="1" dirty="0">
              <a:latin typeface="+mj-lt"/>
            </a:endParaRPr>
          </a:p>
        </p:txBody>
      </p:sp>
      <p:sp>
        <p:nvSpPr>
          <p:cNvPr id="15362" name="Rectangle 2"/>
          <p:cNvSpPr>
            <a:spLocks noGrp="1" noChangeArrowheads="1"/>
          </p:cNvSpPr>
          <p:nvPr>
            <p:ph type="title" idx="4294967295"/>
          </p:nvPr>
        </p:nvSpPr>
        <p:spPr>
          <a:xfrm>
            <a:off x="-858520" y="617855"/>
            <a:ext cx="8585200" cy="685800"/>
          </a:xfrm>
        </p:spPr>
        <p:txBody>
          <a:bodyPr>
            <a:normAutofit/>
          </a:bodyPr>
          <a:lstStyle/>
          <a:p>
            <a:r>
              <a:rPr lang="en-US" sz="3200" b="1" dirty="0">
                <a:latin typeface="+mj-lt"/>
              </a:rPr>
              <a:t>Important Characteristics of Data</a:t>
            </a:r>
          </a:p>
        </p:txBody>
      </p:sp>
      <p:sp>
        <p:nvSpPr>
          <p:cNvPr id="4"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24</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2220C70A-AAC2-12E8-39A6-5718C8A3F0C4}"/>
                  </a:ext>
                </a:extLst>
              </p14:cNvPr>
              <p14:cNvContentPartPr/>
              <p14:nvPr/>
            </p14:nvContentPartPr>
            <p14:xfrm>
              <a:off x="4317120" y="1534320"/>
              <a:ext cx="2105280" cy="1586160"/>
            </p14:xfrm>
          </p:contentPart>
        </mc:Choice>
        <mc:Fallback xmlns="">
          <p:pic>
            <p:nvPicPr>
              <p:cNvPr id="2" name="Ink 1">
                <a:extLst>
                  <a:ext uri="{FF2B5EF4-FFF2-40B4-BE49-F238E27FC236}">
                    <a16:creationId xmlns:a16="http://schemas.microsoft.com/office/drawing/2014/main" id="{2220C70A-AAC2-12E8-39A6-5718C8A3F0C4}"/>
                  </a:ext>
                </a:extLst>
              </p:cNvPr>
              <p:cNvPicPr/>
              <p:nvPr/>
            </p:nvPicPr>
            <p:blipFill>
              <a:blip r:embed="rId4"/>
              <a:stretch>
                <a:fillRect/>
              </a:stretch>
            </p:blipFill>
            <p:spPr>
              <a:xfrm>
                <a:off x="4307760" y="1524960"/>
                <a:ext cx="2124000" cy="1604880"/>
              </a:xfrm>
              <a:prstGeom prst="rect">
                <a:avLst/>
              </a:prstGeom>
            </p:spPr>
          </p:pic>
        </mc:Fallback>
      </mc:AlternateContent>
    </p:spTree>
    <p:extLst>
      <p:ext uri="{BB962C8B-B14F-4D97-AF65-F5344CB8AC3E}">
        <p14:creationId xmlns:p14="http://schemas.microsoft.com/office/powerpoint/2010/main" val="27085702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8"/>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p>
            <a:pPr marL="0" lvl="0" indent="0" algn="l" rtl="0">
              <a:lnSpc>
                <a:spcPct val="150000"/>
              </a:lnSpc>
              <a:spcBef>
                <a:spcPts val="0"/>
              </a:spcBef>
              <a:spcAft>
                <a:spcPts val="0"/>
              </a:spcAft>
              <a:buClr>
                <a:schemeClr val="dk1"/>
              </a:buClr>
              <a:buSzPts val="2400"/>
              <a:buNone/>
            </a:pPr>
            <a:r>
              <a:rPr lang="en-US" sz="2400"/>
              <a:t>Data Types</a:t>
            </a:r>
            <a:endParaRPr sz="2400"/>
          </a:p>
        </p:txBody>
      </p:sp>
      <p:sp>
        <p:nvSpPr>
          <p:cNvPr id="610" name="Google Shape;610;p8"/>
          <p:cNvSpPr txBox="1">
            <a:spLocks noGrp="1"/>
          </p:cNvSpPr>
          <p:nvPr>
            <p:ph type="body" idx="1"/>
          </p:nvPr>
        </p:nvSpPr>
        <p:spPr>
          <a:xfrm>
            <a:off x="304800" y="1447800"/>
            <a:ext cx="66294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SzPts val="1800"/>
              <a:buFont typeface="Arial"/>
              <a:buChar char="•"/>
            </a:pPr>
            <a:r>
              <a:rPr lang="en-US" sz="1800" dirty="0">
                <a:solidFill>
                  <a:srgbClr val="7030A0"/>
                </a:solidFill>
              </a:rPr>
              <a:t>Relational/Object</a:t>
            </a:r>
            <a:endParaRPr dirty="0"/>
          </a:p>
          <a:p>
            <a:pPr marL="342900" lvl="0" indent="-342900" algn="l" rtl="0">
              <a:lnSpc>
                <a:spcPct val="150000"/>
              </a:lnSpc>
              <a:spcBef>
                <a:spcPts val="360"/>
              </a:spcBef>
              <a:spcAft>
                <a:spcPts val="0"/>
              </a:spcAft>
              <a:buSzPts val="1800"/>
              <a:buFont typeface="Arial"/>
              <a:buChar char="•"/>
            </a:pPr>
            <a:r>
              <a:rPr lang="en-US" sz="1800" dirty="0"/>
              <a:t>Transactional Data</a:t>
            </a:r>
            <a:endParaRPr dirty="0"/>
          </a:p>
          <a:p>
            <a:pPr marL="342900" lvl="0" indent="-342900" algn="l" rtl="0">
              <a:lnSpc>
                <a:spcPct val="150000"/>
              </a:lnSpc>
              <a:spcBef>
                <a:spcPts val="360"/>
              </a:spcBef>
              <a:spcAft>
                <a:spcPts val="0"/>
              </a:spcAft>
              <a:buSzPts val="1800"/>
              <a:buFont typeface="Arial"/>
              <a:buChar char="•"/>
            </a:pPr>
            <a:r>
              <a:rPr lang="en-US" sz="1800" dirty="0"/>
              <a:t>Document Data</a:t>
            </a:r>
            <a:endParaRPr sz="1800" dirty="0"/>
          </a:p>
          <a:p>
            <a:pPr marL="342900" lvl="0" indent="-342900" algn="l" rtl="0">
              <a:lnSpc>
                <a:spcPct val="150000"/>
              </a:lnSpc>
              <a:spcBef>
                <a:spcPts val="360"/>
              </a:spcBef>
              <a:spcAft>
                <a:spcPts val="0"/>
              </a:spcAft>
              <a:buSzPts val="1800"/>
              <a:buFont typeface="Arial"/>
              <a:buChar char="•"/>
            </a:pPr>
            <a:r>
              <a:rPr lang="en-US" sz="1800" dirty="0"/>
              <a:t>Web &amp; Social Network Data</a:t>
            </a:r>
            <a:endParaRPr dirty="0"/>
          </a:p>
          <a:p>
            <a:pPr marL="342900" lvl="0" indent="-342900" algn="l" rtl="0">
              <a:lnSpc>
                <a:spcPct val="150000"/>
              </a:lnSpc>
              <a:spcBef>
                <a:spcPts val="360"/>
              </a:spcBef>
              <a:spcAft>
                <a:spcPts val="0"/>
              </a:spcAft>
              <a:buSzPts val="1800"/>
              <a:buFont typeface="Arial"/>
              <a:buChar char="•"/>
            </a:pPr>
            <a:r>
              <a:rPr lang="en-US" sz="1800" dirty="0"/>
              <a:t>Spatial Data</a:t>
            </a:r>
            <a:endParaRPr sz="1800" dirty="0"/>
          </a:p>
          <a:p>
            <a:pPr marL="342900" lvl="0" indent="-342900" algn="l" rtl="0">
              <a:lnSpc>
                <a:spcPct val="150000"/>
              </a:lnSpc>
              <a:spcBef>
                <a:spcPts val="360"/>
              </a:spcBef>
              <a:spcAft>
                <a:spcPts val="0"/>
              </a:spcAft>
              <a:buSzPts val="1800"/>
              <a:buFont typeface="Arial"/>
              <a:buChar char="•"/>
            </a:pPr>
            <a:r>
              <a:rPr lang="en-US" sz="1800" dirty="0"/>
              <a:t>Time Series</a:t>
            </a:r>
            <a:endParaRPr dirty="0"/>
          </a:p>
          <a:p>
            <a:pPr marL="342900" lvl="0" indent="-342900" algn="l" rtl="0">
              <a:lnSpc>
                <a:spcPct val="150000"/>
              </a:lnSpc>
              <a:spcBef>
                <a:spcPts val="360"/>
              </a:spcBef>
              <a:spcAft>
                <a:spcPts val="0"/>
              </a:spcAft>
              <a:buSzPts val="1800"/>
              <a:buFont typeface="Arial"/>
              <a:buChar char="•"/>
            </a:pPr>
            <a:r>
              <a:rPr lang="en-US" sz="1800" dirty="0"/>
              <a:t>Sequence Data</a:t>
            </a:r>
            <a:endParaRPr sz="1800" dirty="0"/>
          </a:p>
          <a:p>
            <a:pPr marL="342900" lvl="0" indent="-228600" algn="l" rtl="0">
              <a:lnSpc>
                <a:spcPct val="150000"/>
              </a:lnSpc>
              <a:spcBef>
                <a:spcPts val="360"/>
              </a:spcBef>
              <a:spcAft>
                <a:spcPts val="0"/>
              </a:spcAft>
              <a:buSzPts val="1800"/>
              <a:buFont typeface="Arial"/>
              <a:buNone/>
            </a:pPr>
            <a:endParaRPr sz="1800" dirty="0"/>
          </a:p>
          <a:p>
            <a:pPr marL="342900" lvl="0" indent="-228600" algn="l" rtl="0">
              <a:lnSpc>
                <a:spcPct val="150000"/>
              </a:lnSpc>
              <a:spcBef>
                <a:spcPts val="360"/>
              </a:spcBef>
              <a:spcAft>
                <a:spcPts val="0"/>
              </a:spcAft>
              <a:buSzPts val="1800"/>
              <a:buFont typeface="Arial"/>
              <a:buNone/>
            </a:pPr>
            <a:endParaRPr sz="1800" dirty="0"/>
          </a:p>
        </p:txBody>
      </p:sp>
      <p:pic>
        <p:nvPicPr>
          <p:cNvPr id="611" name="Google Shape;611;p8"/>
          <p:cNvPicPr preferRelativeResize="0"/>
          <p:nvPr/>
        </p:nvPicPr>
        <p:blipFill rotWithShape="1">
          <a:blip r:embed="rId3">
            <a:alphaModFix/>
          </a:blip>
          <a:srcRect/>
          <a:stretch/>
        </p:blipFill>
        <p:spPr>
          <a:xfrm>
            <a:off x="2790628" y="4343399"/>
            <a:ext cx="6381421" cy="1630363"/>
          </a:xfrm>
          <a:prstGeom prst="rect">
            <a:avLst/>
          </a:prstGeom>
          <a:noFill/>
          <a:ln>
            <a:noFill/>
          </a:ln>
        </p:spPr>
      </p:pic>
      <p:sp>
        <p:nvSpPr>
          <p:cNvPr id="612" name="Google Shape;612;p8"/>
          <p:cNvSpPr txBox="1"/>
          <p:nvPr/>
        </p:nvSpPr>
        <p:spPr>
          <a:xfrm>
            <a:off x="2546243" y="3387615"/>
            <a:ext cx="6597757" cy="830997"/>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rgbClr val="C00000"/>
                </a:solidFill>
                <a:latin typeface="Calibri"/>
                <a:ea typeface="Calibri"/>
                <a:cs typeface="Calibri"/>
                <a:sym typeface="Calibri"/>
              </a:rPr>
              <a:t>Discrete Numeric                                                                            </a:t>
            </a:r>
            <a:r>
              <a:rPr lang="en-US" sz="1600" dirty="0">
                <a:solidFill>
                  <a:srgbClr val="C00000"/>
                </a:solidFill>
                <a:latin typeface="Calibri"/>
                <a:ea typeface="Calibri"/>
                <a:cs typeface="Calibri"/>
                <a:sym typeface="Calibri"/>
              </a:rPr>
              <a:t>                </a:t>
            </a:r>
            <a:r>
              <a:rPr lang="en-US" sz="1600" b="0" i="0" u="none" strike="noStrike" cap="none" dirty="0">
                <a:solidFill>
                  <a:srgbClr val="C00000"/>
                </a:solidFill>
                <a:latin typeface="Calibri"/>
                <a:ea typeface="Calibri"/>
                <a:cs typeface="Calibri"/>
                <a:sym typeface="Calibri"/>
              </a:rPr>
              <a:t>Binary</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rgbClr val="C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rgbClr val="C00000"/>
                </a:solidFill>
                <a:latin typeface="Calibri"/>
                <a:ea typeface="Calibri"/>
                <a:cs typeface="Calibri"/>
                <a:sym typeface="Calibri"/>
              </a:rPr>
              <a:t>                               </a:t>
            </a:r>
            <a:r>
              <a:rPr lang="en-US" sz="1600" dirty="0">
                <a:solidFill>
                  <a:srgbClr val="C00000"/>
                </a:solidFill>
                <a:latin typeface="Calibri"/>
                <a:ea typeface="Calibri"/>
                <a:cs typeface="Calibri"/>
                <a:sym typeface="Calibri"/>
              </a:rPr>
              <a:t>             </a:t>
            </a:r>
            <a:r>
              <a:rPr lang="en-US" sz="1600" b="0" i="0" u="none" strike="noStrike" cap="none" dirty="0">
                <a:solidFill>
                  <a:srgbClr val="C00000"/>
                </a:solidFill>
                <a:latin typeface="Calibri"/>
                <a:ea typeface="Calibri"/>
                <a:cs typeface="Calibri"/>
                <a:sym typeface="Calibri"/>
              </a:rPr>
              <a:t>Binary    Ordinal        Continuous Numeric</a:t>
            </a:r>
            <a:endParaRPr sz="1600" b="0" i="0" u="none" strike="noStrike" cap="none" dirty="0">
              <a:solidFill>
                <a:srgbClr val="C00000"/>
              </a:solidFill>
              <a:latin typeface="Calibri"/>
              <a:ea typeface="Calibri"/>
              <a:cs typeface="Calibri"/>
              <a:sym typeface="Calibri"/>
            </a:endParaRPr>
          </a:p>
        </p:txBody>
      </p:sp>
      <p:cxnSp>
        <p:nvCxnSpPr>
          <p:cNvPr id="613" name="Google Shape;613;p8"/>
          <p:cNvCxnSpPr/>
          <p:nvPr/>
        </p:nvCxnSpPr>
        <p:spPr>
          <a:xfrm rot="10800000">
            <a:off x="3200400" y="3710781"/>
            <a:ext cx="419100" cy="708819"/>
          </a:xfrm>
          <a:prstGeom prst="straightConnector1">
            <a:avLst/>
          </a:prstGeom>
          <a:noFill/>
          <a:ln w="9525" cap="flat" cmpd="sng">
            <a:solidFill>
              <a:srgbClr val="4A7DBA"/>
            </a:solidFill>
            <a:prstDash val="solid"/>
            <a:round/>
            <a:headEnd type="none" w="sm" len="sm"/>
            <a:tailEnd type="triangle" w="med" len="med"/>
          </a:ln>
        </p:spPr>
      </p:cxnSp>
      <p:cxnSp>
        <p:nvCxnSpPr>
          <p:cNvPr id="614" name="Google Shape;614;p8"/>
          <p:cNvCxnSpPr/>
          <p:nvPr/>
        </p:nvCxnSpPr>
        <p:spPr>
          <a:xfrm rot="10800000">
            <a:off x="5009756" y="4128606"/>
            <a:ext cx="95644" cy="242407"/>
          </a:xfrm>
          <a:prstGeom prst="straightConnector1">
            <a:avLst/>
          </a:prstGeom>
          <a:noFill/>
          <a:ln w="9525" cap="flat" cmpd="sng">
            <a:solidFill>
              <a:srgbClr val="4A7DBA"/>
            </a:solidFill>
            <a:prstDash val="solid"/>
            <a:round/>
            <a:headEnd type="none" w="sm" len="sm"/>
            <a:tailEnd type="triangle" w="med" len="med"/>
          </a:ln>
        </p:spPr>
      </p:cxnSp>
      <p:cxnSp>
        <p:nvCxnSpPr>
          <p:cNvPr id="615" name="Google Shape;615;p8"/>
          <p:cNvCxnSpPr/>
          <p:nvPr/>
        </p:nvCxnSpPr>
        <p:spPr>
          <a:xfrm rot="10800000">
            <a:off x="6105328" y="4142413"/>
            <a:ext cx="143072" cy="429587"/>
          </a:xfrm>
          <a:prstGeom prst="straightConnector1">
            <a:avLst/>
          </a:prstGeom>
          <a:noFill/>
          <a:ln w="9525" cap="flat" cmpd="sng">
            <a:solidFill>
              <a:srgbClr val="4A7DBA"/>
            </a:solidFill>
            <a:prstDash val="solid"/>
            <a:round/>
            <a:headEnd type="none" w="sm" len="sm"/>
            <a:tailEnd type="triangle" w="med" len="med"/>
          </a:ln>
        </p:spPr>
      </p:cxnSp>
      <p:cxnSp>
        <p:nvCxnSpPr>
          <p:cNvPr id="616" name="Google Shape;616;p8"/>
          <p:cNvCxnSpPr/>
          <p:nvPr/>
        </p:nvCxnSpPr>
        <p:spPr>
          <a:xfrm rot="10800000">
            <a:off x="7239000" y="4065190"/>
            <a:ext cx="104972" cy="506810"/>
          </a:xfrm>
          <a:prstGeom prst="straightConnector1">
            <a:avLst/>
          </a:prstGeom>
          <a:noFill/>
          <a:ln w="9525" cap="flat" cmpd="sng">
            <a:solidFill>
              <a:srgbClr val="4A7DBA"/>
            </a:solidFill>
            <a:prstDash val="solid"/>
            <a:round/>
            <a:headEnd type="none" w="sm" len="sm"/>
            <a:tailEnd type="triangle" w="med" len="med"/>
          </a:ln>
        </p:spPr>
      </p:cxnSp>
      <p:cxnSp>
        <p:nvCxnSpPr>
          <p:cNvPr id="617" name="Google Shape;617;p8"/>
          <p:cNvCxnSpPr/>
          <p:nvPr/>
        </p:nvCxnSpPr>
        <p:spPr>
          <a:xfrm rot="10800000">
            <a:off x="8734228" y="3710781"/>
            <a:ext cx="0" cy="861219"/>
          </a:xfrm>
          <a:prstGeom prst="straightConnector1">
            <a:avLst/>
          </a:prstGeom>
          <a:noFill/>
          <a:ln w="9525" cap="flat" cmpd="sng">
            <a:solidFill>
              <a:srgbClr val="4A7DBA"/>
            </a:solidFill>
            <a:prstDash val="solid"/>
            <a:round/>
            <a:headEnd type="none" w="sm" len="sm"/>
            <a:tailEnd type="triangle" w="med" len="med"/>
          </a:ln>
        </p:spPr>
      </p:cxnSp>
      <p:sp>
        <p:nvSpPr>
          <p:cNvPr id="11"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25</a:t>
            </a:r>
          </a:p>
        </p:txBody>
      </p:sp>
    </p:spTree>
    <p:extLst>
      <p:ext uri="{BB962C8B-B14F-4D97-AF65-F5344CB8AC3E}">
        <p14:creationId xmlns:p14="http://schemas.microsoft.com/office/powerpoint/2010/main" val="1363608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sp>
        <p:nvSpPr>
          <p:cNvPr id="623" name="Google Shape;623;p9"/>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p>
            <a:pPr marL="0" lvl="0" indent="0" algn="l" rtl="0">
              <a:lnSpc>
                <a:spcPct val="150000"/>
              </a:lnSpc>
              <a:spcBef>
                <a:spcPts val="0"/>
              </a:spcBef>
              <a:spcAft>
                <a:spcPts val="0"/>
              </a:spcAft>
              <a:buClr>
                <a:schemeClr val="dk1"/>
              </a:buClr>
              <a:buSzPts val="2400"/>
              <a:buNone/>
            </a:pPr>
            <a:r>
              <a:rPr lang="en-US" sz="2400"/>
              <a:t>Data Types</a:t>
            </a:r>
            <a:endParaRPr sz="2400"/>
          </a:p>
        </p:txBody>
      </p:sp>
      <p:sp>
        <p:nvSpPr>
          <p:cNvPr id="624" name="Google Shape;624;p9"/>
          <p:cNvSpPr txBox="1">
            <a:spLocks noGrp="1"/>
          </p:cNvSpPr>
          <p:nvPr>
            <p:ph type="body" idx="1"/>
          </p:nvPr>
        </p:nvSpPr>
        <p:spPr>
          <a:xfrm>
            <a:off x="304800" y="1447800"/>
            <a:ext cx="66294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SzPts val="1800"/>
              <a:buFont typeface="Arial"/>
              <a:buChar char="•"/>
            </a:pPr>
            <a:r>
              <a:rPr lang="en-US" sz="1800"/>
              <a:t>Relational/Object</a:t>
            </a:r>
            <a:endParaRPr/>
          </a:p>
          <a:p>
            <a:pPr marL="342900" lvl="0" indent="-342900" algn="l" rtl="0">
              <a:lnSpc>
                <a:spcPct val="150000"/>
              </a:lnSpc>
              <a:spcBef>
                <a:spcPts val="360"/>
              </a:spcBef>
              <a:spcAft>
                <a:spcPts val="0"/>
              </a:spcAft>
              <a:buSzPts val="1800"/>
              <a:buFont typeface="Arial"/>
              <a:buChar char="•"/>
            </a:pPr>
            <a:r>
              <a:rPr lang="en-US" sz="1800">
                <a:solidFill>
                  <a:srgbClr val="7030A0"/>
                </a:solidFill>
              </a:rPr>
              <a:t>Transactional Data</a:t>
            </a:r>
            <a:endParaRPr/>
          </a:p>
          <a:p>
            <a:pPr marL="342900" lvl="0" indent="-342900" algn="l" rtl="0">
              <a:lnSpc>
                <a:spcPct val="150000"/>
              </a:lnSpc>
              <a:spcBef>
                <a:spcPts val="360"/>
              </a:spcBef>
              <a:spcAft>
                <a:spcPts val="0"/>
              </a:spcAft>
              <a:buSzPts val="1800"/>
              <a:buFont typeface="Arial"/>
              <a:buChar char="•"/>
            </a:pPr>
            <a:r>
              <a:rPr lang="en-US" sz="1800"/>
              <a:t>Document Data</a:t>
            </a:r>
            <a:endParaRPr sz="1800"/>
          </a:p>
          <a:p>
            <a:pPr marL="342900" lvl="0" indent="-342900" algn="l" rtl="0">
              <a:lnSpc>
                <a:spcPct val="150000"/>
              </a:lnSpc>
              <a:spcBef>
                <a:spcPts val="360"/>
              </a:spcBef>
              <a:spcAft>
                <a:spcPts val="0"/>
              </a:spcAft>
              <a:buSzPts val="1800"/>
              <a:buFont typeface="Arial"/>
              <a:buChar char="•"/>
            </a:pPr>
            <a:r>
              <a:rPr lang="en-US" sz="1800"/>
              <a:t>Web &amp; Social Network </a:t>
            </a:r>
            <a:endParaRPr sz="1800"/>
          </a:p>
          <a:p>
            <a:pPr marL="342900" lvl="0" indent="-342900" algn="l" rtl="0">
              <a:lnSpc>
                <a:spcPct val="150000"/>
              </a:lnSpc>
              <a:spcBef>
                <a:spcPts val="360"/>
              </a:spcBef>
              <a:spcAft>
                <a:spcPts val="0"/>
              </a:spcAft>
              <a:buSzPts val="1800"/>
              <a:buFont typeface="Arial"/>
              <a:buChar char="•"/>
            </a:pPr>
            <a:r>
              <a:rPr lang="en-US" sz="1800"/>
              <a:t>Spatial Data</a:t>
            </a:r>
            <a:endParaRPr sz="1800"/>
          </a:p>
          <a:p>
            <a:pPr marL="342900" lvl="0" indent="-342900" algn="l" rtl="0">
              <a:lnSpc>
                <a:spcPct val="150000"/>
              </a:lnSpc>
              <a:spcBef>
                <a:spcPts val="360"/>
              </a:spcBef>
              <a:spcAft>
                <a:spcPts val="0"/>
              </a:spcAft>
              <a:buSzPts val="1800"/>
              <a:buFont typeface="Arial"/>
              <a:buChar char="•"/>
            </a:pPr>
            <a:r>
              <a:rPr lang="en-US" sz="1800"/>
              <a:t>Time Series</a:t>
            </a:r>
            <a:endParaRPr/>
          </a:p>
          <a:p>
            <a:pPr marL="342900" lvl="0" indent="-342900" algn="l" rtl="0">
              <a:lnSpc>
                <a:spcPct val="150000"/>
              </a:lnSpc>
              <a:spcBef>
                <a:spcPts val="360"/>
              </a:spcBef>
              <a:spcAft>
                <a:spcPts val="0"/>
              </a:spcAft>
              <a:buSzPts val="1800"/>
              <a:buFont typeface="Arial"/>
              <a:buChar char="•"/>
            </a:pPr>
            <a:r>
              <a:rPr lang="en-US" sz="1800"/>
              <a:t>Sequence Data</a:t>
            </a:r>
            <a:endParaRPr sz="1800"/>
          </a:p>
          <a:p>
            <a:pPr marL="342900" lvl="0" indent="-228600" algn="l" rtl="0">
              <a:lnSpc>
                <a:spcPct val="150000"/>
              </a:lnSpc>
              <a:spcBef>
                <a:spcPts val="360"/>
              </a:spcBef>
              <a:spcAft>
                <a:spcPts val="0"/>
              </a:spcAft>
              <a:buSzPts val="1800"/>
              <a:buFont typeface="Arial"/>
              <a:buNone/>
            </a:pPr>
            <a:endParaRPr sz="1800"/>
          </a:p>
          <a:p>
            <a:pPr marL="342900" lvl="0" indent="-228600" algn="l" rtl="0">
              <a:lnSpc>
                <a:spcPct val="150000"/>
              </a:lnSpc>
              <a:spcBef>
                <a:spcPts val="360"/>
              </a:spcBef>
              <a:spcAft>
                <a:spcPts val="0"/>
              </a:spcAft>
              <a:buSzPts val="1800"/>
              <a:buFont typeface="Arial"/>
              <a:buNone/>
            </a:pPr>
            <a:endParaRPr sz="1800"/>
          </a:p>
        </p:txBody>
      </p:sp>
      <p:pic>
        <p:nvPicPr>
          <p:cNvPr id="625" name="Google Shape;625;p9"/>
          <p:cNvPicPr preferRelativeResize="0"/>
          <p:nvPr/>
        </p:nvPicPr>
        <p:blipFill rotWithShape="1">
          <a:blip r:embed="rId3">
            <a:alphaModFix/>
          </a:blip>
          <a:srcRect/>
          <a:stretch/>
        </p:blipFill>
        <p:spPr>
          <a:xfrm>
            <a:off x="3467100" y="1447800"/>
            <a:ext cx="5638800" cy="3429000"/>
          </a:xfrm>
          <a:prstGeom prst="rect">
            <a:avLst/>
          </a:prstGeom>
          <a:noFill/>
          <a:ln>
            <a:noFill/>
          </a:ln>
        </p:spPr>
      </p:pic>
      <p:sp>
        <p:nvSpPr>
          <p:cNvPr id="5"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26</a:t>
            </a: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4020B1AC-D779-FFDD-79BA-17506F151507}"/>
                  </a:ext>
                </a:extLst>
              </p14:cNvPr>
              <p14:cNvContentPartPr/>
              <p14:nvPr/>
            </p14:nvContentPartPr>
            <p14:xfrm>
              <a:off x="2893680" y="2134440"/>
              <a:ext cx="5582160" cy="3048120"/>
            </p14:xfrm>
          </p:contentPart>
        </mc:Choice>
        <mc:Fallback xmlns="">
          <p:pic>
            <p:nvPicPr>
              <p:cNvPr id="2" name="Ink 1">
                <a:extLst>
                  <a:ext uri="{FF2B5EF4-FFF2-40B4-BE49-F238E27FC236}">
                    <a16:creationId xmlns:a16="http://schemas.microsoft.com/office/drawing/2014/main" id="{4020B1AC-D779-FFDD-79BA-17506F151507}"/>
                  </a:ext>
                </a:extLst>
              </p:cNvPr>
              <p:cNvPicPr/>
              <p:nvPr/>
            </p:nvPicPr>
            <p:blipFill>
              <a:blip r:embed="rId5"/>
              <a:stretch>
                <a:fillRect/>
              </a:stretch>
            </p:blipFill>
            <p:spPr>
              <a:xfrm>
                <a:off x="2884320" y="2125080"/>
                <a:ext cx="5600880" cy="3066840"/>
              </a:xfrm>
              <a:prstGeom prst="rect">
                <a:avLst/>
              </a:prstGeom>
            </p:spPr>
          </p:pic>
        </mc:Fallback>
      </mc:AlternateContent>
    </p:spTree>
    <p:extLst>
      <p:ext uri="{BB962C8B-B14F-4D97-AF65-F5344CB8AC3E}">
        <p14:creationId xmlns:p14="http://schemas.microsoft.com/office/powerpoint/2010/main" val="29653077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10"/>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p>
            <a:pPr marL="0" lvl="0" indent="0" algn="l" rtl="0">
              <a:lnSpc>
                <a:spcPct val="150000"/>
              </a:lnSpc>
              <a:spcBef>
                <a:spcPts val="0"/>
              </a:spcBef>
              <a:spcAft>
                <a:spcPts val="0"/>
              </a:spcAft>
              <a:buClr>
                <a:schemeClr val="dk1"/>
              </a:buClr>
              <a:buSzPts val="2400"/>
              <a:buNone/>
            </a:pPr>
            <a:r>
              <a:rPr lang="en-US" sz="2400"/>
              <a:t>Data Types</a:t>
            </a:r>
            <a:endParaRPr sz="2400"/>
          </a:p>
        </p:txBody>
      </p:sp>
      <p:sp>
        <p:nvSpPr>
          <p:cNvPr id="632" name="Google Shape;632;p10"/>
          <p:cNvSpPr txBox="1">
            <a:spLocks noGrp="1"/>
          </p:cNvSpPr>
          <p:nvPr>
            <p:ph type="body" idx="1"/>
          </p:nvPr>
        </p:nvSpPr>
        <p:spPr>
          <a:xfrm>
            <a:off x="304800" y="1447800"/>
            <a:ext cx="66294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SzPts val="1800"/>
              <a:buFont typeface="Arial"/>
              <a:buChar char="•"/>
            </a:pPr>
            <a:r>
              <a:rPr lang="en-US" sz="1800"/>
              <a:t>Relational/Objec</a:t>
            </a:r>
            <a:r>
              <a:rPr lang="en-US" sz="1800">
                <a:solidFill>
                  <a:srgbClr val="7030A0"/>
                </a:solidFill>
              </a:rPr>
              <a:t>t</a:t>
            </a:r>
            <a:endParaRPr/>
          </a:p>
          <a:p>
            <a:pPr marL="342900" lvl="0" indent="-342900" algn="l" rtl="0">
              <a:lnSpc>
                <a:spcPct val="150000"/>
              </a:lnSpc>
              <a:spcBef>
                <a:spcPts val="360"/>
              </a:spcBef>
              <a:spcAft>
                <a:spcPts val="0"/>
              </a:spcAft>
              <a:buSzPts val="1800"/>
              <a:buFont typeface="Arial"/>
              <a:buChar char="•"/>
            </a:pPr>
            <a:r>
              <a:rPr lang="en-US" sz="1800"/>
              <a:t>Transactional Data</a:t>
            </a:r>
            <a:endParaRPr/>
          </a:p>
          <a:p>
            <a:pPr marL="342900" lvl="0" indent="-342900" algn="l" rtl="0">
              <a:lnSpc>
                <a:spcPct val="150000"/>
              </a:lnSpc>
              <a:spcBef>
                <a:spcPts val="360"/>
              </a:spcBef>
              <a:spcAft>
                <a:spcPts val="0"/>
              </a:spcAft>
              <a:buSzPts val="1800"/>
              <a:buFont typeface="Arial"/>
              <a:buChar char="•"/>
            </a:pPr>
            <a:r>
              <a:rPr lang="en-US" sz="1800">
                <a:solidFill>
                  <a:srgbClr val="7030A0"/>
                </a:solidFill>
              </a:rPr>
              <a:t>Document Data</a:t>
            </a:r>
            <a:endParaRPr sz="1800">
              <a:solidFill>
                <a:srgbClr val="7030A0"/>
              </a:solidFill>
            </a:endParaRPr>
          </a:p>
          <a:p>
            <a:pPr marL="342900" lvl="0" indent="-342900" algn="l" rtl="0">
              <a:lnSpc>
                <a:spcPct val="150000"/>
              </a:lnSpc>
              <a:spcBef>
                <a:spcPts val="360"/>
              </a:spcBef>
              <a:spcAft>
                <a:spcPts val="0"/>
              </a:spcAft>
              <a:buSzPts val="1800"/>
              <a:buFont typeface="Arial"/>
              <a:buChar char="•"/>
            </a:pPr>
            <a:r>
              <a:rPr lang="en-US" sz="1800"/>
              <a:t>Web &amp; Social Network Data</a:t>
            </a:r>
            <a:endParaRPr/>
          </a:p>
          <a:p>
            <a:pPr marL="342900" lvl="0" indent="-342900" algn="l" rtl="0">
              <a:lnSpc>
                <a:spcPct val="150000"/>
              </a:lnSpc>
              <a:spcBef>
                <a:spcPts val="360"/>
              </a:spcBef>
              <a:spcAft>
                <a:spcPts val="0"/>
              </a:spcAft>
              <a:buSzPts val="1800"/>
              <a:buFont typeface="Arial"/>
              <a:buChar char="•"/>
            </a:pPr>
            <a:r>
              <a:rPr lang="en-US" sz="1800"/>
              <a:t>Spatial Data</a:t>
            </a:r>
            <a:endParaRPr sz="1800"/>
          </a:p>
          <a:p>
            <a:pPr marL="342900" lvl="0" indent="-342900" algn="l" rtl="0">
              <a:lnSpc>
                <a:spcPct val="150000"/>
              </a:lnSpc>
              <a:spcBef>
                <a:spcPts val="360"/>
              </a:spcBef>
              <a:spcAft>
                <a:spcPts val="0"/>
              </a:spcAft>
              <a:buSzPts val="1800"/>
              <a:buFont typeface="Arial"/>
              <a:buChar char="•"/>
            </a:pPr>
            <a:r>
              <a:rPr lang="en-US" sz="1800"/>
              <a:t>Time Series</a:t>
            </a:r>
            <a:endParaRPr/>
          </a:p>
          <a:p>
            <a:pPr marL="342900" lvl="0" indent="-342900" algn="l" rtl="0">
              <a:lnSpc>
                <a:spcPct val="150000"/>
              </a:lnSpc>
              <a:spcBef>
                <a:spcPts val="360"/>
              </a:spcBef>
              <a:spcAft>
                <a:spcPts val="0"/>
              </a:spcAft>
              <a:buSzPts val="1800"/>
              <a:buFont typeface="Arial"/>
              <a:buChar char="•"/>
            </a:pPr>
            <a:r>
              <a:rPr lang="en-US" sz="1800"/>
              <a:t>Sequence Data</a:t>
            </a:r>
            <a:endParaRPr sz="1800"/>
          </a:p>
          <a:p>
            <a:pPr marL="342900" lvl="0" indent="-228600" algn="l" rtl="0">
              <a:lnSpc>
                <a:spcPct val="150000"/>
              </a:lnSpc>
              <a:spcBef>
                <a:spcPts val="360"/>
              </a:spcBef>
              <a:spcAft>
                <a:spcPts val="0"/>
              </a:spcAft>
              <a:buSzPts val="1800"/>
              <a:buFont typeface="Arial"/>
              <a:buNone/>
            </a:pPr>
            <a:endParaRPr sz="1800"/>
          </a:p>
          <a:p>
            <a:pPr marL="342900" lvl="0" indent="-228600" algn="l" rtl="0">
              <a:lnSpc>
                <a:spcPct val="150000"/>
              </a:lnSpc>
              <a:spcBef>
                <a:spcPts val="360"/>
              </a:spcBef>
              <a:spcAft>
                <a:spcPts val="0"/>
              </a:spcAft>
              <a:buSzPts val="1800"/>
              <a:buFont typeface="Arial"/>
              <a:buNone/>
            </a:pPr>
            <a:endParaRPr sz="1800"/>
          </a:p>
        </p:txBody>
      </p:sp>
      <p:pic>
        <p:nvPicPr>
          <p:cNvPr id="633" name="Google Shape;633;p10"/>
          <p:cNvPicPr preferRelativeResize="0"/>
          <p:nvPr/>
        </p:nvPicPr>
        <p:blipFill rotWithShape="1">
          <a:blip r:embed="rId3">
            <a:alphaModFix/>
          </a:blip>
          <a:srcRect/>
          <a:stretch/>
        </p:blipFill>
        <p:spPr>
          <a:xfrm>
            <a:off x="2743200" y="4419600"/>
            <a:ext cx="6531425" cy="1371600"/>
          </a:xfrm>
          <a:prstGeom prst="rect">
            <a:avLst/>
          </a:prstGeom>
          <a:noFill/>
          <a:ln>
            <a:noFill/>
          </a:ln>
        </p:spPr>
      </p:pic>
      <p:sp>
        <p:nvSpPr>
          <p:cNvPr id="5"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27</a:t>
            </a: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7D13BC94-2EB5-E3FD-413C-F578684263D4}"/>
                  </a:ext>
                </a:extLst>
              </p14:cNvPr>
              <p14:cNvContentPartPr/>
              <p14:nvPr/>
            </p14:nvContentPartPr>
            <p14:xfrm>
              <a:off x="2512440" y="2640600"/>
              <a:ext cx="364680" cy="154440"/>
            </p14:xfrm>
          </p:contentPart>
        </mc:Choice>
        <mc:Fallback xmlns="">
          <p:pic>
            <p:nvPicPr>
              <p:cNvPr id="2" name="Ink 1">
                <a:extLst>
                  <a:ext uri="{FF2B5EF4-FFF2-40B4-BE49-F238E27FC236}">
                    <a16:creationId xmlns:a16="http://schemas.microsoft.com/office/drawing/2014/main" id="{7D13BC94-2EB5-E3FD-413C-F578684263D4}"/>
                  </a:ext>
                </a:extLst>
              </p:cNvPr>
              <p:cNvPicPr/>
              <p:nvPr/>
            </p:nvPicPr>
            <p:blipFill>
              <a:blip r:embed="rId5"/>
              <a:stretch>
                <a:fillRect/>
              </a:stretch>
            </p:blipFill>
            <p:spPr>
              <a:xfrm>
                <a:off x="2503080" y="2631240"/>
                <a:ext cx="383400" cy="173160"/>
              </a:xfrm>
              <a:prstGeom prst="rect">
                <a:avLst/>
              </a:prstGeom>
            </p:spPr>
          </p:pic>
        </mc:Fallback>
      </mc:AlternateContent>
    </p:spTree>
    <p:extLst>
      <p:ext uri="{BB962C8B-B14F-4D97-AF65-F5344CB8AC3E}">
        <p14:creationId xmlns:p14="http://schemas.microsoft.com/office/powerpoint/2010/main" val="26604730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sp>
        <p:nvSpPr>
          <p:cNvPr id="639" name="Google Shape;639;p11"/>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p>
            <a:pPr marL="0" lvl="0" indent="0" algn="l" rtl="0">
              <a:lnSpc>
                <a:spcPct val="150000"/>
              </a:lnSpc>
              <a:spcBef>
                <a:spcPts val="0"/>
              </a:spcBef>
              <a:spcAft>
                <a:spcPts val="0"/>
              </a:spcAft>
              <a:buClr>
                <a:schemeClr val="dk1"/>
              </a:buClr>
              <a:buSzPts val="2400"/>
              <a:buNone/>
            </a:pPr>
            <a:r>
              <a:rPr lang="en-US" sz="2400"/>
              <a:t>Data Types</a:t>
            </a:r>
            <a:endParaRPr sz="2400"/>
          </a:p>
        </p:txBody>
      </p:sp>
      <p:sp>
        <p:nvSpPr>
          <p:cNvPr id="640" name="Google Shape;640;p11"/>
          <p:cNvSpPr txBox="1">
            <a:spLocks noGrp="1"/>
          </p:cNvSpPr>
          <p:nvPr>
            <p:ph type="body" idx="1"/>
          </p:nvPr>
        </p:nvSpPr>
        <p:spPr>
          <a:xfrm>
            <a:off x="304800" y="1447800"/>
            <a:ext cx="66294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SzPts val="1800"/>
              <a:buFont typeface="Arial"/>
              <a:buChar char="•"/>
            </a:pPr>
            <a:r>
              <a:rPr lang="en-US" sz="1800"/>
              <a:t>Relational/Objec</a:t>
            </a:r>
            <a:r>
              <a:rPr lang="en-US" sz="1800">
                <a:solidFill>
                  <a:srgbClr val="7030A0"/>
                </a:solidFill>
              </a:rPr>
              <a:t>t</a:t>
            </a:r>
            <a:endParaRPr/>
          </a:p>
          <a:p>
            <a:pPr marL="342900" lvl="0" indent="-342900" algn="l" rtl="0">
              <a:lnSpc>
                <a:spcPct val="150000"/>
              </a:lnSpc>
              <a:spcBef>
                <a:spcPts val="360"/>
              </a:spcBef>
              <a:spcAft>
                <a:spcPts val="0"/>
              </a:spcAft>
              <a:buSzPts val="1800"/>
              <a:buFont typeface="Arial"/>
              <a:buChar char="•"/>
            </a:pPr>
            <a:r>
              <a:rPr lang="en-US" sz="1800"/>
              <a:t>Transactional Data</a:t>
            </a:r>
            <a:endParaRPr/>
          </a:p>
          <a:p>
            <a:pPr marL="342900" lvl="0" indent="-342900" algn="l" rtl="0">
              <a:lnSpc>
                <a:spcPct val="150000"/>
              </a:lnSpc>
              <a:spcBef>
                <a:spcPts val="360"/>
              </a:spcBef>
              <a:spcAft>
                <a:spcPts val="0"/>
              </a:spcAft>
              <a:buSzPts val="1800"/>
              <a:buFont typeface="Arial"/>
              <a:buChar char="•"/>
            </a:pPr>
            <a:r>
              <a:rPr lang="en-US" sz="1800"/>
              <a:t>Document Data</a:t>
            </a:r>
            <a:endParaRPr sz="1800"/>
          </a:p>
          <a:p>
            <a:pPr marL="342900" lvl="0" indent="-342900" algn="l" rtl="0">
              <a:lnSpc>
                <a:spcPct val="150000"/>
              </a:lnSpc>
              <a:spcBef>
                <a:spcPts val="360"/>
              </a:spcBef>
              <a:spcAft>
                <a:spcPts val="0"/>
              </a:spcAft>
              <a:buSzPts val="1800"/>
              <a:buFont typeface="Arial"/>
              <a:buChar char="•"/>
            </a:pPr>
            <a:r>
              <a:rPr lang="en-US" sz="1800">
                <a:solidFill>
                  <a:srgbClr val="7030A0"/>
                </a:solidFill>
              </a:rPr>
              <a:t>Web &amp; Social Network Data</a:t>
            </a:r>
            <a:endParaRPr/>
          </a:p>
          <a:p>
            <a:pPr marL="342900" lvl="0" indent="-342900" algn="l" rtl="0">
              <a:lnSpc>
                <a:spcPct val="150000"/>
              </a:lnSpc>
              <a:spcBef>
                <a:spcPts val="360"/>
              </a:spcBef>
              <a:spcAft>
                <a:spcPts val="0"/>
              </a:spcAft>
              <a:buSzPts val="1800"/>
              <a:buFont typeface="Arial"/>
              <a:buChar char="•"/>
            </a:pPr>
            <a:r>
              <a:rPr lang="en-US" sz="1800"/>
              <a:t>Spatial Data</a:t>
            </a:r>
            <a:endParaRPr sz="1800"/>
          </a:p>
          <a:p>
            <a:pPr marL="342900" lvl="0" indent="-342900" algn="l" rtl="0">
              <a:lnSpc>
                <a:spcPct val="150000"/>
              </a:lnSpc>
              <a:spcBef>
                <a:spcPts val="360"/>
              </a:spcBef>
              <a:spcAft>
                <a:spcPts val="0"/>
              </a:spcAft>
              <a:buSzPts val="1800"/>
              <a:buFont typeface="Arial"/>
              <a:buChar char="•"/>
            </a:pPr>
            <a:r>
              <a:rPr lang="en-US" sz="1800"/>
              <a:t>Time Series</a:t>
            </a:r>
            <a:endParaRPr/>
          </a:p>
          <a:p>
            <a:pPr marL="342900" lvl="0" indent="-228600" algn="l" rtl="0">
              <a:lnSpc>
                <a:spcPct val="150000"/>
              </a:lnSpc>
              <a:spcBef>
                <a:spcPts val="360"/>
              </a:spcBef>
              <a:spcAft>
                <a:spcPts val="0"/>
              </a:spcAft>
              <a:buSzPts val="1800"/>
              <a:buFont typeface="Arial"/>
              <a:buNone/>
            </a:pPr>
            <a:endParaRPr sz="1800"/>
          </a:p>
          <a:p>
            <a:pPr marL="342900" lvl="0" indent="-228600" algn="l" rtl="0">
              <a:lnSpc>
                <a:spcPct val="150000"/>
              </a:lnSpc>
              <a:spcBef>
                <a:spcPts val="360"/>
              </a:spcBef>
              <a:spcAft>
                <a:spcPts val="0"/>
              </a:spcAft>
              <a:buSzPts val="1800"/>
              <a:buFont typeface="Arial"/>
              <a:buNone/>
            </a:pPr>
            <a:endParaRPr sz="1800"/>
          </a:p>
        </p:txBody>
      </p:sp>
      <p:pic>
        <p:nvPicPr>
          <p:cNvPr id="641" name="Google Shape;641;p11"/>
          <p:cNvPicPr preferRelativeResize="0"/>
          <p:nvPr/>
        </p:nvPicPr>
        <p:blipFill rotWithShape="1">
          <a:blip r:embed="rId3">
            <a:alphaModFix/>
          </a:blip>
          <a:srcRect/>
          <a:stretch/>
        </p:blipFill>
        <p:spPr>
          <a:xfrm>
            <a:off x="3619500" y="1447800"/>
            <a:ext cx="5295900" cy="2593910"/>
          </a:xfrm>
          <a:prstGeom prst="rect">
            <a:avLst/>
          </a:prstGeom>
          <a:noFill/>
          <a:ln>
            <a:noFill/>
          </a:ln>
        </p:spPr>
      </p:pic>
      <p:pic>
        <p:nvPicPr>
          <p:cNvPr id="642" name="Google Shape;642;p11"/>
          <p:cNvPicPr preferRelativeResize="0"/>
          <p:nvPr/>
        </p:nvPicPr>
        <p:blipFill rotWithShape="1">
          <a:blip r:embed="rId4">
            <a:alphaModFix/>
          </a:blip>
          <a:srcRect/>
          <a:stretch/>
        </p:blipFill>
        <p:spPr>
          <a:xfrm>
            <a:off x="1184484" y="5257800"/>
            <a:ext cx="7959516" cy="1249363"/>
          </a:xfrm>
          <a:prstGeom prst="rect">
            <a:avLst/>
          </a:prstGeom>
          <a:noFill/>
          <a:ln>
            <a:noFill/>
          </a:ln>
        </p:spPr>
      </p:pic>
      <p:sp>
        <p:nvSpPr>
          <p:cNvPr id="643" name="Google Shape;643;p11"/>
          <p:cNvSpPr txBox="1"/>
          <p:nvPr/>
        </p:nvSpPr>
        <p:spPr>
          <a:xfrm>
            <a:off x="2546243" y="4178870"/>
            <a:ext cx="1949557" cy="338554"/>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C00000"/>
                </a:solidFill>
                <a:latin typeface="Calibri"/>
                <a:ea typeface="Calibri"/>
                <a:cs typeface="Calibri"/>
                <a:sym typeface="Calibri"/>
              </a:rPr>
              <a:t>Categorical Nominal</a:t>
            </a:r>
            <a:endParaRPr sz="1600" b="0" i="0" u="none" strike="noStrike" cap="none">
              <a:solidFill>
                <a:srgbClr val="C00000"/>
              </a:solidFill>
              <a:latin typeface="Calibri"/>
              <a:ea typeface="Calibri"/>
              <a:cs typeface="Calibri"/>
              <a:sym typeface="Calibri"/>
            </a:endParaRPr>
          </a:p>
        </p:txBody>
      </p:sp>
      <p:cxnSp>
        <p:nvCxnSpPr>
          <p:cNvPr id="644" name="Google Shape;644;p11"/>
          <p:cNvCxnSpPr/>
          <p:nvPr/>
        </p:nvCxnSpPr>
        <p:spPr>
          <a:xfrm rot="10800000">
            <a:off x="3505200" y="4572000"/>
            <a:ext cx="228600" cy="685800"/>
          </a:xfrm>
          <a:prstGeom prst="straightConnector1">
            <a:avLst/>
          </a:prstGeom>
          <a:noFill/>
          <a:ln w="9525" cap="flat" cmpd="sng">
            <a:solidFill>
              <a:srgbClr val="4A7DBA"/>
            </a:solidFill>
            <a:prstDash val="solid"/>
            <a:round/>
            <a:headEnd type="none" w="sm" len="sm"/>
            <a:tailEnd type="triangle" w="med" len="med"/>
          </a:ln>
        </p:spPr>
      </p:cxnSp>
      <p:cxnSp>
        <p:nvCxnSpPr>
          <p:cNvPr id="645" name="Google Shape;645;p11"/>
          <p:cNvCxnSpPr/>
          <p:nvPr/>
        </p:nvCxnSpPr>
        <p:spPr>
          <a:xfrm rot="10800000" flipH="1">
            <a:off x="2546243" y="4517424"/>
            <a:ext cx="501757" cy="740376"/>
          </a:xfrm>
          <a:prstGeom prst="straightConnector1">
            <a:avLst/>
          </a:prstGeom>
          <a:noFill/>
          <a:ln w="9525" cap="flat" cmpd="sng">
            <a:solidFill>
              <a:srgbClr val="4A7DBA"/>
            </a:solidFill>
            <a:prstDash val="solid"/>
            <a:round/>
            <a:headEnd type="none" w="sm" len="sm"/>
            <a:tailEnd type="triangle" w="med" len="med"/>
          </a:ln>
        </p:spPr>
      </p:cxnSp>
      <p:cxnSp>
        <p:nvCxnSpPr>
          <p:cNvPr id="646" name="Google Shape;646;p11"/>
          <p:cNvCxnSpPr/>
          <p:nvPr/>
        </p:nvCxnSpPr>
        <p:spPr>
          <a:xfrm rot="10800000">
            <a:off x="3733800" y="4572000"/>
            <a:ext cx="1641684" cy="838200"/>
          </a:xfrm>
          <a:prstGeom prst="straightConnector1">
            <a:avLst/>
          </a:prstGeom>
          <a:noFill/>
          <a:ln w="9525" cap="flat" cmpd="sng">
            <a:solidFill>
              <a:srgbClr val="4A7DBA"/>
            </a:solidFill>
            <a:prstDash val="solid"/>
            <a:round/>
            <a:headEnd type="none" w="sm" len="sm"/>
            <a:tailEnd type="triangle" w="med" len="med"/>
          </a:ln>
        </p:spPr>
      </p:cxnSp>
      <p:sp>
        <p:nvSpPr>
          <p:cNvPr id="10"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28</a:t>
            </a:r>
          </a:p>
        </p:txBody>
      </p:sp>
    </p:spTree>
    <p:extLst>
      <p:ext uri="{BB962C8B-B14F-4D97-AF65-F5344CB8AC3E}">
        <p14:creationId xmlns:p14="http://schemas.microsoft.com/office/powerpoint/2010/main" val="32166726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sp>
        <p:nvSpPr>
          <p:cNvPr id="652" name="Google Shape;652;p12"/>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p>
            <a:pPr marL="0" lvl="0" indent="0" algn="l" rtl="0">
              <a:lnSpc>
                <a:spcPct val="150000"/>
              </a:lnSpc>
              <a:spcBef>
                <a:spcPts val="0"/>
              </a:spcBef>
              <a:spcAft>
                <a:spcPts val="0"/>
              </a:spcAft>
              <a:buClr>
                <a:schemeClr val="dk1"/>
              </a:buClr>
              <a:buSzPts val="2400"/>
              <a:buNone/>
            </a:pPr>
            <a:r>
              <a:rPr lang="en-US" sz="2400"/>
              <a:t>Data Types</a:t>
            </a:r>
            <a:endParaRPr sz="2400"/>
          </a:p>
        </p:txBody>
      </p:sp>
      <p:sp>
        <p:nvSpPr>
          <p:cNvPr id="653" name="Google Shape;653;p12"/>
          <p:cNvSpPr txBox="1">
            <a:spLocks noGrp="1"/>
          </p:cNvSpPr>
          <p:nvPr>
            <p:ph type="body" idx="1"/>
          </p:nvPr>
        </p:nvSpPr>
        <p:spPr>
          <a:xfrm>
            <a:off x="304800" y="1447800"/>
            <a:ext cx="66294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SzPts val="1800"/>
              <a:buFont typeface="Arial"/>
              <a:buChar char="•"/>
            </a:pPr>
            <a:r>
              <a:rPr lang="en-US" sz="1800"/>
              <a:t>Relational/Objec</a:t>
            </a:r>
            <a:r>
              <a:rPr lang="en-US" sz="1800">
                <a:solidFill>
                  <a:srgbClr val="7030A0"/>
                </a:solidFill>
              </a:rPr>
              <a:t>t</a:t>
            </a:r>
            <a:endParaRPr/>
          </a:p>
          <a:p>
            <a:pPr marL="342900" lvl="0" indent="-342900" algn="l" rtl="0">
              <a:lnSpc>
                <a:spcPct val="150000"/>
              </a:lnSpc>
              <a:spcBef>
                <a:spcPts val="360"/>
              </a:spcBef>
              <a:spcAft>
                <a:spcPts val="0"/>
              </a:spcAft>
              <a:buSzPts val="1800"/>
              <a:buFont typeface="Arial"/>
              <a:buChar char="•"/>
            </a:pPr>
            <a:r>
              <a:rPr lang="en-US" sz="1800"/>
              <a:t>Transactional Data</a:t>
            </a:r>
            <a:endParaRPr/>
          </a:p>
          <a:p>
            <a:pPr marL="342900" lvl="0" indent="-342900" algn="l" rtl="0">
              <a:lnSpc>
                <a:spcPct val="150000"/>
              </a:lnSpc>
              <a:spcBef>
                <a:spcPts val="360"/>
              </a:spcBef>
              <a:spcAft>
                <a:spcPts val="0"/>
              </a:spcAft>
              <a:buSzPts val="1800"/>
              <a:buFont typeface="Arial"/>
              <a:buChar char="•"/>
            </a:pPr>
            <a:r>
              <a:rPr lang="en-US" sz="1800"/>
              <a:t>Document Data</a:t>
            </a:r>
            <a:endParaRPr sz="1800"/>
          </a:p>
          <a:p>
            <a:pPr marL="342900" lvl="0" indent="-342900" algn="l" rtl="0">
              <a:lnSpc>
                <a:spcPct val="150000"/>
              </a:lnSpc>
              <a:spcBef>
                <a:spcPts val="360"/>
              </a:spcBef>
              <a:spcAft>
                <a:spcPts val="0"/>
              </a:spcAft>
              <a:buSzPts val="1800"/>
              <a:buFont typeface="Arial"/>
              <a:buChar char="•"/>
            </a:pPr>
            <a:r>
              <a:rPr lang="en-US" sz="1800"/>
              <a:t>Web &amp; Social Network Data</a:t>
            </a:r>
            <a:endParaRPr/>
          </a:p>
          <a:p>
            <a:pPr marL="342900" lvl="0" indent="-342900" algn="l" rtl="0">
              <a:lnSpc>
                <a:spcPct val="150000"/>
              </a:lnSpc>
              <a:spcBef>
                <a:spcPts val="360"/>
              </a:spcBef>
              <a:spcAft>
                <a:spcPts val="0"/>
              </a:spcAft>
              <a:buSzPts val="1800"/>
              <a:buFont typeface="Arial"/>
              <a:buChar char="•"/>
            </a:pPr>
            <a:r>
              <a:rPr lang="en-US" sz="1800">
                <a:solidFill>
                  <a:srgbClr val="7030A0"/>
                </a:solidFill>
              </a:rPr>
              <a:t>Spatial Data</a:t>
            </a:r>
            <a:endParaRPr sz="1800">
              <a:solidFill>
                <a:srgbClr val="7030A0"/>
              </a:solidFill>
            </a:endParaRPr>
          </a:p>
          <a:p>
            <a:pPr marL="342900" lvl="0" indent="-342900" algn="l" rtl="0">
              <a:lnSpc>
                <a:spcPct val="150000"/>
              </a:lnSpc>
              <a:spcBef>
                <a:spcPts val="360"/>
              </a:spcBef>
              <a:spcAft>
                <a:spcPts val="0"/>
              </a:spcAft>
              <a:buSzPts val="1800"/>
              <a:buFont typeface="Arial"/>
              <a:buChar char="•"/>
            </a:pPr>
            <a:r>
              <a:rPr lang="en-US" sz="1800"/>
              <a:t>Time Series</a:t>
            </a:r>
            <a:endParaRPr/>
          </a:p>
          <a:p>
            <a:pPr marL="342900" lvl="0" indent="-342900" algn="l" rtl="0">
              <a:lnSpc>
                <a:spcPct val="150000"/>
              </a:lnSpc>
              <a:spcBef>
                <a:spcPts val="360"/>
              </a:spcBef>
              <a:spcAft>
                <a:spcPts val="0"/>
              </a:spcAft>
              <a:buSzPts val="1800"/>
              <a:buFont typeface="Arial"/>
              <a:buChar char="•"/>
            </a:pPr>
            <a:r>
              <a:rPr lang="en-US" sz="1800"/>
              <a:t>Sequence Data</a:t>
            </a:r>
            <a:endParaRPr sz="1800"/>
          </a:p>
          <a:p>
            <a:pPr marL="342900" lvl="0" indent="-228600" algn="l" rtl="0">
              <a:lnSpc>
                <a:spcPct val="150000"/>
              </a:lnSpc>
              <a:spcBef>
                <a:spcPts val="360"/>
              </a:spcBef>
              <a:spcAft>
                <a:spcPts val="0"/>
              </a:spcAft>
              <a:buSzPts val="1800"/>
              <a:buFont typeface="Arial"/>
              <a:buNone/>
            </a:pPr>
            <a:endParaRPr sz="1800"/>
          </a:p>
          <a:p>
            <a:pPr marL="342900" lvl="0" indent="-228600" algn="l" rtl="0">
              <a:lnSpc>
                <a:spcPct val="150000"/>
              </a:lnSpc>
              <a:spcBef>
                <a:spcPts val="360"/>
              </a:spcBef>
              <a:spcAft>
                <a:spcPts val="0"/>
              </a:spcAft>
              <a:buSzPts val="1800"/>
              <a:buFont typeface="Arial"/>
              <a:buNone/>
            </a:pPr>
            <a:endParaRPr sz="1800"/>
          </a:p>
        </p:txBody>
      </p:sp>
      <p:pic>
        <p:nvPicPr>
          <p:cNvPr id="654" name="Google Shape;654;p12"/>
          <p:cNvPicPr preferRelativeResize="0"/>
          <p:nvPr/>
        </p:nvPicPr>
        <p:blipFill rotWithShape="1">
          <a:blip r:embed="rId3">
            <a:alphaModFix/>
          </a:blip>
          <a:srcRect/>
          <a:stretch/>
        </p:blipFill>
        <p:spPr>
          <a:xfrm>
            <a:off x="2499357" y="4602163"/>
            <a:ext cx="6644643" cy="1524000"/>
          </a:xfrm>
          <a:prstGeom prst="rect">
            <a:avLst/>
          </a:prstGeom>
          <a:noFill/>
          <a:ln>
            <a:noFill/>
          </a:ln>
        </p:spPr>
      </p:pic>
      <p:sp>
        <p:nvSpPr>
          <p:cNvPr id="5"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29</a:t>
            </a:r>
          </a:p>
        </p:txBody>
      </p:sp>
    </p:spTree>
    <p:extLst>
      <p:ext uri="{BB962C8B-B14F-4D97-AF65-F5344CB8AC3E}">
        <p14:creationId xmlns:p14="http://schemas.microsoft.com/office/powerpoint/2010/main" val="41749984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p13"/>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p>
            <a:pPr marL="0" lvl="0" indent="0" algn="l" rtl="0">
              <a:lnSpc>
                <a:spcPct val="150000"/>
              </a:lnSpc>
              <a:spcBef>
                <a:spcPts val="0"/>
              </a:spcBef>
              <a:spcAft>
                <a:spcPts val="0"/>
              </a:spcAft>
              <a:buClr>
                <a:schemeClr val="dk1"/>
              </a:buClr>
              <a:buSzPts val="2400"/>
              <a:buNone/>
            </a:pPr>
            <a:r>
              <a:rPr lang="en-US" sz="2400"/>
              <a:t>Data Types</a:t>
            </a:r>
            <a:endParaRPr sz="2400"/>
          </a:p>
        </p:txBody>
      </p:sp>
      <p:sp>
        <p:nvSpPr>
          <p:cNvPr id="661" name="Google Shape;661;p13"/>
          <p:cNvSpPr txBox="1">
            <a:spLocks noGrp="1"/>
          </p:cNvSpPr>
          <p:nvPr>
            <p:ph type="body" idx="1"/>
          </p:nvPr>
        </p:nvSpPr>
        <p:spPr>
          <a:xfrm>
            <a:off x="304800" y="1447800"/>
            <a:ext cx="66294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SzPts val="1800"/>
              <a:buFont typeface="Arial"/>
              <a:buChar char="•"/>
            </a:pPr>
            <a:r>
              <a:rPr lang="en-US" sz="1800"/>
              <a:t>Relational/Objec</a:t>
            </a:r>
            <a:r>
              <a:rPr lang="en-US" sz="1800">
                <a:solidFill>
                  <a:srgbClr val="7030A0"/>
                </a:solidFill>
              </a:rPr>
              <a:t>t</a:t>
            </a:r>
            <a:endParaRPr/>
          </a:p>
          <a:p>
            <a:pPr marL="342900" lvl="0" indent="-342900" algn="l" rtl="0">
              <a:lnSpc>
                <a:spcPct val="150000"/>
              </a:lnSpc>
              <a:spcBef>
                <a:spcPts val="360"/>
              </a:spcBef>
              <a:spcAft>
                <a:spcPts val="0"/>
              </a:spcAft>
              <a:buSzPts val="1800"/>
              <a:buFont typeface="Arial"/>
              <a:buChar char="•"/>
            </a:pPr>
            <a:r>
              <a:rPr lang="en-US" sz="1800"/>
              <a:t>Transactional Data</a:t>
            </a:r>
            <a:endParaRPr/>
          </a:p>
          <a:p>
            <a:pPr marL="342900" lvl="0" indent="-342900" algn="l" rtl="0">
              <a:lnSpc>
                <a:spcPct val="150000"/>
              </a:lnSpc>
              <a:spcBef>
                <a:spcPts val="360"/>
              </a:spcBef>
              <a:spcAft>
                <a:spcPts val="0"/>
              </a:spcAft>
              <a:buSzPts val="1800"/>
              <a:buFont typeface="Arial"/>
              <a:buChar char="•"/>
            </a:pPr>
            <a:r>
              <a:rPr lang="en-US" sz="1800"/>
              <a:t>Document Data</a:t>
            </a:r>
            <a:endParaRPr sz="1800"/>
          </a:p>
          <a:p>
            <a:pPr marL="342900" lvl="0" indent="-342900" algn="l" rtl="0">
              <a:lnSpc>
                <a:spcPct val="150000"/>
              </a:lnSpc>
              <a:spcBef>
                <a:spcPts val="360"/>
              </a:spcBef>
              <a:spcAft>
                <a:spcPts val="0"/>
              </a:spcAft>
              <a:buSzPts val="1800"/>
              <a:buFont typeface="Arial"/>
              <a:buChar char="•"/>
            </a:pPr>
            <a:r>
              <a:rPr lang="en-US" sz="1800"/>
              <a:t>Web &amp; Social Network Data</a:t>
            </a:r>
            <a:endParaRPr/>
          </a:p>
          <a:p>
            <a:pPr marL="342900" lvl="0" indent="-342900" algn="l" rtl="0">
              <a:lnSpc>
                <a:spcPct val="150000"/>
              </a:lnSpc>
              <a:spcBef>
                <a:spcPts val="360"/>
              </a:spcBef>
              <a:spcAft>
                <a:spcPts val="0"/>
              </a:spcAft>
              <a:buSzPts val="1800"/>
              <a:buFont typeface="Arial"/>
              <a:buChar char="•"/>
            </a:pPr>
            <a:r>
              <a:rPr lang="en-US" sz="1800"/>
              <a:t>Spatial Data</a:t>
            </a:r>
            <a:endParaRPr sz="1800"/>
          </a:p>
          <a:p>
            <a:pPr marL="342900" lvl="0" indent="-342900" algn="l" rtl="0">
              <a:lnSpc>
                <a:spcPct val="150000"/>
              </a:lnSpc>
              <a:spcBef>
                <a:spcPts val="360"/>
              </a:spcBef>
              <a:spcAft>
                <a:spcPts val="0"/>
              </a:spcAft>
              <a:buSzPts val="1800"/>
              <a:buFont typeface="Arial"/>
              <a:buChar char="•"/>
            </a:pPr>
            <a:r>
              <a:rPr lang="en-US" sz="1800">
                <a:solidFill>
                  <a:srgbClr val="7030A0"/>
                </a:solidFill>
              </a:rPr>
              <a:t>Time Series</a:t>
            </a:r>
            <a:endParaRPr/>
          </a:p>
          <a:p>
            <a:pPr marL="342900" lvl="0" indent="-342900" algn="l" rtl="0">
              <a:lnSpc>
                <a:spcPct val="150000"/>
              </a:lnSpc>
              <a:spcBef>
                <a:spcPts val="360"/>
              </a:spcBef>
              <a:spcAft>
                <a:spcPts val="0"/>
              </a:spcAft>
              <a:buSzPts val="1800"/>
              <a:buFont typeface="Arial"/>
              <a:buChar char="•"/>
            </a:pPr>
            <a:r>
              <a:rPr lang="en-US" sz="1800"/>
              <a:t>Sequence Data</a:t>
            </a:r>
            <a:endParaRPr sz="1800"/>
          </a:p>
          <a:p>
            <a:pPr marL="342900" lvl="0" indent="-228600" algn="l" rtl="0">
              <a:lnSpc>
                <a:spcPct val="150000"/>
              </a:lnSpc>
              <a:spcBef>
                <a:spcPts val="360"/>
              </a:spcBef>
              <a:spcAft>
                <a:spcPts val="0"/>
              </a:spcAft>
              <a:buSzPts val="1800"/>
              <a:buFont typeface="Arial"/>
              <a:buNone/>
            </a:pPr>
            <a:endParaRPr sz="1800"/>
          </a:p>
          <a:p>
            <a:pPr marL="342900" lvl="0" indent="-228600" algn="l" rtl="0">
              <a:lnSpc>
                <a:spcPct val="150000"/>
              </a:lnSpc>
              <a:spcBef>
                <a:spcPts val="360"/>
              </a:spcBef>
              <a:spcAft>
                <a:spcPts val="0"/>
              </a:spcAft>
              <a:buSzPts val="1800"/>
              <a:buFont typeface="Arial"/>
              <a:buNone/>
            </a:pPr>
            <a:endParaRPr sz="1800"/>
          </a:p>
        </p:txBody>
      </p:sp>
      <p:pic>
        <p:nvPicPr>
          <p:cNvPr id="662" name="Google Shape;662;p13"/>
          <p:cNvPicPr preferRelativeResize="0"/>
          <p:nvPr/>
        </p:nvPicPr>
        <p:blipFill rotWithShape="1">
          <a:blip r:embed="rId3">
            <a:alphaModFix/>
          </a:blip>
          <a:srcRect/>
          <a:stretch/>
        </p:blipFill>
        <p:spPr>
          <a:xfrm>
            <a:off x="5102107" y="1447800"/>
            <a:ext cx="4041893" cy="4932332"/>
          </a:xfrm>
          <a:prstGeom prst="rect">
            <a:avLst/>
          </a:prstGeom>
          <a:noFill/>
          <a:ln>
            <a:noFill/>
          </a:ln>
        </p:spPr>
      </p:pic>
      <p:sp>
        <p:nvSpPr>
          <p:cNvPr id="5"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fld id="{00000000-1234-1234-1234-123412341234}" type="slidenum">
              <a:rPr lang="en-US" sz="1600" b="1" smtClean="0">
                <a:latin typeface="Tahoma"/>
                <a:ea typeface="Tahoma"/>
                <a:cs typeface="Tahoma"/>
                <a:sym typeface="Tahoma"/>
              </a:rPr>
              <a:pPr>
                <a:buSzPts val="1600"/>
              </a:pPr>
              <a:t>30</a:t>
            </a:fld>
            <a:endParaRPr lang="en-US" sz="1600" b="1" dirty="0">
              <a:latin typeface="Tahoma"/>
              <a:ea typeface="Tahoma"/>
              <a:cs typeface="Tahoma"/>
              <a:sym typeface="Tahoma"/>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7A0DAD8E-6895-F23D-2777-037F3D670230}"/>
                  </a:ext>
                </a:extLst>
              </p14:cNvPr>
              <p14:cNvContentPartPr/>
              <p14:nvPr/>
            </p14:nvContentPartPr>
            <p14:xfrm>
              <a:off x="2323800" y="3943080"/>
              <a:ext cx="488880" cy="356040"/>
            </p14:xfrm>
          </p:contentPart>
        </mc:Choice>
        <mc:Fallback xmlns="">
          <p:pic>
            <p:nvPicPr>
              <p:cNvPr id="2" name="Ink 1">
                <a:extLst>
                  <a:ext uri="{FF2B5EF4-FFF2-40B4-BE49-F238E27FC236}">
                    <a16:creationId xmlns:a16="http://schemas.microsoft.com/office/drawing/2014/main" id="{7A0DAD8E-6895-F23D-2777-037F3D670230}"/>
                  </a:ext>
                </a:extLst>
              </p:cNvPr>
              <p:cNvPicPr/>
              <p:nvPr/>
            </p:nvPicPr>
            <p:blipFill>
              <a:blip r:embed="rId5"/>
              <a:stretch>
                <a:fillRect/>
              </a:stretch>
            </p:blipFill>
            <p:spPr>
              <a:xfrm>
                <a:off x="2314440" y="3933720"/>
                <a:ext cx="507600" cy="374760"/>
              </a:xfrm>
              <a:prstGeom prst="rect">
                <a:avLst/>
              </a:prstGeom>
            </p:spPr>
          </p:pic>
        </mc:Fallback>
      </mc:AlternateContent>
    </p:spTree>
    <p:extLst>
      <p:ext uri="{BB962C8B-B14F-4D97-AF65-F5344CB8AC3E}">
        <p14:creationId xmlns:p14="http://schemas.microsoft.com/office/powerpoint/2010/main" val="5329906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67"/>
        <p:cNvGrpSpPr/>
        <p:nvPr/>
      </p:nvGrpSpPr>
      <p:grpSpPr>
        <a:xfrm>
          <a:off x="0" y="0"/>
          <a:ext cx="0" cy="0"/>
          <a:chOff x="0" y="0"/>
          <a:chExt cx="0" cy="0"/>
        </a:xfrm>
      </p:grpSpPr>
      <p:sp>
        <p:nvSpPr>
          <p:cNvPr id="668" name="Google Shape;668;p14"/>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p>
            <a:pPr marL="0" lvl="0" indent="0" algn="l" rtl="0">
              <a:lnSpc>
                <a:spcPct val="150000"/>
              </a:lnSpc>
              <a:spcBef>
                <a:spcPts val="0"/>
              </a:spcBef>
              <a:spcAft>
                <a:spcPts val="0"/>
              </a:spcAft>
              <a:buClr>
                <a:schemeClr val="dk1"/>
              </a:buClr>
              <a:buSzPts val="2400"/>
              <a:buNone/>
            </a:pPr>
            <a:r>
              <a:rPr lang="en-US" sz="2400" dirty="0"/>
              <a:t>Data Types</a:t>
            </a:r>
            <a:endParaRPr sz="2400" dirty="0"/>
          </a:p>
        </p:txBody>
      </p:sp>
      <p:sp>
        <p:nvSpPr>
          <p:cNvPr id="669" name="Google Shape;669;p14"/>
          <p:cNvSpPr txBox="1">
            <a:spLocks noGrp="1"/>
          </p:cNvSpPr>
          <p:nvPr>
            <p:ph type="body" idx="1"/>
          </p:nvPr>
        </p:nvSpPr>
        <p:spPr>
          <a:xfrm>
            <a:off x="304800" y="1447800"/>
            <a:ext cx="66294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SzPts val="1800"/>
              <a:buFont typeface="Arial"/>
              <a:buChar char="•"/>
            </a:pPr>
            <a:r>
              <a:rPr lang="en-US" sz="1800"/>
              <a:t>Relational/Objec</a:t>
            </a:r>
            <a:r>
              <a:rPr lang="en-US" sz="1800">
                <a:solidFill>
                  <a:srgbClr val="7030A0"/>
                </a:solidFill>
              </a:rPr>
              <a:t>t</a:t>
            </a:r>
            <a:endParaRPr/>
          </a:p>
          <a:p>
            <a:pPr marL="342900" lvl="0" indent="-342900" algn="l" rtl="0">
              <a:lnSpc>
                <a:spcPct val="150000"/>
              </a:lnSpc>
              <a:spcBef>
                <a:spcPts val="360"/>
              </a:spcBef>
              <a:spcAft>
                <a:spcPts val="0"/>
              </a:spcAft>
              <a:buSzPts val="1800"/>
              <a:buFont typeface="Arial"/>
              <a:buChar char="•"/>
            </a:pPr>
            <a:r>
              <a:rPr lang="en-US" sz="1800"/>
              <a:t>Transactional Data</a:t>
            </a:r>
            <a:endParaRPr/>
          </a:p>
          <a:p>
            <a:pPr marL="342900" lvl="0" indent="-342900" algn="l" rtl="0">
              <a:lnSpc>
                <a:spcPct val="150000"/>
              </a:lnSpc>
              <a:spcBef>
                <a:spcPts val="360"/>
              </a:spcBef>
              <a:spcAft>
                <a:spcPts val="0"/>
              </a:spcAft>
              <a:buSzPts val="1800"/>
              <a:buFont typeface="Arial"/>
              <a:buChar char="•"/>
            </a:pPr>
            <a:r>
              <a:rPr lang="en-US" sz="1800"/>
              <a:t>Document Data</a:t>
            </a:r>
            <a:endParaRPr sz="1800"/>
          </a:p>
          <a:p>
            <a:pPr marL="342900" lvl="0" indent="-342900" algn="l" rtl="0">
              <a:lnSpc>
                <a:spcPct val="150000"/>
              </a:lnSpc>
              <a:spcBef>
                <a:spcPts val="360"/>
              </a:spcBef>
              <a:spcAft>
                <a:spcPts val="0"/>
              </a:spcAft>
              <a:buSzPts val="1800"/>
              <a:buFont typeface="Arial"/>
              <a:buChar char="•"/>
            </a:pPr>
            <a:r>
              <a:rPr lang="en-US" sz="1800"/>
              <a:t>Web &amp; Social Network Data</a:t>
            </a:r>
            <a:endParaRPr/>
          </a:p>
          <a:p>
            <a:pPr marL="342900" lvl="0" indent="-342900" algn="l" rtl="0">
              <a:lnSpc>
                <a:spcPct val="150000"/>
              </a:lnSpc>
              <a:spcBef>
                <a:spcPts val="360"/>
              </a:spcBef>
              <a:spcAft>
                <a:spcPts val="0"/>
              </a:spcAft>
              <a:buSzPts val="1800"/>
              <a:buFont typeface="Arial"/>
              <a:buChar char="•"/>
            </a:pPr>
            <a:r>
              <a:rPr lang="en-US" sz="1800"/>
              <a:t>Spatial Data</a:t>
            </a:r>
            <a:endParaRPr sz="1800"/>
          </a:p>
          <a:p>
            <a:pPr marL="342900" lvl="0" indent="-342900" algn="l" rtl="0">
              <a:lnSpc>
                <a:spcPct val="150000"/>
              </a:lnSpc>
              <a:spcBef>
                <a:spcPts val="360"/>
              </a:spcBef>
              <a:spcAft>
                <a:spcPts val="0"/>
              </a:spcAft>
              <a:buSzPts val="1800"/>
              <a:buFont typeface="Arial"/>
              <a:buChar char="•"/>
            </a:pPr>
            <a:r>
              <a:rPr lang="en-US" sz="1800"/>
              <a:t>Time Series</a:t>
            </a:r>
            <a:endParaRPr/>
          </a:p>
          <a:p>
            <a:pPr marL="342900" lvl="0" indent="-342900" algn="l" rtl="0">
              <a:lnSpc>
                <a:spcPct val="150000"/>
              </a:lnSpc>
              <a:spcBef>
                <a:spcPts val="360"/>
              </a:spcBef>
              <a:spcAft>
                <a:spcPts val="0"/>
              </a:spcAft>
              <a:buSzPts val="1800"/>
              <a:buFont typeface="Arial"/>
              <a:buChar char="•"/>
            </a:pPr>
            <a:r>
              <a:rPr lang="en-US" sz="1800">
                <a:solidFill>
                  <a:srgbClr val="7030A0"/>
                </a:solidFill>
              </a:rPr>
              <a:t>Sequence Data</a:t>
            </a:r>
            <a:endParaRPr sz="1800">
              <a:solidFill>
                <a:srgbClr val="7030A0"/>
              </a:solidFill>
            </a:endParaRPr>
          </a:p>
          <a:p>
            <a:pPr marL="342900" lvl="0" indent="-228600" algn="l" rtl="0">
              <a:lnSpc>
                <a:spcPct val="150000"/>
              </a:lnSpc>
              <a:spcBef>
                <a:spcPts val="360"/>
              </a:spcBef>
              <a:spcAft>
                <a:spcPts val="0"/>
              </a:spcAft>
              <a:buSzPts val="1800"/>
              <a:buFont typeface="Arial"/>
              <a:buNone/>
            </a:pPr>
            <a:endParaRPr sz="1800"/>
          </a:p>
          <a:p>
            <a:pPr marL="342900" lvl="0" indent="-228600" algn="l" rtl="0">
              <a:lnSpc>
                <a:spcPct val="150000"/>
              </a:lnSpc>
              <a:spcBef>
                <a:spcPts val="360"/>
              </a:spcBef>
              <a:spcAft>
                <a:spcPts val="0"/>
              </a:spcAft>
              <a:buSzPts val="1800"/>
              <a:buFont typeface="Arial"/>
              <a:buNone/>
            </a:pPr>
            <a:endParaRPr sz="1800"/>
          </a:p>
        </p:txBody>
      </p:sp>
      <p:pic>
        <p:nvPicPr>
          <p:cNvPr id="670" name="Google Shape;670;p14"/>
          <p:cNvPicPr preferRelativeResize="0"/>
          <p:nvPr/>
        </p:nvPicPr>
        <p:blipFill rotWithShape="1">
          <a:blip r:embed="rId3">
            <a:alphaModFix/>
          </a:blip>
          <a:srcRect/>
          <a:stretch/>
        </p:blipFill>
        <p:spPr>
          <a:xfrm>
            <a:off x="3619500" y="3810000"/>
            <a:ext cx="5524500" cy="2688679"/>
          </a:xfrm>
          <a:prstGeom prst="rect">
            <a:avLst/>
          </a:prstGeom>
          <a:noFill/>
          <a:ln>
            <a:noFill/>
          </a:ln>
        </p:spPr>
      </p:pic>
      <p:sp>
        <p:nvSpPr>
          <p:cNvPr id="5"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fld id="{00000000-1234-1234-1234-123412341234}" type="slidenum">
              <a:rPr lang="en-US" sz="1600" b="1" smtClean="0">
                <a:latin typeface="Tahoma"/>
                <a:ea typeface="Tahoma"/>
                <a:cs typeface="Tahoma"/>
                <a:sym typeface="Tahoma"/>
              </a:rPr>
              <a:pPr>
                <a:buSzPts val="1600"/>
              </a:pPr>
              <a:t>31</a:t>
            </a:fld>
            <a:endParaRPr lang="en-US" sz="1600" b="1" dirty="0">
              <a:latin typeface="Tahoma"/>
              <a:ea typeface="Tahoma"/>
              <a:cs typeface="Tahoma"/>
              <a:sym typeface="Tahoma"/>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AE90B867-4ED4-C67D-DE82-3B4D9CA25D1C}"/>
                  </a:ext>
                </a:extLst>
              </p14:cNvPr>
              <p14:cNvContentPartPr/>
              <p14:nvPr/>
            </p14:nvContentPartPr>
            <p14:xfrm>
              <a:off x="2443680" y="1517760"/>
              <a:ext cx="707760" cy="1221480"/>
            </p14:xfrm>
          </p:contentPart>
        </mc:Choice>
        <mc:Fallback xmlns="">
          <p:pic>
            <p:nvPicPr>
              <p:cNvPr id="2" name="Ink 1">
                <a:extLst>
                  <a:ext uri="{FF2B5EF4-FFF2-40B4-BE49-F238E27FC236}">
                    <a16:creationId xmlns:a16="http://schemas.microsoft.com/office/drawing/2014/main" id="{AE90B867-4ED4-C67D-DE82-3B4D9CA25D1C}"/>
                  </a:ext>
                </a:extLst>
              </p:cNvPr>
              <p:cNvPicPr/>
              <p:nvPr/>
            </p:nvPicPr>
            <p:blipFill>
              <a:blip r:embed="rId5"/>
              <a:stretch>
                <a:fillRect/>
              </a:stretch>
            </p:blipFill>
            <p:spPr>
              <a:xfrm>
                <a:off x="2434320" y="1508400"/>
                <a:ext cx="726480" cy="1240200"/>
              </a:xfrm>
              <a:prstGeom prst="rect">
                <a:avLst/>
              </a:prstGeom>
            </p:spPr>
          </p:pic>
        </mc:Fallback>
      </mc:AlternateContent>
    </p:spTree>
    <p:extLst>
      <p:ext uri="{BB962C8B-B14F-4D97-AF65-F5344CB8AC3E}">
        <p14:creationId xmlns:p14="http://schemas.microsoft.com/office/powerpoint/2010/main" val="6370130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75"/>
        <p:cNvGrpSpPr/>
        <p:nvPr/>
      </p:nvGrpSpPr>
      <p:grpSpPr>
        <a:xfrm>
          <a:off x="0" y="0"/>
          <a:ext cx="0" cy="0"/>
          <a:chOff x="0" y="0"/>
          <a:chExt cx="0" cy="0"/>
        </a:xfrm>
      </p:grpSpPr>
      <p:sp>
        <p:nvSpPr>
          <p:cNvPr id="676" name="Google Shape;676;p15"/>
          <p:cNvSpPr txBox="1">
            <a:spLocks noGrp="1"/>
          </p:cNvSpPr>
          <p:nvPr>
            <p:ph type="body" idx="1"/>
          </p:nvPr>
        </p:nvSpPr>
        <p:spPr>
          <a:xfrm>
            <a:off x="304800" y="1493837"/>
            <a:ext cx="8229600" cy="45261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800"/>
              <a:buNone/>
            </a:pPr>
            <a:r>
              <a:rPr lang="en-US" sz="1800" dirty="0"/>
              <a:t>A bank wishes to analyze its customer base for targeted marketing and needs to segment the customers based on its account information with its branch. Post analysis it might be interested to target potential customers of high income level possessing Titanium card types.</a:t>
            </a:r>
            <a:endParaRPr dirty="0"/>
          </a:p>
          <a:p>
            <a:pPr marL="0" lvl="0" indent="0" algn="l" rtl="0">
              <a:lnSpc>
                <a:spcPct val="100000"/>
              </a:lnSpc>
              <a:spcBef>
                <a:spcPts val="360"/>
              </a:spcBef>
              <a:spcAft>
                <a:spcPts val="0"/>
              </a:spcAft>
              <a:buSzPts val="1800"/>
              <a:buNone/>
            </a:pPr>
            <a:endParaRPr sz="1800" dirty="0"/>
          </a:p>
          <a:p>
            <a:pPr marL="342900" lvl="0" indent="-228600" algn="l" rtl="0">
              <a:lnSpc>
                <a:spcPct val="100000"/>
              </a:lnSpc>
              <a:spcBef>
                <a:spcPts val="360"/>
              </a:spcBef>
              <a:spcAft>
                <a:spcPts val="0"/>
              </a:spcAft>
              <a:buSzPts val="1800"/>
              <a:buFont typeface="Arial"/>
              <a:buNone/>
            </a:pPr>
            <a:endParaRPr sz="1800" dirty="0"/>
          </a:p>
          <a:p>
            <a:pPr marL="342900" lvl="0" indent="-228600" algn="l" rtl="0">
              <a:lnSpc>
                <a:spcPct val="100000"/>
              </a:lnSpc>
              <a:spcBef>
                <a:spcPts val="360"/>
              </a:spcBef>
              <a:spcAft>
                <a:spcPts val="0"/>
              </a:spcAft>
              <a:buSzPts val="1800"/>
              <a:buFont typeface="Arial"/>
              <a:buNone/>
            </a:pPr>
            <a:endParaRPr sz="1800" dirty="0"/>
          </a:p>
          <a:p>
            <a:pPr marL="342900" lvl="0" indent="-228600" algn="l" rtl="0">
              <a:lnSpc>
                <a:spcPct val="100000"/>
              </a:lnSpc>
              <a:spcBef>
                <a:spcPts val="360"/>
              </a:spcBef>
              <a:spcAft>
                <a:spcPts val="0"/>
              </a:spcAft>
              <a:buSzPts val="1800"/>
              <a:buNone/>
            </a:pPr>
            <a:endParaRPr sz="1800" dirty="0"/>
          </a:p>
          <a:p>
            <a:pPr marL="342900" marR="0" lvl="0" indent="-342900" algn="l" rtl="0">
              <a:lnSpc>
                <a:spcPct val="100000"/>
              </a:lnSpc>
              <a:spcBef>
                <a:spcPts val="360"/>
              </a:spcBef>
              <a:spcAft>
                <a:spcPts val="0"/>
              </a:spcAft>
              <a:buClr>
                <a:srgbClr val="101141"/>
              </a:buClr>
              <a:buSzPts val="1800"/>
              <a:buFont typeface="Arial"/>
              <a:buNone/>
            </a:pPr>
            <a:endParaRPr sz="1800" dirty="0"/>
          </a:p>
          <a:p>
            <a:pPr marL="342900" marR="0" lvl="0" indent="-342900" algn="l" rtl="0">
              <a:lnSpc>
                <a:spcPct val="100000"/>
              </a:lnSpc>
              <a:spcBef>
                <a:spcPts val="360"/>
              </a:spcBef>
              <a:spcAft>
                <a:spcPts val="0"/>
              </a:spcAft>
              <a:buClr>
                <a:srgbClr val="101141"/>
              </a:buClr>
              <a:buSzPts val="1800"/>
              <a:buFont typeface="Arial"/>
              <a:buNone/>
            </a:pPr>
            <a:endParaRPr sz="1800" dirty="0"/>
          </a:p>
        </p:txBody>
      </p:sp>
      <p:sp>
        <p:nvSpPr>
          <p:cNvPr id="677" name="Google Shape;677;p15"/>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lnSpcReduction="10000"/>
          </a:bodyPr>
          <a:lstStyle/>
          <a:p>
            <a:pPr marL="0" lvl="0" indent="0" algn="l" rtl="0">
              <a:lnSpc>
                <a:spcPct val="180000"/>
              </a:lnSpc>
              <a:spcBef>
                <a:spcPts val="0"/>
              </a:spcBef>
              <a:spcAft>
                <a:spcPts val="0"/>
              </a:spcAft>
              <a:buClr>
                <a:srgbClr val="C00000"/>
              </a:buClr>
              <a:buSzPts val="2000"/>
              <a:buNone/>
            </a:pPr>
            <a:r>
              <a:rPr lang="en-US" sz="2000" dirty="0">
                <a:solidFill>
                  <a:srgbClr val="C00000"/>
                </a:solidFill>
              </a:rPr>
              <a:t>Case Study – 1 </a:t>
            </a:r>
            <a:endParaRPr dirty="0"/>
          </a:p>
          <a:p>
            <a:pPr marL="0" lvl="0" indent="0" algn="l" rtl="0">
              <a:lnSpc>
                <a:spcPct val="180000"/>
              </a:lnSpc>
              <a:spcBef>
                <a:spcPts val="0"/>
              </a:spcBef>
              <a:spcAft>
                <a:spcPts val="0"/>
              </a:spcAft>
              <a:buClr>
                <a:srgbClr val="C00000"/>
              </a:buClr>
              <a:buSzPts val="2000"/>
              <a:buNone/>
            </a:pPr>
            <a:r>
              <a:rPr lang="en-US" sz="2000" dirty="0">
                <a:solidFill>
                  <a:srgbClr val="C00000"/>
                </a:solidFill>
              </a:rPr>
              <a:t>Identify the Data Types and attribute types</a:t>
            </a:r>
            <a:endParaRPr sz="2400" dirty="0"/>
          </a:p>
        </p:txBody>
      </p:sp>
      <p:graphicFrame>
        <p:nvGraphicFramePr>
          <p:cNvPr id="678" name="Google Shape;678;p15"/>
          <p:cNvGraphicFramePr/>
          <p:nvPr/>
        </p:nvGraphicFramePr>
        <p:xfrm>
          <a:off x="304800" y="3870960"/>
          <a:ext cx="8386075" cy="2316530"/>
        </p:xfrm>
        <a:graphic>
          <a:graphicData uri="http://schemas.openxmlformats.org/drawingml/2006/table">
            <a:tbl>
              <a:tblPr>
                <a:noFill/>
                <a:tableStyleId>{C8DF1355-4C04-498C-9A8F-13253D5AC197}</a:tableStyleId>
              </a:tblPr>
              <a:tblGrid>
                <a:gridCol w="660725">
                  <a:extLst>
                    <a:ext uri="{9D8B030D-6E8A-4147-A177-3AD203B41FA5}">
                      <a16:colId xmlns:a16="http://schemas.microsoft.com/office/drawing/2014/main" val="20000"/>
                    </a:ext>
                  </a:extLst>
                </a:gridCol>
                <a:gridCol w="863275">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1042750">
                  <a:extLst>
                    <a:ext uri="{9D8B030D-6E8A-4147-A177-3AD203B41FA5}">
                      <a16:colId xmlns:a16="http://schemas.microsoft.com/office/drawing/2014/main" val="20003"/>
                    </a:ext>
                  </a:extLst>
                </a:gridCol>
                <a:gridCol w="762000">
                  <a:extLst>
                    <a:ext uri="{9D8B030D-6E8A-4147-A177-3AD203B41FA5}">
                      <a16:colId xmlns:a16="http://schemas.microsoft.com/office/drawing/2014/main" val="20004"/>
                    </a:ext>
                  </a:extLst>
                </a:gridCol>
                <a:gridCol w="762000">
                  <a:extLst>
                    <a:ext uri="{9D8B030D-6E8A-4147-A177-3AD203B41FA5}">
                      <a16:colId xmlns:a16="http://schemas.microsoft.com/office/drawing/2014/main" val="20005"/>
                    </a:ext>
                  </a:extLst>
                </a:gridCol>
                <a:gridCol w="1524000">
                  <a:extLst>
                    <a:ext uri="{9D8B030D-6E8A-4147-A177-3AD203B41FA5}">
                      <a16:colId xmlns:a16="http://schemas.microsoft.com/office/drawing/2014/main" val="20006"/>
                    </a:ext>
                  </a:extLst>
                </a:gridCol>
                <a:gridCol w="1083675">
                  <a:extLst>
                    <a:ext uri="{9D8B030D-6E8A-4147-A177-3AD203B41FA5}">
                      <a16:colId xmlns:a16="http://schemas.microsoft.com/office/drawing/2014/main" val="20007"/>
                    </a:ext>
                  </a:extLst>
                </a:gridCol>
                <a:gridCol w="925650">
                  <a:extLst>
                    <a:ext uri="{9D8B030D-6E8A-4147-A177-3AD203B41FA5}">
                      <a16:colId xmlns:a16="http://schemas.microsoft.com/office/drawing/2014/main" val="20008"/>
                    </a:ext>
                  </a:extLst>
                </a:gridCol>
              </a:tblGrid>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300" b="1" u="none" strike="noStrike" cap="none" dirty="0"/>
                        <a:t>Name</a:t>
                      </a:r>
                      <a:endParaRPr sz="1300" b="1" u="none" strike="noStrike" cap="none" dirty="0"/>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5B9BD5"/>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300" b="1" u="none" strike="noStrike" cap="none" dirty="0"/>
                        <a:t>Gender</a:t>
                      </a:r>
                      <a:endParaRPr sz="1300" b="1" u="none" strike="noStrike" cap="none" dirty="0"/>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5B9BD5"/>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300" b="1" u="none" strike="noStrike" cap="none" dirty="0"/>
                        <a:t>Service Rating</a:t>
                      </a:r>
                      <a:endParaRPr sz="1300" b="1" u="none" strike="noStrike" cap="none" dirty="0"/>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5B9BD5"/>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300" b="1" u="none" strike="noStrike" cap="none" dirty="0"/>
                        <a:t>Is Priority Customer?</a:t>
                      </a:r>
                      <a:endParaRPr sz="1300" b="1" u="none" strike="noStrike" cap="none" dirty="0"/>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5B9BD5"/>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300" b="1" u="none" strike="noStrike" cap="none" dirty="0"/>
                        <a:t>Card Type</a:t>
                      </a:r>
                      <a:endParaRPr sz="1300" b="1" u="none" strike="noStrike" cap="none" dirty="0"/>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5B9BD5"/>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300" b="1" u="none" strike="noStrike" cap="none" dirty="0"/>
                        <a:t>Credit Score</a:t>
                      </a:r>
                      <a:endParaRPr sz="1300" b="1" u="none" strike="noStrike" cap="none" dirty="0"/>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5B9BD5"/>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300" b="1" u="none" strike="noStrike" cap="none" dirty="0"/>
                        <a:t>Is Multiple  Account Holder</a:t>
                      </a:r>
                      <a:endParaRPr sz="1300" b="1" u="none" strike="noStrike" cap="none" dirty="0"/>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5B9BD5"/>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300" b="1" u="none" strike="noStrike" cap="none" dirty="0"/>
                        <a:t>Income Level </a:t>
                      </a:r>
                      <a:endParaRPr sz="1300" b="1" u="none" strike="noStrike" cap="none" dirty="0"/>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5B9BD5"/>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300" b="1" u="none" strike="noStrike" cap="none" dirty="0"/>
                        <a:t>Region</a:t>
                      </a:r>
                      <a:endParaRPr sz="1300" b="1" u="none" strike="noStrike" cap="none" dirty="0"/>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Jack</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Male</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Yes</a:t>
                      </a:r>
                      <a:endParaRPr sz="1400" u="none" strike="noStrike" cap="none" dirty="0"/>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Platinum</a:t>
                      </a:r>
                      <a:endParaRPr sz="1400" u="none" strike="noStrike" cap="none" dirty="0"/>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7.5</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Yes</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Upper</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BGLR</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Jill</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Female</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Yes</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Gold</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8.2</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No</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Middle</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DELHI</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John</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Male</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9</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No</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Gold</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7</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Yes</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Lower</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BGLR</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Mary</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Male</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6</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No</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Gold</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6.0</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No</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Lower</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BGLR</a:t>
                      </a:r>
                      <a:endParaRPr sz="1400" u="none" strike="noStrike" cap="none" dirty="0"/>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5"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fld id="{00000000-1234-1234-1234-123412341234}" type="slidenum">
              <a:rPr lang="en-US" sz="1600" b="1" smtClean="0">
                <a:latin typeface="Tahoma"/>
                <a:ea typeface="Tahoma"/>
                <a:cs typeface="Tahoma"/>
                <a:sym typeface="Tahoma"/>
              </a:rPr>
              <a:pPr>
                <a:buSzPts val="1600"/>
              </a:pPr>
              <a:t>32</a:t>
            </a:fld>
            <a:endParaRPr lang="en-US" sz="1600" b="1" dirty="0">
              <a:latin typeface="Tahoma"/>
              <a:ea typeface="Tahoma"/>
              <a:cs typeface="Tahoma"/>
              <a:sym typeface="Tahoma"/>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0F06D4A3-A83E-0847-E69D-84486514DB65}"/>
                  </a:ext>
                </a:extLst>
              </p14:cNvPr>
              <p14:cNvContentPartPr/>
              <p14:nvPr/>
            </p14:nvContentPartPr>
            <p14:xfrm>
              <a:off x="523080" y="2426040"/>
              <a:ext cx="7836840" cy="1419120"/>
            </p14:xfrm>
          </p:contentPart>
        </mc:Choice>
        <mc:Fallback xmlns="">
          <p:pic>
            <p:nvPicPr>
              <p:cNvPr id="2" name="Ink 1">
                <a:extLst>
                  <a:ext uri="{FF2B5EF4-FFF2-40B4-BE49-F238E27FC236}">
                    <a16:creationId xmlns:a16="http://schemas.microsoft.com/office/drawing/2014/main" id="{0F06D4A3-A83E-0847-E69D-84486514DB65}"/>
                  </a:ext>
                </a:extLst>
              </p:cNvPr>
              <p:cNvPicPr/>
              <p:nvPr/>
            </p:nvPicPr>
            <p:blipFill>
              <a:blip r:embed="rId4"/>
              <a:stretch>
                <a:fillRect/>
              </a:stretch>
            </p:blipFill>
            <p:spPr>
              <a:xfrm>
                <a:off x="513720" y="2416680"/>
                <a:ext cx="7855560" cy="1437840"/>
              </a:xfrm>
              <a:prstGeom prst="rect">
                <a:avLst/>
              </a:prstGeom>
            </p:spPr>
          </p:pic>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6"/>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p>
            <a:pPr marL="0" lvl="0" indent="0" algn="l" rtl="0">
              <a:lnSpc>
                <a:spcPct val="150000"/>
              </a:lnSpc>
              <a:spcBef>
                <a:spcPts val="0"/>
              </a:spcBef>
              <a:spcAft>
                <a:spcPts val="0"/>
              </a:spcAft>
              <a:buClr>
                <a:schemeClr val="dk1"/>
              </a:buClr>
              <a:buSzPts val="2400"/>
              <a:buNone/>
            </a:pPr>
            <a:r>
              <a:rPr lang="en-US" sz="2400"/>
              <a:t>Data Quality</a:t>
            </a:r>
            <a:endParaRPr/>
          </a:p>
          <a:p>
            <a:pPr marL="0" lvl="0" indent="0" algn="l" rtl="0">
              <a:lnSpc>
                <a:spcPct val="150000"/>
              </a:lnSpc>
              <a:spcBef>
                <a:spcPts val="0"/>
              </a:spcBef>
              <a:spcAft>
                <a:spcPts val="0"/>
              </a:spcAft>
              <a:buClr>
                <a:schemeClr val="dk1"/>
              </a:buClr>
              <a:buSzPts val="2400"/>
              <a:buNone/>
            </a:pPr>
            <a:endParaRPr sz="2400"/>
          </a:p>
        </p:txBody>
      </p:sp>
      <p:grpSp>
        <p:nvGrpSpPr>
          <p:cNvPr id="546" name="Google Shape;546;p6"/>
          <p:cNvGrpSpPr/>
          <p:nvPr/>
        </p:nvGrpSpPr>
        <p:grpSpPr>
          <a:xfrm>
            <a:off x="2372621" y="1496972"/>
            <a:ext cx="4083740" cy="4519693"/>
            <a:chOff x="2067821" y="3134"/>
            <a:chExt cx="4083740" cy="4519693"/>
          </a:xfrm>
        </p:grpSpPr>
        <p:sp>
          <p:nvSpPr>
            <p:cNvPr id="547" name="Google Shape;547;p6"/>
            <p:cNvSpPr/>
            <p:nvPr/>
          </p:nvSpPr>
          <p:spPr>
            <a:xfrm>
              <a:off x="3520082" y="1668263"/>
              <a:ext cx="1189434" cy="1189434"/>
            </a:xfrm>
            <a:prstGeom prst="ellipse">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8" name="Google Shape;548;p6"/>
            <p:cNvSpPr txBox="1"/>
            <p:nvPr/>
          </p:nvSpPr>
          <p:spPr>
            <a:xfrm>
              <a:off x="3694271" y="1842452"/>
              <a:ext cx="841056" cy="841056"/>
            </a:xfrm>
            <a:prstGeom prst="rect">
              <a:avLst/>
            </a:prstGeom>
            <a:noFill/>
            <a:ln>
              <a:noFill/>
            </a:ln>
          </p:spPr>
          <p:txBody>
            <a:bodyPr spcFirstLastPara="1" wrap="square" lIns="26650" tIns="26650" rIns="26650" bIns="26650" anchor="ctr" anchorCtr="0">
              <a:noAutofit/>
            </a:bodyPr>
            <a:lstStyle/>
            <a:p>
              <a:pPr marL="0" marR="0" lvl="0" indent="0" algn="ctr" rtl="0">
                <a:lnSpc>
                  <a:spcPct val="90000"/>
                </a:lnSpc>
                <a:spcBef>
                  <a:spcPts val="0"/>
                </a:spcBef>
                <a:spcAft>
                  <a:spcPts val="0"/>
                </a:spcAft>
                <a:buClr>
                  <a:srgbClr val="000000"/>
                </a:buClr>
                <a:buSzPts val="2100"/>
                <a:buFont typeface="Arial"/>
                <a:buNone/>
              </a:pPr>
              <a:r>
                <a:rPr lang="en-US" sz="2100" b="0" i="0" u="none" strike="noStrike" cap="none">
                  <a:solidFill>
                    <a:srgbClr val="FFFFFF"/>
                  </a:solidFill>
                  <a:latin typeface="Calibri"/>
                  <a:ea typeface="Calibri"/>
                  <a:cs typeface="Calibri"/>
                  <a:sym typeface="Calibri"/>
                </a:rPr>
                <a:t>Quality</a:t>
              </a:r>
              <a:endParaRPr sz="2100" b="0" i="0" u="none" strike="noStrike" cap="none">
                <a:solidFill>
                  <a:srgbClr val="FFFFFF"/>
                </a:solidFill>
                <a:latin typeface="Calibri"/>
                <a:ea typeface="Calibri"/>
                <a:cs typeface="Calibri"/>
                <a:sym typeface="Calibri"/>
              </a:endParaRPr>
            </a:p>
          </p:txBody>
        </p:sp>
        <p:sp>
          <p:nvSpPr>
            <p:cNvPr id="549" name="Google Shape;549;p6"/>
            <p:cNvSpPr/>
            <p:nvPr/>
          </p:nvSpPr>
          <p:spPr>
            <a:xfrm rot="-5400000">
              <a:off x="3988740" y="1235347"/>
              <a:ext cx="252118" cy="404407"/>
            </a:xfrm>
            <a:prstGeom prst="rightArrow">
              <a:avLst>
                <a:gd name="adj1" fmla="val 60000"/>
                <a:gd name="adj2" fmla="val 50000"/>
              </a:avLst>
            </a:prstGeom>
            <a:solidFill>
              <a:srgbClr val="B1C0D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0" name="Google Shape;550;p6"/>
            <p:cNvSpPr txBox="1"/>
            <p:nvPr/>
          </p:nvSpPr>
          <p:spPr>
            <a:xfrm rot="-5400000">
              <a:off x="4026558" y="1354046"/>
              <a:ext cx="176483" cy="242645"/>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1100"/>
                <a:buFont typeface="Arial"/>
                <a:buNone/>
              </a:pPr>
              <a:endParaRPr sz="1100" b="0" i="0" u="none" strike="noStrike" cap="none">
                <a:solidFill>
                  <a:srgbClr val="FFFFFF"/>
                </a:solidFill>
                <a:latin typeface="Calibri"/>
                <a:ea typeface="Calibri"/>
                <a:cs typeface="Calibri"/>
                <a:sym typeface="Calibri"/>
              </a:endParaRPr>
            </a:p>
          </p:txBody>
        </p:sp>
        <p:sp>
          <p:nvSpPr>
            <p:cNvPr id="551" name="Google Shape;551;p6"/>
            <p:cNvSpPr/>
            <p:nvPr/>
          </p:nvSpPr>
          <p:spPr>
            <a:xfrm>
              <a:off x="3520082" y="3134"/>
              <a:ext cx="1189434" cy="1189434"/>
            </a:xfrm>
            <a:prstGeom prst="ellipse">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2" name="Google Shape;552;p6"/>
            <p:cNvSpPr txBox="1"/>
            <p:nvPr/>
          </p:nvSpPr>
          <p:spPr>
            <a:xfrm>
              <a:off x="3694271" y="177323"/>
              <a:ext cx="841056" cy="841056"/>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rgbClr val="000000"/>
                </a:buClr>
                <a:buSzPts val="1100"/>
                <a:buFont typeface="Arial"/>
                <a:buNone/>
              </a:pPr>
              <a:r>
                <a:rPr lang="en-US" sz="1100" b="0" i="0" u="none" strike="noStrike" cap="none">
                  <a:solidFill>
                    <a:srgbClr val="FFFFFF"/>
                  </a:solidFill>
                  <a:latin typeface="Calibri"/>
                  <a:ea typeface="Calibri"/>
                  <a:cs typeface="Calibri"/>
                  <a:sym typeface="Calibri"/>
                </a:rPr>
                <a:t>Correct</a:t>
              </a:r>
              <a:endParaRPr sz="1100" b="0" i="0" u="none" strike="noStrike" cap="none">
                <a:solidFill>
                  <a:srgbClr val="FFFFFF"/>
                </a:solidFill>
                <a:latin typeface="Calibri"/>
                <a:ea typeface="Calibri"/>
                <a:cs typeface="Calibri"/>
                <a:sym typeface="Calibri"/>
              </a:endParaRPr>
            </a:p>
          </p:txBody>
        </p:sp>
        <p:sp>
          <p:nvSpPr>
            <p:cNvPr id="553" name="Google Shape;553;p6"/>
            <p:cNvSpPr/>
            <p:nvPr/>
          </p:nvSpPr>
          <p:spPr>
            <a:xfrm rot="-1800000">
              <a:off x="4703583" y="1648062"/>
              <a:ext cx="252118" cy="404407"/>
            </a:xfrm>
            <a:prstGeom prst="rightArrow">
              <a:avLst>
                <a:gd name="adj1" fmla="val 60000"/>
                <a:gd name="adj2" fmla="val 50000"/>
              </a:avLst>
            </a:prstGeom>
            <a:solidFill>
              <a:srgbClr val="B1C0D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4" name="Google Shape;554;p6"/>
            <p:cNvSpPr txBox="1"/>
            <p:nvPr/>
          </p:nvSpPr>
          <p:spPr>
            <a:xfrm rot="-1800000">
              <a:off x="4708650" y="1747852"/>
              <a:ext cx="176483" cy="242645"/>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1100"/>
                <a:buFont typeface="Arial"/>
                <a:buNone/>
              </a:pPr>
              <a:endParaRPr sz="1100" b="0" i="0" u="none" strike="noStrike" cap="none">
                <a:solidFill>
                  <a:srgbClr val="FFFFFF"/>
                </a:solidFill>
                <a:latin typeface="Calibri"/>
                <a:ea typeface="Calibri"/>
                <a:cs typeface="Calibri"/>
                <a:sym typeface="Calibri"/>
              </a:endParaRPr>
            </a:p>
          </p:txBody>
        </p:sp>
        <p:sp>
          <p:nvSpPr>
            <p:cNvPr id="555" name="Google Shape;555;p6"/>
            <p:cNvSpPr/>
            <p:nvPr/>
          </p:nvSpPr>
          <p:spPr>
            <a:xfrm>
              <a:off x="4962127" y="835698"/>
              <a:ext cx="1189434" cy="1189434"/>
            </a:xfrm>
            <a:prstGeom prst="ellipse">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6" name="Google Shape;556;p6"/>
            <p:cNvSpPr txBox="1"/>
            <p:nvPr/>
          </p:nvSpPr>
          <p:spPr>
            <a:xfrm>
              <a:off x="5136316" y="1009887"/>
              <a:ext cx="841056" cy="841056"/>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rgbClr val="000000"/>
                </a:buClr>
                <a:buSzPts val="1100"/>
                <a:buFont typeface="Arial"/>
                <a:buNone/>
              </a:pPr>
              <a:r>
                <a:rPr lang="en-US" sz="1100" b="0" i="0" u="none" strike="noStrike" cap="none">
                  <a:solidFill>
                    <a:srgbClr val="FFFFFF"/>
                  </a:solidFill>
                  <a:latin typeface="Calibri"/>
                  <a:ea typeface="Calibri"/>
                  <a:cs typeface="Calibri"/>
                  <a:sym typeface="Calibri"/>
                </a:rPr>
                <a:t>Interpretable</a:t>
              </a:r>
              <a:endParaRPr sz="1100" b="0" i="0" u="none" strike="noStrike" cap="none">
                <a:solidFill>
                  <a:srgbClr val="FFFFFF"/>
                </a:solidFill>
                <a:latin typeface="Calibri"/>
                <a:ea typeface="Calibri"/>
                <a:cs typeface="Calibri"/>
                <a:sym typeface="Calibri"/>
              </a:endParaRPr>
            </a:p>
          </p:txBody>
        </p:sp>
        <p:sp>
          <p:nvSpPr>
            <p:cNvPr id="557" name="Google Shape;557;p6"/>
            <p:cNvSpPr/>
            <p:nvPr/>
          </p:nvSpPr>
          <p:spPr>
            <a:xfrm rot="1800000">
              <a:off x="4703583" y="2473491"/>
              <a:ext cx="252118" cy="404407"/>
            </a:xfrm>
            <a:prstGeom prst="rightArrow">
              <a:avLst>
                <a:gd name="adj1" fmla="val 60000"/>
                <a:gd name="adj2" fmla="val 50000"/>
              </a:avLst>
            </a:prstGeom>
            <a:solidFill>
              <a:srgbClr val="B1C0D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8" name="Google Shape;558;p6"/>
            <p:cNvSpPr txBox="1"/>
            <p:nvPr/>
          </p:nvSpPr>
          <p:spPr>
            <a:xfrm rot="1800000">
              <a:off x="4708650" y="2535463"/>
              <a:ext cx="176483" cy="242645"/>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1100"/>
                <a:buFont typeface="Arial"/>
                <a:buNone/>
              </a:pPr>
              <a:endParaRPr sz="1100" b="0" i="0" u="none" strike="noStrike" cap="none">
                <a:solidFill>
                  <a:srgbClr val="FFFFFF"/>
                </a:solidFill>
                <a:latin typeface="Calibri"/>
                <a:ea typeface="Calibri"/>
                <a:cs typeface="Calibri"/>
                <a:sym typeface="Calibri"/>
              </a:endParaRPr>
            </a:p>
          </p:txBody>
        </p:sp>
        <p:sp>
          <p:nvSpPr>
            <p:cNvPr id="559" name="Google Shape;559;p6"/>
            <p:cNvSpPr/>
            <p:nvPr/>
          </p:nvSpPr>
          <p:spPr>
            <a:xfrm>
              <a:off x="4962127" y="2500828"/>
              <a:ext cx="1189434" cy="1189434"/>
            </a:xfrm>
            <a:prstGeom prst="ellipse">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0" name="Google Shape;560;p6"/>
            <p:cNvSpPr txBox="1"/>
            <p:nvPr/>
          </p:nvSpPr>
          <p:spPr>
            <a:xfrm>
              <a:off x="5136316" y="2675017"/>
              <a:ext cx="841056" cy="841056"/>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rgbClr val="000000"/>
                </a:buClr>
                <a:buSzPts val="1100"/>
                <a:buFont typeface="Arial"/>
                <a:buNone/>
              </a:pPr>
              <a:r>
                <a:rPr lang="en-US" sz="1100" b="0" i="0" u="none" strike="noStrike" cap="none">
                  <a:solidFill>
                    <a:srgbClr val="FFFFFF"/>
                  </a:solidFill>
                  <a:latin typeface="Calibri"/>
                  <a:ea typeface="Calibri"/>
                  <a:cs typeface="Calibri"/>
                  <a:sym typeface="Calibri"/>
                </a:rPr>
                <a:t>Usable on Demand</a:t>
              </a:r>
              <a:endParaRPr sz="1100" b="0" i="0" u="none" strike="noStrike" cap="none">
                <a:solidFill>
                  <a:srgbClr val="FFFFFF"/>
                </a:solidFill>
                <a:latin typeface="Calibri"/>
                <a:ea typeface="Calibri"/>
                <a:cs typeface="Calibri"/>
                <a:sym typeface="Calibri"/>
              </a:endParaRPr>
            </a:p>
          </p:txBody>
        </p:sp>
        <p:sp>
          <p:nvSpPr>
            <p:cNvPr id="561" name="Google Shape;561;p6"/>
            <p:cNvSpPr/>
            <p:nvPr/>
          </p:nvSpPr>
          <p:spPr>
            <a:xfrm rot="5400000">
              <a:off x="3988740" y="2886206"/>
              <a:ext cx="252118" cy="404407"/>
            </a:xfrm>
            <a:prstGeom prst="rightArrow">
              <a:avLst>
                <a:gd name="adj1" fmla="val 60000"/>
                <a:gd name="adj2" fmla="val 50000"/>
              </a:avLst>
            </a:prstGeom>
            <a:solidFill>
              <a:srgbClr val="B1C0D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2" name="Google Shape;562;p6"/>
            <p:cNvSpPr txBox="1"/>
            <p:nvPr/>
          </p:nvSpPr>
          <p:spPr>
            <a:xfrm rot="5400000">
              <a:off x="4026558" y="2929270"/>
              <a:ext cx="176483" cy="242645"/>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1100"/>
                <a:buFont typeface="Arial"/>
                <a:buNone/>
              </a:pPr>
              <a:endParaRPr sz="1100" b="0" i="0" u="none" strike="noStrike" cap="none">
                <a:solidFill>
                  <a:srgbClr val="FFFFFF"/>
                </a:solidFill>
                <a:latin typeface="Calibri"/>
                <a:ea typeface="Calibri"/>
                <a:cs typeface="Calibri"/>
                <a:sym typeface="Calibri"/>
              </a:endParaRPr>
            </a:p>
          </p:txBody>
        </p:sp>
        <p:sp>
          <p:nvSpPr>
            <p:cNvPr id="563" name="Google Shape;563;p6"/>
            <p:cNvSpPr/>
            <p:nvPr/>
          </p:nvSpPr>
          <p:spPr>
            <a:xfrm>
              <a:off x="3520082" y="3333393"/>
              <a:ext cx="1189434" cy="1189434"/>
            </a:xfrm>
            <a:prstGeom prst="ellipse">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4" name="Google Shape;564;p6"/>
            <p:cNvSpPr txBox="1"/>
            <p:nvPr/>
          </p:nvSpPr>
          <p:spPr>
            <a:xfrm>
              <a:off x="3694271" y="3507582"/>
              <a:ext cx="841056" cy="841056"/>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rgbClr val="000000"/>
                </a:buClr>
                <a:buSzPts val="1100"/>
                <a:buFont typeface="Arial"/>
                <a:buNone/>
              </a:pPr>
              <a:r>
                <a:rPr lang="en-US" sz="1100" b="0" i="0" u="none" strike="noStrike" cap="none">
                  <a:solidFill>
                    <a:srgbClr val="FFFFFF"/>
                  </a:solidFill>
                  <a:latin typeface="Calibri"/>
                  <a:ea typeface="Calibri"/>
                  <a:cs typeface="Calibri"/>
                  <a:sym typeface="Calibri"/>
                </a:rPr>
                <a:t>Complete</a:t>
              </a:r>
              <a:endParaRPr sz="1100" b="0" i="0" u="none" strike="noStrike" cap="none">
                <a:solidFill>
                  <a:srgbClr val="FFFFFF"/>
                </a:solidFill>
                <a:latin typeface="Calibri"/>
                <a:ea typeface="Calibri"/>
                <a:cs typeface="Calibri"/>
                <a:sym typeface="Calibri"/>
              </a:endParaRPr>
            </a:p>
          </p:txBody>
        </p:sp>
        <p:sp>
          <p:nvSpPr>
            <p:cNvPr id="565" name="Google Shape;565;p6"/>
            <p:cNvSpPr/>
            <p:nvPr/>
          </p:nvSpPr>
          <p:spPr>
            <a:xfrm rot="9020808">
              <a:off x="3289645" y="2462784"/>
              <a:ext cx="238042" cy="404407"/>
            </a:xfrm>
            <a:prstGeom prst="rightArrow">
              <a:avLst>
                <a:gd name="adj1" fmla="val 60000"/>
                <a:gd name="adj2" fmla="val 50000"/>
              </a:avLst>
            </a:prstGeom>
            <a:solidFill>
              <a:srgbClr val="B1C0D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6" name="Google Shape;566;p6"/>
            <p:cNvSpPr txBox="1"/>
            <p:nvPr/>
          </p:nvSpPr>
          <p:spPr>
            <a:xfrm rot="-1779192">
              <a:off x="3356382" y="2525999"/>
              <a:ext cx="166629" cy="242645"/>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1100"/>
                <a:buFont typeface="Arial"/>
                <a:buNone/>
              </a:pPr>
              <a:endParaRPr sz="1100" b="0" i="0" u="none" strike="noStrike" cap="none">
                <a:solidFill>
                  <a:srgbClr val="FFFFFF"/>
                </a:solidFill>
                <a:latin typeface="Calibri"/>
                <a:ea typeface="Calibri"/>
                <a:cs typeface="Calibri"/>
                <a:sym typeface="Calibri"/>
              </a:endParaRPr>
            </a:p>
          </p:txBody>
        </p:sp>
        <p:sp>
          <p:nvSpPr>
            <p:cNvPr id="567" name="Google Shape;567;p6"/>
            <p:cNvSpPr/>
            <p:nvPr/>
          </p:nvSpPr>
          <p:spPr>
            <a:xfrm>
              <a:off x="2096105" y="2478945"/>
              <a:ext cx="1189434" cy="1189434"/>
            </a:xfrm>
            <a:prstGeom prst="ellipse">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8" name="Google Shape;568;p6"/>
            <p:cNvSpPr txBox="1"/>
            <p:nvPr/>
          </p:nvSpPr>
          <p:spPr>
            <a:xfrm>
              <a:off x="2270294" y="2653134"/>
              <a:ext cx="841056" cy="841056"/>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rgbClr val="000000"/>
                </a:buClr>
                <a:buSzPts val="1100"/>
                <a:buFont typeface="Arial"/>
                <a:buNone/>
              </a:pPr>
              <a:r>
                <a:rPr lang="en-US" sz="1100" b="0" i="0" u="none" strike="noStrike" cap="none">
                  <a:solidFill>
                    <a:srgbClr val="FFFFFF"/>
                  </a:solidFill>
                  <a:latin typeface="Calibri"/>
                  <a:ea typeface="Calibri"/>
                  <a:cs typeface="Calibri"/>
                  <a:sym typeface="Calibri"/>
                </a:rPr>
                <a:t>Trustable</a:t>
              </a:r>
              <a:endParaRPr sz="1100" b="0" i="0" u="none" strike="noStrike" cap="none">
                <a:solidFill>
                  <a:srgbClr val="FFFFFF"/>
                </a:solidFill>
                <a:latin typeface="Calibri"/>
                <a:ea typeface="Calibri"/>
                <a:cs typeface="Calibri"/>
                <a:sym typeface="Calibri"/>
              </a:endParaRPr>
            </a:p>
          </p:txBody>
        </p:sp>
        <p:sp>
          <p:nvSpPr>
            <p:cNvPr id="569" name="Google Shape;569;p6"/>
            <p:cNvSpPr/>
            <p:nvPr/>
          </p:nvSpPr>
          <p:spPr>
            <a:xfrm rot="-8948646">
              <a:off x="3262035" y="1630819"/>
              <a:ext cx="266203" cy="404407"/>
            </a:xfrm>
            <a:prstGeom prst="rightArrow">
              <a:avLst>
                <a:gd name="adj1" fmla="val 60000"/>
                <a:gd name="adj2" fmla="val 50000"/>
              </a:avLst>
            </a:prstGeom>
            <a:solidFill>
              <a:srgbClr val="B1C0D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0" name="Google Shape;570;p6"/>
            <p:cNvSpPr txBox="1"/>
            <p:nvPr/>
          </p:nvSpPr>
          <p:spPr>
            <a:xfrm rot="1851354">
              <a:off x="3336244" y="1732180"/>
              <a:ext cx="186342" cy="242645"/>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1100"/>
                <a:buFont typeface="Arial"/>
                <a:buNone/>
              </a:pPr>
              <a:endParaRPr sz="1100" b="0" i="0" u="none" strike="noStrike" cap="none">
                <a:solidFill>
                  <a:srgbClr val="FFFFFF"/>
                </a:solidFill>
                <a:latin typeface="Calibri"/>
                <a:ea typeface="Calibri"/>
                <a:cs typeface="Calibri"/>
                <a:sym typeface="Calibri"/>
              </a:endParaRPr>
            </a:p>
          </p:txBody>
        </p:sp>
        <p:sp>
          <p:nvSpPr>
            <p:cNvPr id="571" name="Google Shape;571;p6"/>
            <p:cNvSpPr/>
            <p:nvPr/>
          </p:nvSpPr>
          <p:spPr>
            <a:xfrm>
              <a:off x="2067821" y="800620"/>
              <a:ext cx="1189434" cy="1189434"/>
            </a:xfrm>
            <a:prstGeom prst="ellipse">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2" name="Google Shape;572;p6"/>
            <p:cNvSpPr txBox="1"/>
            <p:nvPr/>
          </p:nvSpPr>
          <p:spPr>
            <a:xfrm>
              <a:off x="2242010" y="974809"/>
              <a:ext cx="841056" cy="841056"/>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rgbClr val="000000"/>
                </a:buClr>
                <a:buSzPts val="1100"/>
                <a:buFont typeface="Arial"/>
                <a:buNone/>
              </a:pPr>
              <a:r>
                <a:rPr lang="en-US" sz="1100" b="0" i="0" u="none" strike="noStrike" cap="none">
                  <a:solidFill>
                    <a:srgbClr val="FFFFFF"/>
                  </a:solidFill>
                  <a:latin typeface="Calibri"/>
                  <a:ea typeface="Calibri"/>
                  <a:cs typeface="Calibri"/>
                  <a:sym typeface="Calibri"/>
                </a:rPr>
                <a:t>Consistent</a:t>
              </a:r>
              <a:endParaRPr sz="1100" b="0" i="0" u="none" strike="noStrike" cap="none">
                <a:solidFill>
                  <a:srgbClr val="FFFFFF"/>
                </a:solidFill>
                <a:latin typeface="Calibri"/>
                <a:ea typeface="Calibri"/>
                <a:cs typeface="Calibri"/>
                <a:sym typeface="Calibri"/>
              </a:endParaRPr>
            </a:p>
          </p:txBody>
        </p:sp>
      </p:grpSp>
      <p:sp>
        <p:nvSpPr>
          <p:cNvPr id="30"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fld id="{00000000-1234-1234-1234-123412341234}" type="slidenum">
              <a:rPr lang="en-US" sz="1600" b="1" smtClean="0">
                <a:latin typeface="Tahoma"/>
                <a:ea typeface="Tahoma"/>
                <a:cs typeface="Tahoma"/>
                <a:sym typeface="Tahoma"/>
              </a:rPr>
              <a:pPr>
                <a:buSzPts val="1600"/>
              </a:pPr>
              <a:t>33</a:t>
            </a:fld>
            <a:endParaRPr lang="en-US" sz="1600" b="1" dirty="0">
              <a:latin typeface="Tahoma"/>
              <a:ea typeface="Tahoma"/>
              <a:cs typeface="Tahoma"/>
              <a:sym typeface="Tahoma"/>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B79CA009-F13B-9858-FABA-A557D45AEE0A}"/>
                  </a:ext>
                </a:extLst>
              </p14:cNvPr>
              <p14:cNvContentPartPr/>
              <p14:nvPr/>
            </p14:nvContentPartPr>
            <p14:xfrm>
              <a:off x="1967760" y="1616040"/>
              <a:ext cx="4565880" cy="896040"/>
            </p14:xfrm>
          </p:contentPart>
        </mc:Choice>
        <mc:Fallback xmlns="">
          <p:pic>
            <p:nvPicPr>
              <p:cNvPr id="2" name="Ink 1">
                <a:extLst>
                  <a:ext uri="{FF2B5EF4-FFF2-40B4-BE49-F238E27FC236}">
                    <a16:creationId xmlns:a16="http://schemas.microsoft.com/office/drawing/2014/main" id="{B79CA009-F13B-9858-FABA-A557D45AEE0A}"/>
                  </a:ext>
                </a:extLst>
              </p:cNvPr>
              <p:cNvPicPr/>
              <p:nvPr/>
            </p:nvPicPr>
            <p:blipFill>
              <a:blip r:embed="rId4"/>
              <a:stretch>
                <a:fillRect/>
              </a:stretch>
            </p:blipFill>
            <p:spPr>
              <a:xfrm>
                <a:off x="1958400" y="1606680"/>
                <a:ext cx="4584600" cy="914760"/>
              </a:xfrm>
              <a:prstGeom prst="rect">
                <a:avLst/>
              </a:prstGeom>
            </p:spPr>
          </p:pic>
        </mc:Fallback>
      </mc:AlternateContent>
    </p:spTree>
    <p:extLst>
      <p:ext uri="{BB962C8B-B14F-4D97-AF65-F5344CB8AC3E}">
        <p14:creationId xmlns:p14="http://schemas.microsoft.com/office/powerpoint/2010/main" val="8156310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6"/>
          <p:cNvSpPr>
            <a:spLocks noGrp="1" noChangeArrowheads="1"/>
          </p:cNvSpPr>
          <p:nvPr>
            <p:ph idx="1"/>
          </p:nvPr>
        </p:nvSpPr>
        <p:spPr/>
        <p:txBody>
          <a:bodyPr>
            <a:normAutofit/>
          </a:bodyPr>
          <a:lstStyle/>
          <a:p>
            <a:r>
              <a:rPr lang="en-US" dirty="0"/>
              <a:t>What kinds of data quality problems?</a:t>
            </a:r>
          </a:p>
          <a:p>
            <a:r>
              <a:rPr lang="en-US" dirty="0"/>
              <a:t>How can we detect problems with the data? </a:t>
            </a:r>
          </a:p>
          <a:p>
            <a:r>
              <a:rPr lang="en-US" dirty="0"/>
              <a:t>What can we do about these problems? </a:t>
            </a:r>
          </a:p>
          <a:p>
            <a:pPr lvl="4"/>
            <a:endParaRPr lang="en-US" dirty="0"/>
          </a:p>
          <a:p>
            <a:pPr lvl="4"/>
            <a:endParaRPr lang="en-US" dirty="0"/>
          </a:p>
          <a:p>
            <a:r>
              <a:rPr lang="en-US" dirty="0"/>
              <a:t>Examples of data quality problems: </a:t>
            </a:r>
          </a:p>
          <a:p>
            <a:pPr lvl="1"/>
            <a:r>
              <a:rPr lang="en-US" dirty="0"/>
              <a:t>Noise and outliers </a:t>
            </a:r>
          </a:p>
          <a:p>
            <a:pPr lvl="1"/>
            <a:r>
              <a:rPr lang="en-US" dirty="0"/>
              <a:t>Wrong data </a:t>
            </a:r>
          </a:p>
          <a:p>
            <a:pPr lvl="1"/>
            <a:r>
              <a:rPr lang="en-US" dirty="0"/>
              <a:t>Fake data </a:t>
            </a:r>
          </a:p>
          <a:p>
            <a:pPr lvl="1"/>
            <a:r>
              <a:rPr lang="en-US" dirty="0"/>
              <a:t>Missing values </a:t>
            </a:r>
          </a:p>
          <a:p>
            <a:pPr lvl="1"/>
            <a:r>
              <a:rPr lang="en-US" dirty="0"/>
              <a:t>Duplicate data </a:t>
            </a:r>
          </a:p>
        </p:txBody>
      </p:sp>
      <p:sp>
        <p:nvSpPr>
          <p:cNvPr id="25602" name="Rectangle 5"/>
          <p:cNvSpPr>
            <a:spLocks noGrp="1" noChangeArrowheads="1"/>
          </p:cNvSpPr>
          <p:nvPr>
            <p:ph type="title" idx="4294967295"/>
          </p:nvPr>
        </p:nvSpPr>
        <p:spPr>
          <a:xfrm>
            <a:off x="0" y="274638"/>
            <a:ext cx="8229600" cy="1143000"/>
          </a:xfrm>
        </p:spPr>
        <p:txBody>
          <a:bodyPr/>
          <a:lstStyle/>
          <a:p>
            <a:r>
              <a:rPr lang="en-US"/>
              <a:t>Data Quality …</a:t>
            </a:r>
          </a:p>
        </p:txBody>
      </p:sp>
      <p:sp>
        <p:nvSpPr>
          <p:cNvPr id="4"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fld id="{00000000-1234-1234-1234-123412341234}" type="slidenum">
              <a:rPr lang="en-US" sz="1600" b="1" smtClean="0">
                <a:latin typeface="Tahoma"/>
                <a:ea typeface="Tahoma"/>
                <a:cs typeface="Tahoma"/>
                <a:sym typeface="Tahoma"/>
              </a:rPr>
              <a:pPr>
                <a:buSzPts val="1600"/>
              </a:pPr>
              <a:t>34</a:t>
            </a:fld>
            <a:endParaRPr lang="en-US" sz="1600" b="1" dirty="0">
              <a:latin typeface="Tahoma"/>
              <a:ea typeface="Tahoma"/>
              <a:cs typeface="Tahoma"/>
              <a:sym typeface="Tahoma"/>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7CDF72F2-0B02-42B2-8783-F15DE31FA8C5}"/>
                  </a:ext>
                </a:extLst>
              </p14:cNvPr>
              <p14:cNvContentPartPr/>
              <p14:nvPr/>
            </p14:nvContentPartPr>
            <p14:xfrm>
              <a:off x="2820960" y="4230720"/>
              <a:ext cx="231840" cy="137520"/>
            </p14:xfrm>
          </p:contentPart>
        </mc:Choice>
        <mc:Fallback xmlns="">
          <p:pic>
            <p:nvPicPr>
              <p:cNvPr id="2" name="Ink 1">
                <a:extLst>
                  <a:ext uri="{FF2B5EF4-FFF2-40B4-BE49-F238E27FC236}">
                    <a16:creationId xmlns:a16="http://schemas.microsoft.com/office/drawing/2014/main" id="{7CDF72F2-0B02-42B2-8783-F15DE31FA8C5}"/>
                  </a:ext>
                </a:extLst>
              </p:cNvPr>
              <p:cNvPicPr/>
              <p:nvPr/>
            </p:nvPicPr>
            <p:blipFill>
              <a:blip r:embed="rId4"/>
              <a:stretch>
                <a:fillRect/>
              </a:stretch>
            </p:blipFill>
            <p:spPr>
              <a:xfrm>
                <a:off x="2811600" y="4221360"/>
                <a:ext cx="250560" cy="156240"/>
              </a:xfrm>
              <a:prstGeom prst="rect">
                <a:avLst/>
              </a:prstGeom>
            </p:spPr>
          </p:pic>
        </mc:Fallback>
      </mc:AlternateContent>
    </p:spTree>
    <p:extLst>
      <p:ext uri="{BB962C8B-B14F-4D97-AF65-F5344CB8AC3E}">
        <p14:creationId xmlns:p14="http://schemas.microsoft.com/office/powerpoint/2010/main" val="7497627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9"/>
          <p:cNvSpPr>
            <a:spLocks noGrp="1" noChangeArrowheads="1"/>
          </p:cNvSpPr>
          <p:nvPr>
            <p:ph idx="1"/>
          </p:nvPr>
        </p:nvSpPr>
        <p:spPr>
          <a:xfrm>
            <a:off x="304800" y="1417638"/>
            <a:ext cx="8229600" cy="4525963"/>
          </a:xfrm>
        </p:spPr>
        <p:txBody>
          <a:bodyPr>
            <a:normAutofit/>
          </a:bodyPr>
          <a:lstStyle/>
          <a:p>
            <a:r>
              <a:rPr lang="en-US" sz="2000" dirty="0">
                <a:latin typeface="+mj-lt"/>
              </a:rPr>
              <a:t>For objects, noise is an extraneous object</a:t>
            </a:r>
          </a:p>
          <a:p>
            <a:r>
              <a:rPr lang="en-US" sz="2000" dirty="0">
                <a:latin typeface="+mj-lt"/>
              </a:rPr>
              <a:t>For attributes, noise refers to modification of original values</a:t>
            </a:r>
          </a:p>
          <a:p>
            <a:pPr lvl="1"/>
            <a:r>
              <a:rPr lang="en-US" sz="1800" dirty="0">
                <a:latin typeface="+mj-lt"/>
              </a:rPr>
              <a:t>Examples: distortion of a person’s voice when talking on a poor phone and “snow” on television screen</a:t>
            </a:r>
          </a:p>
          <a:p>
            <a:pPr lvl="1"/>
            <a:r>
              <a:rPr lang="en-US" sz="1800" dirty="0">
                <a:latin typeface="+mj-lt"/>
              </a:rPr>
              <a:t>The figures below show two sine waves of the same magnitude and different frequencies, the waves combined, and the two sine waves with random noise</a:t>
            </a:r>
          </a:p>
          <a:p>
            <a:pPr lvl="2"/>
            <a:r>
              <a:rPr lang="en-US" sz="1400" dirty="0">
                <a:latin typeface="+mj-lt"/>
              </a:rPr>
              <a:t> The magnitude and shape of the original signal is distorted </a:t>
            </a:r>
          </a:p>
          <a:p>
            <a:pPr lvl="1"/>
            <a:endParaRPr lang="en-US" sz="1200" dirty="0"/>
          </a:p>
          <a:p>
            <a:pPr lvl="1"/>
            <a:endParaRPr lang="en-US" sz="1200" dirty="0"/>
          </a:p>
        </p:txBody>
      </p:sp>
      <p:sp>
        <p:nvSpPr>
          <p:cNvPr id="26626" name="Rectangle 8"/>
          <p:cNvSpPr>
            <a:spLocks noGrp="1" noChangeArrowheads="1"/>
          </p:cNvSpPr>
          <p:nvPr>
            <p:ph type="title" idx="4294967295"/>
          </p:nvPr>
        </p:nvSpPr>
        <p:spPr>
          <a:xfrm>
            <a:off x="0" y="274638"/>
            <a:ext cx="8229600" cy="1143000"/>
          </a:xfrm>
        </p:spPr>
        <p:txBody>
          <a:bodyPr/>
          <a:lstStyle/>
          <a:p>
            <a:r>
              <a:rPr lang="en-US" dirty="0"/>
              <a:t>Noise</a:t>
            </a:r>
          </a:p>
        </p:txBody>
      </p:sp>
      <p:pic>
        <p:nvPicPr>
          <p:cNvPr id="4" name="Picture 3">
            <a:extLst>
              <a:ext uri="{FF2B5EF4-FFF2-40B4-BE49-F238E27FC236}">
                <a16:creationId xmlns:a16="http://schemas.microsoft.com/office/drawing/2014/main" id="{9AB54409-6EE6-4A1C-9D0B-7CD3AF6E4659}"/>
              </a:ext>
            </a:extLst>
          </p:cNvPr>
          <p:cNvPicPr>
            <a:picLocks noChangeAspect="1"/>
          </p:cNvPicPr>
          <p:nvPr/>
        </p:nvPicPr>
        <p:blipFill>
          <a:blip r:embed="rId2"/>
          <a:stretch>
            <a:fillRect/>
          </a:stretch>
        </p:blipFill>
        <p:spPr>
          <a:xfrm>
            <a:off x="54592" y="3952168"/>
            <a:ext cx="3045649" cy="2286000"/>
          </a:xfrm>
          <a:prstGeom prst="rect">
            <a:avLst/>
          </a:prstGeom>
        </p:spPr>
      </p:pic>
      <p:pic>
        <p:nvPicPr>
          <p:cNvPr id="9" name="Picture 8">
            <a:extLst>
              <a:ext uri="{FF2B5EF4-FFF2-40B4-BE49-F238E27FC236}">
                <a16:creationId xmlns:a16="http://schemas.microsoft.com/office/drawing/2014/main" id="{681AF5E1-14E2-4B56-A568-ADB4A4652A48}"/>
              </a:ext>
            </a:extLst>
          </p:cNvPr>
          <p:cNvPicPr>
            <a:picLocks noChangeAspect="1"/>
          </p:cNvPicPr>
          <p:nvPr/>
        </p:nvPicPr>
        <p:blipFill>
          <a:blip r:embed="rId3"/>
          <a:stretch>
            <a:fillRect/>
          </a:stretch>
        </p:blipFill>
        <p:spPr>
          <a:xfrm>
            <a:off x="6076273" y="3952168"/>
            <a:ext cx="3045649" cy="2286000"/>
          </a:xfrm>
          <a:prstGeom prst="rect">
            <a:avLst/>
          </a:prstGeom>
        </p:spPr>
      </p:pic>
      <p:pic>
        <p:nvPicPr>
          <p:cNvPr id="11" name="Picture 10">
            <a:extLst>
              <a:ext uri="{FF2B5EF4-FFF2-40B4-BE49-F238E27FC236}">
                <a16:creationId xmlns:a16="http://schemas.microsoft.com/office/drawing/2014/main" id="{B986DA59-19B3-4F8E-A616-32746CC7069A}"/>
              </a:ext>
            </a:extLst>
          </p:cNvPr>
          <p:cNvPicPr>
            <a:picLocks noChangeAspect="1"/>
          </p:cNvPicPr>
          <p:nvPr/>
        </p:nvPicPr>
        <p:blipFill>
          <a:blip r:embed="rId4"/>
          <a:stretch>
            <a:fillRect/>
          </a:stretch>
        </p:blipFill>
        <p:spPr>
          <a:xfrm>
            <a:off x="3104473" y="3952168"/>
            <a:ext cx="3045649" cy="2286000"/>
          </a:xfrm>
          <a:prstGeom prst="rect">
            <a:avLst/>
          </a:prstGeom>
        </p:spPr>
      </p:pic>
      <p:sp>
        <p:nvSpPr>
          <p:cNvPr id="7" name="Slide Number Placeholder 3"/>
          <p:cNvSpPr txBox="1">
            <a:spLocks/>
          </p:cNvSpPr>
          <p:nvPr/>
        </p:nvSpPr>
        <p:spPr>
          <a:xfrm>
            <a:off x="8707898" y="6238168"/>
            <a:ext cx="579124"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fld id="{00000000-1234-1234-1234-123412341234}" type="slidenum">
              <a:rPr lang="en-US" sz="1600" b="1" smtClean="0">
                <a:latin typeface="Tahoma"/>
                <a:ea typeface="Tahoma"/>
                <a:cs typeface="Tahoma"/>
                <a:sym typeface="Tahoma"/>
              </a:rPr>
              <a:pPr>
                <a:buSzPts val="1600"/>
              </a:pPr>
              <a:t>35</a:t>
            </a:fld>
            <a:endParaRPr lang="en-US" sz="1600" b="1" dirty="0">
              <a:latin typeface="Tahoma"/>
              <a:ea typeface="Tahoma"/>
              <a:cs typeface="Tahoma"/>
              <a:sym typeface="Tahoma"/>
            </a:endParaRPr>
          </a:p>
        </p:txBody>
      </p:sp>
    </p:spTree>
    <p:extLst>
      <p:ext uri="{BB962C8B-B14F-4D97-AF65-F5344CB8AC3E}">
        <p14:creationId xmlns:p14="http://schemas.microsoft.com/office/powerpoint/2010/main" val="38910437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651" name="Group 4"/>
          <p:cNvGrpSpPr>
            <a:grpSpLocks/>
          </p:cNvGrpSpPr>
          <p:nvPr/>
        </p:nvGrpSpPr>
        <p:grpSpPr bwMode="auto">
          <a:xfrm>
            <a:off x="4080164" y="2173995"/>
            <a:ext cx="4267200" cy="3884612"/>
            <a:chOff x="3648" y="2448"/>
            <a:chExt cx="2112" cy="1872"/>
          </a:xfrm>
        </p:grpSpPr>
        <p:pic>
          <p:nvPicPr>
            <p:cNvPr id="2765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48" y="2448"/>
              <a:ext cx="2112" cy="1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27654" name="Oval 6"/>
            <p:cNvSpPr>
              <a:spLocks noChangeArrowheads="1"/>
            </p:cNvSpPr>
            <p:nvPr/>
          </p:nvSpPr>
          <p:spPr bwMode="auto">
            <a:xfrm>
              <a:off x="3766" y="2961"/>
              <a:ext cx="86" cy="84"/>
            </a:xfrm>
            <a:prstGeom prst="ellipse">
              <a:avLst/>
            </a:prstGeom>
            <a:noFill/>
            <a:ln w="19050">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7655" name="Oval 7"/>
            <p:cNvSpPr>
              <a:spLocks noChangeArrowheads="1"/>
            </p:cNvSpPr>
            <p:nvPr/>
          </p:nvSpPr>
          <p:spPr bwMode="auto">
            <a:xfrm>
              <a:off x="3907" y="3224"/>
              <a:ext cx="86" cy="84"/>
            </a:xfrm>
            <a:prstGeom prst="ellipse">
              <a:avLst/>
            </a:prstGeom>
            <a:noFill/>
            <a:ln w="19050">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7656" name="Oval 8"/>
            <p:cNvSpPr>
              <a:spLocks noChangeArrowheads="1"/>
            </p:cNvSpPr>
            <p:nvPr/>
          </p:nvSpPr>
          <p:spPr bwMode="auto">
            <a:xfrm>
              <a:off x="5612" y="3871"/>
              <a:ext cx="86" cy="85"/>
            </a:xfrm>
            <a:prstGeom prst="ellipse">
              <a:avLst/>
            </a:prstGeom>
            <a:noFill/>
            <a:ln w="19050">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7657" name="Oval 9"/>
            <p:cNvSpPr>
              <a:spLocks noChangeArrowheads="1"/>
            </p:cNvSpPr>
            <p:nvPr/>
          </p:nvSpPr>
          <p:spPr bwMode="auto">
            <a:xfrm>
              <a:off x="4319" y="3937"/>
              <a:ext cx="86" cy="84"/>
            </a:xfrm>
            <a:prstGeom prst="ellipse">
              <a:avLst/>
            </a:prstGeom>
            <a:noFill/>
            <a:ln w="19050">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7658" name="Rectangle 10"/>
            <p:cNvSpPr>
              <a:spLocks noChangeArrowheads="1"/>
            </p:cNvSpPr>
            <p:nvPr/>
          </p:nvSpPr>
          <p:spPr bwMode="auto">
            <a:xfrm>
              <a:off x="4944" y="3072"/>
              <a:ext cx="192" cy="24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en-US"/>
            </a:p>
          </p:txBody>
        </p:sp>
        <p:sp>
          <p:nvSpPr>
            <p:cNvPr id="27659" name="Rectangle 11"/>
            <p:cNvSpPr>
              <a:spLocks noChangeArrowheads="1"/>
            </p:cNvSpPr>
            <p:nvPr/>
          </p:nvSpPr>
          <p:spPr bwMode="auto">
            <a:xfrm>
              <a:off x="3888" y="3120"/>
              <a:ext cx="192" cy="24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en-US"/>
            </a:p>
          </p:txBody>
        </p:sp>
      </p:grpSp>
      <p:sp>
        <p:nvSpPr>
          <p:cNvPr id="27650" name="Rectangle 3"/>
          <p:cNvSpPr>
            <a:spLocks noGrp="1" noChangeArrowheads="1"/>
          </p:cNvSpPr>
          <p:nvPr>
            <p:ph idx="1"/>
          </p:nvPr>
        </p:nvSpPr>
        <p:spPr/>
        <p:txBody>
          <a:bodyPr>
            <a:noAutofit/>
          </a:bodyPr>
          <a:lstStyle/>
          <a:p>
            <a:r>
              <a:rPr lang="en-US" sz="2400" b="1" i="1" dirty="0">
                <a:solidFill>
                  <a:srgbClr val="CC6600"/>
                </a:solidFill>
              </a:rPr>
              <a:t>Outliers</a:t>
            </a:r>
            <a:r>
              <a:rPr lang="en-US" sz="2400" dirty="0"/>
              <a:t> are data objects with characteristics that are considerably different than most of the other data objects in the data set</a:t>
            </a:r>
          </a:p>
          <a:p>
            <a:pPr lvl="1"/>
            <a:r>
              <a:rPr lang="en-US" sz="2000" b="1" dirty="0"/>
              <a:t>Case 1:</a:t>
            </a:r>
            <a:r>
              <a:rPr lang="en-US" sz="2000" dirty="0"/>
              <a:t> Outliers are </a:t>
            </a:r>
            <a:br>
              <a:rPr lang="en-US" sz="2000" dirty="0"/>
            </a:br>
            <a:r>
              <a:rPr lang="en-US" sz="2000" dirty="0"/>
              <a:t>noise that interferes</a:t>
            </a:r>
            <a:br>
              <a:rPr lang="en-US" sz="2000" dirty="0"/>
            </a:br>
            <a:r>
              <a:rPr lang="en-US" sz="2000" dirty="0"/>
              <a:t>with data analysis </a:t>
            </a:r>
            <a:br>
              <a:rPr lang="en-US" sz="2000" dirty="0"/>
            </a:br>
            <a:endParaRPr lang="en-US" sz="900" dirty="0"/>
          </a:p>
          <a:p>
            <a:pPr lvl="1"/>
            <a:r>
              <a:rPr lang="en-US" sz="2000" b="1" dirty="0"/>
              <a:t>Case 2: </a:t>
            </a:r>
            <a:r>
              <a:rPr lang="en-US" sz="2000" dirty="0"/>
              <a:t>Outliers are </a:t>
            </a:r>
            <a:br>
              <a:rPr lang="en-US" sz="2000" dirty="0"/>
            </a:br>
            <a:r>
              <a:rPr lang="en-US" sz="2000" dirty="0"/>
              <a:t>the goal of our analysis</a:t>
            </a:r>
          </a:p>
          <a:p>
            <a:pPr lvl="2"/>
            <a:r>
              <a:rPr lang="en-US" sz="1800" dirty="0"/>
              <a:t> </a:t>
            </a:r>
            <a:r>
              <a:rPr lang="en-US" sz="1600" dirty="0"/>
              <a:t>Credit card fraud</a:t>
            </a:r>
          </a:p>
          <a:p>
            <a:pPr lvl="2"/>
            <a:r>
              <a:rPr lang="en-US" sz="1600" dirty="0"/>
              <a:t> Intrusion detection</a:t>
            </a:r>
            <a:r>
              <a:rPr lang="en-US" sz="1800" dirty="0"/>
              <a:t> </a:t>
            </a:r>
          </a:p>
          <a:p>
            <a:pPr lvl="2"/>
            <a:endParaRPr lang="en-US" sz="900" dirty="0"/>
          </a:p>
          <a:p>
            <a:endParaRPr lang="en-US" sz="2400" dirty="0"/>
          </a:p>
        </p:txBody>
      </p:sp>
      <p:sp>
        <p:nvSpPr>
          <p:cNvPr id="27652" name="Rectangle 2"/>
          <p:cNvSpPr>
            <a:spLocks noGrp="1" noChangeArrowheads="1"/>
          </p:cNvSpPr>
          <p:nvPr>
            <p:ph type="title" idx="4294967295"/>
          </p:nvPr>
        </p:nvSpPr>
        <p:spPr>
          <a:xfrm>
            <a:off x="0" y="274638"/>
            <a:ext cx="8229600" cy="1143000"/>
          </a:xfrm>
        </p:spPr>
        <p:txBody>
          <a:bodyPr/>
          <a:lstStyle/>
          <a:p>
            <a:r>
              <a:rPr lang="en-US"/>
              <a:t>Outliers</a:t>
            </a:r>
          </a:p>
        </p:txBody>
      </p:sp>
      <p:sp>
        <p:nvSpPr>
          <p:cNvPr id="12"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fld id="{00000000-1234-1234-1234-123412341234}" type="slidenum">
              <a:rPr lang="en-US" sz="1600" b="1" smtClean="0">
                <a:latin typeface="Tahoma"/>
                <a:ea typeface="Tahoma"/>
                <a:cs typeface="Tahoma"/>
                <a:sym typeface="Tahoma"/>
              </a:rPr>
              <a:pPr>
                <a:buSzPts val="1600"/>
              </a:pPr>
              <a:t>36</a:t>
            </a:fld>
            <a:endParaRPr lang="en-US" sz="1600" b="1" dirty="0">
              <a:latin typeface="Tahoma"/>
              <a:ea typeface="Tahoma"/>
              <a:cs typeface="Tahoma"/>
              <a:sym typeface="Tahoma"/>
            </a:endParaRPr>
          </a:p>
        </p:txBody>
      </p:sp>
    </p:spTree>
    <p:extLst>
      <p:ext uri="{BB962C8B-B14F-4D97-AF65-F5344CB8AC3E}">
        <p14:creationId xmlns:p14="http://schemas.microsoft.com/office/powerpoint/2010/main" val="6506075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16"/>
          <p:cNvSpPr txBox="1">
            <a:spLocks noGrp="1"/>
          </p:cNvSpPr>
          <p:nvPr>
            <p:ph type="body" idx="2"/>
          </p:nvPr>
        </p:nvSpPr>
        <p:spPr>
          <a:xfrm>
            <a:off x="914400" y="3048000"/>
            <a:ext cx="7391400" cy="1219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C00000"/>
              </a:buClr>
              <a:buSzPts val="3600"/>
              <a:buNone/>
            </a:pPr>
            <a:r>
              <a:rPr lang="en-US" dirty="0">
                <a:solidFill>
                  <a:srgbClr val="C00000"/>
                </a:solidFill>
              </a:rPr>
              <a:t>Data Pre Processing</a:t>
            </a:r>
            <a:endParaRPr dirty="0">
              <a:solidFill>
                <a:srgbClr val="C00000"/>
              </a:solidFill>
            </a:endParaRPr>
          </a:p>
        </p:txBody>
      </p:sp>
      <p:sp>
        <p:nvSpPr>
          <p:cNvPr id="3"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fld id="{00000000-1234-1234-1234-123412341234}" type="slidenum">
              <a:rPr lang="en-US" sz="1600" b="1" smtClean="0">
                <a:latin typeface="Tahoma"/>
                <a:ea typeface="Tahoma"/>
                <a:cs typeface="Tahoma"/>
                <a:sym typeface="Tahoma"/>
              </a:rPr>
              <a:pPr>
                <a:buSzPts val="1600"/>
              </a:pPr>
              <a:t>37</a:t>
            </a:fld>
            <a:endParaRPr lang="en-US" sz="1600" b="1" dirty="0">
              <a:latin typeface="Tahoma"/>
              <a:ea typeface="Tahoma"/>
              <a:cs typeface="Tahoma"/>
              <a:sym typeface="Tahom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2"/>
          </p:nvPr>
        </p:nvSpPr>
        <p:spPr/>
        <p:txBody>
          <a:bodyPr/>
          <a:lstStyle/>
          <a:p>
            <a:r>
              <a:rPr lang="en-US" b="0" dirty="0">
                <a:solidFill>
                  <a:srgbClr val="202124"/>
                </a:solidFill>
                <a:latin typeface="Cambria" panose="02040503050406030204" pitchFamily="18" charset="0"/>
                <a:ea typeface="Cambria" panose="02040503050406030204" pitchFamily="18" charset="0"/>
              </a:rPr>
              <a:t>Preprocessing</a:t>
            </a:r>
            <a:endParaRPr lang="en-IN" b="0" dirty="0">
              <a:latin typeface="Cambria" panose="02040503050406030204" pitchFamily="18" charset="0"/>
              <a:ea typeface="Cambria" panose="02040503050406030204" pitchFamily="18" charset="0"/>
            </a:endParaRPr>
          </a:p>
        </p:txBody>
      </p:sp>
      <p:pic>
        <p:nvPicPr>
          <p:cNvPr id="9" name="Picture 8"/>
          <p:cNvPicPr>
            <a:picLocks noChangeAspect="1"/>
          </p:cNvPicPr>
          <p:nvPr/>
        </p:nvPicPr>
        <p:blipFill>
          <a:blip r:embed="rId2"/>
          <a:stretch>
            <a:fillRect/>
          </a:stretch>
        </p:blipFill>
        <p:spPr>
          <a:xfrm>
            <a:off x="0" y="3048119"/>
            <a:ext cx="8735160" cy="3461861"/>
          </a:xfrm>
          <a:prstGeom prst="rect">
            <a:avLst/>
          </a:prstGeom>
        </p:spPr>
      </p:pic>
      <p:sp>
        <p:nvSpPr>
          <p:cNvPr id="10" name="Rectangle 9"/>
          <p:cNvSpPr/>
          <p:nvPr/>
        </p:nvSpPr>
        <p:spPr>
          <a:xfrm>
            <a:off x="0" y="1321558"/>
            <a:ext cx="8993875" cy="1726561"/>
          </a:xfrm>
          <a:prstGeom prst="rect">
            <a:avLst/>
          </a:prstGeom>
          <a:noFill/>
          <a:ln>
            <a:noFill/>
          </a:ln>
        </p:spPr>
        <p:txBody>
          <a:bodyPr spcFirstLastPara="1" wrap="square" lIns="91425" tIns="45700" rIns="91425" bIns="45700" anchor="t" anchorCtr="0">
            <a:normAutofit/>
          </a:bodyPr>
          <a:lstStyle/>
          <a:p>
            <a:pPr marL="571500" indent="-457200">
              <a:lnSpc>
                <a:spcPct val="90000"/>
              </a:lnSpc>
              <a:spcBef>
                <a:spcPts val="360"/>
              </a:spcBef>
              <a:buClr>
                <a:srgbClr val="101141"/>
              </a:buClr>
              <a:buSzPts val="1800"/>
              <a:buFont typeface="Arial" panose="020B0604020202020204" pitchFamily="34" charset="0"/>
              <a:buChar char="•"/>
            </a:pPr>
            <a:r>
              <a:rPr lang="en-US" sz="2000" dirty="0">
                <a:solidFill>
                  <a:schemeClr val="dk1"/>
                </a:solidFill>
                <a:latin typeface="Cambria" panose="02040503050406030204" pitchFamily="18" charset="0"/>
                <a:ea typeface="Cambria" panose="02040503050406030204" pitchFamily="18" charset="0"/>
                <a:cs typeface="Calibri"/>
              </a:rPr>
              <a:t>Preprocessing the data for ML involves both data engineering and feature engineering</a:t>
            </a:r>
          </a:p>
          <a:p>
            <a:pPr marL="571500" indent="-457200">
              <a:lnSpc>
                <a:spcPct val="90000"/>
              </a:lnSpc>
              <a:spcBef>
                <a:spcPts val="360"/>
              </a:spcBef>
              <a:buClr>
                <a:srgbClr val="101141"/>
              </a:buClr>
              <a:buSzPts val="1800"/>
              <a:buFont typeface="Arial" panose="020B0604020202020204" pitchFamily="34" charset="0"/>
              <a:buChar char="•"/>
            </a:pPr>
            <a:r>
              <a:rPr lang="en-US" sz="2000" dirty="0">
                <a:solidFill>
                  <a:schemeClr val="dk1"/>
                </a:solidFill>
                <a:latin typeface="Cambria" panose="02040503050406030204" pitchFamily="18" charset="0"/>
                <a:ea typeface="Cambria" panose="02040503050406030204" pitchFamily="18" charset="0"/>
                <a:cs typeface="Calibri"/>
              </a:rPr>
              <a:t> Data engineering : process of converting raw data into prepared data.</a:t>
            </a:r>
          </a:p>
          <a:p>
            <a:pPr marL="571500" indent="-457200">
              <a:lnSpc>
                <a:spcPct val="90000"/>
              </a:lnSpc>
              <a:spcBef>
                <a:spcPts val="360"/>
              </a:spcBef>
              <a:buClr>
                <a:srgbClr val="101141"/>
              </a:buClr>
              <a:buSzPts val="1800"/>
              <a:buFont typeface="Arial" panose="020B0604020202020204" pitchFamily="34" charset="0"/>
              <a:buChar char="•"/>
            </a:pPr>
            <a:r>
              <a:rPr lang="en-US" sz="2000" dirty="0">
                <a:solidFill>
                  <a:schemeClr val="dk1"/>
                </a:solidFill>
                <a:latin typeface="Cambria" panose="02040503050406030204" pitchFamily="18" charset="0"/>
                <a:ea typeface="Cambria" panose="02040503050406030204" pitchFamily="18" charset="0"/>
                <a:cs typeface="Calibri"/>
              </a:rPr>
              <a:t> Feature engineering : tunes the prepared data to create the features that are expected by the ML model</a:t>
            </a:r>
            <a:endParaRPr lang="en-IN" sz="2000" dirty="0">
              <a:solidFill>
                <a:schemeClr val="dk1"/>
              </a:solidFill>
              <a:latin typeface="Cambria" panose="02040503050406030204" pitchFamily="18" charset="0"/>
              <a:ea typeface="Cambria" panose="02040503050406030204" pitchFamily="18" charset="0"/>
              <a:cs typeface="Calibri"/>
            </a:endParaRPr>
          </a:p>
        </p:txBody>
      </p:sp>
      <p:sp>
        <p:nvSpPr>
          <p:cNvPr id="11" name="Rectangle 10"/>
          <p:cNvSpPr/>
          <p:nvPr/>
        </p:nvSpPr>
        <p:spPr>
          <a:xfrm>
            <a:off x="0" y="6550223"/>
            <a:ext cx="3161443" cy="246221"/>
          </a:xfrm>
          <a:prstGeom prst="rect">
            <a:avLst/>
          </a:prstGeom>
        </p:spPr>
        <p:txBody>
          <a:bodyPr wrap="none">
            <a:spAutoFit/>
          </a:bodyPr>
          <a:lstStyle/>
          <a:p>
            <a:r>
              <a:rPr lang="en-IN" sz="1000" dirty="0"/>
              <a:t>https://www.tensorflow.org/tfx/guide/tft_bestpractices</a:t>
            </a:r>
          </a:p>
        </p:txBody>
      </p:sp>
      <p:sp>
        <p:nvSpPr>
          <p:cNvPr id="6"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fld id="{00000000-1234-1234-1234-123412341234}" type="slidenum">
              <a:rPr lang="en-US" sz="1600" b="1" smtClean="0">
                <a:latin typeface="Tahoma"/>
                <a:ea typeface="Tahoma"/>
                <a:cs typeface="Tahoma"/>
                <a:sym typeface="Tahoma"/>
              </a:rPr>
              <a:pPr>
                <a:buSzPts val="1600"/>
              </a:pPr>
              <a:t>38</a:t>
            </a:fld>
            <a:endParaRPr lang="en-US" sz="1600" b="1" dirty="0">
              <a:latin typeface="Tahoma"/>
              <a:ea typeface="Tahoma"/>
              <a:cs typeface="Tahoma"/>
              <a:sym typeface="Tahoma"/>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84459F45-9BE2-31F5-3A21-10D6FE8D6A52}"/>
                  </a:ext>
                </a:extLst>
              </p14:cNvPr>
              <p14:cNvContentPartPr/>
              <p14:nvPr/>
            </p14:nvContentPartPr>
            <p14:xfrm>
              <a:off x="424440" y="2053080"/>
              <a:ext cx="6602400" cy="3802320"/>
            </p14:xfrm>
          </p:contentPart>
        </mc:Choice>
        <mc:Fallback xmlns="">
          <p:pic>
            <p:nvPicPr>
              <p:cNvPr id="2" name="Ink 1">
                <a:extLst>
                  <a:ext uri="{FF2B5EF4-FFF2-40B4-BE49-F238E27FC236}">
                    <a16:creationId xmlns:a16="http://schemas.microsoft.com/office/drawing/2014/main" id="{84459F45-9BE2-31F5-3A21-10D6FE8D6A52}"/>
                  </a:ext>
                </a:extLst>
              </p:cNvPr>
              <p:cNvPicPr/>
              <p:nvPr/>
            </p:nvPicPr>
            <p:blipFill>
              <a:blip r:embed="rId4"/>
              <a:stretch>
                <a:fillRect/>
              </a:stretch>
            </p:blipFill>
            <p:spPr>
              <a:xfrm>
                <a:off x="415080" y="2043720"/>
                <a:ext cx="6621120" cy="3821040"/>
              </a:xfrm>
              <a:prstGeom prst="rect">
                <a:avLst/>
              </a:prstGeom>
            </p:spPr>
          </p:pic>
        </mc:Fallback>
      </mc:AlternateContent>
    </p:spTree>
    <p:extLst>
      <p:ext uri="{BB962C8B-B14F-4D97-AF65-F5344CB8AC3E}">
        <p14:creationId xmlns:p14="http://schemas.microsoft.com/office/powerpoint/2010/main" val="11940781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829"/>
        <p:cNvGrpSpPr/>
        <p:nvPr/>
      </p:nvGrpSpPr>
      <p:grpSpPr>
        <a:xfrm>
          <a:off x="0" y="0"/>
          <a:ext cx="0" cy="0"/>
          <a:chOff x="0" y="0"/>
          <a:chExt cx="0" cy="0"/>
        </a:xfrm>
      </p:grpSpPr>
      <p:sp>
        <p:nvSpPr>
          <p:cNvPr id="830" name="Google Shape;830;g11575d78375_0_477"/>
          <p:cNvSpPr txBox="1">
            <a:spLocks noGrp="1"/>
          </p:cNvSpPr>
          <p:nvPr>
            <p:ph type="body" idx="1"/>
          </p:nvPr>
        </p:nvSpPr>
        <p:spPr>
          <a:xfrm>
            <a:off x="141027" y="1295400"/>
            <a:ext cx="6019800" cy="5159991"/>
          </a:xfrm>
          <a:prstGeom prst="rect">
            <a:avLst/>
          </a:prstGeom>
          <a:noFill/>
          <a:ln>
            <a:noFill/>
          </a:ln>
        </p:spPr>
        <p:txBody>
          <a:bodyPr spcFirstLastPara="1" wrap="square" lIns="91425" tIns="45700" rIns="91425" bIns="45700" anchor="t" anchorCtr="0">
            <a:normAutofit/>
          </a:bodyPr>
          <a:lstStyle/>
          <a:p>
            <a:pPr marL="0" lvl="0" indent="20637" algn="l" rtl="0">
              <a:lnSpc>
                <a:spcPct val="100000"/>
              </a:lnSpc>
              <a:spcBef>
                <a:spcPts val="306"/>
              </a:spcBef>
              <a:spcAft>
                <a:spcPts val="0"/>
              </a:spcAft>
              <a:buSzPct val="100000"/>
              <a:buNone/>
            </a:pPr>
            <a:r>
              <a:rPr lang="en-US" sz="1600" i="1" dirty="0">
                <a:latin typeface="Cambria" panose="02040503050406030204" pitchFamily="18" charset="0"/>
                <a:ea typeface="Cambria" panose="02040503050406030204" pitchFamily="18" charset="0"/>
              </a:rPr>
              <a:t>BITS WILP is in collaboration with multiple IT companies interested to upskill and level skill their employee through inducting them in tailored </a:t>
            </a:r>
            <a:r>
              <a:rPr lang="en-US" sz="1600" i="1" dirty="0" err="1">
                <a:latin typeface="Cambria" panose="02040503050406030204" pitchFamily="18" charset="0"/>
                <a:ea typeface="Cambria" panose="02040503050406030204" pitchFamily="18" charset="0"/>
              </a:rPr>
              <a:t>Mtech</a:t>
            </a:r>
            <a:r>
              <a:rPr lang="en-US" sz="1600" i="1" dirty="0">
                <a:latin typeface="Cambria" panose="02040503050406030204" pitchFamily="18" charset="0"/>
                <a:ea typeface="Cambria" panose="02040503050406030204" pitchFamily="18" charset="0"/>
              </a:rPr>
              <a:t>  AIML program. Over a year of successful completion , the student are yet to complete another one semester and enroll in Dissertation to complete the program with certification. </a:t>
            </a:r>
            <a:r>
              <a:rPr lang="en-US" sz="1600" b="1" i="1" dirty="0">
                <a:solidFill>
                  <a:schemeClr val="bg2"/>
                </a:solidFill>
                <a:latin typeface="Cambria" panose="02040503050406030204" pitchFamily="18" charset="0"/>
                <a:ea typeface="Cambria" panose="02040503050406030204" pitchFamily="18" charset="0"/>
              </a:rPr>
              <a:t>Students of similar academic background irrespective of the time of enrollment, seems to score more or less in same range in every semester</a:t>
            </a:r>
            <a:r>
              <a:rPr lang="en-US" sz="1600" i="1" dirty="0">
                <a:latin typeface="Cambria" panose="02040503050406030204" pitchFamily="18" charset="0"/>
                <a:ea typeface="Cambria" panose="02040503050406030204" pitchFamily="18" charset="0"/>
              </a:rPr>
              <a:t>. </a:t>
            </a:r>
            <a:r>
              <a:rPr lang="en-US" sz="1600" b="1" i="1" dirty="0">
                <a:latin typeface="Cambria" panose="02040503050406030204" pitchFamily="18" charset="0"/>
                <a:ea typeface="Cambria" panose="02040503050406030204" pitchFamily="18" charset="0"/>
              </a:rPr>
              <a:t>Accounting department requires to complete few academic year closure documentation for which , they would have to bill the collaborative organization based on the prospective no. of students who might be eligible for project semester</a:t>
            </a:r>
            <a:r>
              <a:rPr lang="en-US" sz="1600" i="1" dirty="0">
                <a:latin typeface="Cambria" panose="02040503050406030204" pitchFamily="18" charset="0"/>
                <a:ea typeface="Cambria" panose="02040503050406030204" pitchFamily="18" charset="0"/>
              </a:rPr>
              <a:t>. As of current semester the students have completed their exams but the process is pending for grading. As Data analyst help accounts team to get necessary information with the given available data across all the collaborative program.</a:t>
            </a:r>
          </a:p>
          <a:p>
            <a:pPr marL="0" lvl="0" indent="20637" algn="l" rtl="0">
              <a:lnSpc>
                <a:spcPct val="100000"/>
              </a:lnSpc>
              <a:spcBef>
                <a:spcPts val="306"/>
              </a:spcBef>
              <a:spcAft>
                <a:spcPts val="0"/>
              </a:spcAft>
              <a:buSzPct val="100000"/>
              <a:buNone/>
            </a:pPr>
            <a:endParaRPr lang="en-US" sz="1600" i="1" dirty="0">
              <a:latin typeface="Cambria" panose="02040503050406030204" pitchFamily="18" charset="0"/>
              <a:ea typeface="Cambria" panose="02040503050406030204" pitchFamily="18" charset="0"/>
            </a:endParaRPr>
          </a:p>
          <a:p>
            <a:pPr marL="0" lvl="0" indent="20637" algn="l" rtl="0">
              <a:lnSpc>
                <a:spcPct val="100000"/>
              </a:lnSpc>
              <a:spcBef>
                <a:spcPts val="306"/>
              </a:spcBef>
              <a:spcAft>
                <a:spcPts val="0"/>
              </a:spcAft>
              <a:buSzPct val="100000"/>
              <a:buNone/>
            </a:pPr>
            <a:endParaRPr sz="1600" dirty="0">
              <a:latin typeface="Cambria" panose="02040503050406030204" pitchFamily="18" charset="0"/>
              <a:ea typeface="Cambria" panose="02040503050406030204" pitchFamily="18" charset="0"/>
            </a:endParaRPr>
          </a:p>
          <a:p>
            <a:pPr marL="342900" marR="0" lvl="0" indent="-342900" algn="l" rtl="0">
              <a:lnSpc>
                <a:spcPct val="100000"/>
              </a:lnSpc>
              <a:spcBef>
                <a:spcPts val="306"/>
              </a:spcBef>
              <a:spcAft>
                <a:spcPts val="0"/>
              </a:spcAft>
              <a:buClr>
                <a:srgbClr val="101141"/>
              </a:buClr>
              <a:buSzPct val="100000"/>
              <a:buFont typeface="Arial"/>
              <a:buNone/>
            </a:pPr>
            <a:r>
              <a:rPr lang="en-US" sz="1600" i="1" dirty="0">
                <a:latin typeface="Cambria" panose="02040503050406030204" pitchFamily="18" charset="0"/>
                <a:ea typeface="Cambria" panose="02040503050406030204" pitchFamily="18" charset="0"/>
              </a:rPr>
              <a:t>       </a:t>
            </a:r>
          </a:p>
          <a:p>
            <a:pPr marL="342900" marR="0" lvl="0" indent="-342900" algn="l" rtl="0">
              <a:lnSpc>
                <a:spcPct val="100000"/>
              </a:lnSpc>
              <a:spcBef>
                <a:spcPts val="306"/>
              </a:spcBef>
              <a:spcAft>
                <a:spcPts val="0"/>
              </a:spcAft>
              <a:buClr>
                <a:srgbClr val="101141"/>
              </a:buClr>
              <a:buSzPct val="100000"/>
              <a:buFont typeface="Arial"/>
              <a:buNone/>
            </a:pPr>
            <a:endParaRPr sz="1600" dirty="0">
              <a:latin typeface="Cambria" panose="02040503050406030204" pitchFamily="18" charset="0"/>
              <a:ea typeface="Cambria" panose="02040503050406030204" pitchFamily="18" charset="0"/>
            </a:endParaRPr>
          </a:p>
        </p:txBody>
      </p:sp>
      <p:sp>
        <p:nvSpPr>
          <p:cNvPr id="831" name="Google Shape;831;g11575d78375_0_477"/>
          <p:cNvSpPr txBox="1">
            <a:spLocks noGrp="1"/>
          </p:cNvSpPr>
          <p:nvPr>
            <p:ph type="body" idx="2"/>
          </p:nvPr>
        </p:nvSpPr>
        <p:spPr>
          <a:xfrm>
            <a:off x="304800" y="400734"/>
            <a:ext cx="6324600" cy="646331"/>
          </a:xfrm>
          <a:prstGeom prst="rect">
            <a:avLst/>
          </a:prstGeom>
          <a:noFill/>
          <a:ln w="9525">
            <a:noFill/>
            <a:miter lim="800000"/>
            <a:headEnd/>
            <a:tailEnd/>
          </a:ln>
          <a:effectLst/>
        </p:spPr>
        <p:txBody>
          <a:bodyPr spcFirstLastPara="1" vert="horz" wrap="square" lIns="91440" tIns="45720" rIns="91440" bIns="45720" rtlCol="0" anchor="ctr" anchorCtr="0">
            <a:spAutoFit/>
          </a:bodyPr>
          <a:lstStyle/>
          <a:p>
            <a:r>
              <a:rPr lang="en-US" b="0" dirty="0">
                <a:solidFill>
                  <a:srgbClr val="202124"/>
                </a:solidFill>
                <a:latin typeface="Cambria" panose="02040503050406030204" pitchFamily="18" charset="0"/>
                <a:ea typeface="Cambria" panose="02040503050406030204" pitchFamily="18" charset="0"/>
              </a:rPr>
              <a:t>Case study</a:t>
            </a:r>
            <a:endParaRPr lang="en-IN" b="0" dirty="0">
              <a:solidFill>
                <a:srgbClr val="202124"/>
              </a:solidFill>
              <a:latin typeface="Cambria" panose="02040503050406030204" pitchFamily="18" charset="0"/>
              <a:ea typeface="Cambria" panose="02040503050406030204" pitchFamily="18" charset="0"/>
            </a:endParaRPr>
          </a:p>
        </p:txBody>
      </p:sp>
      <p:graphicFrame>
        <p:nvGraphicFramePr>
          <p:cNvPr id="832" name="Google Shape;832;g11575d78375_0_477"/>
          <p:cNvGraphicFramePr/>
          <p:nvPr/>
        </p:nvGraphicFramePr>
        <p:xfrm>
          <a:off x="6324600" y="943428"/>
          <a:ext cx="2636525" cy="5674380"/>
        </p:xfrm>
        <a:graphic>
          <a:graphicData uri="http://schemas.openxmlformats.org/drawingml/2006/table">
            <a:tbl>
              <a:tblPr firstRow="1" bandRow="1">
                <a:noFill/>
              </a:tblPr>
              <a:tblGrid>
                <a:gridCol w="2636525">
                  <a:extLst>
                    <a:ext uri="{9D8B030D-6E8A-4147-A177-3AD203B41FA5}">
                      <a16:colId xmlns:a16="http://schemas.microsoft.com/office/drawing/2014/main" val="20000"/>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AttributesOfInterest</a:t>
                      </a:r>
                      <a:endParaRPr sz="18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Name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Gender</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Age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DataOfBirth</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Organisation</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JobTitle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NatureOfJob</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EntranceScore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EligibilityScore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PreviousDegree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WILPBatch</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Section</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ISM</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MFML</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ACI</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ML</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NLP</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tc>
                <a:extLst>
                  <a:ext uri="{0D108BD9-81ED-4DB2-BD59-A6C34878D82A}">
                    <a16:rowId xmlns:a16="http://schemas.microsoft.com/office/drawing/2014/main" val="10001"/>
                  </a:ext>
                </a:extLst>
              </a:tr>
            </a:tbl>
          </a:graphicData>
        </a:graphic>
      </p:graphicFrame>
      <p:sp>
        <p:nvSpPr>
          <p:cNvPr id="5" name="Rectangle 4"/>
          <p:cNvSpPr/>
          <p:nvPr/>
        </p:nvSpPr>
        <p:spPr>
          <a:xfrm>
            <a:off x="304799" y="5541668"/>
            <a:ext cx="5918579" cy="1054135"/>
          </a:xfrm>
          <a:prstGeom prst="rect">
            <a:avLst/>
          </a:prstGeom>
        </p:spPr>
        <p:txBody>
          <a:bodyPr wrap="square">
            <a:spAutoFit/>
          </a:bodyPr>
          <a:lstStyle/>
          <a:p>
            <a:pPr lvl="0"/>
            <a:r>
              <a:rPr lang="en-US" sz="2000" b="1" dirty="0">
                <a:solidFill>
                  <a:srgbClr val="002060"/>
                </a:solidFill>
                <a:latin typeface="Cambria" panose="02040503050406030204" pitchFamily="18" charset="0"/>
                <a:ea typeface="Cambria" panose="02040503050406030204" pitchFamily="18" charset="0"/>
              </a:rPr>
              <a:t>Challenge 1 : Insufficient Training Data. </a:t>
            </a:r>
            <a:endParaRPr lang="en-US" sz="2000" b="1" dirty="0">
              <a:latin typeface="Cambria" panose="02040503050406030204" pitchFamily="18" charset="0"/>
              <a:ea typeface="Cambria" panose="02040503050406030204" pitchFamily="18" charset="0"/>
            </a:endParaRPr>
          </a:p>
          <a:p>
            <a:pPr lvl="0"/>
            <a:r>
              <a:rPr lang="en-US" sz="2000" b="1" dirty="0">
                <a:solidFill>
                  <a:srgbClr val="002060"/>
                </a:solidFill>
                <a:latin typeface="Cambria" panose="02040503050406030204" pitchFamily="18" charset="0"/>
                <a:ea typeface="Cambria" panose="02040503050406030204" pitchFamily="18" charset="0"/>
              </a:rPr>
              <a:t>Idea : Trade-off      Algorithm vs Data readiness</a:t>
            </a:r>
            <a:endParaRPr lang="en-US" sz="2000" b="1" dirty="0">
              <a:latin typeface="Cambria" panose="02040503050406030204" pitchFamily="18" charset="0"/>
              <a:ea typeface="Cambria" panose="02040503050406030204" pitchFamily="18" charset="0"/>
            </a:endParaRPr>
          </a:p>
          <a:p>
            <a:pPr marL="342900" lvl="0" indent="-342900">
              <a:spcBef>
                <a:spcPts val="306"/>
              </a:spcBef>
              <a:buClr>
                <a:srgbClr val="101141"/>
              </a:buClr>
              <a:buSzPct val="100000"/>
            </a:pPr>
            <a:endParaRPr lang="en-US" sz="2000" b="1" i="1" dirty="0">
              <a:latin typeface="Cambria" panose="02040503050406030204" pitchFamily="18" charset="0"/>
              <a:ea typeface="Cambria" panose="02040503050406030204" pitchFamily="18" charset="0"/>
            </a:endParaRPr>
          </a:p>
        </p:txBody>
      </p:sp>
      <p:sp>
        <p:nvSpPr>
          <p:cNvPr id="6"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fld id="{00000000-1234-1234-1234-123412341234}" type="slidenum">
              <a:rPr lang="en-US" sz="1600" b="1" smtClean="0">
                <a:latin typeface="Tahoma"/>
                <a:ea typeface="Tahoma"/>
                <a:cs typeface="Tahoma"/>
                <a:sym typeface="Tahoma"/>
              </a:rPr>
              <a:pPr>
                <a:buSzPts val="1600"/>
              </a:pPr>
              <a:t>39</a:t>
            </a:fld>
            <a:endParaRPr lang="en-US" sz="1600" b="1" dirty="0">
              <a:latin typeface="Tahoma"/>
              <a:ea typeface="Tahoma"/>
              <a:cs typeface="Tahoma"/>
              <a:sym typeface="Tahoma"/>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07BD34F8-1538-BC40-EA8F-C26175C2F861}"/>
                  </a:ext>
                </a:extLst>
              </p14:cNvPr>
              <p14:cNvContentPartPr/>
              <p14:nvPr/>
            </p14:nvContentPartPr>
            <p14:xfrm>
              <a:off x="223560" y="1452960"/>
              <a:ext cx="7999200" cy="4989600"/>
            </p14:xfrm>
          </p:contentPart>
        </mc:Choice>
        <mc:Fallback xmlns="">
          <p:pic>
            <p:nvPicPr>
              <p:cNvPr id="2" name="Ink 1">
                <a:extLst>
                  <a:ext uri="{FF2B5EF4-FFF2-40B4-BE49-F238E27FC236}">
                    <a16:creationId xmlns:a16="http://schemas.microsoft.com/office/drawing/2014/main" id="{07BD34F8-1538-BC40-EA8F-C26175C2F861}"/>
                  </a:ext>
                </a:extLst>
              </p:cNvPr>
              <p:cNvPicPr/>
              <p:nvPr/>
            </p:nvPicPr>
            <p:blipFill>
              <a:blip r:embed="rId4"/>
              <a:stretch>
                <a:fillRect/>
              </a:stretch>
            </p:blipFill>
            <p:spPr>
              <a:xfrm>
                <a:off x="214200" y="1443600"/>
                <a:ext cx="8017920" cy="5008320"/>
              </a:xfrm>
              <a:prstGeom prst="rect">
                <a:avLst/>
              </a:prstGeom>
            </p:spPr>
          </p:pic>
        </mc:Fallback>
      </mc:AlternateContent>
    </p:spTree>
    <p:extLst>
      <p:ext uri="{BB962C8B-B14F-4D97-AF65-F5344CB8AC3E}">
        <p14:creationId xmlns:p14="http://schemas.microsoft.com/office/powerpoint/2010/main" val="10276987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163773" y="1418230"/>
            <a:ext cx="8980227" cy="5187286"/>
          </a:xfrm>
          <a:noFill/>
          <a:ln>
            <a:noFill/>
          </a:ln>
        </p:spPr>
        <p:txBody>
          <a:bodyPr spcFirstLastPara="1" wrap="square" lIns="91425" tIns="45700" rIns="91425" bIns="45700" anchor="t" anchorCtr="0">
            <a:noAutofit/>
          </a:bodyPr>
          <a:lstStyle/>
          <a:p>
            <a:pPr indent="-342900">
              <a:spcBef>
                <a:spcPts val="360"/>
              </a:spcBef>
              <a:buClr>
                <a:schemeClr val="dk1"/>
              </a:buClr>
              <a:buSzPts val="1800"/>
              <a:buChar char="•"/>
            </a:pPr>
            <a:r>
              <a:rPr lang="en-US" dirty="0">
                <a:latin typeface="Cambria" panose="02040503050406030204" pitchFamily="18" charset="0"/>
                <a:ea typeface="Cambria" panose="02040503050406030204" pitchFamily="18" charset="0"/>
                <a:sym typeface="Calibri"/>
              </a:rPr>
              <a:t>Data Aggregation</a:t>
            </a:r>
          </a:p>
          <a:p>
            <a:pPr indent="-342900">
              <a:spcBef>
                <a:spcPts val="360"/>
              </a:spcBef>
              <a:buClr>
                <a:schemeClr val="dk1"/>
              </a:buClr>
              <a:buSzPts val="1800"/>
              <a:buChar char="•"/>
            </a:pPr>
            <a:r>
              <a:rPr lang="en-US" dirty="0">
                <a:latin typeface="Cambria" panose="02040503050406030204" pitchFamily="18" charset="0"/>
                <a:ea typeface="Cambria" panose="02040503050406030204" pitchFamily="18" charset="0"/>
                <a:sym typeface="Calibri"/>
              </a:rPr>
              <a:t>Data cleansing</a:t>
            </a:r>
          </a:p>
          <a:p>
            <a:pPr indent="-342900">
              <a:spcBef>
                <a:spcPts val="360"/>
              </a:spcBef>
              <a:buClr>
                <a:schemeClr val="dk1"/>
              </a:buClr>
              <a:buSzPts val="1800"/>
              <a:buChar char="•"/>
            </a:pPr>
            <a:r>
              <a:rPr lang="en-US" dirty="0">
                <a:latin typeface="Cambria" panose="02040503050406030204" pitchFamily="18" charset="0"/>
                <a:ea typeface="Cambria" panose="02040503050406030204" pitchFamily="18" charset="0"/>
                <a:sym typeface="Calibri"/>
              </a:rPr>
              <a:t>Instances selection and partitioning</a:t>
            </a:r>
          </a:p>
          <a:p>
            <a:pPr indent="-342900">
              <a:spcBef>
                <a:spcPts val="360"/>
              </a:spcBef>
              <a:buClr>
                <a:schemeClr val="dk1"/>
              </a:buClr>
              <a:buSzPts val="1800"/>
              <a:buChar char="•"/>
            </a:pPr>
            <a:r>
              <a:rPr lang="en-US" dirty="0">
                <a:latin typeface="Cambria" panose="02040503050406030204" pitchFamily="18" charset="0"/>
                <a:ea typeface="Cambria" panose="02040503050406030204" pitchFamily="18" charset="0"/>
                <a:sym typeface="Calibri"/>
              </a:rPr>
              <a:t>Feature tuning</a:t>
            </a:r>
          </a:p>
          <a:p>
            <a:pPr indent="-342900">
              <a:lnSpc>
                <a:spcPct val="150000"/>
              </a:lnSpc>
              <a:spcBef>
                <a:spcPts val="360"/>
              </a:spcBef>
              <a:buClr>
                <a:schemeClr val="dk1"/>
              </a:buClr>
              <a:buSzPts val="1800"/>
              <a:buChar char="•"/>
            </a:pPr>
            <a:endParaRPr lang="en-IN" dirty="0">
              <a:latin typeface="Cambria" panose="02040503050406030204" pitchFamily="18" charset="0"/>
              <a:ea typeface="Cambria" panose="02040503050406030204" pitchFamily="18" charset="0"/>
              <a:sym typeface="Calibri"/>
            </a:endParaRPr>
          </a:p>
        </p:txBody>
      </p:sp>
      <p:sp>
        <p:nvSpPr>
          <p:cNvPr id="5" name="Text Placeholder 4"/>
          <p:cNvSpPr>
            <a:spLocks noGrp="1"/>
          </p:cNvSpPr>
          <p:nvPr>
            <p:ph type="body" idx="2"/>
          </p:nvPr>
        </p:nvSpPr>
        <p:spPr/>
        <p:txBody>
          <a:bodyPr/>
          <a:lstStyle/>
          <a:p>
            <a:r>
              <a:rPr lang="en-IN" b="0" dirty="0">
                <a:latin typeface="Cambria" panose="02040503050406030204" pitchFamily="18" charset="0"/>
                <a:ea typeface="Cambria" panose="02040503050406030204" pitchFamily="18" charset="0"/>
              </a:rPr>
              <a:t>Data Pre-processing</a:t>
            </a:r>
            <a:endParaRPr lang="en-IN" dirty="0"/>
          </a:p>
        </p:txBody>
      </p:sp>
      <p:sp>
        <p:nvSpPr>
          <p:cNvPr id="6"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40</a:t>
            </a:r>
          </a:p>
        </p:txBody>
      </p:sp>
    </p:spTree>
    <p:extLst>
      <p:ext uri="{BB962C8B-B14F-4D97-AF65-F5344CB8AC3E}">
        <p14:creationId xmlns:p14="http://schemas.microsoft.com/office/powerpoint/2010/main" val="3038207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Content Placeholder 5"/>
          <p:cNvSpPr>
            <a:spLocks noGrp="1"/>
          </p:cNvSpPr>
          <p:nvPr>
            <p:ph idx="1"/>
          </p:nvPr>
        </p:nvSpPr>
        <p:spPr>
          <a:xfrm>
            <a:off x="304800" y="1493838"/>
            <a:ext cx="8229600" cy="2163762"/>
          </a:xfrm>
        </p:spPr>
        <p:txBody>
          <a:bodyPr/>
          <a:lstStyle/>
          <a:p>
            <a:pPr fontAlgn="base">
              <a:spcAft>
                <a:spcPct val="0"/>
              </a:spcAft>
              <a:buFont typeface="Arial" pitchFamily="34" charset="0"/>
              <a:buChar char="•"/>
            </a:pPr>
            <a:r>
              <a:rPr lang="en-US" altLang="en-US"/>
              <a:t>Consider a data set consisting of transactions (data objects) recording the daily sales of  products in various store locations (Minneapolis, Chicago, Paris, ...) for different days over  the course of a year</a:t>
            </a:r>
          </a:p>
          <a:p>
            <a:pPr fontAlgn="base">
              <a:spcAft>
                <a:spcPct val="0"/>
              </a:spcAft>
              <a:buFont typeface="Arial" pitchFamily="34" charset="0"/>
              <a:buChar char="•"/>
            </a:pPr>
            <a:r>
              <a:rPr lang="en-US" altLang="en-US">
                <a:solidFill>
                  <a:srgbClr val="C00000"/>
                </a:solidFill>
              </a:rPr>
              <a:t>How can we aggregate this data?</a:t>
            </a:r>
          </a:p>
          <a:p>
            <a:pPr fontAlgn="base">
              <a:spcAft>
                <a:spcPct val="0"/>
              </a:spcAft>
              <a:buFont typeface="Arial" pitchFamily="34" charset="0"/>
              <a:buChar char="•"/>
            </a:pPr>
            <a:endParaRPr lang="en-IN" altLang="en-US"/>
          </a:p>
        </p:txBody>
      </p:sp>
      <p:sp>
        <p:nvSpPr>
          <p:cNvPr id="7" name="Content Placeholder 6"/>
          <p:cNvSpPr>
            <a:spLocks noGrp="1"/>
          </p:cNvSpPr>
          <p:nvPr>
            <p:ph sz="quarter" idx="10"/>
          </p:nvPr>
        </p:nvSpPr>
        <p:spPr>
          <a:xfrm>
            <a:off x="304800" y="152400"/>
            <a:ext cx="8382000" cy="1143000"/>
          </a:xfrm>
          <a:noFill/>
          <a:ln>
            <a:noFill/>
          </a:ln>
        </p:spPr>
        <p:txBody>
          <a:bodyPr spcFirstLastPara="1" wrap="square" lIns="91425" tIns="45700" rIns="91425" bIns="45700" anchor="ctr" anchorCtr="0">
            <a:normAutofit/>
          </a:bodyPr>
          <a:lstStyle/>
          <a:p>
            <a:pPr marL="457200" indent="-228600" eaLnBrk="0" fontAlgn="base" hangingPunct="0">
              <a:lnSpc>
                <a:spcPct val="100000"/>
              </a:lnSpc>
              <a:spcBef>
                <a:spcPct val="0"/>
              </a:spcBef>
              <a:spcAft>
                <a:spcPct val="0"/>
              </a:spcAft>
              <a:buFont typeface="Calibri"/>
            </a:pPr>
            <a:r>
              <a:rPr lang="en-IN" b="0" dirty="0">
                <a:solidFill>
                  <a:schemeClr val="dk1"/>
                </a:solidFill>
                <a:cs typeface="Arial"/>
              </a:rPr>
              <a:t>Data Aggregation</a:t>
            </a:r>
          </a:p>
        </p:txBody>
      </p:sp>
      <p:pic>
        <p:nvPicPr>
          <p:cNvPr id="57348"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3657600"/>
            <a:ext cx="8001000" cy="262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41</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41AB4A99-779E-E346-F667-1D8A8EE9F4B0}"/>
                  </a:ext>
                </a:extLst>
              </p14:cNvPr>
              <p14:cNvContentPartPr/>
              <p14:nvPr/>
            </p14:nvContentPartPr>
            <p14:xfrm>
              <a:off x="2679840" y="3411720"/>
              <a:ext cx="2563560" cy="309240"/>
            </p14:xfrm>
          </p:contentPart>
        </mc:Choice>
        <mc:Fallback xmlns="">
          <p:pic>
            <p:nvPicPr>
              <p:cNvPr id="2" name="Ink 1">
                <a:extLst>
                  <a:ext uri="{FF2B5EF4-FFF2-40B4-BE49-F238E27FC236}">
                    <a16:creationId xmlns:a16="http://schemas.microsoft.com/office/drawing/2014/main" id="{41AB4A99-779E-E346-F667-1D8A8EE9F4B0}"/>
                  </a:ext>
                </a:extLst>
              </p:cNvPr>
              <p:cNvPicPr/>
              <p:nvPr/>
            </p:nvPicPr>
            <p:blipFill>
              <a:blip r:embed="rId4"/>
              <a:stretch>
                <a:fillRect/>
              </a:stretch>
            </p:blipFill>
            <p:spPr>
              <a:xfrm>
                <a:off x="2670480" y="3402360"/>
                <a:ext cx="2582280" cy="327960"/>
              </a:xfrm>
              <a:prstGeom prst="rect">
                <a:avLst/>
              </a:prstGeom>
            </p:spPr>
          </p:pic>
        </mc:Fallback>
      </mc:AlternateContent>
    </p:spTree>
    <p:extLst>
      <p:ext uri="{BB962C8B-B14F-4D97-AF65-F5344CB8AC3E}">
        <p14:creationId xmlns:p14="http://schemas.microsoft.com/office/powerpoint/2010/main" val="287919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639" y="2572871"/>
            <a:ext cx="7265987" cy="304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object 5"/>
          <p:cNvSpPr txBox="1"/>
          <p:nvPr/>
        </p:nvSpPr>
        <p:spPr>
          <a:xfrm>
            <a:off x="152400" y="6642100"/>
            <a:ext cx="3438525" cy="103188"/>
          </a:xfrm>
          <a:prstGeom prst="rect">
            <a:avLst/>
          </a:prstGeom>
        </p:spPr>
        <p:txBody>
          <a:bodyPr lIns="0" tIns="0" rIns="0" bIns="0">
            <a:spAutoFit/>
          </a:bodyPr>
          <a:lstStyle/>
          <a:p>
            <a:pPr marL="11206">
              <a:lnSpc>
                <a:spcPts val="777"/>
              </a:lnSpc>
              <a:defRPr/>
            </a:pPr>
            <a:r>
              <a:rPr sz="1050" spc="9" dirty="0">
                <a:latin typeface="Calibri"/>
                <a:cs typeface="Calibri"/>
              </a:rPr>
              <a:t>Source:</a:t>
            </a:r>
            <a:r>
              <a:rPr sz="1050" spc="-9" dirty="0">
                <a:latin typeface="Calibri"/>
                <a:cs typeface="Calibri"/>
              </a:rPr>
              <a:t> </a:t>
            </a:r>
            <a:r>
              <a:rPr sz="1050" spc="9" dirty="0">
                <a:latin typeface="Calibri"/>
                <a:cs typeface="Calibri"/>
              </a:rPr>
              <a:t>Python</a:t>
            </a:r>
            <a:r>
              <a:rPr sz="1050" spc="-4" dirty="0">
                <a:latin typeface="Calibri"/>
                <a:cs typeface="Calibri"/>
              </a:rPr>
              <a:t> </a:t>
            </a:r>
            <a:r>
              <a:rPr sz="1050" spc="4" dirty="0">
                <a:latin typeface="Calibri"/>
                <a:cs typeface="Calibri"/>
              </a:rPr>
              <a:t>for</a:t>
            </a:r>
            <a:r>
              <a:rPr sz="1050" spc="-9" dirty="0">
                <a:latin typeface="Calibri"/>
                <a:cs typeface="Calibri"/>
              </a:rPr>
              <a:t> </a:t>
            </a:r>
            <a:r>
              <a:rPr sz="1050" spc="9" dirty="0">
                <a:latin typeface="Calibri"/>
                <a:cs typeface="Calibri"/>
              </a:rPr>
              <a:t>Data</a:t>
            </a:r>
            <a:r>
              <a:rPr sz="1050" spc="-4" dirty="0">
                <a:latin typeface="Calibri"/>
                <a:cs typeface="Calibri"/>
              </a:rPr>
              <a:t> </a:t>
            </a:r>
            <a:r>
              <a:rPr sz="1050" spc="4" dirty="0">
                <a:latin typeface="Calibri"/>
                <a:cs typeface="Calibri"/>
              </a:rPr>
              <a:t>Analytics</a:t>
            </a:r>
            <a:r>
              <a:rPr sz="1050" spc="-9" dirty="0">
                <a:latin typeface="Calibri"/>
                <a:cs typeface="Calibri"/>
              </a:rPr>
              <a:t> </a:t>
            </a:r>
            <a:r>
              <a:rPr sz="1050" spc="9" dirty="0">
                <a:latin typeface="Calibri"/>
                <a:cs typeface="Calibri"/>
              </a:rPr>
              <a:t>by</a:t>
            </a:r>
            <a:r>
              <a:rPr sz="1050" spc="-4" dirty="0">
                <a:latin typeface="Calibri"/>
                <a:cs typeface="Calibri"/>
              </a:rPr>
              <a:t> </a:t>
            </a:r>
            <a:r>
              <a:rPr sz="1050" spc="9" dirty="0">
                <a:latin typeface="Calibri"/>
                <a:cs typeface="Calibri"/>
              </a:rPr>
              <a:t>Fabio</a:t>
            </a:r>
            <a:r>
              <a:rPr sz="1050" spc="-9" dirty="0">
                <a:latin typeface="Calibri"/>
                <a:cs typeface="Calibri"/>
              </a:rPr>
              <a:t> </a:t>
            </a:r>
            <a:r>
              <a:rPr sz="1050" spc="4" dirty="0">
                <a:latin typeface="Calibri"/>
                <a:cs typeface="Calibri"/>
              </a:rPr>
              <a:t>Nelli</a:t>
            </a:r>
            <a:endParaRPr sz="1050" dirty="0">
              <a:latin typeface="Calibri"/>
              <a:cs typeface="Calibri"/>
            </a:endParaRPr>
          </a:p>
        </p:txBody>
      </p:sp>
      <p:sp>
        <p:nvSpPr>
          <p:cNvPr id="7" name="Content Placeholder 6"/>
          <p:cNvSpPr>
            <a:spLocks noGrp="1"/>
          </p:cNvSpPr>
          <p:nvPr>
            <p:ph sz="quarter" idx="10"/>
          </p:nvPr>
        </p:nvSpPr>
        <p:spPr>
          <a:xfrm>
            <a:off x="7938" y="0"/>
            <a:ext cx="8610600" cy="1143000"/>
          </a:xfrm>
          <a:noFill/>
          <a:ln>
            <a:noFill/>
          </a:ln>
        </p:spPr>
        <p:txBody>
          <a:bodyPr spcFirstLastPara="1" wrap="square" lIns="91425" tIns="45700" rIns="91425" bIns="45700" anchor="ctr" anchorCtr="0">
            <a:normAutofit/>
          </a:bodyPr>
          <a:lstStyle/>
          <a:p>
            <a:pPr marL="457200" indent="-228600" eaLnBrk="0" fontAlgn="base" hangingPunct="0">
              <a:lnSpc>
                <a:spcPct val="100000"/>
              </a:lnSpc>
              <a:spcBef>
                <a:spcPct val="0"/>
              </a:spcBef>
              <a:spcAft>
                <a:spcPct val="0"/>
              </a:spcAft>
              <a:buFont typeface="Calibri"/>
            </a:pPr>
            <a:r>
              <a:rPr lang="en-US" b="0" dirty="0">
                <a:solidFill>
                  <a:schemeClr val="dk1"/>
                </a:solidFill>
                <a:cs typeface="Arial"/>
              </a:rPr>
              <a:t>Data Aggregation </a:t>
            </a:r>
            <a:endParaRPr lang="en-IN" b="0" dirty="0">
              <a:solidFill>
                <a:schemeClr val="dk1"/>
              </a:solidFill>
              <a:cs typeface="Arial"/>
            </a:endParaRPr>
          </a:p>
        </p:txBody>
      </p:sp>
      <p:sp>
        <p:nvSpPr>
          <p:cNvPr id="2" name="Rectangle 1"/>
          <p:cNvSpPr/>
          <p:nvPr/>
        </p:nvSpPr>
        <p:spPr>
          <a:xfrm>
            <a:off x="7938" y="1536656"/>
            <a:ext cx="4572000" cy="830997"/>
          </a:xfrm>
          <a:prstGeom prst="rect">
            <a:avLst/>
          </a:prstGeom>
        </p:spPr>
        <p:txBody>
          <a:bodyPr>
            <a:spAutoFit/>
          </a:bodyPr>
          <a:lstStyle/>
          <a:p>
            <a:pPr marL="457200" indent="-228600" eaLnBrk="0" fontAlgn="base" hangingPunct="0">
              <a:spcBef>
                <a:spcPct val="0"/>
              </a:spcBef>
              <a:spcAft>
                <a:spcPct val="0"/>
              </a:spcAft>
              <a:buFont typeface="Calibri"/>
            </a:pPr>
            <a:r>
              <a:rPr lang="en-US" sz="2400" dirty="0">
                <a:solidFill>
                  <a:schemeClr val="dk1"/>
                </a:solidFill>
                <a:latin typeface="Cambria" panose="02040503050406030204" pitchFamily="18" charset="0"/>
                <a:ea typeface="Cambria" panose="02040503050406030204" pitchFamily="18" charset="0"/>
              </a:rPr>
              <a:t>Python Group By Example</a:t>
            </a:r>
          </a:p>
          <a:p>
            <a:pPr marL="457200" indent="-228600" eaLnBrk="0" fontAlgn="base" hangingPunct="0">
              <a:spcBef>
                <a:spcPct val="0"/>
              </a:spcBef>
              <a:spcAft>
                <a:spcPct val="0"/>
              </a:spcAft>
              <a:buFont typeface="Calibri"/>
            </a:pPr>
            <a:endParaRPr lang="en-IN" sz="2400" dirty="0">
              <a:solidFill>
                <a:schemeClr val="dk1"/>
              </a:solidFill>
              <a:latin typeface="Cambria" panose="02040503050406030204" pitchFamily="18" charset="0"/>
              <a:ea typeface="Cambria" panose="02040503050406030204" pitchFamily="18" charset="0"/>
            </a:endParaRPr>
          </a:p>
        </p:txBody>
      </p:sp>
      <p:sp>
        <p:nvSpPr>
          <p:cNvPr id="6"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42</a:t>
            </a:r>
          </a:p>
        </p:txBody>
      </p:sp>
    </p:spTree>
    <p:extLst>
      <p:ext uri="{BB962C8B-B14F-4D97-AF65-F5344CB8AC3E}">
        <p14:creationId xmlns:p14="http://schemas.microsoft.com/office/powerpoint/2010/main" val="34276139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1320800"/>
            <a:ext cx="8915400" cy="5440363"/>
          </a:xfrm>
          <a:noFill/>
          <a:ln>
            <a:noFill/>
          </a:ln>
        </p:spPr>
        <p:txBody>
          <a:bodyPr spcFirstLastPara="1" wrap="square" lIns="91425" tIns="45700" rIns="91425" bIns="45700" anchor="t" anchorCtr="0">
            <a:normAutofit/>
          </a:bodyPr>
          <a:lstStyle/>
          <a:p>
            <a:pPr marL="514350" indent="-285750">
              <a:spcBef>
                <a:spcPts val="480"/>
              </a:spcBef>
              <a:buSzPts val="2400"/>
              <a:buChar char="•"/>
            </a:pPr>
            <a:r>
              <a:rPr lang="en-US" dirty="0">
                <a:cs typeface="Arial"/>
                <a:sym typeface="Arial"/>
              </a:rPr>
              <a:t>Removing or correcting records of corrupted or invalid values from raw data</a:t>
            </a:r>
          </a:p>
          <a:p>
            <a:pPr marL="914400" lvl="1" indent="-330200">
              <a:spcBef>
                <a:spcPts val="320"/>
              </a:spcBef>
              <a:buClr>
                <a:schemeClr val="dk1"/>
              </a:buClr>
              <a:buSzPts val="1600"/>
              <a:buFont typeface="Arial"/>
            </a:pPr>
            <a:r>
              <a:rPr lang="en-US" altLang="en-US" sz="2400" dirty="0">
                <a:cs typeface="Arial"/>
                <a:sym typeface="Arial"/>
              </a:rPr>
              <a:t>NOISY: containing noise, errors, or outliers .</a:t>
            </a:r>
          </a:p>
          <a:p>
            <a:pPr lvl="3" indent="-342900">
              <a:spcBef>
                <a:spcPts val="360"/>
              </a:spcBef>
              <a:buSzPts val="1800"/>
            </a:pPr>
            <a:r>
              <a:rPr lang="en-US" altLang="en-US" dirty="0">
                <a:latin typeface="Calibri"/>
                <a:ea typeface="Calibri"/>
                <a:cs typeface="Calibri"/>
              </a:rPr>
              <a:t>e.g., Salary=“−10” (an error)</a:t>
            </a:r>
          </a:p>
          <a:p>
            <a:pPr marL="914400" lvl="1" indent="-330200">
              <a:spcBef>
                <a:spcPts val="320"/>
              </a:spcBef>
              <a:buClr>
                <a:schemeClr val="dk1"/>
              </a:buClr>
              <a:buSzPts val="1600"/>
              <a:buFont typeface="Arial"/>
            </a:pPr>
            <a:r>
              <a:rPr lang="en-US" altLang="en-US" sz="2400" dirty="0">
                <a:cs typeface="Arial"/>
                <a:sym typeface="Arial"/>
              </a:rPr>
              <a:t>INCONSISTENT: containing discrepancies in codes or names, e.g.,</a:t>
            </a:r>
          </a:p>
          <a:p>
            <a:pPr lvl="3" indent="-342900">
              <a:spcBef>
                <a:spcPts val="360"/>
              </a:spcBef>
              <a:buSzPts val="1800"/>
            </a:pPr>
            <a:r>
              <a:rPr lang="en-US" altLang="en-US" dirty="0">
                <a:latin typeface="Calibri"/>
                <a:ea typeface="Calibri"/>
                <a:cs typeface="Calibri"/>
              </a:rPr>
              <a:t>Age=“42”, Birthday=“03/07/2010”</a:t>
            </a:r>
          </a:p>
          <a:p>
            <a:pPr lvl="3" indent="-342900">
              <a:spcBef>
                <a:spcPts val="360"/>
              </a:spcBef>
              <a:buSzPts val="1800"/>
            </a:pPr>
            <a:r>
              <a:rPr lang="en-US" altLang="en-US" dirty="0">
                <a:latin typeface="Calibri"/>
                <a:ea typeface="Calibri"/>
                <a:cs typeface="Calibri"/>
              </a:rPr>
              <a:t>Was rating “1, 2, 3”, now rating “A, B, C”</a:t>
            </a:r>
          </a:p>
          <a:p>
            <a:pPr lvl="3" indent="-342900">
              <a:spcBef>
                <a:spcPts val="360"/>
              </a:spcBef>
              <a:buSzPts val="1800"/>
            </a:pPr>
            <a:r>
              <a:rPr lang="en-US" altLang="en-US" dirty="0">
                <a:latin typeface="Calibri"/>
                <a:ea typeface="Calibri"/>
                <a:cs typeface="Calibri"/>
              </a:rPr>
              <a:t>discrepancy between duplicate records</a:t>
            </a:r>
          </a:p>
          <a:p>
            <a:pPr marL="914400" lvl="1" indent="-330200">
              <a:spcBef>
                <a:spcPts val="320"/>
              </a:spcBef>
              <a:buClr>
                <a:schemeClr val="dk1"/>
              </a:buClr>
              <a:buSzPts val="1600"/>
              <a:buFont typeface="Arial"/>
            </a:pPr>
            <a:r>
              <a:rPr lang="en-US" altLang="en-US" sz="2400" dirty="0">
                <a:cs typeface="Arial"/>
                <a:sym typeface="Arial"/>
              </a:rPr>
              <a:t>INTENTIONAL (e.g., disguised missing data)</a:t>
            </a:r>
          </a:p>
          <a:p>
            <a:pPr lvl="3" indent="-342900">
              <a:spcBef>
                <a:spcPts val="360"/>
              </a:spcBef>
              <a:buSzPts val="1800"/>
            </a:pPr>
            <a:r>
              <a:rPr lang="en-US" altLang="en-US" dirty="0">
                <a:latin typeface="Calibri"/>
                <a:ea typeface="Calibri"/>
                <a:cs typeface="Calibri"/>
              </a:rPr>
              <a:t>Jan. 1 as everyone’s birthday</a:t>
            </a:r>
          </a:p>
          <a:p>
            <a:pPr marL="514350" lvl="1">
              <a:spcBef>
                <a:spcPts val="480"/>
              </a:spcBef>
              <a:buClr>
                <a:srgbClr val="101141"/>
              </a:buClr>
              <a:buSzPts val="2400"/>
              <a:buFont typeface="Arial" pitchFamily="34" charset="0"/>
              <a:buChar char="•"/>
            </a:pPr>
            <a:r>
              <a:rPr lang="en-US" sz="2400" dirty="0">
                <a:cs typeface="Arial"/>
                <a:sym typeface="Arial"/>
              </a:rPr>
              <a:t>Removing records that are missing a large number of columns</a:t>
            </a:r>
          </a:p>
          <a:p>
            <a:pPr marL="514350" lvl="1">
              <a:spcBef>
                <a:spcPts val="480"/>
              </a:spcBef>
              <a:buClr>
                <a:srgbClr val="101141"/>
              </a:buClr>
              <a:buSzPts val="2400"/>
              <a:buFont typeface="Arial" pitchFamily="34" charset="0"/>
              <a:buChar char="•"/>
            </a:pPr>
            <a:r>
              <a:rPr lang="en-US" altLang="en-US" sz="2400" dirty="0">
                <a:cs typeface="Arial"/>
                <a:sym typeface="Arial"/>
              </a:rPr>
              <a:t>Duplicate data</a:t>
            </a:r>
          </a:p>
          <a:p>
            <a:pPr lvl="1" indent="-342900">
              <a:spcBef>
                <a:spcPts val="360"/>
              </a:spcBef>
              <a:buSzPts val="1800"/>
            </a:pPr>
            <a:endParaRPr lang="en-US" altLang="en-US" dirty="0">
              <a:cs typeface="Arial"/>
              <a:sym typeface="Arial"/>
            </a:endParaRPr>
          </a:p>
          <a:p>
            <a:pPr lvl="3" indent="-342900">
              <a:spcBef>
                <a:spcPts val="360"/>
              </a:spcBef>
              <a:buSzPts val="1800"/>
            </a:pPr>
            <a:endParaRPr lang="en-US" altLang="en-US" dirty="0">
              <a:latin typeface="Calibri"/>
              <a:ea typeface="Calibri"/>
              <a:cs typeface="Calibri"/>
            </a:endParaRPr>
          </a:p>
        </p:txBody>
      </p:sp>
      <p:sp>
        <p:nvSpPr>
          <p:cNvPr id="3" name="Content Placeholder 2"/>
          <p:cNvSpPr>
            <a:spLocks noGrp="1"/>
          </p:cNvSpPr>
          <p:nvPr>
            <p:ph sz="quarter" idx="10"/>
          </p:nvPr>
        </p:nvSpPr>
        <p:spPr>
          <a:xfrm>
            <a:off x="304800" y="152400"/>
            <a:ext cx="8839200" cy="1143000"/>
          </a:xfrm>
        </p:spPr>
        <p:txBody>
          <a:bodyPr>
            <a:normAutofit/>
          </a:bodyPr>
          <a:lstStyle/>
          <a:p>
            <a:pPr marL="457200" indent="-228600" eaLnBrk="0" fontAlgn="base" hangingPunct="0">
              <a:lnSpc>
                <a:spcPct val="100000"/>
              </a:lnSpc>
              <a:spcBef>
                <a:spcPct val="0"/>
              </a:spcBef>
              <a:spcAft>
                <a:spcPct val="0"/>
              </a:spcAft>
              <a:buFont typeface="Calibri"/>
            </a:pPr>
            <a:r>
              <a:rPr lang="en-US" b="0" dirty="0">
                <a:solidFill>
                  <a:schemeClr val="dk1"/>
                </a:solidFill>
                <a:cs typeface="Arial"/>
                <a:sym typeface="Arial"/>
              </a:rPr>
              <a:t>Data cleansing</a:t>
            </a:r>
          </a:p>
        </p:txBody>
      </p:sp>
      <p:sp>
        <p:nvSpPr>
          <p:cNvPr id="4"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43</a:t>
            </a:r>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D9507276-E7F5-84BA-41A7-785446926734}"/>
                  </a:ext>
                </a:extLst>
              </p14:cNvPr>
              <p14:cNvContentPartPr/>
              <p14:nvPr/>
            </p14:nvContentPartPr>
            <p14:xfrm>
              <a:off x="741960" y="2443320"/>
              <a:ext cx="475920" cy="2782080"/>
            </p14:xfrm>
          </p:contentPart>
        </mc:Choice>
        <mc:Fallback xmlns="">
          <p:pic>
            <p:nvPicPr>
              <p:cNvPr id="5" name="Ink 4">
                <a:extLst>
                  <a:ext uri="{FF2B5EF4-FFF2-40B4-BE49-F238E27FC236}">
                    <a16:creationId xmlns:a16="http://schemas.microsoft.com/office/drawing/2014/main" id="{D9507276-E7F5-84BA-41A7-785446926734}"/>
                  </a:ext>
                </a:extLst>
              </p:cNvPr>
              <p:cNvPicPr/>
              <p:nvPr/>
            </p:nvPicPr>
            <p:blipFill>
              <a:blip r:embed="rId4"/>
              <a:stretch>
                <a:fillRect/>
              </a:stretch>
            </p:blipFill>
            <p:spPr>
              <a:xfrm>
                <a:off x="732600" y="2433960"/>
                <a:ext cx="494640" cy="2800800"/>
              </a:xfrm>
              <a:prstGeom prst="rect">
                <a:avLst/>
              </a:prstGeom>
            </p:spPr>
          </p:pic>
        </mc:Fallback>
      </mc:AlternateContent>
    </p:spTree>
    <p:extLst>
      <p:ext uri="{BB962C8B-B14F-4D97-AF65-F5344CB8AC3E}">
        <p14:creationId xmlns:p14="http://schemas.microsoft.com/office/powerpoint/2010/main" val="20906200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a:xfrm>
            <a:off x="0" y="545674"/>
            <a:ext cx="7979391" cy="1200329"/>
          </a:xfrm>
          <a:noFill/>
          <a:ln w="9525">
            <a:noFill/>
            <a:miter lim="800000"/>
            <a:headEnd/>
            <a:tailEnd/>
          </a:ln>
          <a:effectLst/>
        </p:spPr>
        <p:txBody>
          <a:bodyPr spcFirstLastPara="1" vert="horz" wrap="square" lIns="91440" tIns="45720" rIns="91440" bIns="45720" rtlCol="0" anchor="ctr" anchorCtr="0">
            <a:spAutoFit/>
          </a:bodyPr>
          <a:lstStyle/>
          <a:p>
            <a:pPr marL="457200" indent="-228600" eaLnBrk="0" fontAlgn="base" hangingPunct="0">
              <a:lnSpc>
                <a:spcPct val="100000"/>
              </a:lnSpc>
              <a:spcBef>
                <a:spcPct val="0"/>
              </a:spcBef>
              <a:spcAft>
                <a:spcPct val="0"/>
              </a:spcAft>
              <a:buFont typeface="Calibri"/>
            </a:pPr>
            <a:r>
              <a:rPr lang="en-US" b="0" dirty="0">
                <a:solidFill>
                  <a:schemeClr val="dk1"/>
                </a:solidFill>
                <a:cs typeface="Arial"/>
                <a:sym typeface="Arial"/>
              </a:rPr>
              <a:t>Data cleansing</a:t>
            </a:r>
          </a:p>
          <a:p>
            <a:pPr marL="457200" indent="-228600" eaLnBrk="0" fontAlgn="base" hangingPunct="0">
              <a:lnSpc>
                <a:spcPct val="100000"/>
              </a:lnSpc>
              <a:spcBef>
                <a:spcPct val="0"/>
              </a:spcBef>
              <a:spcAft>
                <a:spcPct val="0"/>
              </a:spcAft>
              <a:buFont typeface="Calibri"/>
            </a:pPr>
            <a:endParaRPr lang="en-IN" b="0" dirty="0">
              <a:solidFill>
                <a:schemeClr val="dk1"/>
              </a:solidFill>
              <a:cs typeface="Arial"/>
              <a:sym typeface="Arial"/>
            </a:endParaRPr>
          </a:p>
        </p:txBody>
      </p:sp>
      <p:sp>
        <p:nvSpPr>
          <p:cNvPr id="35845" name="TextBox 2"/>
          <p:cNvSpPr txBox="1">
            <a:spLocks noChangeArrowheads="1"/>
          </p:cNvSpPr>
          <p:nvPr/>
        </p:nvSpPr>
        <p:spPr bwMode="auto">
          <a:xfrm>
            <a:off x="652463" y="3287713"/>
            <a:ext cx="2876550" cy="36988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mbria" panose="02040503050406030204" pitchFamily="18" charset="0"/>
                <a:ea typeface="Cambria" panose="02040503050406030204" pitchFamily="18"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mbria" panose="02040503050406030204" pitchFamily="18" charset="0"/>
                <a:ea typeface="Cambria" panose="02040503050406030204" pitchFamily="18"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mbria" panose="02040503050406030204" pitchFamily="18" charset="0"/>
                <a:ea typeface="Cambria" panose="02040503050406030204" pitchFamily="18"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Arial" panose="020B0604020202020204" pitchFamily="34" charset="0"/>
              </a:defRPr>
            </a:lvl9pPr>
          </a:lstStyle>
          <a:p>
            <a:pPr eaLnBrk="1" hangingPunct="1">
              <a:spcBef>
                <a:spcPct val="0"/>
              </a:spcBef>
              <a:buFontTx/>
              <a:buNone/>
            </a:pPr>
            <a:r>
              <a:rPr lang="en-US" altLang="en-US" sz="1800" dirty="0">
                <a:latin typeface="Calibri" panose="020F0502020204030204" pitchFamily="34" charset="0"/>
              </a:rPr>
              <a:t>A mistake or a millionaire?</a:t>
            </a:r>
          </a:p>
        </p:txBody>
      </p:sp>
      <p:sp>
        <p:nvSpPr>
          <p:cNvPr id="35846" name="TextBox 6"/>
          <p:cNvSpPr txBox="1">
            <a:spLocks noChangeArrowheads="1"/>
          </p:cNvSpPr>
          <p:nvPr/>
        </p:nvSpPr>
        <p:spPr bwMode="auto">
          <a:xfrm>
            <a:off x="957263" y="3886200"/>
            <a:ext cx="1697037" cy="36988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mbria" panose="02040503050406030204" pitchFamily="18" charset="0"/>
                <a:ea typeface="Cambria" panose="02040503050406030204" pitchFamily="18"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mbria" panose="02040503050406030204" pitchFamily="18" charset="0"/>
                <a:ea typeface="Cambria" panose="02040503050406030204" pitchFamily="18"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mbria" panose="02040503050406030204" pitchFamily="18" charset="0"/>
                <a:ea typeface="Cambria" panose="02040503050406030204" pitchFamily="18"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Arial" panose="020B0604020202020204" pitchFamily="34" charset="0"/>
              </a:defRPr>
            </a:lvl9pPr>
          </a:lstStyle>
          <a:p>
            <a:pPr eaLnBrk="1" hangingPunct="1">
              <a:spcBef>
                <a:spcPct val="0"/>
              </a:spcBef>
              <a:buFontTx/>
              <a:buNone/>
            </a:pPr>
            <a:r>
              <a:rPr lang="en-US" altLang="en-US" sz="1800">
                <a:latin typeface="Calibri" panose="020F0502020204030204" pitchFamily="34" charset="0"/>
              </a:rPr>
              <a:t>Missing values</a:t>
            </a:r>
          </a:p>
        </p:txBody>
      </p:sp>
      <p:sp>
        <p:nvSpPr>
          <p:cNvPr id="35848" name="TextBox 8"/>
          <p:cNvSpPr txBox="1">
            <a:spLocks noChangeArrowheads="1"/>
          </p:cNvSpPr>
          <p:nvPr/>
        </p:nvSpPr>
        <p:spPr bwMode="auto">
          <a:xfrm>
            <a:off x="455613" y="4679950"/>
            <a:ext cx="3276600" cy="369888"/>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mbria" panose="02040503050406030204" pitchFamily="18" charset="0"/>
                <a:ea typeface="Cambria" panose="02040503050406030204" pitchFamily="18"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mbria" panose="02040503050406030204" pitchFamily="18" charset="0"/>
                <a:ea typeface="Cambria" panose="02040503050406030204" pitchFamily="18"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mbria" panose="02040503050406030204" pitchFamily="18" charset="0"/>
                <a:ea typeface="Cambria" panose="02040503050406030204" pitchFamily="18"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Arial" panose="020B0604020202020204" pitchFamily="34" charset="0"/>
              </a:defRPr>
            </a:lvl9pPr>
          </a:lstStyle>
          <a:p>
            <a:pPr eaLnBrk="1" hangingPunct="1">
              <a:spcBef>
                <a:spcPct val="0"/>
              </a:spcBef>
              <a:buFontTx/>
              <a:buNone/>
            </a:pPr>
            <a:r>
              <a:rPr lang="en-US" altLang="en-US" sz="1800">
                <a:latin typeface="Calibri" panose="020F0502020204030204" pitchFamily="34" charset="0"/>
              </a:rPr>
              <a:t>Inconsistent duplicate entries</a:t>
            </a:r>
          </a:p>
        </p:txBody>
      </p:sp>
      <p:grpSp>
        <p:nvGrpSpPr>
          <p:cNvPr id="2" name="Group 1"/>
          <p:cNvGrpSpPr/>
          <p:nvPr/>
        </p:nvGrpSpPr>
        <p:grpSpPr>
          <a:xfrm>
            <a:off x="5098256" y="2039937"/>
            <a:ext cx="3690938" cy="3692525"/>
            <a:chOff x="5495925" y="2039938"/>
            <a:chExt cx="3690938" cy="3692525"/>
          </a:xfrm>
        </p:grpSpPr>
        <p:pic>
          <p:nvPicPr>
            <p:cNvPr id="35844"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29288" y="2039938"/>
              <a:ext cx="3457575" cy="369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5495925" y="3740150"/>
              <a:ext cx="3581400" cy="292100"/>
            </a:xfrm>
            <a:prstGeom prst="rect">
              <a:avLst/>
            </a:prstGeom>
            <a:noFill/>
            <a:ln w="571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US"/>
            </a:p>
          </p:txBody>
        </p:sp>
        <p:sp>
          <p:nvSpPr>
            <p:cNvPr id="9" name="Rectangle 8"/>
            <p:cNvSpPr/>
            <p:nvPr/>
          </p:nvSpPr>
          <p:spPr>
            <a:xfrm>
              <a:off x="5495925" y="4946650"/>
              <a:ext cx="3657600" cy="685800"/>
            </a:xfrm>
            <a:prstGeom prst="rect">
              <a:avLst/>
            </a:prstGeom>
            <a:noFill/>
            <a:ln w="571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US"/>
            </a:p>
          </p:txBody>
        </p:sp>
        <p:sp>
          <p:nvSpPr>
            <p:cNvPr id="10" name="Rectangle 9"/>
            <p:cNvSpPr/>
            <p:nvPr/>
          </p:nvSpPr>
          <p:spPr>
            <a:xfrm>
              <a:off x="5495925" y="4108450"/>
              <a:ext cx="3657600" cy="598488"/>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US"/>
            </a:p>
          </p:txBody>
        </p:sp>
      </p:grpSp>
      <p:sp>
        <p:nvSpPr>
          <p:cNvPr id="11"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44</a:t>
            </a: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4F60A560-12EE-4B96-1EF3-46C08ABEAE72}"/>
                  </a:ext>
                </a:extLst>
              </p14:cNvPr>
              <p14:cNvContentPartPr/>
              <p14:nvPr/>
            </p14:nvContentPartPr>
            <p14:xfrm>
              <a:off x="4741560" y="4020480"/>
              <a:ext cx="3211200" cy="1684800"/>
            </p14:xfrm>
          </p:contentPart>
        </mc:Choice>
        <mc:Fallback xmlns="">
          <p:pic>
            <p:nvPicPr>
              <p:cNvPr id="4" name="Ink 3">
                <a:extLst>
                  <a:ext uri="{FF2B5EF4-FFF2-40B4-BE49-F238E27FC236}">
                    <a16:creationId xmlns:a16="http://schemas.microsoft.com/office/drawing/2014/main" id="{4F60A560-12EE-4B96-1EF3-46C08ABEAE72}"/>
                  </a:ext>
                </a:extLst>
              </p:cNvPr>
              <p:cNvPicPr/>
              <p:nvPr/>
            </p:nvPicPr>
            <p:blipFill>
              <a:blip r:embed="rId4"/>
              <a:stretch>
                <a:fillRect/>
              </a:stretch>
            </p:blipFill>
            <p:spPr>
              <a:xfrm>
                <a:off x="4732200" y="4011120"/>
                <a:ext cx="3229920" cy="1703520"/>
              </a:xfrm>
              <a:prstGeom prst="rect">
                <a:avLst/>
              </a:prstGeom>
            </p:spPr>
          </p:pic>
        </mc:Fallback>
      </mc:AlternateContent>
    </p:spTree>
    <p:extLst>
      <p:ext uri="{BB962C8B-B14F-4D97-AF65-F5344CB8AC3E}">
        <p14:creationId xmlns:p14="http://schemas.microsoft.com/office/powerpoint/2010/main" val="42894878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14"/>
        <p:cNvGrpSpPr/>
        <p:nvPr/>
      </p:nvGrpSpPr>
      <p:grpSpPr>
        <a:xfrm>
          <a:off x="0" y="0"/>
          <a:ext cx="0" cy="0"/>
          <a:chOff x="0" y="0"/>
          <a:chExt cx="0" cy="0"/>
        </a:xfrm>
      </p:grpSpPr>
      <p:sp>
        <p:nvSpPr>
          <p:cNvPr id="915" name="Google Shape;915;g11575d78375_0_567"/>
          <p:cNvSpPr txBox="1">
            <a:spLocks noGrp="1"/>
          </p:cNvSpPr>
          <p:nvPr>
            <p:ph type="body" idx="2"/>
          </p:nvPr>
        </p:nvSpPr>
        <p:spPr>
          <a:xfrm>
            <a:off x="209265" y="38544"/>
            <a:ext cx="8675427" cy="1143000"/>
          </a:xfrm>
          <a:prstGeom prst="rect">
            <a:avLst/>
          </a:prstGeom>
          <a:noFill/>
          <a:ln>
            <a:noFill/>
          </a:ln>
        </p:spPr>
        <p:txBody>
          <a:bodyPr spcFirstLastPara="1" wrap="square" lIns="91425" tIns="45700" rIns="91425" bIns="45700" anchor="ctr" anchorCtr="0">
            <a:noAutofit/>
          </a:bodyPr>
          <a:lstStyle/>
          <a:p>
            <a:pPr eaLnBrk="0" fontAlgn="base" hangingPunct="0">
              <a:spcBef>
                <a:spcPct val="0"/>
              </a:spcBef>
              <a:spcAft>
                <a:spcPct val="0"/>
              </a:spcAft>
              <a:buFont typeface="Calibri"/>
            </a:pPr>
            <a:r>
              <a:rPr lang="en-US" b="0" dirty="0"/>
              <a:t>Data cleansing</a:t>
            </a:r>
          </a:p>
          <a:p>
            <a:r>
              <a:rPr lang="en-US" sz="2000" b="0" dirty="0">
                <a:solidFill>
                  <a:srgbClr val="0070C0"/>
                </a:solidFill>
                <a:latin typeface="Cambria" panose="02040503050406030204" pitchFamily="18" charset="0"/>
                <a:ea typeface="Cambria" panose="02040503050406030204" pitchFamily="18" charset="0"/>
              </a:rPr>
              <a:t>Imputing Missing values</a:t>
            </a:r>
          </a:p>
        </p:txBody>
      </p:sp>
      <p:pic>
        <p:nvPicPr>
          <p:cNvPr id="916" name="Google Shape;916;g11575d78375_0_567" descr="Figure 7: Methods to detect, impute missing values for time series data."/>
          <p:cNvPicPr preferRelativeResize="0">
            <a:picLocks noGrp="1"/>
          </p:cNvPicPr>
          <p:nvPr>
            <p:ph type="body" idx="1"/>
          </p:nvPr>
        </p:nvPicPr>
        <p:blipFill rotWithShape="1">
          <a:blip r:embed="rId3">
            <a:alphaModFix/>
          </a:blip>
          <a:srcRect/>
          <a:stretch/>
        </p:blipFill>
        <p:spPr>
          <a:xfrm>
            <a:off x="0" y="1707070"/>
            <a:ext cx="9144000" cy="4498200"/>
          </a:xfrm>
          <a:prstGeom prst="rect">
            <a:avLst/>
          </a:prstGeom>
          <a:noFill/>
          <a:ln>
            <a:noFill/>
          </a:ln>
        </p:spPr>
      </p:pic>
      <p:sp>
        <p:nvSpPr>
          <p:cNvPr id="4"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45</a:t>
            </a: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54BB23B4-E1F9-8235-DEE7-0192AC5C9051}"/>
                  </a:ext>
                </a:extLst>
              </p14:cNvPr>
              <p14:cNvContentPartPr/>
              <p14:nvPr/>
            </p14:nvContentPartPr>
            <p14:xfrm>
              <a:off x="1188000" y="2318760"/>
              <a:ext cx="7274880" cy="1573560"/>
            </p14:xfrm>
          </p:contentPart>
        </mc:Choice>
        <mc:Fallback xmlns="">
          <p:pic>
            <p:nvPicPr>
              <p:cNvPr id="2" name="Ink 1">
                <a:extLst>
                  <a:ext uri="{FF2B5EF4-FFF2-40B4-BE49-F238E27FC236}">
                    <a16:creationId xmlns:a16="http://schemas.microsoft.com/office/drawing/2014/main" id="{54BB23B4-E1F9-8235-DEE7-0192AC5C9051}"/>
                  </a:ext>
                </a:extLst>
              </p:cNvPr>
              <p:cNvPicPr/>
              <p:nvPr/>
            </p:nvPicPr>
            <p:blipFill>
              <a:blip r:embed="rId5"/>
              <a:stretch>
                <a:fillRect/>
              </a:stretch>
            </p:blipFill>
            <p:spPr>
              <a:xfrm>
                <a:off x="1178640" y="2309400"/>
                <a:ext cx="7293600" cy="1592280"/>
              </a:xfrm>
              <a:prstGeom prst="rect">
                <a:avLst/>
              </a:prstGeom>
            </p:spPr>
          </p:pic>
        </mc:Fallback>
      </mc:AlternateContent>
    </p:spTree>
    <p:extLst>
      <p:ext uri="{BB962C8B-B14F-4D97-AF65-F5344CB8AC3E}">
        <p14:creationId xmlns:p14="http://schemas.microsoft.com/office/powerpoint/2010/main" val="4895397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304800" y="2029583"/>
            <a:ext cx="8229600" cy="4525963"/>
          </a:xfrm>
        </p:spPr>
        <p:txBody>
          <a:bodyPr>
            <a:normAutofit/>
          </a:bodyPr>
          <a:lstStyle/>
          <a:p>
            <a:pPr marL="342900" lvl="1" indent="-342900">
              <a:buClr>
                <a:srgbClr val="101141"/>
              </a:buClr>
              <a:buFont typeface="Arial" panose="020B0604020202020204" pitchFamily="34" charset="0"/>
              <a:buChar char="•"/>
            </a:pPr>
            <a:r>
              <a:rPr lang="en-US" sz="2000" dirty="0">
                <a:latin typeface="+mj-lt"/>
              </a:rPr>
              <a:t>IQR</a:t>
            </a:r>
          </a:p>
          <a:p>
            <a:pPr marL="971550" lvl="2" indent="-342900">
              <a:buClr>
                <a:srgbClr val="101141"/>
              </a:buClr>
              <a:buFont typeface="Arial" panose="020B0604020202020204" pitchFamily="34" charset="0"/>
              <a:buChar char="•"/>
            </a:pPr>
            <a:r>
              <a:rPr lang="en-US" sz="2000" dirty="0">
                <a:latin typeface="+mj-lt"/>
              </a:rPr>
              <a:t>Outliers are </a:t>
            </a:r>
            <a:r>
              <a:rPr lang="en-US" altLang="en-US" sz="2000" dirty="0">
                <a:latin typeface="+mj-lt"/>
              </a:rPr>
              <a:t>usually, a value higher/lower than 1.5 x IQR</a:t>
            </a:r>
          </a:p>
          <a:p>
            <a:pPr marL="971550" lvl="2" indent="-342900">
              <a:buClr>
                <a:srgbClr val="101141"/>
              </a:buClr>
              <a:buFont typeface="Arial" panose="020B0604020202020204" pitchFamily="34" charset="0"/>
              <a:buChar char="•"/>
            </a:pPr>
            <a:endParaRPr lang="en-US" sz="2000" dirty="0">
              <a:latin typeface="+mj-lt"/>
            </a:endParaRPr>
          </a:p>
          <a:p>
            <a:pPr marL="971550" lvl="2" indent="-342900">
              <a:buClr>
                <a:srgbClr val="101141"/>
              </a:buClr>
              <a:buFont typeface="Arial" panose="020B0604020202020204" pitchFamily="34" charset="0"/>
              <a:buChar char="•"/>
            </a:pPr>
            <a:endParaRPr lang="en-US" sz="2000" dirty="0">
              <a:latin typeface="+mj-lt"/>
            </a:endParaRPr>
          </a:p>
          <a:p>
            <a:pPr>
              <a:buFont typeface="Arial" panose="020B0604020202020204" pitchFamily="34" charset="0"/>
              <a:buChar char="•"/>
            </a:pPr>
            <a:r>
              <a:rPr lang="en-US" sz="2000" dirty="0">
                <a:latin typeface="+mj-lt"/>
              </a:rPr>
              <a:t>Z-score method (3 sigma)</a:t>
            </a:r>
          </a:p>
          <a:p>
            <a:pPr>
              <a:buFont typeface="Arial" panose="020B0604020202020204" pitchFamily="34" charset="0"/>
              <a:buChar char="•"/>
            </a:pPr>
            <a:endParaRPr lang="en-US" sz="2000" dirty="0">
              <a:latin typeface="+mj-lt"/>
            </a:endParaRPr>
          </a:p>
        </p:txBody>
      </p:sp>
      <p:sp>
        <p:nvSpPr>
          <p:cNvPr id="5" name="Content Placeholder 4"/>
          <p:cNvSpPr>
            <a:spLocks noGrp="1"/>
          </p:cNvSpPr>
          <p:nvPr>
            <p:ph sz="quarter" idx="10"/>
          </p:nvPr>
        </p:nvSpPr>
        <p:spPr/>
        <p:txBody>
          <a:bodyPr>
            <a:normAutofit/>
          </a:bodyPr>
          <a:lstStyle/>
          <a:p>
            <a:pPr eaLnBrk="0" fontAlgn="base" hangingPunct="0">
              <a:spcBef>
                <a:spcPct val="0"/>
              </a:spcBef>
              <a:spcAft>
                <a:spcPct val="0"/>
              </a:spcAft>
              <a:buFont typeface="Calibri"/>
            </a:pPr>
            <a:r>
              <a:rPr lang="en-US" sz="3200" dirty="0"/>
              <a:t>Data cleansing</a:t>
            </a:r>
          </a:p>
          <a:p>
            <a:r>
              <a:rPr lang="en-US" sz="2400" b="0" dirty="0">
                <a:solidFill>
                  <a:srgbClr val="0070C0"/>
                </a:solidFill>
              </a:rPr>
              <a:t>Handling outliers (univariate)</a:t>
            </a:r>
          </a:p>
        </p:txBody>
      </p:sp>
      <p:sp>
        <p:nvSpPr>
          <p:cNvPr id="6"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46</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01224EEE-F20A-4300-4216-88F221FFE95A}"/>
                  </a:ext>
                </a:extLst>
              </p14:cNvPr>
              <p14:cNvContentPartPr/>
              <p14:nvPr/>
            </p14:nvContentPartPr>
            <p14:xfrm>
              <a:off x="711720" y="2498760"/>
              <a:ext cx="1020600" cy="1551600"/>
            </p14:xfrm>
          </p:contentPart>
        </mc:Choice>
        <mc:Fallback xmlns="">
          <p:pic>
            <p:nvPicPr>
              <p:cNvPr id="2" name="Ink 1">
                <a:extLst>
                  <a:ext uri="{FF2B5EF4-FFF2-40B4-BE49-F238E27FC236}">
                    <a16:creationId xmlns:a16="http://schemas.microsoft.com/office/drawing/2014/main" id="{01224EEE-F20A-4300-4216-88F221FFE95A}"/>
                  </a:ext>
                </a:extLst>
              </p:cNvPr>
              <p:cNvPicPr/>
              <p:nvPr/>
            </p:nvPicPr>
            <p:blipFill>
              <a:blip r:embed="rId3"/>
              <a:stretch>
                <a:fillRect/>
              </a:stretch>
            </p:blipFill>
            <p:spPr>
              <a:xfrm>
                <a:off x="702360" y="2489400"/>
                <a:ext cx="1039320" cy="1570320"/>
              </a:xfrm>
              <a:prstGeom prst="rect">
                <a:avLst/>
              </a:prstGeom>
            </p:spPr>
          </p:pic>
        </mc:Fallback>
      </mc:AlternateContent>
    </p:spTree>
    <p:extLst>
      <p:ext uri="{BB962C8B-B14F-4D97-AF65-F5344CB8AC3E}">
        <p14:creationId xmlns:p14="http://schemas.microsoft.com/office/powerpoint/2010/main" val="18543465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t>Interquartile Range (IQR)</a:t>
            </a:r>
            <a:r>
              <a:rPr lang="en-US" dirty="0"/>
              <a:t>:</a:t>
            </a:r>
          </a:p>
          <a:p>
            <a:pPr lvl="1"/>
            <a:r>
              <a:rPr lang="en-US" dirty="0"/>
              <a:t>IQR = Q3 - Q1 (where Q1 is the 25th percentile and Q3 is the 75th percentile)</a:t>
            </a:r>
          </a:p>
          <a:p>
            <a:r>
              <a:rPr lang="en-US" b="1" dirty="0"/>
              <a:t>Outlier Detection</a:t>
            </a:r>
            <a:r>
              <a:rPr lang="en-US" dirty="0"/>
              <a:t>:</a:t>
            </a:r>
          </a:p>
          <a:p>
            <a:pPr lvl="1"/>
            <a:r>
              <a:rPr lang="en-US" b="1" dirty="0"/>
              <a:t>Lower Bound</a:t>
            </a:r>
            <a:r>
              <a:rPr lang="en-US" dirty="0"/>
              <a:t>: Q1 - 1.5 * IQR</a:t>
            </a:r>
          </a:p>
          <a:p>
            <a:pPr lvl="1"/>
            <a:r>
              <a:rPr lang="en-US" b="1" dirty="0"/>
              <a:t>Upper Bound</a:t>
            </a:r>
            <a:r>
              <a:rPr lang="en-US" dirty="0"/>
              <a:t>: Q3 + 1.5 * IQR</a:t>
            </a:r>
          </a:p>
          <a:p>
            <a:r>
              <a:rPr lang="en-US" b="1" dirty="0"/>
              <a:t>Example</a:t>
            </a:r>
            <a:r>
              <a:rPr lang="en-US" dirty="0"/>
              <a:t>:</a:t>
            </a:r>
          </a:p>
          <a:p>
            <a:pPr lvl="1"/>
            <a:r>
              <a:rPr lang="en-US" dirty="0"/>
              <a:t>If Q1 = 10 and Q3 = 20, then IQR = 10</a:t>
            </a:r>
          </a:p>
          <a:p>
            <a:pPr lvl="1"/>
            <a:r>
              <a:rPr lang="en-US" dirty="0"/>
              <a:t>Lower Bound = 10 - 1.5 * 10 = -5</a:t>
            </a:r>
          </a:p>
          <a:p>
            <a:pPr lvl="1"/>
            <a:r>
              <a:rPr lang="en-US" dirty="0"/>
              <a:t>Upper Bound = 20 + 1.5 * 10 = 35</a:t>
            </a:r>
          </a:p>
          <a:p>
            <a:pPr lvl="1"/>
            <a:r>
              <a:rPr lang="en-US" dirty="0"/>
              <a:t>Data points &lt; -5 or &gt; 35 are outliers</a:t>
            </a:r>
          </a:p>
          <a:p>
            <a:endParaRPr lang="en-US" dirty="0"/>
          </a:p>
        </p:txBody>
      </p:sp>
      <p:sp>
        <p:nvSpPr>
          <p:cNvPr id="4" name="Content Placeholder 4"/>
          <p:cNvSpPr>
            <a:spLocks noGrp="1"/>
          </p:cNvSpPr>
          <p:nvPr>
            <p:ph sz="quarter" idx="10"/>
          </p:nvPr>
        </p:nvSpPr>
        <p:spPr/>
        <p:txBody>
          <a:bodyPr>
            <a:normAutofit/>
          </a:bodyPr>
          <a:lstStyle/>
          <a:p>
            <a:pPr eaLnBrk="0" fontAlgn="base" hangingPunct="0">
              <a:spcBef>
                <a:spcPct val="0"/>
              </a:spcBef>
              <a:spcAft>
                <a:spcPct val="0"/>
              </a:spcAft>
              <a:buFont typeface="Calibri"/>
            </a:pPr>
            <a:r>
              <a:rPr lang="en-US" sz="3200" dirty="0"/>
              <a:t>Data cleansing</a:t>
            </a:r>
          </a:p>
          <a:p>
            <a:r>
              <a:rPr lang="en-US" sz="2000" b="0" dirty="0">
                <a:solidFill>
                  <a:srgbClr val="0070C0"/>
                </a:solidFill>
              </a:rPr>
              <a:t>Handling outliers (univariate) using IQR</a:t>
            </a:r>
          </a:p>
        </p:txBody>
      </p:sp>
      <p:sp>
        <p:nvSpPr>
          <p:cNvPr id="5"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47</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1B780191-D4DA-E0F0-6DF3-1E76C382F7F5}"/>
                  </a:ext>
                </a:extLst>
              </p14:cNvPr>
              <p14:cNvContentPartPr/>
              <p14:nvPr/>
            </p14:nvContentPartPr>
            <p14:xfrm>
              <a:off x="1333440" y="4033440"/>
              <a:ext cx="4720680" cy="1337400"/>
            </p14:xfrm>
          </p:contentPart>
        </mc:Choice>
        <mc:Fallback xmlns="">
          <p:pic>
            <p:nvPicPr>
              <p:cNvPr id="3" name="Ink 2">
                <a:extLst>
                  <a:ext uri="{FF2B5EF4-FFF2-40B4-BE49-F238E27FC236}">
                    <a16:creationId xmlns:a16="http://schemas.microsoft.com/office/drawing/2014/main" id="{1B780191-D4DA-E0F0-6DF3-1E76C382F7F5}"/>
                  </a:ext>
                </a:extLst>
              </p:cNvPr>
              <p:cNvPicPr/>
              <p:nvPr/>
            </p:nvPicPr>
            <p:blipFill>
              <a:blip r:embed="rId3"/>
              <a:stretch>
                <a:fillRect/>
              </a:stretch>
            </p:blipFill>
            <p:spPr>
              <a:xfrm>
                <a:off x="1324080" y="4024080"/>
                <a:ext cx="4739400" cy="1356120"/>
              </a:xfrm>
              <a:prstGeom prst="rect">
                <a:avLst/>
              </a:prstGeom>
            </p:spPr>
          </p:pic>
        </mc:Fallback>
      </mc:AlternateContent>
    </p:spTree>
    <p:extLst>
      <p:ext uri="{BB962C8B-B14F-4D97-AF65-F5344CB8AC3E}">
        <p14:creationId xmlns:p14="http://schemas.microsoft.com/office/powerpoint/2010/main" val="25486201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159669" y="1828801"/>
            <a:ext cx="6629400" cy="3394472"/>
          </a:xfrm>
        </p:spPr>
        <p:txBody>
          <a:bodyPr/>
          <a:lstStyle/>
          <a:p>
            <a:pPr>
              <a:defRPr/>
            </a:pPr>
            <a:r>
              <a:rPr lang="en-US" dirty="0"/>
              <a:t>Find the outlier in the following data using Inter-Quartile Range.</a:t>
            </a:r>
          </a:p>
          <a:p>
            <a:pPr marL="0" indent="0">
              <a:defRPr/>
            </a:pPr>
            <a:r>
              <a:rPr lang="en-IN" dirty="0"/>
              <a:t>Data = 10,2, 11, 15,11,14,13,17,12,22,14,11.</a:t>
            </a:r>
          </a:p>
          <a:p>
            <a:pPr marL="342900" indent="-342900">
              <a:buFont typeface="+mj-lt"/>
              <a:buAutoNum type="arabicPeriod"/>
              <a:defRPr/>
            </a:pPr>
            <a:r>
              <a:rPr lang="en-US" sz="1500" dirty="0">
                <a:solidFill>
                  <a:srgbClr val="C00000"/>
                </a:solidFill>
              </a:rPr>
              <a:t>Sort :</a:t>
            </a:r>
            <a:r>
              <a:rPr lang="en-IN" sz="1500" dirty="0">
                <a:solidFill>
                  <a:srgbClr val="C00000"/>
                </a:solidFill>
              </a:rPr>
              <a:t>10, 11, 11, 11, 12, 12, 13, 14, 14, 15, 17, 22</a:t>
            </a:r>
          </a:p>
          <a:p>
            <a:pPr marL="342900" indent="-342900">
              <a:buFont typeface="+mj-lt"/>
              <a:buAutoNum type="arabicPeriod"/>
              <a:defRPr/>
            </a:pPr>
            <a:r>
              <a:rPr lang="en-US" sz="1500" dirty="0">
                <a:solidFill>
                  <a:srgbClr val="C00000"/>
                </a:solidFill>
              </a:rPr>
              <a:t>Median: (12+13)/2=12.5=Q2</a:t>
            </a:r>
          </a:p>
          <a:p>
            <a:pPr marL="342900" indent="-342900">
              <a:buFont typeface="+mj-lt"/>
              <a:buAutoNum type="arabicPeriod"/>
              <a:defRPr/>
            </a:pPr>
            <a:r>
              <a:rPr lang="en-US" sz="1500" dirty="0">
                <a:solidFill>
                  <a:srgbClr val="C00000"/>
                </a:solidFill>
              </a:rPr>
              <a:t>Q1=11(25</a:t>
            </a:r>
            <a:r>
              <a:rPr lang="en-US" sz="1500" baseline="30000" dirty="0">
                <a:solidFill>
                  <a:srgbClr val="C00000"/>
                </a:solidFill>
              </a:rPr>
              <a:t>th</a:t>
            </a:r>
            <a:r>
              <a:rPr lang="en-US" sz="1500" dirty="0">
                <a:solidFill>
                  <a:srgbClr val="C00000"/>
                </a:solidFill>
              </a:rPr>
              <a:t> percentile)</a:t>
            </a:r>
          </a:p>
          <a:p>
            <a:pPr marL="342900" indent="-342900">
              <a:buFont typeface="+mj-lt"/>
              <a:buAutoNum type="arabicPeriod"/>
              <a:defRPr/>
            </a:pPr>
            <a:r>
              <a:rPr lang="en-US" sz="1500" dirty="0">
                <a:solidFill>
                  <a:srgbClr val="C00000"/>
                </a:solidFill>
              </a:rPr>
              <a:t>Q3=14.5(75</a:t>
            </a:r>
            <a:r>
              <a:rPr lang="en-US" sz="1500" baseline="30000" dirty="0">
                <a:solidFill>
                  <a:srgbClr val="C00000"/>
                </a:solidFill>
              </a:rPr>
              <a:t>th</a:t>
            </a:r>
            <a:r>
              <a:rPr lang="en-US" sz="1500" dirty="0">
                <a:solidFill>
                  <a:srgbClr val="C00000"/>
                </a:solidFill>
              </a:rPr>
              <a:t> percentile)</a:t>
            </a:r>
          </a:p>
          <a:p>
            <a:pPr marL="342900" indent="-342900">
              <a:buFont typeface="+mj-lt"/>
              <a:buAutoNum type="arabicPeriod"/>
              <a:defRPr/>
            </a:pPr>
            <a:r>
              <a:rPr lang="en-US" sz="1500" dirty="0">
                <a:solidFill>
                  <a:srgbClr val="C00000"/>
                </a:solidFill>
              </a:rPr>
              <a:t>IQR=Q3-Q1=3.5</a:t>
            </a:r>
          </a:p>
          <a:p>
            <a:pPr marL="342900" indent="-342900">
              <a:buFont typeface="+mj-lt"/>
              <a:buAutoNum type="arabicPeriod"/>
              <a:defRPr/>
            </a:pPr>
            <a:r>
              <a:rPr lang="en-US" sz="1500" dirty="0">
                <a:solidFill>
                  <a:srgbClr val="C00000"/>
                </a:solidFill>
              </a:rPr>
              <a:t>Min=Q1-1.5IQR=5.75</a:t>
            </a:r>
          </a:p>
          <a:p>
            <a:pPr marL="342900" indent="-342900">
              <a:buFont typeface="+mj-lt"/>
              <a:buAutoNum type="arabicPeriod"/>
              <a:defRPr/>
            </a:pPr>
            <a:r>
              <a:rPr lang="en-US" sz="1500" dirty="0">
                <a:solidFill>
                  <a:srgbClr val="C00000"/>
                </a:solidFill>
              </a:rPr>
              <a:t>Max=Q3+1.5IQR=19.75</a:t>
            </a:r>
          </a:p>
          <a:p>
            <a:pPr marL="342900" indent="-342900">
              <a:buFont typeface="+mj-lt"/>
              <a:buAutoNum type="arabicPeriod"/>
              <a:defRPr/>
            </a:pPr>
            <a:endParaRPr lang="en-US" dirty="0"/>
          </a:p>
          <a:p>
            <a:pPr marL="0" indent="0">
              <a:defRPr/>
            </a:pPr>
            <a:r>
              <a:rPr lang="en-US" dirty="0"/>
              <a:t>Outlier=22</a:t>
            </a:r>
            <a:endParaRPr lang="en-IN" dirty="0"/>
          </a:p>
        </p:txBody>
      </p:sp>
      <p:sp>
        <p:nvSpPr>
          <p:cNvPr id="3" name="Content Placeholder 2"/>
          <p:cNvSpPr>
            <a:spLocks noGrp="1"/>
          </p:cNvSpPr>
          <p:nvPr>
            <p:ph sz="quarter" idx="10"/>
          </p:nvPr>
        </p:nvSpPr>
        <p:spPr/>
        <p:txBody>
          <a:bodyPr>
            <a:normAutofit/>
          </a:bodyPr>
          <a:lstStyle/>
          <a:p>
            <a:pPr>
              <a:defRPr/>
            </a:pPr>
            <a:endParaRPr lang="en-US" sz="4000" dirty="0"/>
          </a:p>
          <a:p>
            <a:pPr>
              <a:defRPr/>
            </a:pPr>
            <a:r>
              <a:rPr lang="en-US" sz="4000" dirty="0"/>
              <a:t>Exercise (Self Study)</a:t>
            </a:r>
            <a:endParaRPr lang="en-IN" sz="4000" dirty="0"/>
          </a:p>
        </p:txBody>
      </p:sp>
      <p:pic>
        <p:nvPicPr>
          <p:cNvPr id="4506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3456" y="4102895"/>
            <a:ext cx="2995613" cy="1350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48</a:t>
            </a:r>
          </a:p>
        </p:txBody>
      </p:sp>
    </p:spTree>
    <p:extLst>
      <p:ext uri="{BB962C8B-B14F-4D97-AF65-F5344CB8AC3E}">
        <p14:creationId xmlns:p14="http://schemas.microsoft.com/office/powerpoint/2010/main" val="8537885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93837"/>
            <a:ext cx="8229600" cy="5059363"/>
          </a:xfrm>
        </p:spPr>
        <p:txBody>
          <a:bodyPr>
            <a:normAutofit fontScale="92500"/>
          </a:bodyPr>
          <a:lstStyle/>
          <a:p>
            <a:r>
              <a:rPr lang="en-US" b="1" dirty="0"/>
              <a:t>3 Sigma Rule</a:t>
            </a:r>
            <a:r>
              <a:rPr lang="en-US" dirty="0"/>
              <a:t>: Based on the properties of a normal distribution</a:t>
            </a:r>
          </a:p>
          <a:p>
            <a:pPr lvl="1"/>
            <a:r>
              <a:rPr lang="en-US" dirty="0"/>
              <a:t>**Mean (𝜇</a:t>
            </a:r>
            <a:r>
              <a:rPr lang="el-GR" dirty="0"/>
              <a:t>) </a:t>
            </a:r>
            <a:r>
              <a:rPr lang="en-US" dirty="0"/>
              <a:t>and </a:t>
            </a:r>
            <a:r>
              <a:rPr lang="en-US" b="1" dirty="0"/>
              <a:t>Standard Deviation ( </a:t>
            </a:r>
            <a:r>
              <a:rPr lang="el-GR" b="1" i="1" dirty="0"/>
              <a:t>σ</a:t>
            </a:r>
            <a:r>
              <a:rPr lang="el-GR" b="1" dirty="0"/>
              <a:t>)</a:t>
            </a:r>
            <a:endParaRPr lang="el-GR" dirty="0"/>
          </a:p>
          <a:p>
            <a:endParaRPr lang="en-US" b="1" dirty="0"/>
          </a:p>
          <a:p>
            <a:endParaRPr lang="en-US" b="1" dirty="0"/>
          </a:p>
          <a:p>
            <a:endParaRPr lang="en-US" b="1" dirty="0"/>
          </a:p>
          <a:p>
            <a:endParaRPr lang="en-US" b="1" dirty="0"/>
          </a:p>
          <a:p>
            <a:r>
              <a:rPr lang="en-US" b="1" dirty="0"/>
              <a:t>Outlier Detection</a:t>
            </a:r>
            <a:r>
              <a:rPr lang="en-US" dirty="0"/>
              <a:t>:</a:t>
            </a:r>
          </a:p>
          <a:p>
            <a:pPr lvl="1"/>
            <a:r>
              <a:rPr lang="en-US" b="1" dirty="0"/>
              <a:t>Lower Bound</a:t>
            </a:r>
            <a:r>
              <a:rPr lang="en-US" dirty="0"/>
              <a:t>: 𝜇−3𝜎</a:t>
            </a:r>
          </a:p>
          <a:p>
            <a:pPr lvl="1"/>
            <a:r>
              <a:rPr lang="en-US" b="1" dirty="0"/>
              <a:t>Upper Bound</a:t>
            </a:r>
            <a:r>
              <a:rPr lang="en-US" dirty="0"/>
              <a:t>: 𝜇+3𝜎</a:t>
            </a:r>
            <a:endParaRPr lang="el-GR" dirty="0"/>
          </a:p>
          <a:p>
            <a:r>
              <a:rPr lang="en-US" b="1" dirty="0"/>
              <a:t>Example Calculation</a:t>
            </a:r>
            <a:r>
              <a:rPr lang="en-US" dirty="0"/>
              <a:t>:</a:t>
            </a:r>
          </a:p>
          <a:p>
            <a:pPr lvl="1"/>
            <a:r>
              <a:rPr lang="en-US" dirty="0"/>
              <a:t>If 𝜇=50</a:t>
            </a:r>
            <a:r>
              <a:rPr lang="el-GR" dirty="0"/>
              <a:t> </a:t>
            </a:r>
            <a:r>
              <a:rPr lang="en-US" dirty="0"/>
              <a:t>and 𝜎=5</a:t>
            </a:r>
            <a:r>
              <a:rPr lang="el-GR" dirty="0"/>
              <a:t>, </a:t>
            </a:r>
            <a:r>
              <a:rPr lang="en-US" dirty="0"/>
              <a:t>then:</a:t>
            </a:r>
          </a:p>
          <a:p>
            <a:pPr lvl="2"/>
            <a:r>
              <a:rPr lang="en-US" dirty="0"/>
              <a:t>Lower Bound = 50 - 3 * 5 = 35</a:t>
            </a:r>
          </a:p>
          <a:p>
            <a:pPr lvl="2"/>
            <a:r>
              <a:rPr lang="en-US" dirty="0"/>
              <a:t>Upper Bound = 50 + 3 * 5 = 65</a:t>
            </a:r>
          </a:p>
          <a:p>
            <a:pPr lvl="1"/>
            <a:r>
              <a:rPr lang="en-US" dirty="0"/>
              <a:t>Data points &lt; 35 or &gt; 65 are outliers</a:t>
            </a:r>
          </a:p>
          <a:p>
            <a:endParaRPr lang="en-US" dirty="0"/>
          </a:p>
        </p:txBody>
      </p:sp>
      <p:sp>
        <p:nvSpPr>
          <p:cNvPr id="4" name="Content Placeholder 4"/>
          <p:cNvSpPr>
            <a:spLocks noGrp="1"/>
          </p:cNvSpPr>
          <p:nvPr>
            <p:ph sz="quarter" idx="10"/>
          </p:nvPr>
        </p:nvSpPr>
        <p:spPr/>
        <p:txBody>
          <a:bodyPr>
            <a:normAutofit/>
          </a:bodyPr>
          <a:lstStyle/>
          <a:p>
            <a:pPr eaLnBrk="0" fontAlgn="base" hangingPunct="0">
              <a:spcBef>
                <a:spcPct val="0"/>
              </a:spcBef>
              <a:spcAft>
                <a:spcPct val="0"/>
              </a:spcAft>
              <a:buFont typeface="Calibri"/>
            </a:pPr>
            <a:r>
              <a:rPr lang="en-US" sz="3200" dirty="0"/>
              <a:t>Data cleansing</a:t>
            </a:r>
          </a:p>
          <a:p>
            <a:r>
              <a:rPr lang="en-US" sz="2000" b="0" dirty="0">
                <a:solidFill>
                  <a:srgbClr val="0070C0"/>
                </a:solidFill>
              </a:rPr>
              <a:t>Handling outliers (univariate) using  3 sigma</a:t>
            </a:r>
          </a:p>
        </p:txBody>
      </p:sp>
      <p:pic>
        <p:nvPicPr>
          <p:cNvPr id="5" name="Picture 4"/>
          <p:cNvPicPr>
            <a:picLocks noChangeAspect="1"/>
          </p:cNvPicPr>
          <p:nvPr/>
        </p:nvPicPr>
        <p:blipFill>
          <a:blip r:embed="rId2"/>
          <a:stretch>
            <a:fillRect/>
          </a:stretch>
        </p:blipFill>
        <p:spPr>
          <a:xfrm>
            <a:off x="4572000" y="2287549"/>
            <a:ext cx="4598621" cy="1766449"/>
          </a:xfrm>
          <a:prstGeom prst="rect">
            <a:avLst/>
          </a:prstGeom>
        </p:spPr>
      </p:pic>
      <p:sp>
        <p:nvSpPr>
          <p:cNvPr id="3" name="Rectangle 2"/>
          <p:cNvSpPr/>
          <p:nvPr/>
        </p:nvSpPr>
        <p:spPr>
          <a:xfrm>
            <a:off x="152400" y="2501359"/>
            <a:ext cx="4572000" cy="1338828"/>
          </a:xfrm>
          <a:prstGeom prst="rect">
            <a:avLst/>
          </a:prstGeom>
        </p:spPr>
        <p:txBody>
          <a:bodyPr>
            <a:spAutoFit/>
          </a:bodyPr>
          <a:lstStyle/>
          <a:p>
            <a:pPr marL="342900" indent="-342900">
              <a:lnSpc>
                <a:spcPct val="150000"/>
              </a:lnSpc>
              <a:buFont typeface="Wingdings" panose="05000000000000000000" pitchFamily="2" charset="2"/>
              <a:buChar char="Ø"/>
            </a:pPr>
            <a:r>
              <a:rPr lang="en-US" sz="1800" b="1" dirty="0">
                <a:solidFill>
                  <a:srgbClr val="FF0000"/>
                </a:solidFill>
                <a:latin typeface="Helvetica" panose="020B0604020202030204" pitchFamily="34" charset="0"/>
              </a:rPr>
              <a:t>99% of the observations of a variable </a:t>
            </a:r>
          </a:p>
          <a:p>
            <a:pPr>
              <a:lnSpc>
                <a:spcPct val="150000"/>
              </a:lnSpc>
            </a:pPr>
            <a:r>
              <a:rPr lang="en-US" sz="1800" b="1" dirty="0">
                <a:solidFill>
                  <a:srgbClr val="FF0000"/>
                </a:solidFill>
                <a:latin typeface="Helvetica" panose="020B0604020202030204" pitchFamily="34" charset="0"/>
              </a:rPr>
              <a:t>following a normal distribution lie </a:t>
            </a:r>
          </a:p>
          <a:p>
            <a:pPr algn="just">
              <a:lnSpc>
                <a:spcPct val="150000"/>
              </a:lnSpc>
            </a:pPr>
            <a:r>
              <a:rPr lang="en-US" sz="1800" b="1" dirty="0">
                <a:solidFill>
                  <a:srgbClr val="FF0000"/>
                </a:solidFill>
                <a:latin typeface="Helvetica" panose="020B0604020202030204" pitchFamily="34" charset="0"/>
              </a:rPr>
              <a:t>within mean +/- 3 X standard deviation </a:t>
            </a:r>
          </a:p>
        </p:txBody>
      </p:sp>
      <p:sp>
        <p:nvSpPr>
          <p:cNvPr id="6"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49</a:t>
            </a: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597C903B-30D7-DF40-ED45-1752DC389B3B}"/>
                  </a:ext>
                </a:extLst>
              </p14:cNvPr>
              <p14:cNvContentPartPr/>
              <p14:nvPr/>
            </p14:nvContentPartPr>
            <p14:xfrm>
              <a:off x="3459600" y="1902960"/>
              <a:ext cx="5551920" cy="4167000"/>
            </p14:xfrm>
          </p:contentPart>
        </mc:Choice>
        <mc:Fallback xmlns="">
          <p:pic>
            <p:nvPicPr>
              <p:cNvPr id="7" name="Ink 6">
                <a:extLst>
                  <a:ext uri="{FF2B5EF4-FFF2-40B4-BE49-F238E27FC236}">
                    <a16:creationId xmlns:a16="http://schemas.microsoft.com/office/drawing/2014/main" id="{597C903B-30D7-DF40-ED45-1752DC389B3B}"/>
                  </a:ext>
                </a:extLst>
              </p:cNvPr>
              <p:cNvPicPr/>
              <p:nvPr/>
            </p:nvPicPr>
            <p:blipFill>
              <a:blip r:embed="rId4"/>
              <a:stretch>
                <a:fillRect/>
              </a:stretch>
            </p:blipFill>
            <p:spPr>
              <a:xfrm>
                <a:off x="3450240" y="1893600"/>
                <a:ext cx="5570640" cy="4185720"/>
              </a:xfrm>
              <a:prstGeom prst="rect">
                <a:avLst/>
              </a:prstGeom>
            </p:spPr>
          </p:pic>
        </mc:Fallback>
      </mc:AlternateContent>
    </p:spTree>
    <p:extLst>
      <p:ext uri="{BB962C8B-B14F-4D97-AF65-F5344CB8AC3E}">
        <p14:creationId xmlns:p14="http://schemas.microsoft.com/office/powerpoint/2010/main" val="4007135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45"/>
        <p:cNvGrpSpPr/>
        <p:nvPr/>
      </p:nvGrpSpPr>
      <p:grpSpPr>
        <a:xfrm>
          <a:off x="0" y="0"/>
          <a:ext cx="0" cy="0"/>
          <a:chOff x="0" y="0"/>
          <a:chExt cx="0" cy="0"/>
        </a:xfrm>
      </p:grpSpPr>
      <p:sp>
        <p:nvSpPr>
          <p:cNvPr id="847" name="Google Shape;847;p8"/>
          <p:cNvSpPr/>
          <p:nvPr/>
        </p:nvSpPr>
        <p:spPr>
          <a:xfrm>
            <a:off x="198697" y="2985262"/>
            <a:ext cx="7826187" cy="16311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dirty="0">
                <a:solidFill>
                  <a:srgbClr val="000000"/>
                </a:solidFill>
                <a:latin typeface="Cambria" panose="02040503050406030204" pitchFamily="18" charset="0"/>
                <a:ea typeface="Cambria" panose="02040503050406030204" pitchFamily="18" charset="0"/>
                <a:sym typeface="Arial"/>
              </a:rPr>
              <a:t>The key principle for effective sampling is the following: </a:t>
            </a:r>
            <a:endParaRPr sz="2000" dirty="0">
              <a:latin typeface="Cambria" panose="02040503050406030204" pitchFamily="18" charset="0"/>
              <a:ea typeface="Cambria" panose="02040503050406030204" pitchFamily="18" charset="0"/>
            </a:endParaRPr>
          </a:p>
          <a:p>
            <a:pPr marL="285750" marR="0" lvl="1" indent="-285750" algn="l" rtl="0">
              <a:lnSpc>
                <a:spcPct val="100000"/>
              </a:lnSpc>
              <a:spcBef>
                <a:spcPts val="0"/>
              </a:spcBef>
              <a:spcAft>
                <a:spcPts val="0"/>
              </a:spcAft>
              <a:buClr>
                <a:srgbClr val="000000"/>
              </a:buClr>
              <a:buSzPts val="1800"/>
              <a:buFont typeface="Noto Sans Symbols"/>
              <a:buChar char="⮚"/>
            </a:pPr>
            <a:r>
              <a:rPr lang="en-US" sz="2000" b="0" i="0" u="none" strike="noStrike" cap="none" dirty="0">
                <a:solidFill>
                  <a:srgbClr val="000000"/>
                </a:solidFill>
                <a:latin typeface="Cambria" panose="02040503050406030204" pitchFamily="18" charset="0"/>
                <a:ea typeface="Cambria" panose="02040503050406030204" pitchFamily="18" charset="0"/>
                <a:sym typeface="Arial"/>
              </a:rPr>
              <a:t>Using a sample will work almost as well as using the entire data set, if the sample is </a:t>
            </a:r>
            <a:r>
              <a:rPr lang="en-US" sz="2000" b="0" i="0" u="none" strike="noStrike" cap="none" dirty="0">
                <a:solidFill>
                  <a:srgbClr val="CC6600"/>
                </a:solidFill>
                <a:latin typeface="Cambria" panose="02040503050406030204" pitchFamily="18" charset="0"/>
                <a:ea typeface="Cambria" panose="02040503050406030204" pitchFamily="18" charset="0"/>
                <a:sym typeface="Arial"/>
              </a:rPr>
              <a:t>representative</a:t>
            </a:r>
            <a:endParaRPr sz="2000" dirty="0">
              <a:latin typeface="Cambria" panose="02040503050406030204" pitchFamily="18" charset="0"/>
              <a:ea typeface="Cambria" panose="02040503050406030204" pitchFamily="18" charset="0"/>
            </a:endParaRPr>
          </a:p>
          <a:p>
            <a:pPr marL="285750" marR="0" lvl="1" indent="-285750" algn="l" rtl="0">
              <a:lnSpc>
                <a:spcPct val="100000"/>
              </a:lnSpc>
              <a:spcBef>
                <a:spcPts val="0"/>
              </a:spcBef>
              <a:spcAft>
                <a:spcPts val="0"/>
              </a:spcAft>
              <a:buClr>
                <a:srgbClr val="000000"/>
              </a:buClr>
              <a:buSzPts val="1800"/>
              <a:buFont typeface="Noto Sans Symbols"/>
              <a:buChar char="⮚"/>
            </a:pPr>
            <a:r>
              <a:rPr lang="en-US" sz="2000" b="0" i="0" u="none" strike="noStrike" cap="none" dirty="0">
                <a:solidFill>
                  <a:srgbClr val="000000"/>
                </a:solidFill>
                <a:latin typeface="Cambria" panose="02040503050406030204" pitchFamily="18" charset="0"/>
                <a:ea typeface="Cambria" panose="02040503050406030204" pitchFamily="18" charset="0"/>
                <a:sym typeface="Arial"/>
              </a:rPr>
              <a:t>A sample is </a:t>
            </a:r>
            <a:r>
              <a:rPr lang="en-US" sz="2000" b="0" i="0" u="none" strike="noStrike" cap="none" dirty="0">
                <a:solidFill>
                  <a:srgbClr val="CC6600"/>
                </a:solidFill>
                <a:latin typeface="Cambria" panose="02040503050406030204" pitchFamily="18" charset="0"/>
                <a:ea typeface="Cambria" panose="02040503050406030204" pitchFamily="18" charset="0"/>
                <a:sym typeface="Arial"/>
              </a:rPr>
              <a:t>representative</a:t>
            </a:r>
            <a:r>
              <a:rPr lang="en-US" sz="2000" b="0" i="0" u="none" strike="noStrike" cap="none" dirty="0">
                <a:solidFill>
                  <a:srgbClr val="000000"/>
                </a:solidFill>
                <a:latin typeface="Cambria" panose="02040503050406030204" pitchFamily="18" charset="0"/>
                <a:ea typeface="Cambria" panose="02040503050406030204" pitchFamily="18" charset="0"/>
                <a:sym typeface="Arial"/>
              </a:rPr>
              <a:t> if it has approximately the same properties (of interest) as the original set of data  </a:t>
            </a:r>
            <a:endParaRPr sz="2000" b="0" i="0" u="none" strike="noStrike" cap="none" dirty="0">
              <a:solidFill>
                <a:srgbClr val="000000"/>
              </a:solidFill>
              <a:latin typeface="Cambria" panose="02040503050406030204" pitchFamily="18" charset="0"/>
              <a:ea typeface="Cambria" panose="02040503050406030204" pitchFamily="18" charset="0"/>
              <a:sym typeface="Arial"/>
            </a:endParaRPr>
          </a:p>
        </p:txBody>
      </p:sp>
      <p:pic>
        <p:nvPicPr>
          <p:cNvPr id="849" name="Google Shape;849;p8"/>
          <p:cNvPicPr preferRelativeResize="0"/>
          <p:nvPr/>
        </p:nvPicPr>
        <p:blipFill rotWithShape="1">
          <a:blip r:embed="rId3">
            <a:alphaModFix/>
          </a:blip>
          <a:srcRect l="10356" t="13811" r="14641" b="10953"/>
          <a:stretch/>
        </p:blipFill>
        <p:spPr>
          <a:xfrm>
            <a:off x="3673339" y="4961083"/>
            <a:ext cx="1526458" cy="1087952"/>
          </a:xfrm>
          <a:prstGeom prst="rect">
            <a:avLst/>
          </a:prstGeom>
          <a:noFill/>
          <a:ln>
            <a:noFill/>
          </a:ln>
        </p:spPr>
      </p:pic>
      <p:sp>
        <p:nvSpPr>
          <p:cNvPr id="851" name="Google Shape;851;p8"/>
          <p:cNvSpPr txBox="1"/>
          <p:nvPr/>
        </p:nvSpPr>
        <p:spPr>
          <a:xfrm>
            <a:off x="564037" y="6326482"/>
            <a:ext cx="787997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dirty="0">
                <a:solidFill>
                  <a:schemeClr val="dk1"/>
                </a:solidFill>
                <a:latin typeface="Arial"/>
                <a:ea typeface="Arial"/>
                <a:cs typeface="Arial"/>
                <a:sym typeface="Arial"/>
              </a:rPr>
              <a:t>8000 points		         2000 Points			500 Points</a:t>
            </a:r>
            <a:endParaRPr dirty="0"/>
          </a:p>
        </p:txBody>
      </p:sp>
      <p:sp>
        <p:nvSpPr>
          <p:cNvPr id="852" name="Google Shape;852;p8"/>
          <p:cNvSpPr/>
          <p:nvPr/>
        </p:nvSpPr>
        <p:spPr>
          <a:xfrm>
            <a:off x="304800" y="1354087"/>
            <a:ext cx="8634484" cy="1631175"/>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dirty="0">
                <a:solidFill>
                  <a:srgbClr val="002060"/>
                </a:solidFill>
                <a:latin typeface="Cambria" panose="02040503050406030204" pitchFamily="18" charset="0"/>
                <a:ea typeface="Cambria" panose="02040503050406030204" pitchFamily="18" charset="0"/>
                <a:sym typeface="Arial"/>
              </a:rPr>
              <a:t>Challenge 2 : Non-representative Training Data .</a:t>
            </a:r>
            <a:endParaRPr sz="2000" dirty="0">
              <a:latin typeface="Cambria" panose="02040503050406030204" pitchFamily="18" charset="0"/>
              <a:ea typeface="Cambria" panose="02040503050406030204" pitchFamily="18" charset="0"/>
            </a:endParaRPr>
          </a:p>
          <a:p>
            <a:pPr marL="0" marR="0" lvl="0" indent="0" algn="l" rtl="0">
              <a:lnSpc>
                <a:spcPct val="100000"/>
              </a:lnSpc>
              <a:spcBef>
                <a:spcPts val="0"/>
              </a:spcBef>
              <a:spcAft>
                <a:spcPts val="0"/>
              </a:spcAft>
              <a:buNone/>
            </a:pPr>
            <a:r>
              <a:rPr lang="en-US" sz="2000" b="0" i="0" u="none" strike="noStrike" cap="none" dirty="0">
                <a:solidFill>
                  <a:srgbClr val="002060"/>
                </a:solidFill>
                <a:latin typeface="Cambria" panose="02040503050406030204" pitchFamily="18" charset="0"/>
                <a:ea typeface="Cambria" panose="02040503050406030204" pitchFamily="18" charset="0"/>
                <a:sym typeface="Arial"/>
              </a:rPr>
              <a:t>Idea : Training Data be representative of the new cases we want to generalize</a:t>
            </a:r>
            <a:endParaRPr sz="2000" dirty="0">
              <a:latin typeface="Cambria" panose="02040503050406030204" pitchFamily="18" charset="0"/>
              <a:ea typeface="Cambria" panose="02040503050406030204" pitchFamily="18" charset="0"/>
            </a:endParaRPr>
          </a:p>
          <a:p>
            <a:pPr marL="285750" marR="0" lvl="0" indent="-285750" algn="l" rtl="0">
              <a:lnSpc>
                <a:spcPct val="100000"/>
              </a:lnSpc>
              <a:spcBef>
                <a:spcPts val="0"/>
              </a:spcBef>
              <a:spcAft>
                <a:spcPts val="0"/>
              </a:spcAft>
              <a:buClr>
                <a:srgbClr val="000000"/>
              </a:buClr>
              <a:buSzPts val="1400"/>
              <a:buFont typeface="Noto Sans Symbols"/>
              <a:buChar char="⮚"/>
            </a:pPr>
            <a:r>
              <a:rPr lang="en-US" sz="2000" b="0" i="0" u="none" strike="noStrike" cap="none" dirty="0">
                <a:solidFill>
                  <a:srgbClr val="002060"/>
                </a:solidFill>
                <a:latin typeface="Cambria" panose="02040503050406030204" pitchFamily="18" charset="0"/>
                <a:ea typeface="Cambria" panose="02040503050406030204" pitchFamily="18" charset="0"/>
                <a:sym typeface="Arial"/>
              </a:rPr>
              <a:t>Small sample size leads to sampling noise. Increase sampling size.</a:t>
            </a:r>
            <a:endParaRPr sz="2000" dirty="0">
              <a:latin typeface="Cambria" panose="02040503050406030204" pitchFamily="18" charset="0"/>
              <a:ea typeface="Cambria" panose="02040503050406030204" pitchFamily="18" charset="0"/>
            </a:endParaRPr>
          </a:p>
          <a:p>
            <a:pPr marL="285750" marR="0" lvl="0" indent="-285750" algn="l" rtl="0">
              <a:lnSpc>
                <a:spcPct val="100000"/>
              </a:lnSpc>
              <a:spcBef>
                <a:spcPts val="0"/>
              </a:spcBef>
              <a:spcAft>
                <a:spcPts val="0"/>
              </a:spcAft>
              <a:buClr>
                <a:srgbClr val="000000"/>
              </a:buClr>
              <a:buSzPts val="1400"/>
              <a:buFont typeface="Noto Sans Symbols"/>
              <a:buChar char="⮚"/>
            </a:pPr>
            <a:r>
              <a:rPr lang="en-US" sz="2000" b="0" i="0" u="none" strike="noStrike" cap="none" dirty="0">
                <a:solidFill>
                  <a:srgbClr val="002060"/>
                </a:solidFill>
                <a:latin typeface="Cambria" panose="02040503050406030204" pitchFamily="18" charset="0"/>
                <a:ea typeface="Cambria" panose="02040503050406030204" pitchFamily="18" charset="0"/>
                <a:sym typeface="Arial"/>
              </a:rPr>
              <a:t>If sampling process is flawed, even large sample size can lead to sampling bias</a:t>
            </a:r>
            <a:endParaRPr sz="2000" dirty="0">
              <a:latin typeface="Cambria" panose="02040503050406030204" pitchFamily="18" charset="0"/>
              <a:ea typeface="Cambria" panose="02040503050406030204" pitchFamily="18" charset="0"/>
            </a:endParaRPr>
          </a:p>
        </p:txBody>
      </p:sp>
      <p:pic>
        <p:nvPicPr>
          <p:cNvPr id="2" name="Picture 1"/>
          <p:cNvPicPr>
            <a:picLocks noChangeAspect="1"/>
          </p:cNvPicPr>
          <p:nvPr/>
        </p:nvPicPr>
        <p:blipFill>
          <a:blip r:embed="rId4"/>
          <a:stretch>
            <a:fillRect/>
          </a:stretch>
        </p:blipFill>
        <p:spPr>
          <a:xfrm>
            <a:off x="505720" y="4885985"/>
            <a:ext cx="1323975" cy="1133475"/>
          </a:xfrm>
          <a:prstGeom prst="rect">
            <a:avLst/>
          </a:prstGeom>
        </p:spPr>
      </p:pic>
      <p:pic>
        <p:nvPicPr>
          <p:cNvPr id="3" name="Picture 2"/>
          <p:cNvPicPr>
            <a:picLocks noChangeAspect="1"/>
          </p:cNvPicPr>
          <p:nvPr/>
        </p:nvPicPr>
        <p:blipFill>
          <a:blip r:embed="rId5"/>
          <a:stretch>
            <a:fillRect/>
          </a:stretch>
        </p:blipFill>
        <p:spPr>
          <a:xfrm>
            <a:off x="6629400" y="4841245"/>
            <a:ext cx="1395484" cy="1184655"/>
          </a:xfrm>
          <a:prstGeom prst="rect">
            <a:avLst/>
          </a:prstGeom>
        </p:spPr>
      </p:pic>
      <p:sp>
        <p:nvSpPr>
          <p:cNvPr id="11" name="Google Shape;839;p7"/>
          <p:cNvSpPr txBox="1">
            <a:spLocks noGrp="1"/>
          </p:cNvSpPr>
          <p:nvPr>
            <p:ph type="body" idx="2"/>
          </p:nvPr>
        </p:nvSpPr>
        <p:spPr>
          <a:xfrm>
            <a:off x="34383" y="246469"/>
            <a:ext cx="8939284" cy="1077218"/>
          </a:xfrm>
          <a:prstGeom prst="rect">
            <a:avLst/>
          </a:prstGeom>
          <a:noFill/>
          <a:ln w="9525">
            <a:noFill/>
            <a:miter lim="800000"/>
            <a:headEnd/>
            <a:tailEnd/>
          </a:ln>
          <a:effectLst/>
        </p:spPr>
        <p:txBody>
          <a:bodyPr spcFirstLastPara="1" vert="horz" wrap="square" lIns="91440" tIns="45720" rIns="91440" bIns="45720" rtlCol="0" anchor="ctr" anchorCtr="0">
            <a:spAutoFit/>
          </a:bodyPr>
          <a:lstStyle/>
          <a:p>
            <a:pPr eaLnBrk="0" fontAlgn="base" hangingPunct="0">
              <a:spcBef>
                <a:spcPct val="0"/>
              </a:spcBef>
              <a:spcAft>
                <a:spcPct val="0"/>
              </a:spcAft>
              <a:buSzPts val="3200"/>
              <a:buFont typeface="Calibri"/>
            </a:pPr>
            <a:r>
              <a:rPr lang="en-IN" sz="2800" b="0" dirty="0">
                <a:latin typeface="Cambria" panose="02040503050406030204" pitchFamily="18" charset="0"/>
                <a:ea typeface="Cambria" panose="02040503050406030204" pitchFamily="18" charset="0"/>
              </a:rPr>
              <a:t>Instances selection and partitioning</a:t>
            </a:r>
          </a:p>
          <a:p>
            <a:pPr marL="114300" indent="0"/>
            <a:r>
              <a:rPr lang="en-US" dirty="0">
                <a:solidFill>
                  <a:srgbClr val="0070C0"/>
                </a:solidFill>
                <a:latin typeface="Cambria" panose="02040503050406030204" pitchFamily="18" charset="0"/>
                <a:ea typeface="Cambria" panose="02040503050406030204" pitchFamily="18" charset="0"/>
              </a:rPr>
              <a:t>    </a:t>
            </a:r>
            <a:r>
              <a:rPr lang="en-US" sz="2000" dirty="0">
                <a:latin typeface="Cambria" panose="02040503050406030204" pitchFamily="18" charset="0"/>
                <a:ea typeface="Cambria" panose="02040503050406030204" pitchFamily="18" charset="0"/>
              </a:rPr>
              <a:t> </a:t>
            </a:r>
            <a:r>
              <a:rPr lang="en-US" sz="2000" dirty="0">
                <a:solidFill>
                  <a:srgbClr val="0070C0"/>
                </a:solidFill>
                <a:latin typeface="Cambria" panose="02040503050406030204" pitchFamily="18" charset="0"/>
                <a:ea typeface="Cambria" panose="02040503050406030204" pitchFamily="18" charset="0"/>
              </a:rPr>
              <a:t>training, evaluation (validation), test sets</a:t>
            </a:r>
          </a:p>
        </p:txBody>
      </p:sp>
      <p:sp>
        <p:nvSpPr>
          <p:cNvPr id="9"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50</a:t>
            </a:r>
          </a:p>
        </p:txBody>
      </p:sp>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F6E73994-A65C-0C6F-A7D5-3F7D8105C9C4}"/>
                  </a:ext>
                </a:extLst>
              </p14:cNvPr>
              <p14:cNvContentPartPr/>
              <p14:nvPr/>
            </p14:nvContentPartPr>
            <p14:xfrm>
              <a:off x="750240" y="3956400"/>
              <a:ext cx="7198200" cy="2726280"/>
            </p14:xfrm>
          </p:contentPart>
        </mc:Choice>
        <mc:Fallback xmlns="">
          <p:pic>
            <p:nvPicPr>
              <p:cNvPr id="4" name="Ink 3">
                <a:extLst>
                  <a:ext uri="{FF2B5EF4-FFF2-40B4-BE49-F238E27FC236}">
                    <a16:creationId xmlns:a16="http://schemas.microsoft.com/office/drawing/2014/main" id="{F6E73994-A65C-0C6F-A7D5-3F7D8105C9C4}"/>
                  </a:ext>
                </a:extLst>
              </p:cNvPr>
              <p:cNvPicPr/>
              <p:nvPr/>
            </p:nvPicPr>
            <p:blipFill>
              <a:blip r:embed="rId7"/>
              <a:stretch>
                <a:fillRect/>
              </a:stretch>
            </p:blipFill>
            <p:spPr>
              <a:xfrm>
                <a:off x="740880" y="3947040"/>
                <a:ext cx="7216920" cy="2745000"/>
              </a:xfrm>
              <a:prstGeom prst="rect">
                <a:avLst/>
              </a:prstGeom>
            </p:spPr>
          </p:pic>
        </mc:Fallback>
      </mc:AlternateContent>
    </p:spTree>
    <p:extLst>
      <p:ext uri="{BB962C8B-B14F-4D97-AF65-F5344CB8AC3E}">
        <p14:creationId xmlns:p14="http://schemas.microsoft.com/office/powerpoint/2010/main" val="7047828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p9"/>
          <p:cNvSpPr txBox="1">
            <a:spLocks noGrp="1"/>
          </p:cNvSpPr>
          <p:nvPr>
            <p:ph type="title"/>
          </p:nvPr>
        </p:nvSpPr>
        <p:spPr>
          <a:xfrm>
            <a:off x="313651" y="1206401"/>
            <a:ext cx="6120680" cy="47041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3200"/>
              <a:buFont typeface="Calibri"/>
              <a:buNone/>
            </a:pPr>
            <a:r>
              <a:rPr lang="en-US" sz="1800" b="1" dirty="0">
                <a:latin typeface="Cambria" panose="02040503050406030204" pitchFamily="18" charset="0"/>
                <a:ea typeface="Cambria" panose="02040503050406030204" pitchFamily="18" charset="0"/>
                <a:cs typeface="Arial"/>
                <a:sym typeface="Arial"/>
              </a:rPr>
              <a:t>Issues with Subsampling (Independence Violation)</a:t>
            </a:r>
            <a:endParaRPr sz="1800" b="1" dirty="0">
              <a:latin typeface="Cambria" panose="02040503050406030204" pitchFamily="18" charset="0"/>
              <a:ea typeface="Cambria" panose="02040503050406030204" pitchFamily="18" charset="0"/>
              <a:cs typeface="Arial"/>
              <a:sym typeface="Arial"/>
            </a:endParaRPr>
          </a:p>
        </p:txBody>
      </p:sp>
      <p:pic>
        <p:nvPicPr>
          <p:cNvPr id="858" name="Google Shape;858;p9"/>
          <p:cNvPicPr preferRelativeResize="0"/>
          <p:nvPr/>
        </p:nvPicPr>
        <p:blipFill rotWithShape="1">
          <a:blip r:embed="rId3">
            <a:alphaModFix/>
          </a:blip>
          <a:srcRect/>
          <a:stretch/>
        </p:blipFill>
        <p:spPr>
          <a:xfrm>
            <a:off x="313651" y="1649400"/>
            <a:ext cx="6361446" cy="4247119"/>
          </a:xfrm>
          <a:prstGeom prst="rect">
            <a:avLst/>
          </a:prstGeom>
          <a:noFill/>
          <a:ln>
            <a:noFill/>
          </a:ln>
        </p:spPr>
      </p:pic>
      <p:sp>
        <p:nvSpPr>
          <p:cNvPr id="859" name="Google Shape;859;p9"/>
          <p:cNvSpPr txBox="1"/>
          <p:nvPr/>
        </p:nvSpPr>
        <p:spPr>
          <a:xfrm>
            <a:off x="7233313" y="1196878"/>
            <a:ext cx="1910687" cy="1169511"/>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dirty="0">
                <a:solidFill>
                  <a:srgbClr val="FF0000"/>
                </a:solidFill>
                <a:latin typeface="Arial"/>
                <a:ea typeface="Arial"/>
                <a:cs typeface="Arial"/>
                <a:sym typeface="Arial"/>
              </a:rPr>
              <a:t>IRIS Dataset of Flowers</a:t>
            </a:r>
            <a:endParaRPr dirty="0"/>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50 </a:t>
            </a:r>
            <a:r>
              <a:rPr lang="en-US" sz="1400" b="0" i="0" u="none" strike="noStrike" cap="none" dirty="0" err="1">
                <a:solidFill>
                  <a:srgbClr val="000000"/>
                </a:solidFill>
                <a:latin typeface="Arial"/>
                <a:ea typeface="Arial"/>
                <a:cs typeface="Arial"/>
                <a:sym typeface="Arial"/>
              </a:rPr>
              <a:t>Setosa</a:t>
            </a:r>
            <a:r>
              <a:rPr lang="en-US" sz="1400" b="0" i="0" u="none" strike="noStrike" cap="none" dirty="0">
                <a:solidFill>
                  <a:srgbClr val="000000"/>
                </a:solidFill>
                <a:latin typeface="Arial"/>
                <a:ea typeface="Arial"/>
                <a:cs typeface="Arial"/>
                <a:sym typeface="Arial"/>
              </a:rPr>
              <a:t>, </a:t>
            </a: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50 Versicolor, </a:t>
            </a: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 50 </a:t>
            </a:r>
            <a:r>
              <a:rPr lang="en-US" sz="1400" b="0" i="0" u="none" strike="noStrike" cap="none" dirty="0" err="1">
                <a:solidFill>
                  <a:srgbClr val="000000"/>
                </a:solidFill>
                <a:latin typeface="Arial"/>
                <a:ea typeface="Arial"/>
                <a:cs typeface="Arial"/>
                <a:sym typeface="Arial"/>
              </a:rPr>
              <a:t>Virginica</a:t>
            </a:r>
            <a:endParaRPr sz="1400" b="1" i="0" u="none" strike="noStrike" cap="none" dirty="0">
              <a:solidFill>
                <a:srgbClr val="FF0000"/>
              </a:solidFill>
              <a:latin typeface="Arial"/>
              <a:ea typeface="Arial"/>
              <a:cs typeface="Arial"/>
              <a:sym typeface="Arial"/>
            </a:endParaRPr>
          </a:p>
        </p:txBody>
      </p:sp>
      <p:sp>
        <p:nvSpPr>
          <p:cNvPr id="860" name="Google Shape;860;p9"/>
          <p:cNvSpPr/>
          <p:nvPr/>
        </p:nvSpPr>
        <p:spPr>
          <a:xfrm>
            <a:off x="565392" y="5896519"/>
            <a:ext cx="7917530" cy="738664"/>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dirty="0">
                <a:solidFill>
                  <a:srgbClr val="000000"/>
                </a:solidFill>
                <a:latin typeface="Arial"/>
                <a:ea typeface="Arial"/>
                <a:cs typeface="Arial"/>
                <a:sym typeface="Arial"/>
              </a:rPr>
              <a:t>Random subsampling can assign 2/3 (100) to training set and 1/3 (50) to the test set</a:t>
            </a:r>
            <a:endParaRPr dirty="0"/>
          </a:p>
          <a:p>
            <a:pPr marL="285750" marR="0" lvl="5" indent="-285750" algn="l" rtl="0">
              <a:lnSpc>
                <a:spcPct val="100000"/>
              </a:lnSpc>
              <a:spcBef>
                <a:spcPts val="0"/>
              </a:spcBef>
              <a:spcAft>
                <a:spcPts val="0"/>
              </a:spcAft>
              <a:buClr>
                <a:srgbClr val="000000"/>
              </a:buClr>
              <a:buSzPts val="1400"/>
              <a:buFont typeface="Arial"/>
              <a:buChar char="•"/>
            </a:pPr>
            <a:r>
              <a:rPr lang="en-US" sz="1400" b="1" i="0" u="none" strike="noStrike" cap="none" dirty="0">
                <a:solidFill>
                  <a:srgbClr val="000000"/>
                </a:solidFill>
                <a:latin typeface="Arial"/>
                <a:ea typeface="Arial"/>
                <a:cs typeface="Arial"/>
                <a:sym typeface="Arial"/>
              </a:rPr>
              <a:t>Training set → 38 x </a:t>
            </a:r>
            <a:r>
              <a:rPr lang="en-US" sz="1400" b="1" i="0" u="none" strike="noStrike" cap="none" dirty="0" err="1">
                <a:solidFill>
                  <a:srgbClr val="000000"/>
                </a:solidFill>
                <a:latin typeface="Arial"/>
                <a:ea typeface="Arial"/>
                <a:cs typeface="Arial"/>
                <a:sym typeface="Arial"/>
              </a:rPr>
              <a:t>Setosa</a:t>
            </a:r>
            <a:r>
              <a:rPr lang="en-US" sz="1400" b="1" i="0" u="none" strike="noStrike" cap="none" dirty="0">
                <a:solidFill>
                  <a:srgbClr val="000000"/>
                </a:solidFill>
                <a:latin typeface="Arial"/>
                <a:ea typeface="Arial"/>
                <a:cs typeface="Arial"/>
                <a:sym typeface="Arial"/>
              </a:rPr>
              <a:t>, 28 x Versicolor, 34 x </a:t>
            </a:r>
            <a:r>
              <a:rPr lang="en-US" sz="1400" b="1" i="0" u="none" strike="noStrike" cap="none" dirty="0" err="1">
                <a:solidFill>
                  <a:srgbClr val="000000"/>
                </a:solidFill>
                <a:latin typeface="Arial"/>
                <a:ea typeface="Arial"/>
                <a:cs typeface="Arial"/>
                <a:sym typeface="Arial"/>
              </a:rPr>
              <a:t>Virginica</a:t>
            </a:r>
            <a:r>
              <a:rPr lang="en-US" sz="1400" b="1" i="0" u="none" strike="noStrike" cap="none" dirty="0">
                <a:solidFill>
                  <a:srgbClr val="000000"/>
                </a:solidFill>
                <a:latin typeface="Arial"/>
                <a:ea typeface="Arial"/>
                <a:cs typeface="Arial"/>
                <a:sym typeface="Arial"/>
              </a:rPr>
              <a:t> </a:t>
            </a:r>
            <a:endParaRPr sz="1400" b="1" i="0" u="none" strike="noStrike" cap="none" dirty="0">
              <a:solidFill>
                <a:srgbClr val="000000"/>
              </a:solidFill>
              <a:latin typeface="Arial"/>
              <a:ea typeface="Arial"/>
              <a:cs typeface="Arial"/>
              <a:sym typeface="Arial"/>
            </a:endParaRPr>
          </a:p>
          <a:p>
            <a:pPr marL="285750" marR="0" lvl="1" indent="-285750" algn="l" rtl="0">
              <a:lnSpc>
                <a:spcPct val="100000"/>
              </a:lnSpc>
              <a:spcBef>
                <a:spcPts val="0"/>
              </a:spcBef>
              <a:spcAft>
                <a:spcPts val="0"/>
              </a:spcAft>
              <a:buClr>
                <a:srgbClr val="000000"/>
              </a:buClr>
              <a:buSzPts val="1400"/>
              <a:buFont typeface="Arial"/>
              <a:buChar char="•"/>
            </a:pPr>
            <a:r>
              <a:rPr lang="en-US" sz="1400" b="1" i="0" u="none" strike="noStrike" cap="none" dirty="0">
                <a:solidFill>
                  <a:srgbClr val="000000"/>
                </a:solidFill>
                <a:latin typeface="Arial"/>
                <a:ea typeface="Arial"/>
                <a:cs typeface="Arial"/>
                <a:sym typeface="Arial"/>
              </a:rPr>
              <a:t>Test set → 12 x </a:t>
            </a:r>
            <a:r>
              <a:rPr lang="en-US" sz="1400" b="1" i="0" u="none" strike="noStrike" cap="none" dirty="0" err="1">
                <a:solidFill>
                  <a:srgbClr val="000000"/>
                </a:solidFill>
                <a:latin typeface="Arial"/>
                <a:ea typeface="Arial"/>
                <a:cs typeface="Arial"/>
                <a:sym typeface="Arial"/>
              </a:rPr>
              <a:t>Setosa</a:t>
            </a:r>
            <a:r>
              <a:rPr lang="en-US" sz="1400" b="1" i="0" u="none" strike="noStrike" cap="none" dirty="0">
                <a:solidFill>
                  <a:srgbClr val="000000"/>
                </a:solidFill>
                <a:latin typeface="Arial"/>
                <a:ea typeface="Arial"/>
                <a:cs typeface="Arial"/>
                <a:sym typeface="Arial"/>
              </a:rPr>
              <a:t>, 22 x Versicolor, 16 x </a:t>
            </a:r>
            <a:r>
              <a:rPr lang="en-US" sz="1400" b="1" i="0" u="none" strike="noStrike" cap="none" dirty="0" err="1">
                <a:solidFill>
                  <a:srgbClr val="000000"/>
                </a:solidFill>
                <a:latin typeface="Arial"/>
                <a:ea typeface="Arial"/>
                <a:cs typeface="Arial"/>
                <a:sym typeface="Arial"/>
              </a:rPr>
              <a:t>Virginica</a:t>
            </a:r>
            <a:endParaRPr sz="1400" b="1" i="0" u="none" strike="noStrike" cap="none" dirty="0">
              <a:solidFill>
                <a:srgbClr val="000000"/>
              </a:solidFill>
              <a:latin typeface="Arial"/>
              <a:ea typeface="Arial"/>
              <a:cs typeface="Arial"/>
              <a:sym typeface="Arial"/>
            </a:endParaRPr>
          </a:p>
        </p:txBody>
      </p:sp>
      <p:sp>
        <p:nvSpPr>
          <p:cNvPr id="7" name="Google Shape;839;p7"/>
          <p:cNvSpPr txBox="1">
            <a:spLocks noGrp="1"/>
          </p:cNvSpPr>
          <p:nvPr>
            <p:ph type="body" idx="4294967295"/>
          </p:nvPr>
        </p:nvSpPr>
        <p:spPr>
          <a:xfrm>
            <a:off x="204716" y="78813"/>
            <a:ext cx="8939284" cy="1036181"/>
          </a:xfrm>
          <a:prstGeom prst="rect">
            <a:avLst/>
          </a:prstGeom>
          <a:noFill/>
          <a:ln w="9525">
            <a:noFill/>
            <a:miter lim="800000"/>
            <a:headEnd/>
            <a:tailEnd/>
          </a:ln>
          <a:effectLst/>
        </p:spPr>
        <p:txBody>
          <a:bodyPr spcFirstLastPara="1" vert="horz" wrap="square" lIns="91440" tIns="45720" rIns="91440" bIns="45720" rtlCol="0" anchor="ctr" anchorCtr="0">
            <a:spAutoFit/>
          </a:bodyPr>
          <a:lstStyle/>
          <a:p>
            <a:pPr marL="25400" indent="0" eaLnBrk="0" fontAlgn="base" hangingPunct="0">
              <a:spcBef>
                <a:spcPct val="0"/>
              </a:spcBef>
              <a:spcAft>
                <a:spcPct val="0"/>
              </a:spcAft>
              <a:buSzPts val="3200"/>
              <a:buNone/>
            </a:pPr>
            <a:r>
              <a:rPr lang="en-IN" sz="2800" b="0" dirty="0">
                <a:latin typeface="Cambria" panose="02040503050406030204" pitchFamily="18" charset="0"/>
                <a:ea typeface="Cambria" panose="02040503050406030204" pitchFamily="18" charset="0"/>
              </a:rPr>
              <a:t>Instances selection and partitioning</a:t>
            </a:r>
          </a:p>
          <a:p>
            <a:pPr marL="0" indent="0" eaLnBrk="0" fontAlgn="base" hangingPunct="0">
              <a:lnSpc>
                <a:spcPct val="150000"/>
              </a:lnSpc>
              <a:spcBef>
                <a:spcPts val="360"/>
              </a:spcBef>
              <a:buSzPts val="1800"/>
              <a:buNone/>
            </a:pPr>
            <a:r>
              <a:rPr lang="en-US" sz="2000" b="1" dirty="0">
                <a:solidFill>
                  <a:srgbClr val="0070C0"/>
                </a:solidFill>
                <a:latin typeface="Cambria" panose="02040503050406030204" pitchFamily="18" charset="0"/>
                <a:ea typeface="Cambria" panose="02040503050406030204" pitchFamily="18" charset="0"/>
              </a:rPr>
              <a:t>Sampling</a:t>
            </a:r>
            <a:endParaRPr sz="2000" b="1" dirty="0">
              <a:solidFill>
                <a:srgbClr val="0070C0"/>
              </a:solidFill>
              <a:latin typeface="Cambria" panose="02040503050406030204" pitchFamily="18" charset="0"/>
              <a:ea typeface="Cambria" panose="02040503050406030204" pitchFamily="18" charset="0"/>
            </a:endParaRPr>
          </a:p>
        </p:txBody>
      </p:sp>
      <p:sp>
        <p:nvSpPr>
          <p:cNvPr id="8" name="Slide Number Placeholder 3"/>
          <p:cNvSpPr>
            <a:spLocks noGrp="1"/>
          </p:cNvSpPr>
          <p:nvPr>
            <p:ph type="sldNum" idx="12"/>
          </p:nvPr>
        </p:nvSpPr>
        <p:spPr>
          <a:xfrm>
            <a:off x="8716776" y="6231989"/>
            <a:ext cx="611560" cy="323557"/>
          </a:xfrm>
        </p:spPr>
        <p:txBody>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lang="en-US" sz="1600" b="1" dirty="0">
                <a:solidFill>
                  <a:srgbClr val="000000"/>
                </a:solidFill>
                <a:latin typeface="Tahoma"/>
                <a:ea typeface="Tahoma"/>
                <a:cs typeface="Tahoma"/>
                <a:sym typeface="Tahoma"/>
              </a:rPr>
              <a:t>51</a:t>
            </a:r>
            <a:endParaRPr kumimoji="0" lang="en-US"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FF1EEA5F-C0D9-12AE-2CCB-32C187E80A6C}"/>
                  </a:ext>
                </a:extLst>
              </p14:cNvPr>
              <p14:cNvContentPartPr/>
              <p14:nvPr/>
            </p14:nvContentPartPr>
            <p14:xfrm>
              <a:off x="754560" y="6146640"/>
              <a:ext cx="7125480" cy="561600"/>
            </p14:xfrm>
          </p:contentPart>
        </mc:Choice>
        <mc:Fallback xmlns="">
          <p:pic>
            <p:nvPicPr>
              <p:cNvPr id="2" name="Ink 1">
                <a:extLst>
                  <a:ext uri="{FF2B5EF4-FFF2-40B4-BE49-F238E27FC236}">
                    <a16:creationId xmlns:a16="http://schemas.microsoft.com/office/drawing/2014/main" id="{FF1EEA5F-C0D9-12AE-2CCB-32C187E80A6C}"/>
                  </a:ext>
                </a:extLst>
              </p:cNvPr>
              <p:cNvPicPr/>
              <p:nvPr/>
            </p:nvPicPr>
            <p:blipFill>
              <a:blip r:embed="rId5"/>
              <a:stretch>
                <a:fillRect/>
              </a:stretch>
            </p:blipFill>
            <p:spPr>
              <a:xfrm>
                <a:off x="745200" y="6137280"/>
                <a:ext cx="7144200" cy="580320"/>
              </a:xfrm>
              <a:prstGeom prst="rect">
                <a:avLst/>
              </a:prstGeom>
            </p:spPr>
          </p:pic>
        </mc:Fallback>
      </mc:AlternateContent>
    </p:spTree>
    <p:extLst>
      <p:ext uri="{BB962C8B-B14F-4D97-AF65-F5344CB8AC3E}">
        <p14:creationId xmlns:p14="http://schemas.microsoft.com/office/powerpoint/2010/main" val="8631379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pic>
        <p:nvPicPr>
          <p:cNvPr id="867" name="Google Shape;867;g11575d78375_0_483"/>
          <p:cNvPicPr preferRelativeResize="0"/>
          <p:nvPr/>
        </p:nvPicPr>
        <p:blipFill rotWithShape="1">
          <a:blip r:embed="rId3">
            <a:alphaModFix/>
          </a:blip>
          <a:srcRect l="59321" t="67853" r="13972" b="3453"/>
          <a:stretch/>
        </p:blipFill>
        <p:spPr>
          <a:xfrm>
            <a:off x="451999" y="2822321"/>
            <a:ext cx="2953177" cy="1690224"/>
          </a:xfrm>
          <a:prstGeom prst="rect">
            <a:avLst/>
          </a:prstGeom>
          <a:noFill/>
          <a:ln>
            <a:noFill/>
          </a:ln>
        </p:spPr>
      </p:pic>
      <p:pic>
        <p:nvPicPr>
          <p:cNvPr id="868" name="Google Shape;868;g11575d78375_0_483"/>
          <p:cNvPicPr preferRelativeResize="0"/>
          <p:nvPr/>
        </p:nvPicPr>
        <p:blipFill rotWithShape="1">
          <a:blip r:embed="rId4">
            <a:alphaModFix/>
          </a:blip>
          <a:srcRect l="35550" t="65693" r="36695" b="5308"/>
          <a:stretch/>
        </p:blipFill>
        <p:spPr>
          <a:xfrm>
            <a:off x="5819818" y="2712093"/>
            <a:ext cx="3101170" cy="1800452"/>
          </a:xfrm>
          <a:prstGeom prst="rect">
            <a:avLst/>
          </a:prstGeom>
          <a:noFill/>
          <a:ln>
            <a:noFill/>
          </a:ln>
        </p:spPr>
      </p:pic>
      <p:sp>
        <p:nvSpPr>
          <p:cNvPr id="870" name="Google Shape;870;g11575d78375_0_483"/>
          <p:cNvSpPr txBox="1"/>
          <p:nvPr/>
        </p:nvSpPr>
        <p:spPr>
          <a:xfrm>
            <a:off x="649832" y="2209891"/>
            <a:ext cx="21522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Simple Random Type</a:t>
            </a:r>
            <a:endParaRPr sz="1800" b="0" i="0" u="none" strike="noStrike" cap="none" dirty="0">
              <a:solidFill>
                <a:schemeClr val="dk1"/>
              </a:solidFill>
              <a:latin typeface="Calibri"/>
              <a:ea typeface="Calibri"/>
              <a:cs typeface="Calibri"/>
              <a:sym typeface="Calibri"/>
            </a:endParaRPr>
          </a:p>
        </p:txBody>
      </p:sp>
      <p:sp>
        <p:nvSpPr>
          <p:cNvPr id="871" name="Google Shape;871;g11575d78375_0_483"/>
          <p:cNvSpPr txBox="1"/>
          <p:nvPr/>
        </p:nvSpPr>
        <p:spPr>
          <a:xfrm>
            <a:off x="6162753" y="2109815"/>
            <a:ext cx="24501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Stratified Sampling Type</a:t>
            </a:r>
            <a:endParaRPr sz="1800" b="0" i="0" u="none" strike="noStrike" cap="none" dirty="0">
              <a:solidFill>
                <a:schemeClr val="dk1"/>
              </a:solidFill>
              <a:latin typeface="Calibri"/>
              <a:ea typeface="Calibri"/>
              <a:cs typeface="Calibri"/>
              <a:sym typeface="Calibri"/>
            </a:endParaRPr>
          </a:p>
        </p:txBody>
      </p:sp>
      <p:sp>
        <p:nvSpPr>
          <p:cNvPr id="872" name="Google Shape;872;g11575d78375_0_483"/>
          <p:cNvSpPr txBox="1"/>
          <p:nvPr/>
        </p:nvSpPr>
        <p:spPr>
          <a:xfrm>
            <a:off x="6145353" y="5114823"/>
            <a:ext cx="2484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Clustered Sampling Type</a:t>
            </a:r>
            <a:endParaRPr sz="1800" b="0" i="0" u="none" strike="noStrike" cap="none" dirty="0">
              <a:solidFill>
                <a:schemeClr val="dk1"/>
              </a:solidFill>
              <a:latin typeface="Calibri"/>
              <a:ea typeface="Calibri"/>
              <a:cs typeface="Calibri"/>
              <a:sym typeface="Calibri"/>
            </a:endParaRPr>
          </a:p>
        </p:txBody>
      </p:sp>
      <p:pic>
        <p:nvPicPr>
          <p:cNvPr id="2" name="Picture 1"/>
          <p:cNvPicPr>
            <a:picLocks noChangeAspect="1"/>
          </p:cNvPicPr>
          <p:nvPr/>
        </p:nvPicPr>
        <p:blipFill>
          <a:blip r:embed="rId5"/>
          <a:stretch>
            <a:fillRect/>
          </a:stretch>
        </p:blipFill>
        <p:spPr>
          <a:xfrm>
            <a:off x="3071884" y="4707835"/>
            <a:ext cx="2524125" cy="1552575"/>
          </a:xfrm>
          <a:prstGeom prst="rect">
            <a:avLst/>
          </a:prstGeom>
        </p:spPr>
      </p:pic>
      <p:sp>
        <p:nvSpPr>
          <p:cNvPr id="11" name="Google Shape;839;p7"/>
          <p:cNvSpPr txBox="1">
            <a:spLocks noGrp="1"/>
          </p:cNvSpPr>
          <p:nvPr>
            <p:ph type="body" idx="2"/>
          </p:nvPr>
        </p:nvSpPr>
        <p:spPr>
          <a:xfrm>
            <a:off x="0" y="98001"/>
            <a:ext cx="8939284" cy="1343958"/>
          </a:xfrm>
          <a:prstGeom prst="rect">
            <a:avLst/>
          </a:prstGeom>
          <a:noFill/>
          <a:ln w="9525">
            <a:noFill/>
            <a:miter lim="800000"/>
            <a:headEnd/>
            <a:tailEnd/>
          </a:ln>
          <a:effectLst/>
        </p:spPr>
        <p:txBody>
          <a:bodyPr spcFirstLastPara="1" vert="horz" wrap="square" lIns="91440" tIns="45720" rIns="91440" bIns="45720" rtlCol="0" anchor="ctr" anchorCtr="0">
            <a:spAutoFit/>
          </a:bodyPr>
          <a:lstStyle/>
          <a:p>
            <a:pPr eaLnBrk="0" fontAlgn="base" hangingPunct="0">
              <a:spcBef>
                <a:spcPct val="0"/>
              </a:spcBef>
              <a:spcAft>
                <a:spcPct val="0"/>
              </a:spcAft>
              <a:buSzPts val="3200"/>
              <a:buFont typeface="Calibri"/>
            </a:pPr>
            <a:r>
              <a:rPr lang="en-IN" sz="2800" b="0" dirty="0">
                <a:latin typeface="Cambria" panose="02040503050406030204" pitchFamily="18" charset="0"/>
                <a:ea typeface="Cambria" panose="02040503050406030204" pitchFamily="18" charset="0"/>
              </a:rPr>
              <a:t>Instances selection and partitioning</a:t>
            </a:r>
          </a:p>
          <a:p>
            <a:pPr marL="114300" eaLnBrk="0" fontAlgn="base" hangingPunct="0">
              <a:lnSpc>
                <a:spcPct val="150000"/>
              </a:lnSpc>
              <a:spcBef>
                <a:spcPts val="360"/>
              </a:spcBef>
              <a:buClr>
                <a:srgbClr val="000000"/>
              </a:buClr>
              <a:buSzPts val="1800"/>
            </a:pPr>
            <a:r>
              <a:rPr lang="en-US" sz="2000" dirty="0">
                <a:solidFill>
                  <a:srgbClr val="0070C0"/>
                </a:solidFill>
                <a:latin typeface="Cambria" panose="02040503050406030204" pitchFamily="18" charset="0"/>
                <a:ea typeface="Cambria" panose="02040503050406030204" pitchFamily="18" charset="0"/>
              </a:rPr>
              <a:t>Sampling - Frequently Used</a:t>
            </a:r>
          </a:p>
          <a:p>
            <a:pPr eaLnBrk="0" fontAlgn="base" hangingPunct="0">
              <a:spcBef>
                <a:spcPct val="0"/>
              </a:spcBef>
              <a:spcAft>
                <a:spcPct val="0"/>
              </a:spcAft>
              <a:buSzPts val="3200"/>
            </a:pPr>
            <a:endParaRPr sz="2000" dirty="0">
              <a:latin typeface="Cambria" panose="02040503050406030204" pitchFamily="18" charset="0"/>
              <a:ea typeface="Cambria" panose="02040503050406030204" pitchFamily="18" charset="0"/>
            </a:endParaRPr>
          </a:p>
        </p:txBody>
      </p:sp>
      <p:sp>
        <p:nvSpPr>
          <p:cNvPr id="9"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52</a:t>
            </a:r>
          </a:p>
        </p:txBody>
      </p:sp>
    </p:spTree>
    <p:extLst>
      <p:ext uri="{BB962C8B-B14F-4D97-AF65-F5344CB8AC3E}">
        <p14:creationId xmlns:p14="http://schemas.microsoft.com/office/powerpoint/2010/main" val="16472429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883"/>
        <p:cNvGrpSpPr/>
        <p:nvPr/>
      </p:nvGrpSpPr>
      <p:grpSpPr>
        <a:xfrm>
          <a:off x="0" y="0"/>
          <a:ext cx="0" cy="0"/>
          <a:chOff x="0" y="0"/>
          <a:chExt cx="0" cy="0"/>
        </a:xfrm>
      </p:grpSpPr>
      <p:sp>
        <p:nvSpPr>
          <p:cNvPr id="885" name="Google Shape;885;p10"/>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a:lnSpc>
                <a:spcPct val="150000"/>
              </a:lnSpc>
            </a:pPr>
            <a:r>
              <a:rPr lang="en-US" sz="2400" b="1" dirty="0">
                <a:latin typeface="Cambria" panose="02040503050406030204" pitchFamily="18" charset="0"/>
                <a:ea typeface="Cambria" panose="02040503050406030204" pitchFamily="18" charset="0"/>
                <a:cs typeface="Arial"/>
                <a:sym typeface="Arial"/>
              </a:rPr>
              <a:t>Scenario</a:t>
            </a:r>
            <a:r>
              <a:rPr lang="en-US" sz="2400" dirty="0">
                <a:latin typeface="Cambria" panose="02040503050406030204" pitchFamily="18" charset="0"/>
                <a:ea typeface="Cambria" panose="02040503050406030204" pitchFamily="18" charset="0"/>
                <a:cs typeface="Arial"/>
                <a:sym typeface="Arial"/>
              </a:rPr>
              <a:t> : Building Classifiers with Imbalanced Training Set</a:t>
            </a:r>
            <a:endParaRPr sz="2400" dirty="0">
              <a:latin typeface="Cambria" panose="02040503050406030204" pitchFamily="18" charset="0"/>
              <a:ea typeface="Cambria" panose="02040503050406030204" pitchFamily="18" charset="0"/>
            </a:endParaRPr>
          </a:p>
          <a:p>
            <a:pPr>
              <a:lnSpc>
                <a:spcPct val="150000"/>
              </a:lnSpc>
            </a:pPr>
            <a:r>
              <a:rPr lang="en-US" sz="2400" dirty="0">
                <a:latin typeface="Cambria" panose="02040503050406030204" pitchFamily="18" charset="0"/>
                <a:ea typeface="Cambria" panose="02040503050406030204" pitchFamily="18" charset="0"/>
                <a:cs typeface="Arial"/>
                <a:sym typeface="Arial"/>
              </a:rPr>
              <a:t>Modify the distribution of training data so that rare class is well-represented in training set</a:t>
            </a:r>
            <a:endParaRPr sz="2400" dirty="0">
              <a:latin typeface="Cambria" panose="02040503050406030204" pitchFamily="18" charset="0"/>
              <a:ea typeface="Cambria" panose="02040503050406030204" pitchFamily="18" charset="0"/>
            </a:endParaRPr>
          </a:p>
          <a:p>
            <a:pPr lvl="1">
              <a:lnSpc>
                <a:spcPct val="150000"/>
              </a:lnSpc>
            </a:pPr>
            <a:r>
              <a:rPr lang="en-US" sz="2400" dirty="0">
                <a:latin typeface="Cambria" panose="02040503050406030204" pitchFamily="18" charset="0"/>
                <a:ea typeface="Cambria" panose="02040503050406030204" pitchFamily="18" charset="0"/>
                <a:cs typeface="Arial"/>
                <a:sym typeface="Arial"/>
              </a:rPr>
              <a:t>Under sample the majority class</a:t>
            </a:r>
            <a:endParaRPr sz="2400" dirty="0">
              <a:latin typeface="Cambria" panose="02040503050406030204" pitchFamily="18" charset="0"/>
              <a:ea typeface="Cambria" panose="02040503050406030204" pitchFamily="18" charset="0"/>
            </a:endParaRPr>
          </a:p>
          <a:p>
            <a:pPr lvl="1">
              <a:lnSpc>
                <a:spcPct val="150000"/>
              </a:lnSpc>
            </a:pPr>
            <a:r>
              <a:rPr lang="en-US" sz="2400" dirty="0">
                <a:latin typeface="Cambria" panose="02040503050406030204" pitchFamily="18" charset="0"/>
                <a:ea typeface="Cambria" panose="02040503050406030204" pitchFamily="18" charset="0"/>
                <a:cs typeface="Arial"/>
                <a:sym typeface="Arial"/>
              </a:rPr>
              <a:t>Over sample the rare class</a:t>
            </a:r>
            <a:endParaRPr sz="2400" dirty="0">
              <a:latin typeface="Cambria" panose="02040503050406030204" pitchFamily="18" charset="0"/>
              <a:ea typeface="Cambria" panose="02040503050406030204" pitchFamily="18" charset="0"/>
            </a:endParaRPr>
          </a:p>
          <a:p>
            <a:pPr marL="342900">
              <a:lnSpc>
                <a:spcPct val="150000"/>
              </a:lnSpc>
            </a:pPr>
            <a:endParaRPr sz="2400" dirty="0">
              <a:latin typeface="Cambria" panose="02040503050406030204" pitchFamily="18" charset="0"/>
              <a:ea typeface="Cambria" panose="02040503050406030204" pitchFamily="18" charset="0"/>
              <a:cs typeface="Arial"/>
              <a:sym typeface="Arial"/>
            </a:endParaRPr>
          </a:p>
          <a:p>
            <a:pPr marL="571500">
              <a:lnSpc>
                <a:spcPct val="150000"/>
              </a:lnSpc>
            </a:pPr>
            <a:endParaRPr sz="2400" dirty="0">
              <a:latin typeface="Cambria" panose="02040503050406030204" pitchFamily="18" charset="0"/>
              <a:ea typeface="Cambria" panose="02040503050406030204" pitchFamily="18" charset="0"/>
              <a:cs typeface="Arial"/>
              <a:sym typeface="Arial"/>
            </a:endParaRPr>
          </a:p>
        </p:txBody>
      </p:sp>
      <p:sp>
        <p:nvSpPr>
          <p:cNvPr id="6" name="Google Shape;839;p7"/>
          <p:cNvSpPr txBox="1">
            <a:spLocks/>
          </p:cNvSpPr>
          <p:nvPr/>
        </p:nvSpPr>
        <p:spPr>
          <a:xfrm>
            <a:off x="102358" y="13648"/>
            <a:ext cx="5871722" cy="1343958"/>
          </a:xfrm>
          <a:prstGeom prst="rect">
            <a:avLst/>
          </a:prstGeom>
          <a:noFill/>
          <a:ln w="9525">
            <a:noFill/>
            <a:miter lim="800000"/>
            <a:headEnd/>
            <a:tailEnd/>
          </a:ln>
          <a:effectLst/>
        </p:spPr>
        <p:txBody>
          <a:bodyPr spcFirstLastPara="1" vert="horz" wrap="square" lIns="91440" tIns="45720" rIns="91440" bIns="45720" rtlCol="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eaLnBrk="0" fontAlgn="base" hangingPunct="0">
              <a:spcBef>
                <a:spcPct val="0"/>
              </a:spcBef>
              <a:spcAft>
                <a:spcPct val="0"/>
              </a:spcAft>
              <a:buSzPts val="3200"/>
              <a:buFont typeface="Calibri"/>
              <a:buNone/>
            </a:pPr>
            <a:r>
              <a:rPr lang="en-US" sz="2800" dirty="0">
                <a:latin typeface="Cambria" panose="02040503050406030204" pitchFamily="18" charset="0"/>
                <a:ea typeface="Cambria" panose="02040503050406030204" pitchFamily="18" charset="0"/>
              </a:rPr>
              <a:t>Instances selection and partitioning</a:t>
            </a:r>
          </a:p>
          <a:p>
            <a:pPr marL="114300" lvl="0" indent="-228600" eaLnBrk="0" fontAlgn="base" hangingPunct="0">
              <a:lnSpc>
                <a:spcPct val="150000"/>
              </a:lnSpc>
              <a:spcBef>
                <a:spcPts val="360"/>
              </a:spcBef>
              <a:buSzPts val="1800"/>
            </a:pPr>
            <a:r>
              <a:rPr lang="en-US" sz="2000" b="1" dirty="0">
                <a:solidFill>
                  <a:srgbClr val="0070C0"/>
                </a:solidFill>
                <a:latin typeface="Cambria" panose="02040503050406030204" pitchFamily="18" charset="0"/>
                <a:ea typeface="Cambria" panose="02040503050406030204" pitchFamily="18" charset="0"/>
              </a:rPr>
              <a:t>Sampling - Imbalanced Training Set</a:t>
            </a:r>
          </a:p>
          <a:p>
            <a:pPr eaLnBrk="0" fontAlgn="base" hangingPunct="0">
              <a:spcBef>
                <a:spcPct val="0"/>
              </a:spcBef>
              <a:spcAft>
                <a:spcPct val="0"/>
              </a:spcAft>
              <a:buSzPts val="3200"/>
            </a:pPr>
            <a:endParaRPr lang="en-US" sz="2000" dirty="0">
              <a:latin typeface="Cambria" panose="02040503050406030204" pitchFamily="18" charset="0"/>
              <a:ea typeface="Cambria" panose="02040503050406030204" pitchFamily="18" charset="0"/>
            </a:endParaRPr>
          </a:p>
        </p:txBody>
      </p:sp>
      <p:sp>
        <p:nvSpPr>
          <p:cNvPr id="4"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fld id="{00000000-1234-1234-1234-123412341234}" type="slidenum">
              <a:rPr lang="en-US" sz="1600" b="1" smtClean="0">
                <a:latin typeface="Tahoma"/>
                <a:ea typeface="Tahoma"/>
                <a:cs typeface="Tahoma"/>
                <a:sym typeface="Tahoma"/>
              </a:rPr>
              <a:pPr>
                <a:buSzPts val="1600"/>
              </a:pPr>
              <a:t>53</a:t>
            </a:fld>
            <a:endParaRPr lang="en-US" sz="1600" b="1" dirty="0">
              <a:latin typeface="Tahoma"/>
              <a:ea typeface="Tahoma"/>
              <a:cs typeface="Tahoma"/>
              <a:sym typeface="Tahoma"/>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6B5B36AB-CC5A-6007-0BFB-167ACE02BC43}"/>
                  </a:ext>
                </a:extLst>
              </p14:cNvPr>
              <p14:cNvContentPartPr/>
              <p14:nvPr/>
            </p14:nvContentPartPr>
            <p14:xfrm>
              <a:off x="2199240" y="771480"/>
              <a:ext cx="7373520" cy="5649840"/>
            </p14:xfrm>
          </p:contentPart>
        </mc:Choice>
        <mc:Fallback xmlns="">
          <p:pic>
            <p:nvPicPr>
              <p:cNvPr id="2" name="Ink 1">
                <a:extLst>
                  <a:ext uri="{FF2B5EF4-FFF2-40B4-BE49-F238E27FC236}">
                    <a16:creationId xmlns:a16="http://schemas.microsoft.com/office/drawing/2014/main" id="{6B5B36AB-CC5A-6007-0BFB-167ACE02BC43}"/>
                  </a:ext>
                </a:extLst>
              </p:cNvPr>
              <p:cNvPicPr/>
              <p:nvPr/>
            </p:nvPicPr>
            <p:blipFill>
              <a:blip r:embed="rId4"/>
              <a:stretch>
                <a:fillRect/>
              </a:stretch>
            </p:blipFill>
            <p:spPr>
              <a:xfrm>
                <a:off x="2189880" y="762120"/>
                <a:ext cx="7392240" cy="5668560"/>
              </a:xfrm>
              <a:prstGeom prst="rect">
                <a:avLst/>
              </a:prstGeom>
            </p:spPr>
          </p:pic>
        </mc:Fallback>
      </mc:AlternateContent>
    </p:spTree>
    <p:extLst>
      <p:ext uri="{BB962C8B-B14F-4D97-AF65-F5344CB8AC3E}">
        <p14:creationId xmlns:p14="http://schemas.microsoft.com/office/powerpoint/2010/main" val="308672562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06080" y="248529"/>
            <a:ext cx="5945751" cy="849313"/>
          </a:xfrm>
        </p:spPr>
        <p:txBody>
          <a:bodyPr>
            <a:normAutofit fontScale="90000"/>
          </a:bodyPr>
          <a:lstStyle/>
          <a:p>
            <a:pPr algn="l"/>
            <a:r>
              <a:rPr lang="en-US" dirty="0">
                <a:latin typeface="Cambria" panose="02040503050406030204" pitchFamily="18" charset="0"/>
                <a:ea typeface="Cambria" panose="02040503050406030204" pitchFamily="18" charset="0"/>
              </a:rPr>
              <a:t>Feature tuning</a:t>
            </a:r>
            <a:br>
              <a:rPr lang="en-US" dirty="0">
                <a:latin typeface="Cambria" panose="02040503050406030204" pitchFamily="18" charset="0"/>
                <a:ea typeface="Cambria" panose="02040503050406030204" pitchFamily="18" charset="0"/>
              </a:rPr>
            </a:br>
            <a:r>
              <a:rPr lang="en-US" sz="2000" b="1" dirty="0">
                <a:solidFill>
                  <a:srgbClr val="0070C0"/>
                </a:solidFill>
                <a:latin typeface="Cambria" panose="02040503050406030204" pitchFamily="18" charset="0"/>
                <a:ea typeface="Cambria" panose="02040503050406030204" pitchFamily="18" charset="0"/>
              </a:rPr>
              <a:t>Feature Scaling</a:t>
            </a:r>
            <a:endParaRPr lang="en-IN" b="1" dirty="0"/>
          </a:p>
        </p:txBody>
      </p:sp>
      <p:pic>
        <p:nvPicPr>
          <p:cNvPr id="4" name="Picture 3"/>
          <p:cNvPicPr>
            <a:picLocks noChangeAspect="1"/>
          </p:cNvPicPr>
          <p:nvPr/>
        </p:nvPicPr>
        <p:blipFill>
          <a:blip r:embed="rId2"/>
          <a:stretch>
            <a:fillRect/>
          </a:stretch>
        </p:blipFill>
        <p:spPr>
          <a:xfrm>
            <a:off x="6910823" y="2042160"/>
            <a:ext cx="2233177" cy="3122958"/>
          </a:xfrm>
          <a:prstGeom prst="rect">
            <a:avLst/>
          </a:prstGeom>
        </p:spPr>
      </p:pic>
      <p:sp>
        <p:nvSpPr>
          <p:cNvPr id="5" name="Rectangle 4"/>
          <p:cNvSpPr/>
          <p:nvPr/>
        </p:nvSpPr>
        <p:spPr>
          <a:xfrm>
            <a:off x="0" y="1286988"/>
            <a:ext cx="8857522" cy="814767"/>
          </a:xfrm>
          <a:prstGeom prst="rect">
            <a:avLst/>
          </a:prstGeom>
          <a:noFill/>
          <a:ln>
            <a:noFill/>
          </a:ln>
        </p:spPr>
        <p:txBody>
          <a:bodyPr spcFirstLastPara="1" wrap="square" lIns="91425" tIns="45700" rIns="91425" bIns="45700" anchor="t" anchorCtr="0">
            <a:noAutofit/>
          </a:bodyPr>
          <a:lstStyle/>
          <a:p>
            <a:pPr marL="114300">
              <a:spcBef>
                <a:spcPts val="360"/>
              </a:spcBef>
              <a:buClr>
                <a:schemeClr val="dk1"/>
              </a:buClr>
              <a:buSzPts val="1800"/>
            </a:pPr>
            <a:r>
              <a:rPr lang="en-US" sz="2000" dirty="0">
                <a:solidFill>
                  <a:schemeClr val="dk1"/>
                </a:solidFill>
                <a:latin typeface="Cambria" panose="02040503050406030204" pitchFamily="18" charset="0"/>
                <a:ea typeface="Cambria" panose="02040503050406030204" pitchFamily="18" charset="0"/>
              </a:rPr>
              <a:t>To map the continuous values from one range to target range to easily compare and fit in apt distribution to enable statistical processing</a:t>
            </a:r>
          </a:p>
          <a:p>
            <a:pPr lvl="0">
              <a:buSzPts val="1800"/>
            </a:pPr>
            <a:endParaRPr lang="en-US" sz="2000" dirty="0">
              <a:solidFill>
                <a:schemeClr val="dk1"/>
              </a:solidFill>
              <a:latin typeface="Calibri"/>
              <a:ea typeface="Calibri"/>
              <a:cs typeface="Calibri"/>
              <a:sym typeface="Calibri"/>
            </a:endParaRPr>
          </a:p>
          <a:p>
            <a:pPr lvl="0">
              <a:buSzPts val="1800"/>
            </a:pPr>
            <a:endParaRPr lang="en-US" sz="2000" dirty="0">
              <a:solidFill>
                <a:schemeClr val="dk1"/>
              </a:solidFill>
              <a:latin typeface="Calibri"/>
              <a:ea typeface="Calibri"/>
              <a:cs typeface="Calibri"/>
              <a:sym typeface="Calibri"/>
            </a:endParaRPr>
          </a:p>
          <a:p>
            <a:pPr lvl="0">
              <a:buSzPts val="1800"/>
            </a:pPr>
            <a:endParaRPr lang="en-US" sz="2000" dirty="0">
              <a:solidFill>
                <a:schemeClr val="dk1"/>
              </a:solidFill>
              <a:latin typeface="Calibri"/>
              <a:ea typeface="Calibri"/>
              <a:cs typeface="Calibri"/>
              <a:sym typeface="Calibri"/>
            </a:endParaRPr>
          </a:p>
          <a:p>
            <a:pPr lvl="0">
              <a:buSzPts val="1800"/>
            </a:pPr>
            <a:endParaRPr lang="en-US" sz="2000" dirty="0">
              <a:solidFill>
                <a:schemeClr val="dk1"/>
              </a:solidFill>
              <a:latin typeface="Calibri"/>
              <a:ea typeface="Calibri"/>
              <a:cs typeface="Calibri"/>
              <a:sym typeface="Calibri"/>
            </a:endParaRPr>
          </a:p>
          <a:p>
            <a:pPr lvl="0">
              <a:buSzPts val="1800"/>
            </a:pPr>
            <a:endParaRPr lang="en-US" sz="2000" dirty="0">
              <a:solidFill>
                <a:schemeClr val="dk1"/>
              </a:solidFill>
              <a:latin typeface="Calibri"/>
              <a:ea typeface="Calibri"/>
              <a:cs typeface="Calibri"/>
              <a:sym typeface="Calibri"/>
            </a:endParaRPr>
          </a:p>
          <a:p>
            <a:pPr lvl="0">
              <a:buSzPts val="1800"/>
            </a:pPr>
            <a:endParaRPr lang="en-US" sz="2000" dirty="0">
              <a:solidFill>
                <a:schemeClr val="dk1"/>
              </a:solidFill>
              <a:latin typeface="Calibri"/>
              <a:ea typeface="Calibri"/>
              <a:cs typeface="Calibri"/>
              <a:sym typeface="Calibri"/>
            </a:endParaRPr>
          </a:p>
          <a:p>
            <a:pPr lvl="0">
              <a:buSzPts val="1800"/>
            </a:pPr>
            <a:endParaRPr lang="en-US" sz="2000" dirty="0">
              <a:solidFill>
                <a:schemeClr val="dk1"/>
              </a:solidFill>
              <a:latin typeface="Calibri"/>
              <a:ea typeface="Calibri"/>
              <a:cs typeface="Calibri"/>
              <a:sym typeface="Calibri"/>
            </a:endParaRPr>
          </a:p>
          <a:p>
            <a:pPr lvl="0">
              <a:buSzPts val="1800"/>
            </a:pPr>
            <a:endParaRPr lang="en-US" sz="2000" dirty="0">
              <a:solidFill>
                <a:schemeClr val="dk1"/>
              </a:solidFill>
              <a:latin typeface="Calibri"/>
              <a:ea typeface="Calibri"/>
              <a:cs typeface="Calibri"/>
              <a:sym typeface="Calibri"/>
            </a:endParaRPr>
          </a:p>
          <a:p>
            <a:pPr lvl="0">
              <a:buSzPts val="1800"/>
            </a:pPr>
            <a:endParaRPr lang="en-US" sz="2000" dirty="0">
              <a:solidFill>
                <a:schemeClr val="dk1"/>
              </a:solidFill>
              <a:latin typeface="Calibri"/>
              <a:ea typeface="Calibri"/>
              <a:cs typeface="Calibri"/>
              <a:sym typeface="Calibri"/>
            </a:endParaRPr>
          </a:p>
          <a:p>
            <a:pPr lvl="0">
              <a:buSzPts val="1800"/>
            </a:pPr>
            <a:endParaRPr lang="en-US" sz="2000" dirty="0">
              <a:solidFill>
                <a:schemeClr val="dk1"/>
              </a:solidFill>
              <a:latin typeface="Calibri"/>
              <a:ea typeface="Calibri"/>
              <a:cs typeface="Calibri"/>
              <a:sym typeface="Calibri"/>
            </a:endParaRPr>
          </a:p>
          <a:p>
            <a:pPr lvl="0">
              <a:buSzPts val="1800"/>
            </a:pPr>
            <a:endParaRPr lang="en-US" sz="2000" dirty="0">
              <a:solidFill>
                <a:schemeClr val="dk1"/>
              </a:solidFill>
              <a:latin typeface="Calibri"/>
              <a:ea typeface="Calibri"/>
              <a:cs typeface="Calibri"/>
              <a:sym typeface="Calibri"/>
            </a:endParaRPr>
          </a:p>
        </p:txBody>
      </p:sp>
      <p:pic>
        <p:nvPicPr>
          <p:cNvPr id="7" name="Picture 4" descr="https://miro.medium.com/max/700/1*HW7-kYjj6RKwrO-5WTLkDA.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275" y="4120969"/>
            <a:ext cx="4242053" cy="1944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395536" y="6236676"/>
            <a:ext cx="4241867" cy="307777"/>
          </a:xfrm>
          <a:prstGeom prst="rect">
            <a:avLst/>
          </a:prstGeom>
        </p:spPr>
        <p:txBody>
          <a:bodyPr wrap="none">
            <a:spAutoFit/>
          </a:bodyPr>
          <a:lstStyle/>
          <a:p>
            <a:pPr lvl="0">
              <a:buSzPts val="1800"/>
            </a:pPr>
            <a:r>
              <a:rPr lang="en-US" dirty="0">
                <a:solidFill>
                  <a:schemeClr val="dk1"/>
                </a:solidFill>
                <a:latin typeface="Calibri"/>
                <a:ea typeface="Calibri"/>
                <a:cs typeface="Calibri"/>
                <a:sym typeface="Calibri"/>
              </a:rPr>
              <a:t>Note: Scaling the target values is generally not required</a:t>
            </a:r>
            <a:endParaRPr lang="en-US" dirty="0">
              <a:solidFill>
                <a:schemeClr val="dk1"/>
              </a:solidFill>
              <a:latin typeface="Cambria" panose="02040503050406030204" pitchFamily="18" charset="0"/>
              <a:ea typeface="Cambria" panose="02040503050406030204" pitchFamily="18" charset="0"/>
            </a:endParaRPr>
          </a:p>
        </p:txBody>
      </p:sp>
      <p:pic>
        <p:nvPicPr>
          <p:cNvPr id="3" name="Picture 2"/>
          <p:cNvPicPr>
            <a:picLocks noChangeAspect="1"/>
          </p:cNvPicPr>
          <p:nvPr/>
        </p:nvPicPr>
        <p:blipFill>
          <a:blip r:embed="rId4"/>
          <a:stretch>
            <a:fillRect/>
          </a:stretch>
        </p:blipFill>
        <p:spPr>
          <a:xfrm>
            <a:off x="0" y="2272656"/>
            <a:ext cx="6157913" cy="1614392"/>
          </a:xfrm>
          <a:prstGeom prst="rect">
            <a:avLst/>
          </a:prstGeom>
        </p:spPr>
      </p:pic>
      <p:sp>
        <p:nvSpPr>
          <p:cNvPr id="9"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54</a:t>
            </a:r>
          </a:p>
        </p:txBody>
      </p:sp>
      <mc:AlternateContent xmlns:mc="http://schemas.openxmlformats.org/markup-compatibility/2006">
        <mc:Choice xmlns:p14="http://schemas.microsoft.com/office/powerpoint/2010/main" Requires="p14">
          <p:contentPart p14:bwMode="auto" r:id="rId5">
            <p14:nvContentPartPr>
              <p14:cNvPr id="6" name="Ink 5">
                <a:extLst>
                  <a:ext uri="{FF2B5EF4-FFF2-40B4-BE49-F238E27FC236}">
                    <a16:creationId xmlns:a16="http://schemas.microsoft.com/office/drawing/2014/main" id="{4AAE056D-0BE3-7791-8C41-9805610B8B58}"/>
                  </a:ext>
                </a:extLst>
              </p14:cNvPr>
              <p14:cNvContentPartPr/>
              <p14:nvPr/>
            </p14:nvContentPartPr>
            <p14:xfrm>
              <a:off x="398880" y="2057400"/>
              <a:ext cx="7746480" cy="4796640"/>
            </p14:xfrm>
          </p:contentPart>
        </mc:Choice>
        <mc:Fallback>
          <p:pic>
            <p:nvPicPr>
              <p:cNvPr id="6" name="Ink 5">
                <a:extLst>
                  <a:ext uri="{FF2B5EF4-FFF2-40B4-BE49-F238E27FC236}">
                    <a16:creationId xmlns:a16="http://schemas.microsoft.com/office/drawing/2014/main" id="{4AAE056D-0BE3-7791-8C41-9805610B8B58}"/>
                  </a:ext>
                </a:extLst>
              </p:cNvPr>
              <p:cNvPicPr/>
              <p:nvPr/>
            </p:nvPicPr>
            <p:blipFill>
              <a:blip r:embed="rId6"/>
              <a:stretch>
                <a:fillRect/>
              </a:stretch>
            </p:blipFill>
            <p:spPr>
              <a:xfrm>
                <a:off x="389520" y="2048040"/>
                <a:ext cx="7765200" cy="4815360"/>
              </a:xfrm>
              <a:prstGeom prst="rect">
                <a:avLst/>
              </a:prstGeom>
            </p:spPr>
          </p:pic>
        </mc:Fallback>
      </mc:AlternateContent>
    </p:spTree>
    <p:extLst>
      <p:ext uri="{BB962C8B-B14F-4D97-AF65-F5344CB8AC3E}">
        <p14:creationId xmlns:p14="http://schemas.microsoft.com/office/powerpoint/2010/main" val="15298296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Content Placeholder 1"/>
          <p:cNvSpPr>
            <a:spLocks noGrp="1"/>
          </p:cNvSpPr>
          <p:nvPr>
            <p:ph idx="1"/>
          </p:nvPr>
        </p:nvSpPr>
        <p:spPr>
          <a:xfrm>
            <a:off x="0" y="1294263"/>
            <a:ext cx="8925636" cy="4525963"/>
          </a:xfrm>
          <a:noFill/>
          <a:ln>
            <a:noFill/>
          </a:ln>
        </p:spPr>
        <p:txBody>
          <a:bodyPr spcFirstLastPara="1" wrap="square" lIns="91425" tIns="45700" rIns="91425" bIns="45700" anchor="t" anchorCtr="0">
            <a:noAutofit/>
          </a:bodyPr>
          <a:lstStyle/>
          <a:p>
            <a:pPr marL="457200">
              <a:spcBef>
                <a:spcPts val="360"/>
              </a:spcBef>
              <a:buClr>
                <a:schemeClr val="dk1"/>
              </a:buClr>
              <a:buSzPts val="1800"/>
              <a:buFont typeface="Arial"/>
              <a:buChar char="•"/>
            </a:pPr>
            <a:r>
              <a:rPr lang="en-US" sz="2000" dirty="0"/>
              <a:t>Normalization</a:t>
            </a:r>
            <a:r>
              <a:rPr lang="en-US" altLang="en-US" sz="2000" dirty="0">
                <a:cs typeface="Arial"/>
                <a:sym typeface="Arial"/>
              </a:rPr>
              <a:t> </a:t>
            </a:r>
          </a:p>
          <a:p>
            <a:pPr marL="914400" lvl="1" indent="-342900">
              <a:spcBef>
                <a:spcPts val="360"/>
              </a:spcBef>
              <a:buClr>
                <a:schemeClr val="dk1"/>
              </a:buClr>
              <a:buSzPts val="1800"/>
              <a:buFont typeface="Arial"/>
              <a:buChar char="–"/>
            </a:pPr>
            <a:r>
              <a:rPr lang="en-US" altLang="en-US" sz="2000" dirty="0">
                <a:cs typeface="Arial"/>
                <a:sym typeface="Arial"/>
              </a:rPr>
              <a:t>when approximate upper and lower bounds on data is known</a:t>
            </a:r>
          </a:p>
          <a:p>
            <a:pPr marL="914400" lvl="1" indent="-342900">
              <a:spcBef>
                <a:spcPts val="360"/>
              </a:spcBef>
              <a:buClr>
                <a:schemeClr val="dk1"/>
              </a:buClr>
              <a:buSzPts val="1800"/>
              <a:buFont typeface="Arial"/>
              <a:buChar char="–"/>
            </a:pPr>
            <a:r>
              <a:rPr lang="en-US" altLang="en-US" sz="2000" dirty="0">
                <a:cs typeface="Arial"/>
                <a:sym typeface="Arial"/>
              </a:rPr>
              <a:t>When data is approximately uniformly distributed across that range. </a:t>
            </a:r>
            <a:r>
              <a:rPr lang="en-US" altLang="en-US" sz="2000" dirty="0" err="1">
                <a:cs typeface="Arial"/>
                <a:sym typeface="Arial"/>
              </a:rPr>
              <a:t>E.g</a:t>
            </a:r>
            <a:r>
              <a:rPr lang="en-US" altLang="en-US" sz="2000" dirty="0">
                <a:cs typeface="Arial"/>
                <a:sym typeface="Arial"/>
              </a:rPr>
              <a:t> age.  Not to be used on skewed attribute e.g.  income</a:t>
            </a:r>
          </a:p>
          <a:p>
            <a:pPr marL="914400" lvl="1" indent="-342900">
              <a:spcBef>
                <a:spcPts val="360"/>
              </a:spcBef>
              <a:buClr>
                <a:schemeClr val="dk1"/>
              </a:buClr>
              <a:buSzPts val="1800"/>
              <a:buFont typeface="Arial"/>
              <a:buChar char="–"/>
            </a:pPr>
            <a:r>
              <a:rPr lang="en-US" altLang="en-US" sz="2000" dirty="0">
                <a:cs typeface="Arial"/>
                <a:sym typeface="Arial"/>
              </a:rPr>
              <a:t>when the algorithms do not make assumptions about the data distribution e.g. (KNN,NN)</a:t>
            </a:r>
          </a:p>
          <a:p>
            <a:pPr marL="914400" lvl="1" indent="-342900">
              <a:spcBef>
                <a:spcPts val="360"/>
              </a:spcBef>
              <a:buClr>
                <a:schemeClr val="dk1"/>
              </a:buClr>
              <a:buSzPts val="1800"/>
              <a:buFont typeface="Arial"/>
              <a:buChar char="–"/>
            </a:pPr>
            <a:r>
              <a:rPr lang="en-US" altLang="en-US" sz="2000" dirty="0">
                <a:cs typeface="Arial"/>
                <a:sym typeface="Arial"/>
              </a:rPr>
              <a:t>scales in a range of [0,1] or [-1,1]</a:t>
            </a:r>
          </a:p>
          <a:p>
            <a:pPr marL="457200">
              <a:spcBef>
                <a:spcPts val="360"/>
              </a:spcBef>
              <a:buClr>
                <a:schemeClr val="dk1"/>
              </a:buClr>
              <a:buSzPts val="1800"/>
              <a:buFont typeface="Arial"/>
              <a:buChar char="•"/>
            </a:pPr>
            <a:r>
              <a:rPr lang="en-US" altLang="en-US" sz="2000" dirty="0">
                <a:cs typeface="Arial"/>
                <a:sym typeface="Arial"/>
              </a:rPr>
              <a:t>Standardization</a:t>
            </a:r>
          </a:p>
          <a:p>
            <a:pPr marL="914400" lvl="1" indent="-342900">
              <a:spcBef>
                <a:spcPts val="360"/>
              </a:spcBef>
              <a:buClr>
                <a:schemeClr val="dk1"/>
              </a:buClr>
              <a:buSzPts val="1800"/>
              <a:buFont typeface="Arial"/>
              <a:buChar char="–"/>
            </a:pPr>
            <a:r>
              <a:rPr lang="en-US" altLang="en-US" sz="1200" dirty="0">
                <a:cs typeface="Arial"/>
                <a:sym typeface="Arial"/>
              </a:rPr>
              <a:t> </a:t>
            </a:r>
            <a:r>
              <a:rPr lang="en-US" altLang="en-US" sz="2000" dirty="0">
                <a:cs typeface="Arial"/>
                <a:sym typeface="Arial"/>
              </a:rPr>
              <a:t>used when algorithms make assumptions about the data distribution (Gaussian distribution)</a:t>
            </a:r>
          </a:p>
          <a:p>
            <a:pPr marL="914400" lvl="1" indent="-342900">
              <a:spcBef>
                <a:spcPts val="360"/>
              </a:spcBef>
              <a:buClr>
                <a:schemeClr val="dk1"/>
              </a:buClr>
              <a:buSzPts val="1800"/>
              <a:buFont typeface="Arial"/>
              <a:buChar char="–"/>
            </a:pPr>
            <a:r>
              <a:rPr lang="en-US" altLang="en-US" sz="2000" dirty="0">
                <a:cs typeface="Arial"/>
                <a:sym typeface="Arial"/>
              </a:rPr>
              <a:t>not bounded by range</a:t>
            </a:r>
          </a:p>
          <a:p>
            <a:pPr marL="914400" lvl="1" indent="-342900">
              <a:spcBef>
                <a:spcPts val="360"/>
              </a:spcBef>
              <a:buClr>
                <a:schemeClr val="dk1"/>
              </a:buClr>
              <a:buSzPts val="1800"/>
              <a:buFont typeface="Arial"/>
              <a:buChar char="–"/>
            </a:pPr>
            <a:r>
              <a:rPr lang="en-US" sz="2000" dirty="0">
                <a:cs typeface="Arial"/>
              </a:rPr>
              <a:t>less affected by outliers</a:t>
            </a:r>
          </a:p>
          <a:p>
            <a:pPr marL="571500" lvl="1" indent="0">
              <a:spcBef>
                <a:spcPts val="360"/>
              </a:spcBef>
              <a:buClr>
                <a:schemeClr val="dk1"/>
              </a:buClr>
              <a:buSzPts val="1800"/>
              <a:buNone/>
            </a:pPr>
            <a:endParaRPr lang="en-US" altLang="en-US" sz="2000" dirty="0">
              <a:cs typeface="Arial"/>
              <a:sym typeface="Arial"/>
            </a:endParaRPr>
          </a:p>
          <a:p>
            <a:pPr marL="457200">
              <a:spcBef>
                <a:spcPts val="360"/>
              </a:spcBef>
              <a:buClr>
                <a:schemeClr val="dk1"/>
              </a:buClr>
              <a:buSzPts val="1800"/>
              <a:buFont typeface="Arial"/>
              <a:buChar char="•"/>
            </a:pPr>
            <a:endParaRPr lang="en-IN" altLang="en-US" sz="2000" b="1" dirty="0">
              <a:cs typeface="Arial"/>
              <a:sym typeface="Arial"/>
            </a:endParaRPr>
          </a:p>
        </p:txBody>
      </p:sp>
      <p:sp>
        <p:nvSpPr>
          <p:cNvPr id="3" name="Content Placeholder 2"/>
          <p:cNvSpPr>
            <a:spLocks noGrp="1"/>
          </p:cNvSpPr>
          <p:nvPr>
            <p:ph sz="quarter" idx="10"/>
          </p:nvPr>
        </p:nvSpPr>
        <p:spPr>
          <a:xfrm>
            <a:off x="209265" y="206992"/>
            <a:ext cx="8033983" cy="843886"/>
          </a:xfrm>
        </p:spPr>
        <p:txBody>
          <a:bodyPr>
            <a:noAutofit/>
          </a:bodyPr>
          <a:lstStyle/>
          <a:p>
            <a:pPr>
              <a:defRPr/>
            </a:pPr>
            <a:endParaRPr lang="en-US" sz="3200" dirty="0"/>
          </a:p>
          <a:p>
            <a:pPr>
              <a:defRPr/>
            </a:pPr>
            <a:r>
              <a:rPr lang="en-US" sz="3200" b="0" dirty="0">
                <a:solidFill>
                  <a:schemeClr val="tx1"/>
                </a:solidFill>
              </a:rPr>
              <a:t>Feature tuning</a:t>
            </a:r>
            <a:br>
              <a:rPr lang="en-US" sz="3200" b="0" dirty="0">
                <a:solidFill>
                  <a:schemeClr val="tx1"/>
                </a:solidFill>
              </a:rPr>
            </a:br>
            <a:r>
              <a:rPr lang="en-US" sz="2000" dirty="0">
                <a:solidFill>
                  <a:srgbClr val="0070C0"/>
                </a:solidFill>
              </a:rPr>
              <a:t>Feature Scaling - Normalization Vs Standardization</a:t>
            </a:r>
          </a:p>
          <a:p>
            <a:pPr>
              <a:defRPr/>
            </a:pPr>
            <a:endParaRPr lang="en-IN" sz="3200" dirty="0"/>
          </a:p>
        </p:txBody>
      </p:sp>
      <p:sp>
        <p:nvSpPr>
          <p:cNvPr id="4" name="Rectangle 3"/>
          <p:cNvSpPr/>
          <p:nvPr/>
        </p:nvSpPr>
        <p:spPr>
          <a:xfrm>
            <a:off x="457200" y="5506327"/>
            <a:ext cx="7786048" cy="923330"/>
          </a:xfrm>
          <a:prstGeom prst="rect">
            <a:avLst/>
          </a:prstGeom>
        </p:spPr>
        <p:txBody>
          <a:bodyPr wrap="square">
            <a:spAutoFit/>
          </a:bodyPr>
          <a:lstStyle/>
          <a:p>
            <a:pPr lvl="0">
              <a:buClr>
                <a:schemeClr val="dk1"/>
              </a:buClr>
              <a:buSzPts val="1800"/>
            </a:pPr>
            <a:r>
              <a:rPr lang="en-US" sz="1800" dirty="0">
                <a:solidFill>
                  <a:srgbClr val="0070C0"/>
                </a:solidFill>
                <a:latin typeface="Cambria" panose="02040503050406030204" pitchFamily="18" charset="0"/>
                <a:ea typeface="Cambria" panose="02040503050406030204" pitchFamily="18" charset="0"/>
                <a:cs typeface="Calibri"/>
                <a:sym typeface="Calibri"/>
              </a:rPr>
              <a:t>Note:</a:t>
            </a:r>
          </a:p>
          <a:p>
            <a:pPr lvl="0">
              <a:buClr>
                <a:schemeClr val="dk1"/>
              </a:buClr>
              <a:buSzPts val="1800"/>
            </a:pPr>
            <a:r>
              <a:rPr lang="en-US" sz="1800" dirty="0">
                <a:solidFill>
                  <a:srgbClr val="0070C0"/>
                </a:solidFill>
                <a:latin typeface="Cambria" panose="02040503050406030204" pitchFamily="18" charset="0"/>
                <a:ea typeface="Cambria" panose="02040503050406030204" pitchFamily="18" charset="0"/>
                <a:cs typeface="Calibri"/>
                <a:sym typeface="Calibri"/>
              </a:rPr>
              <a:t> Fit the scalers to the training data only</a:t>
            </a:r>
            <a:endParaRPr lang="en-US" sz="1800" dirty="0">
              <a:solidFill>
                <a:srgbClr val="0070C0"/>
              </a:solidFill>
              <a:latin typeface="Cambria" panose="02040503050406030204" pitchFamily="18" charset="0"/>
              <a:ea typeface="Cambria" panose="02040503050406030204" pitchFamily="18" charset="0"/>
            </a:endParaRPr>
          </a:p>
          <a:p>
            <a:pPr lvl="0">
              <a:buClr>
                <a:schemeClr val="dk1"/>
              </a:buClr>
              <a:buSzPts val="1800"/>
            </a:pPr>
            <a:r>
              <a:rPr lang="en-US" sz="1800" dirty="0">
                <a:solidFill>
                  <a:srgbClr val="0070C0"/>
                </a:solidFill>
                <a:latin typeface="Cambria" panose="02040503050406030204" pitchFamily="18" charset="0"/>
                <a:ea typeface="Cambria" panose="02040503050406030204" pitchFamily="18" charset="0"/>
                <a:cs typeface="Calibri"/>
                <a:sym typeface="Calibri"/>
              </a:rPr>
              <a:t>Use them to transform the training set and the test set</a:t>
            </a:r>
          </a:p>
        </p:txBody>
      </p:sp>
      <p:sp>
        <p:nvSpPr>
          <p:cNvPr id="5"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55</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576A32E8-67C6-293C-7159-4FB2BEE4377B}"/>
                  </a:ext>
                </a:extLst>
              </p14:cNvPr>
              <p14:cNvContentPartPr/>
              <p14:nvPr/>
            </p14:nvContentPartPr>
            <p14:xfrm>
              <a:off x="321480" y="1448640"/>
              <a:ext cx="8775360" cy="4398120"/>
            </p14:xfrm>
          </p:contentPart>
        </mc:Choice>
        <mc:Fallback>
          <p:pic>
            <p:nvPicPr>
              <p:cNvPr id="2" name="Ink 1">
                <a:extLst>
                  <a:ext uri="{FF2B5EF4-FFF2-40B4-BE49-F238E27FC236}">
                    <a16:creationId xmlns:a16="http://schemas.microsoft.com/office/drawing/2014/main" id="{576A32E8-67C6-293C-7159-4FB2BEE4377B}"/>
                  </a:ext>
                </a:extLst>
              </p:cNvPr>
              <p:cNvPicPr/>
              <p:nvPr/>
            </p:nvPicPr>
            <p:blipFill>
              <a:blip r:embed="rId3"/>
              <a:stretch>
                <a:fillRect/>
              </a:stretch>
            </p:blipFill>
            <p:spPr>
              <a:xfrm>
                <a:off x="312120" y="1439280"/>
                <a:ext cx="8794080" cy="4416840"/>
              </a:xfrm>
              <a:prstGeom prst="rect">
                <a:avLst/>
              </a:prstGeom>
            </p:spPr>
          </p:pic>
        </mc:Fallback>
      </mc:AlternateContent>
    </p:spTree>
    <p:extLst>
      <p:ext uri="{BB962C8B-B14F-4D97-AF65-F5344CB8AC3E}">
        <p14:creationId xmlns:p14="http://schemas.microsoft.com/office/powerpoint/2010/main" val="235797385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Rectangle 2">
            <a:extLst>
              <a:ext uri="{FF2B5EF4-FFF2-40B4-BE49-F238E27FC236}">
                <a16:creationId xmlns:a16="http://schemas.microsoft.com/office/drawing/2014/main" id="{3B292FDC-06EE-4342-8110-24162F87F4FC}"/>
              </a:ext>
            </a:extLst>
          </p:cNvPr>
          <p:cNvSpPr>
            <a:spLocks noGrp="1" noChangeArrowheads="1"/>
          </p:cNvSpPr>
          <p:nvPr>
            <p:ph type="title"/>
          </p:nvPr>
        </p:nvSpPr>
        <p:spPr>
          <a:xfrm>
            <a:off x="383540" y="275590"/>
            <a:ext cx="7769860" cy="391159"/>
          </a:xfrm>
        </p:spPr>
        <p:txBody>
          <a:bodyPr>
            <a:noAutofit/>
          </a:bodyPr>
          <a:lstStyle/>
          <a:p>
            <a:pPr>
              <a:defRPr/>
            </a:pPr>
            <a:r>
              <a:rPr lang="en-US" sz="2800" b="0" dirty="0"/>
              <a:t>Feature tuning</a:t>
            </a:r>
            <a:br>
              <a:rPr lang="en-US" sz="2800" b="0" dirty="0"/>
            </a:br>
            <a:r>
              <a:rPr lang="en-US" sz="1800" dirty="0">
                <a:solidFill>
                  <a:srgbClr val="0070C0"/>
                </a:solidFill>
              </a:rPr>
              <a:t>Feature Scaling - Normalization Vs Standardization</a:t>
            </a:r>
          </a:p>
        </p:txBody>
      </p:sp>
      <p:graphicFrame>
        <p:nvGraphicFramePr>
          <p:cNvPr id="109573" name="Object 4">
            <a:extLst>
              <a:ext uri="{FF2B5EF4-FFF2-40B4-BE49-F238E27FC236}">
                <a16:creationId xmlns:a16="http://schemas.microsoft.com/office/drawing/2014/main" id="{3D8411BB-13BD-4CC8-B2C2-4D30A435A3F2}"/>
              </a:ext>
            </a:extLst>
          </p:cNvPr>
          <p:cNvGraphicFramePr>
            <a:graphicFrameLocks noGrp="1" noChangeAspect="1"/>
          </p:cNvGraphicFramePr>
          <p:nvPr>
            <p:ph idx="4294967295"/>
          </p:nvPr>
        </p:nvGraphicFramePr>
        <p:xfrm>
          <a:off x="3611670" y="3046814"/>
          <a:ext cx="2222500" cy="419100"/>
        </p:xfrm>
        <a:graphic>
          <a:graphicData uri="http://schemas.openxmlformats.org/presentationml/2006/ole">
            <mc:AlternateContent xmlns:mc="http://schemas.openxmlformats.org/markup-compatibility/2006">
              <mc:Choice xmlns:v="urn:schemas-microsoft-com:vml" Requires="v">
                <p:oleObj name="Equation" r:id="rId3" imgW="2222500" imgH="419100" progId="Equation.3">
                  <p:embed/>
                </p:oleObj>
              </mc:Choice>
              <mc:Fallback>
                <p:oleObj name="Equation" r:id="rId3" imgW="2222500" imgH="419100" progId="Equation.3">
                  <p:embed/>
                  <p:pic>
                    <p:nvPicPr>
                      <p:cNvPr id="109573" name="Object 4">
                        <a:extLst>
                          <a:ext uri="{FF2B5EF4-FFF2-40B4-BE49-F238E27FC236}">
                            <a16:creationId xmlns:a16="http://schemas.microsoft.com/office/drawing/2014/main" id="{3D8411BB-13BD-4CC8-B2C2-4D30A435A3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11670" y="3046814"/>
                        <a:ext cx="22225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9570" name="Rectangle 2061">
            <a:extLst>
              <a:ext uri="{FF2B5EF4-FFF2-40B4-BE49-F238E27FC236}">
                <a16:creationId xmlns:a16="http://schemas.microsoft.com/office/drawing/2014/main" id="{58432B98-69FB-4D38-A019-0AF75862B9F1}"/>
              </a:ext>
            </a:extLst>
          </p:cNvPr>
          <p:cNvSpPr>
            <a:spLocks noGrp="1" noChangeArrowheads="1"/>
          </p:cNvSpPr>
          <p:nvPr>
            <p:ph type="sldNum" sz="quarter" idx="4294967295"/>
          </p:nvPr>
        </p:nvSpPr>
        <p:spPr bwMode="auto">
          <a:xfrm>
            <a:off x="7384273" y="6013994"/>
            <a:ext cx="1709420" cy="539115"/>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r" rtl="0" eaLnBrk="1" fontAlgn="base" hangingPunct="1">
              <a:spcBef>
                <a:spcPct val="0"/>
              </a:spcBef>
              <a:spcAft>
                <a:spcPct val="0"/>
              </a:spcAft>
              <a:defRPr sz="12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5pPr>
            <a:lvl6pPr marL="2286000" algn="l" defTabSz="914400" rtl="0" eaLnBrk="1" latinLnBrk="0" hangingPunct="1">
              <a:defRPr sz="2400" kern="1200">
                <a:solidFill>
                  <a:schemeClr val="tx1"/>
                </a:solidFill>
                <a:latin typeface="Tahoma" panose="020B0604030504040204" pitchFamily="34" charset="0"/>
                <a:ea typeface="+mn-ea"/>
                <a:cs typeface="+mn-cs"/>
              </a:defRPr>
            </a:lvl6pPr>
            <a:lvl7pPr marL="2743200" algn="l" defTabSz="914400" rtl="0" eaLnBrk="1" latinLnBrk="0" hangingPunct="1">
              <a:defRPr sz="2400" kern="1200">
                <a:solidFill>
                  <a:schemeClr val="tx1"/>
                </a:solidFill>
                <a:latin typeface="Tahoma" panose="020B0604030504040204" pitchFamily="34" charset="0"/>
                <a:ea typeface="+mn-ea"/>
                <a:cs typeface="+mn-cs"/>
              </a:defRPr>
            </a:lvl7pPr>
            <a:lvl8pPr marL="3200400" algn="l" defTabSz="914400" rtl="0" eaLnBrk="1" latinLnBrk="0" hangingPunct="1">
              <a:defRPr sz="2400" kern="1200">
                <a:solidFill>
                  <a:schemeClr val="tx1"/>
                </a:solidFill>
                <a:latin typeface="Tahoma" panose="020B0604030504040204" pitchFamily="34" charset="0"/>
                <a:ea typeface="+mn-ea"/>
                <a:cs typeface="+mn-cs"/>
              </a:defRPr>
            </a:lvl8pPr>
            <a:lvl9pPr marL="3657600" algn="l" defTabSz="914400" rtl="0" eaLnBrk="1" latinLnBrk="0" hangingPunct="1">
              <a:defRPr sz="2400" kern="1200">
                <a:solidFill>
                  <a:schemeClr val="tx1"/>
                </a:solidFill>
                <a:latin typeface="Tahoma" panose="020B0604030504040204" pitchFamily="34" charset="0"/>
                <a:ea typeface="+mn-ea"/>
                <a:cs typeface="+mn-cs"/>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095DF52-800F-463A-A62E-C166CFEB96E5}" type="slidenum">
              <a:rPr kumimoji="0" lang="en-US" altLang="en-US" sz="1200" b="1" i="0" u="none" strike="noStrike" kern="1200" cap="none" spc="0" normalizeH="0" baseline="0" noProof="0" smtClean="0">
                <a:ln>
                  <a:noFill/>
                </a:ln>
                <a:solidFill>
                  <a:prstClr val="black"/>
                </a:solidFill>
                <a:effectLst/>
                <a:uLnTx/>
                <a:uFillTx/>
                <a:latin typeface="Tahoma" panose="020B060403050404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56</a:t>
            </a:fld>
            <a:endParaRPr kumimoji="0" lang="en-US" altLang="en-US" sz="1200" b="1" i="0" u="none" strike="noStrike" kern="1200" cap="none" spc="0" normalizeH="0" baseline="0" noProof="0" dirty="0">
              <a:ln>
                <a:noFill/>
              </a:ln>
              <a:solidFill>
                <a:prstClr val="black"/>
              </a:solidFill>
              <a:effectLst/>
              <a:uLnTx/>
              <a:uFillTx/>
              <a:latin typeface="Tahoma" panose="020B0604030504040204" pitchFamily="34" charset="0"/>
              <a:ea typeface="+mn-ea"/>
              <a:cs typeface="+mn-cs"/>
            </a:endParaRPr>
          </a:p>
        </p:txBody>
      </p:sp>
      <p:sp>
        <p:nvSpPr>
          <p:cNvPr id="109572" name="Rectangle 3">
            <a:extLst>
              <a:ext uri="{FF2B5EF4-FFF2-40B4-BE49-F238E27FC236}">
                <a16:creationId xmlns:a16="http://schemas.microsoft.com/office/drawing/2014/main" id="{935C09F4-0742-4260-B3F3-60BDF3253A3B}"/>
              </a:ext>
            </a:extLst>
          </p:cNvPr>
          <p:cNvSpPr>
            <a:spLocks noGrp="1" noChangeArrowheads="1"/>
          </p:cNvSpPr>
          <p:nvPr>
            <p:ph type="body" sz="half" idx="4294967295"/>
          </p:nvPr>
        </p:nvSpPr>
        <p:spPr>
          <a:xfrm>
            <a:off x="559293" y="1322034"/>
            <a:ext cx="8305800" cy="5029200"/>
          </a:xfrm>
        </p:spPr>
        <p:txBody>
          <a:bodyPr>
            <a:normAutofit/>
          </a:bodyPr>
          <a:lstStyle/>
          <a:p>
            <a:pPr eaLnBrk="1" hangingPunct="1">
              <a:lnSpc>
                <a:spcPct val="120000"/>
              </a:lnSpc>
            </a:pPr>
            <a:r>
              <a:rPr lang="en-US" altLang="en-US" sz="2000" b="1" dirty="0">
                <a:latin typeface="Times New Roman" panose="02020603050405020304" pitchFamily="18" charset="0"/>
                <a:cs typeface="Times New Roman" panose="02020603050405020304" pitchFamily="18" charset="0"/>
              </a:rPr>
              <a:t>Min-max normalization</a:t>
            </a:r>
            <a:r>
              <a:rPr lang="en-US" altLang="en-US" sz="2000" dirty="0">
                <a:latin typeface="Times New Roman" panose="02020603050405020304" pitchFamily="18" charset="0"/>
                <a:cs typeface="Times New Roman" panose="02020603050405020304" pitchFamily="18" charset="0"/>
              </a:rPr>
              <a:t>: to [</a:t>
            </a:r>
            <a:r>
              <a:rPr lang="en-US" altLang="en-US" sz="2000" dirty="0" err="1">
                <a:latin typeface="Times New Roman" panose="02020603050405020304" pitchFamily="18" charset="0"/>
                <a:cs typeface="Times New Roman" panose="02020603050405020304" pitchFamily="18" charset="0"/>
              </a:rPr>
              <a:t>new_min</a:t>
            </a:r>
            <a:r>
              <a:rPr lang="en-US" altLang="en-US" sz="2000" baseline="-25000" dirty="0" err="1">
                <a:latin typeface="Times New Roman" panose="02020603050405020304" pitchFamily="18" charset="0"/>
                <a:cs typeface="Times New Roman" panose="02020603050405020304" pitchFamily="18" charset="0"/>
              </a:rPr>
              <a:t>A</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new_max</a:t>
            </a:r>
            <a:r>
              <a:rPr lang="en-US" altLang="en-US" sz="2000" baseline="-25000" dirty="0" err="1">
                <a:latin typeface="Times New Roman" panose="02020603050405020304" pitchFamily="18" charset="0"/>
                <a:cs typeface="Times New Roman" panose="02020603050405020304" pitchFamily="18" charset="0"/>
              </a:rPr>
              <a:t>A</a:t>
            </a:r>
            <a:r>
              <a:rPr lang="en-US" altLang="en-US" sz="2000" dirty="0">
                <a:latin typeface="Times New Roman" panose="02020603050405020304" pitchFamily="18" charset="0"/>
                <a:cs typeface="Times New Roman" panose="02020603050405020304" pitchFamily="18" charset="0"/>
              </a:rPr>
              <a:t>]</a:t>
            </a:r>
          </a:p>
          <a:p>
            <a:pPr lvl="1" eaLnBrk="1" hangingPunct="1">
              <a:lnSpc>
                <a:spcPct val="120000"/>
              </a:lnSpc>
            </a:pPr>
            <a:endParaRPr lang="en-US" altLang="en-US" sz="2000" dirty="0">
              <a:latin typeface="Times New Roman" panose="02020603050405020304" pitchFamily="18" charset="0"/>
              <a:cs typeface="Times New Roman" panose="02020603050405020304" pitchFamily="18" charset="0"/>
            </a:endParaRPr>
          </a:p>
          <a:p>
            <a:pPr lvl="1" eaLnBrk="1" hangingPunct="1">
              <a:lnSpc>
                <a:spcPct val="120000"/>
              </a:lnSpc>
            </a:pPr>
            <a:endParaRPr lang="en-US" altLang="en-US" sz="2000" dirty="0">
              <a:latin typeface="Times New Roman" panose="02020603050405020304" pitchFamily="18" charset="0"/>
              <a:cs typeface="Times New Roman" panose="02020603050405020304" pitchFamily="18" charset="0"/>
            </a:endParaRP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Ex.  Let income range $12,000 to $98,000 normalized to [0.0, 1.0].  Then $73,000 is mapped to  </a:t>
            </a:r>
            <a:endParaRPr lang="en-US" altLang="en-US" sz="2000" b="1" dirty="0">
              <a:latin typeface="Times New Roman" panose="02020603050405020304" pitchFamily="18" charset="0"/>
              <a:cs typeface="Times New Roman" panose="02020603050405020304" pitchFamily="18" charset="0"/>
            </a:endParaRPr>
          </a:p>
          <a:p>
            <a:pPr eaLnBrk="1" hangingPunct="1">
              <a:lnSpc>
                <a:spcPct val="120000"/>
              </a:lnSpc>
            </a:pPr>
            <a:endParaRPr lang="en-US" altLang="en-US" sz="2000" b="1" dirty="0">
              <a:latin typeface="Times New Roman" panose="02020603050405020304" pitchFamily="18" charset="0"/>
              <a:cs typeface="Times New Roman" panose="02020603050405020304" pitchFamily="18" charset="0"/>
            </a:endParaRPr>
          </a:p>
          <a:p>
            <a:pPr eaLnBrk="1" hangingPunct="1">
              <a:lnSpc>
                <a:spcPct val="120000"/>
              </a:lnSpc>
            </a:pPr>
            <a:r>
              <a:rPr lang="en-US" altLang="en-US" sz="2000" b="1" dirty="0">
                <a:latin typeface="Times New Roman" panose="02020603050405020304" pitchFamily="18" charset="0"/>
                <a:cs typeface="Times New Roman" panose="02020603050405020304" pitchFamily="18" charset="0"/>
              </a:rPr>
              <a:t>Z-score normalization/Standardization</a:t>
            </a:r>
            <a:r>
              <a:rPr lang="en-US" altLang="en-US" sz="2000" dirty="0">
                <a:latin typeface="Times New Roman" panose="02020603050405020304" pitchFamily="18" charset="0"/>
                <a:cs typeface="Times New Roman" panose="02020603050405020304" pitchFamily="18" charset="0"/>
              </a:rPr>
              <a:t> (</a:t>
            </a:r>
            <a:r>
              <a:rPr lang="el-GR" altLang="en-US" sz="2000" dirty="0">
                <a:latin typeface="Times New Roman" panose="02020603050405020304" pitchFamily="18" charset="0"/>
                <a:cs typeface="Times New Roman" panose="02020603050405020304" pitchFamily="18" charset="0"/>
              </a:rPr>
              <a:t>μ</a:t>
            </a:r>
            <a:r>
              <a:rPr lang="en-US" altLang="en-US" sz="2000" dirty="0">
                <a:latin typeface="Times New Roman" panose="02020603050405020304" pitchFamily="18" charset="0"/>
                <a:cs typeface="Times New Roman" panose="02020603050405020304" pitchFamily="18" charset="0"/>
              </a:rPr>
              <a:t>: mean, </a:t>
            </a:r>
            <a:r>
              <a:rPr lang="el-GR" altLang="en-US" sz="2000" dirty="0">
                <a:latin typeface="Times New Roman" panose="02020603050405020304" pitchFamily="18" charset="0"/>
                <a:cs typeface="Times New Roman" panose="02020603050405020304" pitchFamily="18" charset="0"/>
              </a:rPr>
              <a:t>σ</a:t>
            </a:r>
            <a:r>
              <a:rPr lang="en-US" altLang="en-US" sz="2000" dirty="0">
                <a:latin typeface="Times New Roman" panose="02020603050405020304" pitchFamily="18" charset="0"/>
                <a:cs typeface="Times New Roman" panose="02020603050405020304" pitchFamily="18" charset="0"/>
              </a:rPr>
              <a:t>: standard deviation):</a:t>
            </a:r>
          </a:p>
          <a:p>
            <a:pPr eaLnBrk="1" hangingPunct="1">
              <a:lnSpc>
                <a:spcPct val="120000"/>
              </a:lnSpc>
            </a:pPr>
            <a:endParaRPr lang="en-US" altLang="en-US" sz="2000" dirty="0">
              <a:latin typeface="Times New Roman" panose="02020603050405020304" pitchFamily="18" charset="0"/>
              <a:cs typeface="Times New Roman" panose="02020603050405020304" pitchFamily="18" charset="0"/>
            </a:endParaRPr>
          </a:p>
          <a:p>
            <a:pPr lvl="1" eaLnBrk="1" hangingPunct="1">
              <a:lnSpc>
                <a:spcPct val="120000"/>
              </a:lnSpc>
            </a:pPr>
            <a:endParaRPr lang="en-US" altLang="en-US" sz="2000" dirty="0">
              <a:latin typeface="Times New Roman" panose="02020603050405020304" pitchFamily="18" charset="0"/>
              <a:cs typeface="Times New Roman" panose="02020603050405020304" pitchFamily="18" charset="0"/>
            </a:endParaRP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Ex. Let </a:t>
            </a:r>
            <a:r>
              <a:rPr lang="el-GR" altLang="en-US" sz="2000" dirty="0">
                <a:latin typeface="Times New Roman" panose="02020603050405020304" pitchFamily="18" charset="0"/>
                <a:cs typeface="Times New Roman" panose="02020603050405020304" pitchFamily="18" charset="0"/>
              </a:rPr>
              <a:t>μ</a:t>
            </a:r>
            <a:r>
              <a:rPr lang="en-US" altLang="en-US" sz="2000" dirty="0">
                <a:latin typeface="Times New Roman" panose="02020603050405020304" pitchFamily="18" charset="0"/>
                <a:cs typeface="Times New Roman" panose="02020603050405020304" pitchFamily="18" charset="0"/>
              </a:rPr>
              <a:t> = 54,000, </a:t>
            </a:r>
            <a:r>
              <a:rPr lang="el-GR" altLang="en-US" sz="2000" dirty="0">
                <a:latin typeface="Times New Roman" panose="02020603050405020304" pitchFamily="18" charset="0"/>
                <a:cs typeface="Times New Roman" panose="02020603050405020304" pitchFamily="18" charset="0"/>
              </a:rPr>
              <a:t>σ</a:t>
            </a:r>
            <a:r>
              <a:rPr lang="en-US" altLang="en-US" sz="2000" dirty="0">
                <a:latin typeface="Times New Roman" panose="02020603050405020304" pitchFamily="18" charset="0"/>
                <a:cs typeface="Times New Roman" panose="02020603050405020304" pitchFamily="18" charset="0"/>
              </a:rPr>
              <a:t> = 16,000.  Then</a:t>
            </a:r>
            <a:endParaRPr lang="el-GR" altLang="en-US" sz="2000" dirty="0">
              <a:latin typeface="Times New Roman" panose="02020603050405020304" pitchFamily="18" charset="0"/>
              <a:cs typeface="Times New Roman" panose="02020603050405020304" pitchFamily="18" charset="0"/>
            </a:endParaRPr>
          </a:p>
          <a:p>
            <a:pPr eaLnBrk="1" hangingPunct="1">
              <a:lnSpc>
                <a:spcPct val="120000"/>
              </a:lnSpc>
            </a:pPr>
            <a:r>
              <a:rPr lang="en-US" altLang="en-US" sz="2000" b="1" dirty="0">
                <a:latin typeface="Times New Roman" panose="02020603050405020304" pitchFamily="18" charset="0"/>
                <a:cs typeface="Times New Roman" panose="02020603050405020304" pitchFamily="18" charset="0"/>
              </a:rPr>
              <a:t>Normalization by decimal scaling</a:t>
            </a:r>
          </a:p>
        </p:txBody>
      </p:sp>
      <p:graphicFrame>
        <p:nvGraphicFramePr>
          <p:cNvPr id="109579" name="Object 10">
            <a:extLst>
              <a:ext uri="{FF2B5EF4-FFF2-40B4-BE49-F238E27FC236}">
                <a16:creationId xmlns:a16="http://schemas.microsoft.com/office/drawing/2014/main" id="{4C18015C-0AE4-4A36-98EF-22AF9CD53C50}"/>
              </a:ext>
            </a:extLst>
          </p:cNvPr>
          <p:cNvGraphicFramePr>
            <a:graphicFrameLocks noGrp="1" noChangeAspect="1"/>
          </p:cNvGraphicFramePr>
          <p:nvPr>
            <p:ph sz="quarter" idx="4294967295"/>
          </p:nvPr>
        </p:nvGraphicFramePr>
        <p:xfrm>
          <a:off x="5060734" y="4716925"/>
          <a:ext cx="1952625" cy="563562"/>
        </p:xfrm>
        <a:graphic>
          <a:graphicData uri="http://schemas.openxmlformats.org/presentationml/2006/ole">
            <mc:AlternateContent xmlns:mc="http://schemas.openxmlformats.org/markup-compatibility/2006">
              <mc:Choice xmlns:v="urn:schemas-microsoft-com:vml" Requires="v">
                <p:oleObj name="Equation" r:id="rId5" imgW="1498600" imgH="419100" progId="Equation.3">
                  <p:embed/>
                </p:oleObj>
              </mc:Choice>
              <mc:Fallback>
                <p:oleObj name="Equation" r:id="rId5" imgW="1498600" imgH="419100" progId="Equation.3">
                  <p:embed/>
                  <p:pic>
                    <p:nvPicPr>
                      <p:cNvPr id="109579" name="Object 10">
                        <a:extLst>
                          <a:ext uri="{FF2B5EF4-FFF2-40B4-BE49-F238E27FC236}">
                            <a16:creationId xmlns:a16="http://schemas.microsoft.com/office/drawing/2014/main" id="{4C18015C-0AE4-4A36-98EF-22AF9CD53C5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60734" y="4716925"/>
                        <a:ext cx="1952625" cy="563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574" name="Object 5">
            <a:extLst>
              <a:ext uri="{FF2B5EF4-FFF2-40B4-BE49-F238E27FC236}">
                <a16:creationId xmlns:a16="http://schemas.microsoft.com/office/drawing/2014/main" id="{F3AB4CDC-3F4E-4B1E-B818-083F3BA76CCC}"/>
              </a:ext>
            </a:extLst>
          </p:cNvPr>
          <p:cNvGraphicFramePr>
            <a:graphicFrameLocks noChangeAspect="1"/>
          </p:cNvGraphicFramePr>
          <p:nvPr>
            <p:extLst>
              <p:ext uri="{D42A27DB-BD31-4B8C-83A1-F6EECF244321}">
                <p14:modId xmlns:p14="http://schemas.microsoft.com/office/powerpoint/2010/main" val="960998676"/>
              </p:ext>
            </p:extLst>
          </p:nvPr>
        </p:nvGraphicFramePr>
        <p:xfrm>
          <a:off x="1905000" y="1716256"/>
          <a:ext cx="5943600" cy="709613"/>
        </p:xfrm>
        <a:graphic>
          <a:graphicData uri="http://schemas.openxmlformats.org/presentationml/2006/ole">
            <mc:AlternateContent xmlns:mc="http://schemas.openxmlformats.org/markup-compatibility/2006">
              <mc:Choice xmlns:v="urn:schemas-microsoft-com:vml" Requires="v">
                <p:oleObj name="Equation" r:id="rId7" imgW="3340100" imgH="393700" progId="Equation.3">
                  <p:embed/>
                </p:oleObj>
              </mc:Choice>
              <mc:Fallback>
                <p:oleObj name="Equation" r:id="rId7" imgW="3340100" imgH="393700" progId="Equation.3">
                  <p:embed/>
                  <p:pic>
                    <p:nvPicPr>
                      <p:cNvPr id="109574" name="Object 5">
                        <a:extLst>
                          <a:ext uri="{FF2B5EF4-FFF2-40B4-BE49-F238E27FC236}">
                            <a16:creationId xmlns:a16="http://schemas.microsoft.com/office/drawing/2014/main" id="{F3AB4CDC-3F4E-4B1E-B818-083F3BA76CC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5000" y="1716256"/>
                        <a:ext cx="5943600" cy="709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575" name="Object 6">
            <a:extLst>
              <a:ext uri="{FF2B5EF4-FFF2-40B4-BE49-F238E27FC236}">
                <a16:creationId xmlns:a16="http://schemas.microsoft.com/office/drawing/2014/main" id="{9F56D49B-57AC-477D-9CB6-0AC5E121451A}"/>
              </a:ext>
            </a:extLst>
          </p:cNvPr>
          <p:cNvGraphicFramePr>
            <a:graphicFrameLocks noChangeAspect="1"/>
          </p:cNvGraphicFramePr>
          <p:nvPr/>
        </p:nvGraphicFramePr>
        <p:xfrm>
          <a:off x="1981200" y="3886200"/>
          <a:ext cx="1447800" cy="679450"/>
        </p:xfrm>
        <a:graphic>
          <a:graphicData uri="http://schemas.openxmlformats.org/presentationml/2006/ole">
            <mc:AlternateContent xmlns:mc="http://schemas.openxmlformats.org/markup-compatibility/2006">
              <mc:Choice xmlns:v="urn:schemas-microsoft-com:vml" Requires="v">
                <p:oleObj name="Equation" r:id="rId9" imgW="634725" imgH="393529" progId="Equation.3">
                  <p:embed/>
                </p:oleObj>
              </mc:Choice>
              <mc:Fallback>
                <p:oleObj name="Equation" r:id="rId9" imgW="634725" imgH="393529" progId="Equation.3">
                  <p:embed/>
                  <p:pic>
                    <p:nvPicPr>
                      <p:cNvPr id="109575" name="Object 6">
                        <a:extLst>
                          <a:ext uri="{FF2B5EF4-FFF2-40B4-BE49-F238E27FC236}">
                            <a16:creationId xmlns:a16="http://schemas.microsoft.com/office/drawing/2014/main" id="{9F56D49B-57AC-477D-9CB6-0AC5E121451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81200" y="3886200"/>
                        <a:ext cx="1447800" cy="679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576" name="Object 7">
            <a:extLst>
              <a:ext uri="{FF2B5EF4-FFF2-40B4-BE49-F238E27FC236}">
                <a16:creationId xmlns:a16="http://schemas.microsoft.com/office/drawing/2014/main" id="{C5D89AB9-FABA-437C-B724-E188225BB897}"/>
              </a:ext>
            </a:extLst>
          </p:cNvPr>
          <p:cNvGraphicFramePr>
            <a:graphicFrameLocks noChangeAspect="1"/>
          </p:cNvGraphicFramePr>
          <p:nvPr/>
        </p:nvGraphicFramePr>
        <p:xfrm>
          <a:off x="1219200" y="5486400"/>
          <a:ext cx="1066800" cy="847725"/>
        </p:xfrm>
        <a:graphic>
          <a:graphicData uri="http://schemas.openxmlformats.org/presentationml/2006/ole">
            <mc:AlternateContent xmlns:mc="http://schemas.openxmlformats.org/markup-compatibility/2006">
              <mc:Choice xmlns:v="urn:schemas-microsoft-com:vml" Requires="v">
                <p:oleObj name="Equation" r:id="rId11" imgW="495085" imgH="393529" progId="Equation.3">
                  <p:embed/>
                </p:oleObj>
              </mc:Choice>
              <mc:Fallback>
                <p:oleObj name="Equation" r:id="rId11" imgW="495085" imgH="393529" progId="Equation.3">
                  <p:embed/>
                  <p:pic>
                    <p:nvPicPr>
                      <p:cNvPr id="109576" name="Object 7">
                        <a:extLst>
                          <a:ext uri="{FF2B5EF4-FFF2-40B4-BE49-F238E27FC236}">
                            <a16:creationId xmlns:a16="http://schemas.microsoft.com/office/drawing/2014/main" id="{C5D89AB9-FABA-437C-B724-E188225BB89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19200" y="5486400"/>
                        <a:ext cx="1066800" cy="847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577" name="Object 8">
            <a:extLst>
              <a:ext uri="{FF2B5EF4-FFF2-40B4-BE49-F238E27FC236}">
                <a16:creationId xmlns:a16="http://schemas.microsoft.com/office/drawing/2014/main" id="{D9393F1A-23E6-43EE-ADFA-027B410BBC7B}"/>
              </a:ext>
            </a:extLst>
          </p:cNvPr>
          <p:cNvGraphicFramePr>
            <a:graphicFrameLocks noChangeAspect="1"/>
          </p:cNvGraphicFramePr>
          <p:nvPr/>
        </p:nvGraphicFramePr>
        <p:xfrm>
          <a:off x="4514850" y="3321050"/>
          <a:ext cx="112713" cy="214313"/>
        </p:xfrm>
        <a:graphic>
          <a:graphicData uri="http://schemas.openxmlformats.org/presentationml/2006/ole">
            <mc:AlternateContent xmlns:mc="http://schemas.openxmlformats.org/markup-compatibility/2006">
              <mc:Choice xmlns:v="urn:schemas-microsoft-com:vml" Requires="v">
                <p:oleObj name="Equation" r:id="rId13" imgW="114151" imgH="215619" progId="Equation.3">
                  <p:embed/>
                </p:oleObj>
              </mc:Choice>
              <mc:Fallback>
                <p:oleObj name="Equation" r:id="rId13" imgW="114151" imgH="215619" progId="Equation.3">
                  <p:embed/>
                  <p:pic>
                    <p:nvPicPr>
                      <p:cNvPr id="109577" name="Object 8">
                        <a:extLst>
                          <a:ext uri="{FF2B5EF4-FFF2-40B4-BE49-F238E27FC236}">
                            <a16:creationId xmlns:a16="http://schemas.microsoft.com/office/drawing/2014/main" id="{D9393F1A-23E6-43EE-ADFA-027B410BBC7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514850" y="3321050"/>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9578" name="Text Box 9">
            <a:extLst>
              <a:ext uri="{FF2B5EF4-FFF2-40B4-BE49-F238E27FC236}">
                <a16:creationId xmlns:a16="http://schemas.microsoft.com/office/drawing/2014/main" id="{6B8AFBAC-B202-444E-AFE4-E903ACAA4331}"/>
              </a:ext>
            </a:extLst>
          </p:cNvPr>
          <p:cNvSpPr txBox="1">
            <a:spLocks noChangeArrowheads="1"/>
          </p:cNvSpPr>
          <p:nvPr/>
        </p:nvSpPr>
        <p:spPr bwMode="auto">
          <a:xfrm>
            <a:off x="2514600" y="5638800"/>
            <a:ext cx="6126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en-US" sz="2000" b="0" i="0" u="none" strike="noStrike" kern="0" cap="none" spc="0" normalizeH="0" baseline="0" noProof="0" dirty="0">
                <a:ln>
                  <a:noFill/>
                </a:ln>
                <a:solidFill>
                  <a:prstClr val="black"/>
                </a:solidFill>
                <a:effectLst/>
                <a:uLnTx/>
                <a:uFillTx/>
                <a:latin typeface="Times New Roman" panose="02020603050405020304" pitchFamily="18" charset="0"/>
              </a:rPr>
              <a:t>Where </a:t>
            </a:r>
            <a:r>
              <a:rPr kumimoji="0" lang="en-US" altLang="en-US" sz="2400" b="0" i="1" u="none" strike="noStrike" kern="0" cap="none" spc="0" normalizeH="0" baseline="0" noProof="0" dirty="0">
                <a:ln>
                  <a:noFill/>
                </a:ln>
                <a:solidFill>
                  <a:prstClr val="black"/>
                </a:solidFill>
                <a:effectLst/>
                <a:uLnTx/>
                <a:uFillTx/>
                <a:latin typeface="Times New Roman" panose="02020603050405020304" pitchFamily="18" charset="0"/>
              </a:rPr>
              <a:t>j</a:t>
            </a:r>
            <a:r>
              <a:rPr kumimoji="0" lang="en-US" altLang="en-US" sz="2000" b="0" i="0" u="none" strike="noStrike" kern="0" cap="none" spc="0" normalizeH="0" baseline="0" noProof="0" dirty="0">
                <a:ln>
                  <a:noFill/>
                </a:ln>
                <a:solidFill>
                  <a:prstClr val="black"/>
                </a:solidFill>
                <a:effectLst/>
                <a:uLnTx/>
                <a:uFillTx/>
                <a:latin typeface="Times New Roman" panose="02020603050405020304" pitchFamily="18" charset="0"/>
              </a:rPr>
              <a:t> is the smallest integer such that Max(|</a:t>
            </a:r>
            <a:r>
              <a:rPr kumimoji="0" lang="el-GR" altLang="en-US" sz="20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ν</a:t>
            </a:r>
            <a:r>
              <a:rPr kumimoji="0" lang="en-US" altLang="en-US" sz="20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r>
              <a:rPr kumimoji="0" lang="en-US" altLang="en-US" sz="2000" b="0" i="0" u="none" strike="noStrike" kern="0" cap="none" spc="0" normalizeH="0" baseline="0" noProof="0" dirty="0">
                <a:ln>
                  <a:noFill/>
                </a:ln>
                <a:solidFill>
                  <a:prstClr val="black"/>
                </a:solidFill>
                <a:effectLst/>
                <a:uLnTx/>
                <a:uFillTx/>
                <a:latin typeface="Times New Roman" panose="02020603050405020304" pitchFamily="18" charset="0"/>
              </a:rPr>
              <a:t>|) &lt; 1</a:t>
            </a:r>
            <a:endParaRPr kumimoji="0" lang="en-US" altLang="en-US" sz="2400" b="0" i="0" u="none" strike="noStrike" kern="0" cap="none" spc="0" normalizeH="0" baseline="0" noProof="0" dirty="0">
              <a:ln>
                <a:noFill/>
              </a:ln>
              <a:solidFill>
                <a:prstClr val="black"/>
              </a:solidFill>
              <a:effectLst/>
              <a:uLnTx/>
              <a:uFillTx/>
              <a:latin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15">
            <p14:nvContentPartPr>
              <p14:cNvPr id="2" name="Ink 1">
                <a:extLst>
                  <a:ext uri="{FF2B5EF4-FFF2-40B4-BE49-F238E27FC236}">
                    <a16:creationId xmlns:a16="http://schemas.microsoft.com/office/drawing/2014/main" id="{31FBF8C7-F0D8-F7B3-45E5-AA9C8E528263}"/>
                  </a:ext>
                </a:extLst>
              </p14:cNvPr>
              <p14:cNvContentPartPr/>
              <p14:nvPr/>
            </p14:nvContentPartPr>
            <p14:xfrm>
              <a:off x="137160" y="488520"/>
              <a:ext cx="9063000" cy="5173920"/>
            </p14:xfrm>
          </p:contentPart>
        </mc:Choice>
        <mc:Fallback>
          <p:pic>
            <p:nvPicPr>
              <p:cNvPr id="2" name="Ink 1">
                <a:extLst>
                  <a:ext uri="{FF2B5EF4-FFF2-40B4-BE49-F238E27FC236}">
                    <a16:creationId xmlns:a16="http://schemas.microsoft.com/office/drawing/2014/main" id="{31FBF8C7-F0D8-F7B3-45E5-AA9C8E528263}"/>
                  </a:ext>
                </a:extLst>
              </p:cNvPr>
              <p:cNvPicPr/>
              <p:nvPr/>
            </p:nvPicPr>
            <p:blipFill>
              <a:blip r:embed="rId16"/>
              <a:stretch>
                <a:fillRect/>
              </a:stretch>
            </p:blipFill>
            <p:spPr>
              <a:xfrm>
                <a:off x="127800" y="479160"/>
                <a:ext cx="9081720" cy="5192640"/>
              </a:xfrm>
              <a:prstGeom prst="rect">
                <a:avLst/>
              </a:prstGeom>
            </p:spPr>
          </p:pic>
        </mc:Fallback>
      </mc:AlternateContent>
    </p:spTree>
    <p:extLst>
      <p:ext uri="{BB962C8B-B14F-4D97-AF65-F5344CB8AC3E}">
        <p14:creationId xmlns:p14="http://schemas.microsoft.com/office/powerpoint/2010/main" val="296546114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16"/>
          <p:cNvSpPr txBox="1">
            <a:spLocks noGrp="1"/>
          </p:cNvSpPr>
          <p:nvPr>
            <p:ph type="body" idx="2"/>
          </p:nvPr>
        </p:nvSpPr>
        <p:spPr>
          <a:xfrm>
            <a:off x="914400" y="3048000"/>
            <a:ext cx="7391400" cy="1219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C00000"/>
              </a:buClr>
              <a:buSzPts val="3600"/>
              <a:buNone/>
            </a:pPr>
            <a:r>
              <a:rPr lang="en-US" dirty="0">
                <a:solidFill>
                  <a:srgbClr val="C00000"/>
                </a:solidFill>
              </a:rPr>
              <a:t>Feature Engineering</a:t>
            </a:r>
            <a:endParaRPr dirty="0">
              <a:solidFill>
                <a:srgbClr val="C00000"/>
              </a:solidFill>
            </a:endParaRPr>
          </a:p>
        </p:txBody>
      </p:sp>
      <p:sp>
        <p:nvSpPr>
          <p:cNvPr id="3"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57</a:t>
            </a: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9474AE09-3B56-1F3D-C1E4-1AC214F2C393}"/>
                  </a:ext>
                </a:extLst>
              </p14:cNvPr>
              <p14:cNvContentPartPr/>
              <p14:nvPr/>
            </p14:nvContentPartPr>
            <p14:xfrm>
              <a:off x="716040" y="1208880"/>
              <a:ext cx="7532640" cy="3313440"/>
            </p14:xfrm>
          </p:contentPart>
        </mc:Choice>
        <mc:Fallback>
          <p:pic>
            <p:nvPicPr>
              <p:cNvPr id="2" name="Ink 1">
                <a:extLst>
                  <a:ext uri="{FF2B5EF4-FFF2-40B4-BE49-F238E27FC236}">
                    <a16:creationId xmlns:a16="http://schemas.microsoft.com/office/drawing/2014/main" id="{9474AE09-3B56-1F3D-C1E4-1AC214F2C393}"/>
                  </a:ext>
                </a:extLst>
              </p:cNvPr>
              <p:cNvPicPr/>
              <p:nvPr/>
            </p:nvPicPr>
            <p:blipFill>
              <a:blip r:embed="rId4"/>
              <a:stretch>
                <a:fillRect/>
              </a:stretch>
            </p:blipFill>
            <p:spPr>
              <a:xfrm>
                <a:off x="706680" y="1199520"/>
                <a:ext cx="7551360" cy="3332160"/>
              </a:xfrm>
              <a:prstGeom prst="rect">
                <a:avLst/>
              </a:prstGeom>
            </p:spPr>
          </p:pic>
        </mc:Fallback>
      </mc:AlternateContent>
    </p:spTree>
    <p:extLst>
      <p:ext uri="{BB962C8B-B14F-4D97-AF65-F5344CB8AC3E}">
        <p14:creationId xmlns:p14="http://schemas.microsoft.com/office/powerpoint/2010/main" val="332597345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idx="1"/>
          </p:nvPr>
        </p:nvSpPr>
        <p:spPr>
          <a:noFill/>
          <a:ln>
            <a:noFill/>
          </a:ln>
        </p:spPr>
        <p:txBody>
          <a:bodyPr spcFirstLastPara="1" wrap="square" lIns="91425" tIns="45700" rIns="91425" bIns="45700" anchor="t" anchorCtr="0">
            <a:normAutofit lnSpcReduction="10000"/>
          </a:bodyPr>
          <a:lstStyle/>
          <a:p>
            <a:pPr marL="514350" indent="-285750">
              <a:spcBef>
                <a:spcPts val="480"/>
              </a:spcBef>
              <a:buClr>
                <a:srgbClr val="101141"/>
              </a:buClr>
              <a:buSzPts val="2400"/>
              <a:buFont typeface="Arial" panose="020B0604020202020204" pitchFamily="34" charset="0"/>
            </a:pPr>
            <a:r>
              <a:rPr lang="en-US" sz="2400" dirty="0">
                <a:latin typeface="Cambria" panose="02040503050406030204" pitchFamily="18" charset="0"/>
                <a:ea typeface="Cambria" panose="02040503050406030204" pitchFamily="18" charset="0"/>
                <a:cs typeface="Arial"/>
                <a:sym typeface="Times New Roman" panose="02020603050405020304"/>
              </a:rPr>
              <a:t>Feature engineering needed for coming up with a good set of features - </a:t>
            </a:r>
            <a:r>
              <a:rPr lang="en-IN" sz="2400" dirty="0">
                <a:latin typeface="Cambria" panose="02040503050406030204" pitchFamily="18" charset="0"/>
                <a:ea typeface="Cambria" panose="02040503050406030204" pitchFamily="18" charset="0"/>
                <a:cs typeface="Arial"/>
                <a:sym typeface="Arial"/>
              </a:rPr>
              <a:t>Irrelevant Features</a:t>
            </a:r>
          </a:p>
          <a:p>
            <a:pPr marL="514350" indent="-285750">
              <a:spcBef>
                <a:spcPts val="480"/>
              </a:spcBef>
              <a:buClr>
                <a:srgbClr val="101141"/>
              </a:buClr>
              <a:buSzPts val="2400"/>
              <a:buFont typeface="Arial" panose="020B0604020202020204" pitchFamily="34" charset="0"/>
            </a:pPr>
            <a:r>
              <a:rPr lang="en-US" sz="2400" dirty="0">
                <a:latin typeface="Cambria" panose="02040503050406030204" pitchFamily="18" charset="0"/>
                <a:ea typeface="Cambria" panose="02040503050406030204" pitchFamily="18" charset="0"/>
                <a:cs typeface="Arial"/>
                <a:sym typeface="Arial"/>
              </a:rPr>
              <a:t>Feature extraction</a:t>
            </a:r>
          </a:p>
          <a:p>
            <a:pPr lvl="1" indent="-330200">
              <a:spcBef>
                <a:spcPts val="320"/>
              </a:spcBef>
              <a:buSzPts val="1600"/>
            </a:pPr>
            <a:r>
              <a:rPr lang="en-US" sz="2400" dirty="0">
                <a:latin typeface="Cambria" panose="02040503050406030204" pitchFamily="18" charset="0"/>
                <a:ea typeface="Cambria" panose="02040503050406030204" pitchFamily="18" charset="0"/>
                <a:cs typeface="Arial"/>
                <a:sym typeface="Arial"/>
              </a:rPr>
              <a:t>Dimensionality reduction</a:t>
            </a:r>
          </a:p>
          <a:p>
            <a:pPr marL="514350" indent="-285750">
              <a:spcBef>
                <a:spcPts val="480"/>
              </a:spcBef>
              <a:buClr>
                <a:srgbClr val="101141"/>
              </a:buClr>
              <a:buSzPts val="2400"/>
              <a:buFont typeface="Arial" panose="020B0604020202020204" pitchFamily="34" charset="0"/>
            </a:pPr>
            <a:r>
              <a:rPr lang="en-US" sz="2400" dirty="0">
                <a:latin typeface="Cambria" panose="02040503050406030204" pitchFamily="18" charset="0"/>
                <a:ea typeface="Cambria" panose="02040503050406030204" pitchFamily="18" charset="0"/>
                <a:cs typeface="Arial"/>
                <a:sym typeface="Arial"/>
              </a:rPr>
              <a:t>Feature selection</a:t>
            </a:r>
          </a:p>
          <a:p>
            <a:pPr lvl="1" indent="-330200">
              <a:spcBef>
                <a:spcPts val="320"/>
              </a:spcBef>
              <a:buSzPts val="1600"/>
            </a:pPr>
            <a:r>
              <a:rPr lang="en-US" sz="2400" dirty="0">
                <a:latin typeface="Cambria" panose="02040503050406030204" pitchFamily="18" charset="0"/>
                <a:ea typeface="Cambria" panose="02040503050406030204" pitchFamily="18" charset="0"/>
                <a:cs typeface="Arial"/>
                <a:sym typeface="Arial"/>
              </a:rPr>
              <a:t>more useful features to train on among existing features. </a:t>
            </a:r>
          </a:p>
          <a:p>
            <a:pPr marL="514350" indent="-285750">
              <a:spcBef>
                <a:spcPts val="480"/>
              </a:spcBef>
              <a:buClr>
                <a:srgbClr val="101141"/>
              </a:buClr>
              <a:buSzPts val="2400"/>
              <a:buFont typeface="Arial" panose="020B0604020202020204" pitchFamily="34" charset="0"/>
            </a:pPr>
            <a:r>
              <a:rPr lang="en-US" sz="2400" dirty="0">
                <a:latin typeface="Cambria" panose="02040503050406030204" pitchFamily="18" charset="0"/>
                <a:ea typeface="Cambria" panose="02040503050406030204" pitchFamily="18" charset="0"/>
                <a:cs typeface="Arial"/>
                <a:sym typeface="Arial"/>
              </a:rPr>
              <a:t>Feature Construction</a:t>
            </a:r>
          </a:p>
          <a:p>
            <a:pPr lvl="1" indent="-330200">
              <a:spcBef>
                <a:spcPts val="320"/>
              </a:spcBef>
              <a:buSzPts val="1600"/>
            </a:pPr>
            <a:r>
              <a:rPr lang="en-US" sz="2400" dirty="0">
                <a:latin typeface="Cambria" panose="02040503050406030204" pitchFamily="18" charset="0"/>
                <a:ea typeface="Cambria" panose="02040503050406030204" pitchFamily="18" charset="0"/>
                <a:cs typeface="Arial"/>
                <a:sym typeface="Arial"/>
              </a:rPr>
              <a:t> Combine existing features to produce a more useful one</a:t>
            </a:r>
          </a:p>
          <a:p>
            <a:pPr marL="514350" indent="-285750">
              <a:spcBef>
                <a:spcPts val="480"/>
              </a:spcBef>
              <a:buClr>
                <a:srgbClr val="101141"/>
              </a:buClr>
              <a:buSzPts val="2400"/>
              <a:buFont typeface="Arial" panose="020B0604020202020204" pitchFamily="34" charset="0"/>
            </a:pPr>
            <a:r>
              <a:rPr lang="en-US" sz="2400" dirty="0">
                <a:latin typeface="Cambria" panose="02040503050406030204" pitchFamily="18" charset="0"/>
                <a:ea typeface="Cambria" panose="02040503050406030204" pitchFamily="18" charset="0"/>
                <a:cs typeface="Arial"/>
                <a:sym typeface="Arial"/>
              </a:rPr>
              <a:t>Feature Transformation</a:t>
            </a:r>
          </a:p>
          <a:p>
            <a:pPr marL="514350" indent="-285750">
              <a:spcBef>
                <a:spcPts val="480"/>
              </a:spcBef>
              <a:buClr>
                <a:srgbClr val="101141"/>
              </a:buClr>
              <a:buSzPts val="2400"/>
              <a:buFont typeface="Arial" panose="020B0604020202020204" pitchFamily="34" charset="0"/>
            </a:pPr>
            <a:endParaRPr lang="en-US" sz="2400" dirty="0">
              <a:latin typeface="Cambria" panose="02040503050406030204" pitchFamily="18" charset="0"/>
              <a:ea typeface="Cambria" panose="02040503050406030204" pitchFamily="18" charset="0"/>
              <a:cs typeface="Arial"/>
              <a:sym typeface="Arial"/>
            </a:endParaRPr>
          </a:p>
          <a:p>
            <a:pPr marL="514350" indent="-285750">
              <a:spcBef>
                <a:spcPts val="480"/>
              </a:spcBef>
              <a:buClr>
                <a:srgbClr val="101141"/>
              </a:buClr>
              <a:buSzPts val="2400"/>
              <a:buFont typeface="Arial" panose="020B0604020202020204" pitchFamily="34" charset="0"/>
            </a:pPr>
            <a:endParaRPr lang="en-IN" sz="2400" dirty="0">
              <a:latin typeface="Cambria" panose="02040503050406030204" pitchFamily="18" charset="0"/>
              <a:ea typeface="Cambria" panose="02040503050406030204" pitchFamily="18" charset="0"/>
              <a:cs typeface="Arial"/>
              <a:sym typeface="Arial"/>
            </a:endParaRPr>
          </a:p>
        </p:txBody>
      </p:sp>
      <p:sp>
        <p:nvSpPr>
          <p:cNvPr id="2" name="Title 1"/>
          <p:cNvSpPr>
            <a:spLocks noGrp="1"/>
          </p:cNvSpPr>
          <p:nvPr>
            <p:ph type="title" idx="4294967295"/>
          </p:nvPr>
        </p:nvSpPr>
        <p:spPr>
          <a:xfrm>
            <a:off x="-1950720" y="350837"/>
            <a:ext cx="8229600" cy="1143000"/>
          </a:xfrm>
        </p:spPr>
        <p:txBody>
          <a:bodyPr/>
          <a:lstStyle/>
          <a:p>
            <a:r>
              <a:rPr lang="en-US" sz="3600" kern="1200" spc="-150" dirty="0">
                <a:solidFill>
                  <a:schemeClr val="tx1"/>
                </a:solidFill>
                <a:latin typeface="Cambria" panose="02040503050406030204" pitchFamily="18" charset="0"/>
                <a:ea typeface="Cambria" panose="02040503050406030204" pitchFamily="18" charset="0"/>
              </a:rPr>
              <a:t>Feature Engineering</a:t>
            </a:r>
            <a:endParaRPr lang="en-IN" sz="3600" dirty="0"/>
          </a:p>
        </p:txBody>
      </p:sp>
      <p:sp>
        <p:nvSpPr>
          <p:cNvPr id="4"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58</a:t>
            </a:r>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ECBF1A85-6B52-6B01-AACE-007C2BEAC98D}"/>
                  </a:ext>
                </a:extLst>
              </p14:cNvPr>
              <p14:cNvContentPartPr/>
              <p14:nvPr/>
            </p14:nvContentPartPr>
            <p14:xfrm>
              <a:off x="291600" y="2400480"/>
              <a:ext cx="5316120" cy="3223440"/>
            </p14:xfrm>
          </p:contentPart>
        </mc:Choice>
        <mc:Fallback>
          <p:pic>
            <p:nvPicPr>
              <p:cNvPr id="5" name="Ink 4">
                <a:extLst>
                  <a:ext uri="{FF2B5EF4-FFF2-40B4-BE49-F238E27FC236}">
                    <a16:creationId xmlns:a16="http://schemas.microsoft.com/office/drawing/2014/main" id="{ECBF1A85-6B52-6B01-AACE-007C2BEAC98D}"/>
                  </a:ext>
                </a:extLst>
              </p:cNvPr>
              <p:cNvPicPr/>
              <p:nvPr/>
            </p:nvPicPr>
            <p:blipFill>
              <a:blip r:embed="rId3"/>
              <a:stretch>
                <a:fillRect/>
              </a:stretch>
            </p:blipFill>
            <p:spPr>
              <a:xfrm>
                <a:off x="282240" y="2391120"/>
                <a:ext cx="5334840" cy="3242160"/>
              </a:xfrm>
              <a:prstGeom prst="rect">
                <a:avLst/>
              </a:prstGeom>
            </p:spPr>
          </p:pic>
        </mc:Fallback>
      </mc:AlternateContent>
    </p:spTree>
    <p:extLst>
      <p:ext uri="{BB962C8B-B14F-4D97-AF65-F5344CB8AC3E}">
        <p14:creationId xmlns:p14="http://schemas.microsoft.com/office/powerpoint/2010/main" val="32684527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p:txBody>
          <a:bodyPr>
            <a:normAutofit/>
          </a:bodyPr>
          <a:lstStyle/>
          <a:p>
            <a:pPr marL="342900" lvl="0">
              <a:buClr>
                <a:srgbClr val="101141"/>
              </a:buClr>
              <a:buNone/>
            </a:pPr>
            <a:r>
              <a:rPr lang="en-US" sz="2000" b="1" dirty="0">
                <a:latin typeface="Cambria" panose="02040503050406030204" pitchFamily="18" charset="0"/>
                <a:ea typeface="Cambria" panose="02040503050406030204" pitchFamily="18" charset="0"/>
              </a:rPr>
              <a:t>Input:</a:t>
            </a:r>
            <a:r>
              <a:rPr lang="en-US" sz="2000" dirty="0">
                <a:latin typeface="Cambria" panose="02040503050406030204" pitchFamily="18" charset="0"/>
                <a:ea typeface="Cambria" panose="02040503050406030204" pitchFamily="18" charset="0"/>
              </a:rPr>
              <a:t> </a:t>
            </a:r>
          </a:p>
          <a:p>
            <a:pPr marL="342900" lvl="0">
              <a:buClr>
                <a:srgbClr val="101141"/>
              </a:buClr>
              <a:buNone/>
            </a:pPr>
            <a:r>
              <a:rPr lang="en-US" sz="2000" dirty="0">
                <a:latin typeface="Cambria" panose="02040503050406030204" pitchFamily="18" charset="0"/>
                <a:ea typeface="Cambria" panose="02040503050406030204" pitchFamily="18" charset="0"/>
              </a:rPr>
              <a:t>WILP student details enrolled in </a:t>
            </a:r>
            <a:r>
              <a:rPr lang="en-US" sz="2000" dirty="0" err="1">
                <a:latin typeface="Cambria" panose="02040503050406030204" pitchFamily="18" charset="0"/>
                <a:ea typeface="Cambria" panose="02040503050406030204" pitchFamily="18" charset="0"/>
              </a:rPr>
              <a:t>Mtech</a:t>
            </a:r>
            <a:r>
              <a:rPr lang="en-US" sz="2000" dirty="0">
                <a:latin typeface="Cambria" panose="02040503050406030204" pitchFamily="18" charset="0"/>
                <a:ea typeface="Cambria" panose="02040503050406030204" pitchFamily="18" charset="0"/>
              </a:rPr>
              <a:t> AIML</a:t>
            </a:r>
          </a:p>
          <a:p>
            <a:pPr marL="342900" lvl="0">
              <a:buClr>
                <a:srgbClr val="101141"/>
              </a:buClr>
              <a:buNone/>
            </a:pPr>
            <a:r>
              <a:rPr lang="en-US" sz="2000" dirty="0">
                <a:latin typeface="Cambria" panose="02040503050406030204" pitchFamily="18" charset="0"/>
                <a:ea typeface="Cambria" panose="02040503050406030204" pitchFamily="18" charset="0"/>
              </a:rPr>
              <a:t> program.</a:t>
            </a:r>
          </a:p>
          <a:p>
            <a:pPr marL="342900" lvl="0">
              <a:buClr>
                <a:srgbClr val="101141"/>
              </a:buClr>
              <a:buNone/>
            </a:pPr>
            <a:r>
              <a:rPr lang="en-US" sz="2000" dirty="0">
                <a:latin typeface="Cambria" panose="02040503050406030204" pitchFamily="18" charset="0"/>
                <a:ea typeface="Cambria" panose="02040503050406030204" pitchFamily="18" charset="0"/>
              </a:rPr>
              <a:t>       </a:t>
            </a:r>
          </a:p>
          <a:p>
            <a:pPr marL="342900" lvl="0">
              <a:buClr>
                <a:srgbClr val="101141"/>
              </a:buClr>
              <a:buNone/>
            </a:pPr>
            <a:r>
              <a:rPr lang="en-US" sz="2000" b="1" dirty="0">
                <a:solidFill>
                  <a:srgbClr val="000000"/>
                </a:solidFill>
                <a:latin typeface="Cambria" panose="02040503050406030204" pitchFamily="18" charset="0"/>
                <a:ea typeface="Cambria" panose="02040503050406030204" pitchFamily="18" charset="0"/>
              </a:rPr>
              <a:t>Analysis:</a:t>
            </a:r>
            <a:r>
              <a:rPr lang="en-US" sz="2000" dirty="0">
                <a:solidFill>
                  <a:srgbClr val="000000"/>
                </a:solidFill>
                <a:latin typeface="Cambria" panose="02040503050406030204" pitchFamily="18" charset="0"/>
                <a:ea typeface="Cambria" panose="02040503050406030204" pitchFamily="18" charset="0"/>
              </a:rPr>
              <a:t>  </a:t>
            </a:r>
            <a:endParaRPr lang="en-US" sz="2000" dirty="0">
              <a:latin typeface="Cambria" panose="02040503050406030204" pitchFamily="18" charset="0"/>
              <a:ea typeface="Cambria" panose="02040503050406030204" pitchFamily="18" charset="0"/>
            </a:endParaRPr>
          </a:p>
          <a:p>
            <a:pPr marL="0" lvl="0" indent="0">
              <a:buNone/>
            </a:pPr>
            <a:r>
              <a:rPr lang="en-US" sz="2000" dirty="0">
                <a:solidFill>
                  <a:srgbClr val="000000"/>
                </a:solidFill>
                <a:latin typeface="Cambria" panose="02040503050406030204" pitchFamily="18" charset="0"/>
                <a:ea typeface="Cambria" panose="02040503050406030204" pitchFamily="18" charset="0"/>
              </a:rPr>
              <a:t>Predict the GPA of the AIML students in Semester3</a:t>
            </a:r>
          </a:p>
          <a:p>
            <a:pPr marL="0" lvl="0" indent="0">
              <a:buNone/>
            </a:pPr>
            <a:r>
              <a:rPr lang="en-US" sz="2000" dirty="0">
                <a:solidFill>
                  <a:srgbClr val="000000"/>
                </a:solidFill>
                <a:latin typeface="Cambria" panose="02040503050406030204" pitchFamily="18" charset="0"/>
                <a:ea typeface="Cambria" panose="02040503050406030204" pitchFamily="18" charset="0"/>
              </a:rPr>
              <a:t> to estimate the no. of students who might enroll</a:t>
            </a:r>
          </a:p>
          <a:p>
            <a:pPr marL="0" lvl="0" indent="0">
              <a:buNone/>
            </a:pPr>
            <a:r>
              <a:rPr lang="en-US" sz="2000" dirty="0">
                <a:solidFill>
                  <a:srgbClr val="000000"/>
                </a:solidFill>
                <a:latin typeface="Cambria" panose="02040503050406030204" pitchFamily="18" charset="0"/>
                <a:ea typeface="Cambria" panose="02040503050406030204" pitchFamily="18" charset="0"/>
              </a:rPr>
              <a:t> in dissertation</a:t>
            </a:r>
            <a:endParaRPr lang="en-US" sz="2000" dirty="0">
              <a:latin typeface="Cambria" panose="02040503050406030204" pitchFamily="18" charset="0"/>
              <a:ea typeface="Cambria" panose="02040503050406030204" pitchFamily="18" charset="0"/>
            </a:endParaRPr>
          </a:p>
          <a:p>
            <a:pPr marL="342900" lvl="0">
              <a:buClr>
                <a:srgbClr val="101141"/>
              </a:buClr>
              <a:buNone/>
            </a:pPr>
            <a:endParaRPr lang="en-US" sz="2000" dirty="0">
              <a:solidFill>
                <a:srgbClr val="000000"/>
              </a:solidFill>
              <a:latin typeface="Cambria" panose="02040503050406030204" pitchFamily="18" charset="0"/>
              <a:ea typeface="Cambria" panose="02040503050406030204" pitchFamily="18" charset="0"/>
            </a:endParaRPr>
          </a:p>
          <a:p>
            <a:pPr marL="342900" lvl="0">
              <a:buClr>
                <a:srgbClr val="101141"/>
              </a:buClr>
              <a:buNone/>
            </a:pPr>
            <a:r>
              <a:rPr lang="en-US" sz="2000" b="1" dirty="0">
                <a:solidFill>
                  <a:srgbClr val="000000"/>
                </a:solidFill>
                <a:latin typeface="Cambria" panose="02040503050406030204" pitchFamily="18" charset="0"/>
                <a:ea typeface="Cambria" panose="02040503050406030204" pitchFamily="18" charset="0"/>
              </a:rPr>
              <a:t>Observation:</a:t>
            </a:r>
            <a:endParaRPr lang="en-US" sz="2000" dirty="0">
              <a:latin typeface="Cambria" panose="02040503050406030204" pitchFamily="18" charset="0"/>
              <a:ea typeface="Cambria" panose="02040503050406030204" pitchFamily="18" charset="0"/>
            </a:endParaRPr>
          </a:p>
          <a:p>
            <a:pPr marL="0" lvl="0" indent="0">
              <a:buNone/>
            </a:pPr>
            <a:r>
              <a:rPr lang="en-US" sz="2000" dirty="0">
                <a:solidFill>
                  <a:srgbClr val="000000"/>
                </a:solidFill>
                <a:latin typeface="Cambria" panose="02040503050406030204" pitchFamily="18" charset="0"/>
                <a:ea typeface="Cambria" panose="02040503050406030204" pitchFamily="18" charset="0"/>
              </a:rPr>
              <a:t>Students with similar educational background </a:t>
            </a:r>
          </a:p>
          <a:p>
            <a:pPr marL="0" lvl="0" indent="0">
              <a:buNone/>
            </a:pPr>
            <a:r>
              <a:rPr lang="en-US" sz="2000" dirty="0">
                <a:solidFill>
                  <a:srgbClr val="000000"/>
                </a:solidFill>
                <a:latin typeface="Cambria" panose="02040503050406030204" pitchFamily="18" charset="0"/>
                <a:ea typeface="Cambria" panose="02040503050406030204" pitchFamily="18" charset="0"/>
              </a:rPr>
              <a:t>tend to perform same in the exams</a:t>
            </a:r>
            <a:endParaRPr lang="en-US" sz="2000" dirty="0">
              <a:latin typeface="Cambria" panose="02040503050406030204" pitchFamily="18" charset="0"/>
              <a:ea typeface="Cambria" panose="02040503050406030204" pitchFamily="18" charset="0"/>
            </a:endParaRPr>
          </a:p>
          <a:p>
            <a:endParaRPr lang="en-IN" sz="2000" dirty="0">
              <a:latin typeface="Cambria" panose="02040503050406030204" pitchFamily="18" charset="0"/>
              <a:ea typeface="Cambria" panose="02040503050406030204" pitchFamily="18" charset="0"/>
            </a:endParaRPr>
          </a:p>
        </p:txBody>
      </p:sp>
      <p:sp>
        <p:nvSpPr>
          <p:cNvPr id="2" name="Text Placeholder 1"/>
          <p:cNvSpPr>
            <a:spLocks noGrp="1"/>
          </p:cNvSpPr>
          <p:nvPr>
            <p:ph type="body" idx="2"/>
          </p:nvPr>
        </p:nvSpPr>
        <p:spPr>
          <a:xfrm>
            <a:off x="152400" y="75633"/>
            <a:ext cx="6324600" cy="1143000"/>
          </a:xfrm>
          <a:noFill/>
          <a:ln>
            <a:noFill/>
          </a:ln>
        </p:spPr>
        <p:txBody>
          <a:bodyPr spcFirstLastPara="1" wrap="square" lIns="91425" tIns="45700" rIns="91425" bIns="45700" anchor="ctr" anchorCtr="0">
            <a:normAutofit/>
          </a:bodyPr>
          <a:lstStyle/>
          <a:p>
            <a:r>
              <a:rPr lang="en-US" b="0" dirty="0">
                <a:solidFill>
                  <a:srgbClr val="202124"/>
                </a:solidFill>
                <a:latin typeface="Cambria" panose="02040503050406030204" pitchFamily="18" charset="0"/>
                <a:ea typeface="Cambria" panose="02040503050406030204" pitchFamily="18" charset="0"/>
              </a:rPr>
              <a:t>Case study</a:t>
            </a:r>
            <a:endParaRPr lang="en-IN" b="0" dirty="0">
              <a:solidFill>
                <a:srgbClr val="202124"/>
              </a:solidFill>
              <a:latin typeface="Cambria" panose="02040503050406030204" pitchFamily="18" charset="0"/>
              <a:ea typeface="Cambria" panose="02040503050406030204" pitchFamily="18" charset="0"/>
            </a:endParaRPr>
          </a:p>
        </p:txBody>
      </p:sp>
      <p:graphicFrame>
        <p:nvGraphicFramePr>
          <p:cNvPr id="5" name="Google Shape;840;p7"/>
          <p:cNvGraphicFramePr/>
          <p:nvPr>
            <p:extLst>
              <p:ext uri="{D42A27DB-BD31-4B8C-83A1-F6EECF244321}">
                <p14:modId xmlns:p14="http://schemas.microsoft.com/office/powerpoint/2010/main" val="3137606036"/>
              </p:ext>
            </p:extLst>
          </p:nvPr>
        </p:nvGraphicFramePr>
        <p:xfrm>
          <a:off x="6477000" y="922168"/>
          <a:ext cx="2636525" cy="5394980"/>
        </p:xfrm>
        <a:graphic>
          <a:graphicData uri="http://schemas.openxmlformats.org/drawingml/2006/table">
            <a:tbl>
              <a:tblPr firstRow="1" bandRow="1">
                <a:noFill/>
              </a:tblPr>
              <a:tblGrid>
                <a:gridCol w="2636525">
                  <a:extLst>
                    <a:ext uri="{9D8B030D-6E8A-4147-A177-3AD203B41FA5}">
                      <a16:colId xmlns:a16="http://schemas.microsoft.com/office/drawing/2014/main" val="20000"/>
                    </a:ext>
                  </a:extLst>
                </a:gridCol>
              </a:tblGrid>
              <a:tr h="341957">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AttributesOfInterest</a:t>
                      </a:r>
                      <a:endParaRPr sz="1800" u="none" strike="noStrike" cap="none"/>
                    </a:p>
                  </a:txBody>
                  <a:tcPr marL="91450" marR="91450" marT="45725" marB="45725"/>
                </a:tc>
                <a:extLst>
                  <a:ext uri="{0D108BD9-81ED-4DB2-BD59-A6C34878D82A}">
                    <a16:rowId xmlns:a16="http://schemas.microsoft.com/office/drawing/2014/main" val="10000"/>
                  </a:ext>
                </a:extLst>
              </a:tr>
              <a:tr h="4890332">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Name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Gender</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Age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DataOfBirth</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Organisation</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JobTitle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NatureOfJob</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EntranceScore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EligibilityScore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PreviousDegree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WILPBatch</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Section</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ISM</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MFML</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ACI</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ML</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NLP</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a:t>
                      </a:r>
                      <a:endParaRPr sz="1400" u="none" strike="noStrike" cap="none" dirty="0"/>
                    </a:p>
                  </a:txBody>
                  <a:tcPr marL="91450" marR="91450" marT="45725" marB="45725"/>
                </a:tc>
                <a:extLst>
                  <a:ext uri="{0D108BD9-81ED-4DB2-BD59-A6C34878D82A}">
                    <a16:rowId xmlns:a16="http://schemas.microsoft.com/office/drawing/2014/main" val="10001"/>
                  </a:ext>
                </a:extLst>
              </a:tr>
            </a:tbl>
          </a:graphicData>
        </a:graphic>
      </p:graphicFrame>
      <p:sp>
        <p:nvSpPr>
          <p:cNvPr id="6"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59</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CA24E2C5-ED98-6486-140D-34C4E815A265}"/>
                  </a:ext>
                </a:extLst>
              </p14:cNvPr>
              <p14:cNvContentPartPr/>
              <p14:nvPr/>
            </p14:nvContentPartPr>
            <p14:xfrm>
              <a:off x="7326360" y="1504440"/>
              <a:ext cx="1042200" cy="3935520"/>
            </p14:xfrm>
          </p:contentPart>
        </mc:Choice>
        <mc:Fallback>
          <p:pic>
            <p:nvPicPr>
              <p:cNvPr id="3" name="Ink 2">
                <a:extLst>
                  <a:ext uri="{FF2B5EF4-FFF2-40B4-BE49-F238E27FC236}">
                    <a16:creationId xmlns:a16="http://schemas.microsoft.com/office/drawing/2014/main" id="{CA24E2C5-ED98-6486-140D-34C4E815A265}"/>
                  </a:ext>
                </a:extLst>
              </p:cNvPr>
              <p:cNvPicPr/>
              <p:nvPr/>
            </p:nvPicPr>
            <p:blipFill>
              <a:blip r:embed="rId3"/>
              <a:stretch>
                <a:fillRect/>
              </a:stretch>
            </p:blipFill>
            <p:spPr>
              <a:xfrm>
                <a:off x="7317000" y="1495080"/>
                <a:ext cx="1060920" cy="3954240"/>
              </a:xfrm>
              <a:prstGeom prst="rect">
                <a:avLst/>
              </a:prstGeom>
            </p:spPr>
          </p:pic>
        </mc:Fallback>
      </mc:AlternateContent>
    </p:spTree>
    <p:extLst>
      <p:ext uri="{BB962C8B-B14F-4D97-AF65-F5344CB8AC3E}">
        <p14:creationId xmlns:p14="http://schemas.microsoft.com/office/powerpoint/2010/main" val="151438215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837"/>
        <p:cNvGrpSpPr/>
        <p:nvPr/>
      </p:nvGrpSpPr>
      <p:grpSpPr>
        <a:xfrm>
          <a:off x="0" y="0"/>
          <a:ext cx="0" cy="0"/>
          <a:chOff x="0" y="0"/>
          <a:chExt cx="0" cy="0"/>
        </a:xfrm>
      </p:grpSpPr>
      <p:sp>
        <p:nvSpPr>
          <p:cNvPr id="838" name="Google Shape;838;p7"/>
          <p:cNvSpPr txBox="1">
            <a:spLocks noGrp="1"/>
          </p:cNvSpPr>
          <p:nvPr>
            <p:ph type="body" idx="1"/>
          </p:nvPr>
        </p:nvSpPr>
        <p:spPr>
          <a:xfrm>
            <a:off x="152400" y="1435597"/>
            <a:ext cx="6019800" cy="5059500"/>
          </a:xfrm>
          <a:prstGeom prst="rect">
            <a:avLst/>
          </a:prstGeom>
          <a:noFill/>
          <a:ln>
            <a:noFill/>
          </a:ln>
        </p:spPr>
        <p:txBody>
          <a:bodyPr spcFirstLastPara="1" wrap="square" lIns="91425" tIns="45700" rIns="91425" bIns="45700" anchor="t" anchorCtr="0">
            <a:normAutofit/>
          </a:bodyPr>
          <a:lstStyle/>
          <a:p>
            <a:pPr marL="514350" lvl="0" indent="-285750">
              <a:buFont typeface="Arial" panose="020B0604020202020204" pitchFamily="34" charset="0"/>
              <a:buChar char="•"/>
            </a:pPr>
            <a:r>
              <a:rPr lang="en-US" dirty="0">
                <a:latin typeface="Cambria" panose="02040503050406030204" pitchFamily="18" charset="0"/>
                <a:ea typeface="Cambria" panose="02040503050406030204" pitchFamily="18" charset="0"/>
              </a:rPr>
              <a:t>Reducing the number of features by creating lower-dimension 	</a:t>
            </a:r>
          </a:p>
          <a:p>
            <a:pPr marL="514350" lvl="0" indent="-285750">
              <a:buFont typeface="Arial" panose="020B0604020202020204" pitchFamily="34" charset="0"/>
              <a:buChar char="•"/>
            </a:pPr>
            <a:endParaRPr lang="en-US" dirty="0">
              <a:latin typeface="Cambria" panose="02040503050406030204" pitchFamily="18" charset="0"/>
              <a:ea typeface="Cambria" panose="02040503050406030204" pitchFamily="18" charset="0"/>
            </a:endParaRPr>
          </a:p>
          <a:p>
            <a:pPr marL="514350" marR="0" lvl="0" indent="-285750" algn="l" rtl="0">
              <a:lnSpc>
                <a:spcPct val="100000"/>
              </a:lnSpc>
              <a:spcBef>
                <a:spcPts val="480"/>
              </a:spcBef>
              <a:spcAft>
                <a:spcPts val="0"/>
              </a:spcAft>
              <a:buClr>
                <a:srgbClr val="10114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When dimensionality increases, data becomes increasingly sparse in the space that it occupies</a:t>
            </a:r>
          </a:p>
          <a:p>
            <a:pPr marL="514350" marR="0" lvl="0" indent="-285750" algn="l" rtl="0">
              <a:lnSpc>
                <a:spcPct val="100000"/>
              </a:lnSpc>
              <a:spcBef>
                <a:spcPts val="480"/>
              </a:spcBef>
              <a:spcAft>
                <a:spcPts val="0"/>
              </a:spcAft>
              <a:buClr>
                <a:srgbClr val="101141"/>
              </a:buClr>
              <a:buSzPts val="2400"/>
              <a:buFont typeface="Arial" panose="020B0604020202020204" pitchFamily="34" charset="0"/>
              <a:buChar char="•"/>
            </a:pPr>
            <a:endParaRPr dirty="0">
              <a:latin typeface="Cambria" panose="02040503050406030204" pitchFamily="18" charset="0"/>
              <a:ea typeface="Cambria" panose="02040503050406030204" pitchFamily="18" charset="0"/>
            </a:endParaRPr>
          </a:p>
          <a:p>
            <a:pPr marL="5143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Solution : Dimensionality Reduction techniques: </a:t>
            </a:r>
            <a:r>
              <a:rPr lang="en-US" dirty="0" err="1">
                <a:latin typeface="Cambria" panose="02040503050406030204" pitchFamily="18" charset="0"/>
                <a:ea typeface="Cambria" panose="02040503050406030204" pitchFamily="18" charset="0"/>
              </a:rPr>
              <a:t>e.g</a:t>
            </a:r>
            <a:r>
              <a:rPr lang="en-US" dirty="0">
                <a:latin typeface="Cambria" panose="02040503050406030204" pitchFamily="18" charset="0"/>
                <a:ea typeface="Cambria" panose="02040503050406030204" pitchFamily="18" charset="0"/>
              </a:rPr>
              <a:t> Principal Components Analysis (PCA)</a:t>
            </a:r>
            <a:endParaRPr dirty="0">
              <a:latin typeface="Cambria" panose="02040503050406030204" pitchFamily="18" charset="0"/>
              <a:ea typeface="Cambria" panose="02040503050406030204" pitchFamily="18" charset="0"/>
            </a:endParaRPr>
          </a:p>
        </p:txBody>
      </p:sp>
      <p:sp>
        <p:nvSpPr>
          <p:cNvPr id="839" name="Google Shape;839;p7"/>
          <p:cNvSpPr txBox="1">
            <a:spLocks noGrp="1"/>
          </p:cNvSpPr>
          <p:nvPr>
            <p:ph type="body" idx="2"/>
          </p:nvPr>
        </p:nvSpPr>
        <p:spPr>
          <a:xfrm>
            <a:off x="152399" y="167482"/>
            <a:ext cx="8268269" cy="1261884"/>
          </a:xfrm>
          <a:prstGeom prst="rect">
            <a:avLst/>
          </a:prstGeom>
          <a:noFill/>
          <a:ln w="9525">
            <a:noFill/>
            <a:miter lim="800000"/>
            <a:headEnd/>
            <a:tailEnd/>
          </a:ln>
          <a:effectLst/>
        </p:spPr>
        <p:txBody>
          <a:bodyPr spcFirstLastPara="1" vert="horz" wrap="square" lIns="91440" tIns="45720" rIns="91440" bIns="45720" rtlCol="0" anchor="ctr" anchorCtr="0">
            <a:spAutoFit/>
          </a:bodyPr>
          <a:lstStyle/>
          <a:p>
            <a:pPr eaLnBrk="0" fontAlgn="base" hangingPunct="0">
              <a:spcBef>
                <a:spcPct val="0"/>
              </a:spcBef>
              <a:spcAft>
                <a:spcPct val="0"/>
              </a:spcAft>
              <a:buSzPts val="3200"/>
              <a:buFont typeface="Calibri"/>
            </a:pPr>
            <a:r>
              <a:rPr lang="en-US" b="0" kern="1200" spc="-150" dirty="0">
                <a:solidFill>
                  <a:schemeClr val="tx1"/>
                </a:solidFill>
                <a:latin typeface="Cambria" panose="02040503050406030204" pitchFamily="18" charset="0"/>
                <a:ea typeface="Cambria" panose="02040503050406030204" pitchFamily="18" charset="0"/>
                <a:cs typeface="+mn-cs"/>
              </a:rPr>
              <a:t>Feature Engineering  - Extraction</a:t>
            </a:r>
          </a:p>
          <a:p>
            <a:pPr eaLnBrk="0" fontAlgn="base" hangingPunct="0">
              <a:spcBef>
                <a:spcPct val="0"/>
              </a:spcBef>
              <a:spcAft>
                <a:spcPct val="0"/>
              </a:spcAft>
              <a:buSzPts val="3200"/>
            </a:pPr>
            <a:r>
              <a:rPr lang="en-US" sz="2000" dirty="0">
                <a:latin typeface="Cambria" panose="02040503050406030204" pitchFamily="18" charset="0"/>
                <a:ea typeface="Cambria" panose="02040503050406030204" pitchFamily="18" charset="0"/>
              </a:rPr>
              <a:t>Curse of Dimensionality</a:t>
            </a:r>
          </a:p>
          <a:p>
            <a:pPr eaLnBrk="0" fontAlgn="base" hangingPunct="0">
              <a:spcBef>
                <a:spcPct val="0"/>
              </a:spcBef>
              <a:spcAft>
                <a:spcPct val="0"/>
              </a:spcAft>
              <a:buSzPts val="3200"/>
              <a:buFont typeface="Calibri"/>
            </a:pPr>
            <a:endParaRPr sz="2000" b="0" kern="1200" spc="-150" dirty="0">
              <a:solidFill>
                <a:schemeClr val="tx1"/>
              </a:solidFill>
              <a:latin typeface="Cambria" panose="02040503050406030204" pitchFamily="18" charset="0"/>
              <a:ea typeface="Cambria" panose="02040503050406030204" pitchFamily="18" charset="0"/>
              <a:cs typeface="+mn-cs"/>
            </a:endParaRPr>
          </a:p>
        </p:txBody>
      </p:sp>
      <p:graphicFrame>
        <p:nvGraphicFramePr>
          <p:cNvPr id="840" name="Google Shape;840;p7"/>
          <p:cNvGraphicFramePr/>
          <p:nvPr/>
        </p:nvGraphicFramePr>
        <p:xfrm>
          <a:off x="6324600" y="943428"/>
          <a:ext cx="2636525" cy="5674380"/>
        </p:xfrm>
        <a:graphic>
          <a:graphicData uri="http://schemas.openxmlformats.org/drawingml/2006/table">
            <a:tbl>
              <a:tblPr firstRow="1" bandRow="1">
                <a:noFill/>
              </a:tblPr>
              <a:tblGrid>
                <a:gridCol w="2636525">
                  <a:extLst>
                    <a:ext uri="{9D8B030D-6E8A-4147-A177-3AD203B41FA5}">
                      <a16:colId xmlns:a16="http://schemas.microsoft.com/office/drawing/2014/main" val="20000"/>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AttributesOfInterest</a:t>
                      </a:r>
                      <a:endParaRPr sz="18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Name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Gender</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Age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DataOfBirth</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Organisation</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JobTitle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NatureOfJob</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EntranceScore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EligibilityScore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PreviousDegree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WILPBatch</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Section</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ISM</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MFML</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ACI</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ML</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NLP</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tc>
                <a:extLst>
                  <a:ext uri="{0D108BD9-81ED-4DB2-BD59-A6C34878D82A}">
                    <a16:rowId xmlns:a16="http://schemas.microsoft.com/office/drawing/2014/main" val="10001"/>
                  </a:ext>
                </a:extLst>
              </a:tr>
            </a:tbl>
          </a:graphicData>
        </a:graphic>
      </p:graphicFrame>
      <p:sp>
        <p:nvSpPr>
          <p:cNvPr id="5"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60</a:t>
            </a: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63848AAD-DBE4-4F78-AE62-8D6FEDCC3F0C}"/>
                  </a:ext>
                </a:extLst>
              </p14:cNvPr>
              <p14:cNvContentPartPr/>
              <p14:nvPr/>
            </p14:nvContentPartPr>
            <p14:xfrm>
              <a:off x="720360" y="818640"/>
              <a:ext cx="5118840" cy="5311080"/>
            </p14:xfrm>
          </p:contentPart>
        </mc:Choice>
        <mc:Fallback>
          <p:pic>
            <p:nvPicPr>
              <p:cNvPr id="2" name="Ink 1">
                <a:extLst>
                  <a:ext uri="{FF2B5EF4-FFF2-40B4-BE49-F238E27FC236}">
                    <a16:creationId xmlns:a16="http://schemas.microsoft.com/office/drawing/2014/main" id="{63848AAD-DBE4-4F78-AE62-8D6FEDCC3F0C}"/>
                  </a:ext>
                </a:extLst>
              </p:cNvPr>
              <p:cNvPicPr/>
              <p:nvPr/>
            </p:nvPicPr>
            <p:blipFill>
              <a:blip r:embed="rId4"/>
              <a:stretch>
                <a:fillRect/>
              </a:stretch>
            </p:blipFill>
            <p:spPr>
              <a:xfrm>
                <a:off x="711000" y="809280"/>
                <a:ext cx="5137560" cy="5329800"/>
              </a:xfrm>
              <a:prstGeom prst="rect">
                <a:avLst/>
              </a:prstGeom>
            </p:spPr>
          </p:pic>
        </mc:Fallback>
      </mc:AlternateContent>
    </p:spTree>
    <p:extLst>
      <p:ext uri="{BB962C8B-B14F-4D97-AF65-F5344CB8AC3E}">
        <p14:creationId xmlns:p14="http://schemas.microsoft.com/office/powerpoint/2010/main" val="335353159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889"/>
        <p:cNvGrpSpPr/>
        <p:nvPr/>
      </p:nvGrpSpPr>
      <p:grpSpPr>
        <a:xfrm>
          <a:off x="0" y="0"/>
          <a:ext cx="0" cy="0"/>
          <a:chOff x="0" y="0"/>
          <a:chExt cx="0" cy="0"/>
        </a:xfrm>
      </p:grpSpPr>
      <p:sp>
        <p:nvSpPr>
          <p:cNvPr id="890" name="Google Shape;890;g11575d78375_0_517"/>
          <p:cNvSpPr txBox="1">
            <a:spLocks noGrp="1"/>
          </p:cNvSpPr>
          <p:nvPr>
            <p:ph type="body" idx="1"/>
          </p:nvPr>
        </p:nvSpPr>
        <p:spPr>
          <a:xfrm>
            <a:off x="152400" y="1433635"/>
            <a:ext cx="6019800" cy="4983300"/>
          </a:xfrm>
          <a:prstGeom prst="rect">
            <a:avLst/>
          </a:prstGeom>
          <a:noFill/>
          <a:ln>
            <a:noFill/>
          </a:ln>
        </p:spPr>
        <p:txBody>
          <a:bodyPr spcFirstLastPara="1" wrap="square" lIns="91425" tIns="45700" rIns="91425" bIns="45700" anchor="t" anchorCtr="0">
            <a:normAutofit/>
          </a:bodyPr>
          <a:lstStyle/>
          <a:p>
            <a:pPr marL="5143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Selecting a subset of the input features for training the model</a:t>
            </a:r>
          </a:p>
          <a:p>
            <a:pPr lvl="1"/>
            <a:r>
              <a:rPr lang="en-US" sz="2400" dirty="0">
                <a:latin typeface="Cambria" panose="02040503050406030204" pitchFamily="18" charset="0"/>
                <a:ea typeface="Cambria" panose="02040503050406030204" pitchFamily="18" charset="0"/>
              </a:rPr>
              <a:t>Handle Redundant features</a:t>
            </a:r>
          </a:p>
          <a:p>
            <a:pPr lvl="1"/>
            <a:r>
              <a:rPr lang="en-US" sz="2400" dirty="0">
                <a:latin typeface="Cambria" panose="02040503050406030204" pitchFamily="18" charset="0"/>
                <a:ea typeface="Cambria" panose="02040503050406030204" pitchFamily="18" charset="0"/>
              </a:rPr>
              <a:t>Remove Irrelevant feature </a:t>
            </a:r>
          </a:p>
          <a:p>
            <a:pPr lvl="1"/>
            <a:r>
              <a:rPr lang="en-US" sz="2400" dirty="0">
                <a:latin typeface="Cambria" panose="02040503050406030204" pitchFamily="18" charset="0"/>
                <a:ea typeface="Cambria" panose="02040503050406030204" pitchFamily="18" charset="0"/>
              </a:rPr>
              <a:t>dropping features (missing a large number of value)</a:t>
            </a:r>
            <a:endParaRPr sz="2400" dirty="0">
              <a:latin typeface="Cambria" panose="02040503050406030204" pitchFamily="18" charset="0"/>
              <a:ea typeface="Cambria" panose="02040503050406030204" pitchFamily="18" charset="0"/>
            </a:endParaRPr>
          </a:p>
          <a:p>
            <a:pPr marL="514350" indent="-285750">
              <a:buFont typeface="Arial" panose="020B0604020202020204" pitchFamily="34" charset="0"/>
              <a:buChar char="•"/>
            </a:pPr>
            <a:endParaRPr lang="en-US" dirty="0">
              <a:latin typeface="Cambria" panose="02040503050406030204" pitchFamily="18" charset="0"/>
              <a:ea typeface="Cambria" panose="02040503050406030204" pitchFamily="18" charset="0"/>
            </a:endParaRPr>
          </a:p>
          <a:p>
            <a:pPr marL="514350" indent="-285750">
              <a:buFont typeface="Arial" panose="020B0604020202020204" pitchFamily="34" charset="0"/>
              <a:buChar char="•"/>
            </a:pPr>
            <a:endParaRPr dirty="0">
              <a:latin typeface="Cambria" panose="02040503050406030204" pitchFamily="18" charset="0"/>
              <a:ea typeface="Cambria" panose="02040503050406030204" pitchFamily="18" charset="0"/>
            </a:endParaRPr>
          </a:p>
          <a:p>
            <a:pPr marL="514350" indent="-285750">
              <a:buFont typeface="Arial" panose="020B0604020202020204" pitchFamily="34" charset="0"/>
              <a:buChar char="•"/>
            </a:pPr>
            <a:endParaRPr dirty="0">
              <a:latin typeface="Cambria" panose="02040503050406030204" pitchFamily="18" charset="0"/>
              <a:ea typeface="Cambria" panose="02040503050406030204" pitchFamily="18" charset="0"/>
            </a:endParaRPr>
          </a:p>
          <a:p>
            <a:pPr marL="514350" indent="-285750">
              <a:buFont typeface="Arial" panose="020B0604020202020204" pitchFamily="34" charset="0"/>
              <a:buChar char="•"/>
            </a:pPr>
            <a:endParaRPr dirty="0">
              <a:latin typeface="Cambria" panose="02040503050406030204" pitchFamily="18" charset="0"/>
              <a:ea typeface="Cambria" panose="02040503050406030204" pitchFamily="18" charset="0"/>
            </a:endParaRPr>
          </a:p>
        </p:txBody>
      </p:sp>
      <p:sp>
        <p:nvSpPr>
          <p:cNvPr id="891" name="Google Shape;891;g11575d78375_0_517"/>
          <p:cNvSpPr txBox="1">
            <a:spLocks noGrp="1"/>
          </p:cNvSpPr>
          <p:nvPr>
            <p:ph type="body" idx="2"/>
          </p:nvPr>
        </p:nvSpPr>
        <p:spPr>
          <a:xfrm>
            <a:off x="152400" y="122525"/>
            <a:ext cx="6324600" cy="820903"/>
          </a:xfrm>
          <a:prstGeom prst="rect">
            <a:avLst/>
          </a:prstGeom>
          <a:noFill/>
          <a:ln>
            <a:noFill/>
          </a:ln>
        </p:spPr>
        <p:txBody>
          <a:bodyPr spcFirstLastPara="1" wrap="square" lIns="91425" tIns="45700" rIns="91425" bIns="45700" anchor="ctr" anchorCtr="0">
            <a:normAutofit/>
          </a:bodyPr>
          <a:lstStyle/>
          <a:p>
            <a:pPr eaLnBrk="0" fontAlgn="base" hangingPunct="0">
              <a:spcBef>
                <a:spcPct val="0"/>
              </a:spcBef>
              <a:spcAft>
                <a:spcPct val="0"/>
              </a:spcAft>
              <a:buSzPts val="3200"/>
              <a:buFont typeface="Calibri"/>
            </a:pPr>
            <a:r>
              <a:rPr lang="en-US" b="0" kern="1200" spc="-150" dirty="0">
                <a:solidFill>
                  <a:schemeClr val="tx1"/>
                </a:solidFill>
                <a:latin typeface="Cambria" panose="02040503050406030204" pitchFamily="18" charset="0"/>
                <a:ea typeface="Cambria" panose="02040503050406030204" pitchFamily="18" charset="0"/>
              </a:rPr>
              <a:t>Feature Engineering  - Selection</a:t>
            </a:r>
          </a:p>
        </p:txBody>
      </p:sp>
      <p:graphicFrame>
        <p:nvGraphicFramePr>
          <p:cNvPr id="892" name="Google Shape;892;g11575d78375_0_517"/>
          <p:cNvGraphicFramePr/>
          <p:nvPr/>
        </p:nvGraphicFramePr>
        <p:xfrm>
          <a:off x="6324600" y="943428"/>
          <a:ext cx="2636525" cy="5674380"/>
        </p:xfrm>
        <a:graphic>
          <a:graphicData uri="http://schemas.openxmlformats.org/drawingml/2006/table">
            <a:tbl>
              <a:tblPr firstRow="1" bandRow="1">
                <a:noFill/>
              </a:tblPr>
              <a:tblGrid>
                <a:gridCol w="2636525">
                  <a:extLst>
                    <a:ext uri="{9D8B030D-6E8A-4147-A177-3AD203B41FA5}">
                      <a16:colId xmlns:a16="http://schemas.microsoft.com/office/drawing/2014/main" val="20000"/>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AttributesOfInterest</a:t>
                      </a:r>
                      <a:endParaRPr sz="18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sngStrike" cap="none" dirty="0"/>
                        <a:t>Name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sngStrike" cap="none" dirty="0"/>
                        <a:t>Gender</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sngStrike" cap="none" dirty="0"/>
                        <a:t>Age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sngStrike" cap="none" dirty="0" err="1"/>
                        <a:t>DataOfBirth</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sngStrike" cap="none" dirty="0" err="1"/>
                        <a:t>Organisation</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sngStrike" cap="none" dirty="0" err="1"/>
                        <a:t>JobTitle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sngStrike" cap="none" dirty="0" err="1"/>
                        <a:t>NatureOfJob</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sngStrike" cap="none" dirty="0" err="1"/>
                        <a:t>EntranceScore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sngStrike" cap="none" dirty="0" err="1"/>
                        <a:t>EligibilityScore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PreviousDegree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sngStrike" cap="none" dirty="0" err="1"/>
                        <a:t>WILPBatch</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sngStrike" cap="none" dirty="0"/>
                        <a:t>Section</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ISM</a:t>
                      </a:r>
                      <a:endParaRPr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MFML</a:t>
                      </a:r>
                      <a:endParaRPr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ACI</a:t>
                      </a:r>
                      <a:endParaRPr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solidFill>
                            <a:srgbClr val="FF0000"/>
                          </a:solidFill>
                        </a:rPr>
                        <a:t>ML</a:t>
                      </a:r>
                      <a:endParaRPr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solidFill>
                            <a:srgbClr val="FF0000"/>
                          </a:solidFill>
                        </a:rPr>
                        <a:t>NLP</a:t>
                      </a:r>
                      <a:endParaRPr sz="1400" u="none" strike="noStrike" cap="none" dirty="0">
                        <a:solidFill>
                          <a:srgbClr val="FF0000"/>
                        </a:solidFill>
                      </a:endParaRPr>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tc>
                <a:extLst>
                  <a:ext uri="{0D108BD9-81ED-4DB2-BD59-A6C34878D82A}">
                    <a16:rowId xmlns:a16="http://schemas.microsoft.com/office/drawing/2014/main" val="10001"/>
                  </a:ext>
                </a:extLst>
              </a:tr>
            </a:tbl>
          </a:graphicData>
        </a:graphic>
      </p:graphicFrame>
      <p:sp>
        <p:nvSpPr>
          <p:cNvPr id="893" name="Google Shape;893;g11575d78375_0_517"/>
          <p:cNvSpPr/>
          <p:nvPr/>
        </p:nvSpPr>
        <p:spPr>
          <a:xfrm>
            <a:off x="359391" y="5370529"/>
            <a:ext cx="7696200" cy="338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1" u="none" strike="noStrike" cap="none" dirty="0" err="1">
                <a:solidFill>
                  <a:schemeClr val="dk2"/>
                </a:solidFill>
                <a:latin typeface="Calibri"/>
                <a:ea typeface="Calibri"/>
                <a:cs typeface="Calibri"/>
                <a:sym typeface="Calibri"/>
              </a:rPr>
              <a:t>dataframe</a:t>
            </a:r>
            <a:r>
              <a:rPr lang="en-US" sz="1600" b="0" i="0" u="none" strike="noStrike" cap="none" dirty="0">
                <a:solidFill>
                  <a:schemeClr val="dk2"/>
                </a:solidFill>
                <a:latin typeface="Calibri"/>
                <a:ea typeface="Calibri"/>
                <a:cs typeface="Calibri"/>
                <a:sym typeface="Calibri"/>
              </a:rPr>
              <a:t>= </a:t>
            </a:r>
            <a:r>
              <a:rPr lang="en-US" sz="1600" b="0" i="1" u="none" strike="noStrike" cap="none" dirty="0" err="1">
                <a:solidFill>
                  <a:schemeClr val="dk2"/>
                </a:solidFill>
                <a:latin typeface="Calibri"/>
                <a:ea typeface="Calibri"/>
                <a:cs typeface="Calibri"/>
                <a:sym typeface="Calibri"/>
              </a:rPr>
              <a:t>dataframe</a:t>
            </a:r>
            <a:r>
              <a:rPr lang="en-US" sz="1600" b="0" i="0" u="none" strike="noStrike" cap="none" dirty="0" err="1">
                <a:solidFill>
                  <a:schemeClr val="dk2"/>
                </a:solidFill>
                <a:latin typeface="Calibri"/>
                <a:ea typeface="Calibri"/>
                <a:cs typeface="Calibri"/>
                <a:sym typeface="Calibri"/>
              </a:rPr>
              <a:t>.drop</a:t>
            </a:r>
            <a:r>
              <a:rPr lang="en-US" sz="1600" b="0" i="0" u="none" strike="noStrike" cap="none" dirty="0">
                <a:solidFill>
                  <a:schemeClr val="dk2"/>
                </a:solidFill>
                <a:latin typeface="Calibri"/>
                <a:ea typeface="Calibri"/>
                <a:cs typeface="Calibri"/>
                <a:sym typeface="Calibri"/>
              </a:rPr>
              <a:t>([‘</a:t>
            </a:r>
            <a:r>
              <a:rPr lang="en-US" sz="1600" b="0" i="1" u="none" strike="noStrike" cap="none" dirty="0">
                <a:solidFill>
                  <a:schemeClr val="dk2"/>
                </a:solidFill>
                <a:latin typeface="Calibri"/>
                <a:ea typeface="Calibri"/>
                <a:cs typeface="Calibri"/>
                <a:sym typeface="Calibri"/>
              </a:rPr>
              <a:t>COLNAME-1</a:t>
            </a:r>
            <a:r>
              <a:rPr lang="en-US" sz="1600" b="0" i="0" u="none" strike="noStrike" cap="none" dirty="0">
                <a:solidFill>
                  <a:schemeClr val="dk2"/>
                </a:solidFill>
                <a:latin typeface="Calibri"/>
                <a:ea typeface="Calibri"/>
                <a:cs typeface="Calibri"/>
                <a:sym typeface="Calibri"/>
              </a:rPr>
              <a:t>',‘</a:t>
            </a:r>
            <a:r>
              <a:rPr lang="en-US" sz="1600" b="0" i="1" u="none" strike="noStrike" cap="none" dirty="0">
                <a:solidFill>
                  <a:schemeClr val="dk2"/>
                </a:solidFill>
                <a:latin typeface="Calibri"/>
                <a:ea typeface="Calibri"/>
                <a:cs typeface="Calibri"/>
                <a:sym typeface="Calibri"/>
              </a:rPr>
              <a:t>COLNAME-2</a:t>
            </a:r>
            <a:r>
              <a:rPr lang="en-US" sz="1600" b="0" i="0" u="none" strike="noStrike" cap="none" dirty="0">
                <a:solidFill>
                  <a:schemeClr val="dk2"/>
                </a:solidFill>
                <a:latin typeface="Calibri"/>
                <a:ea typeface="Calibri"/>
                <a:cs typeface="Calibri"/>
                <a:sym typeface="Calibri"/>
              </a:rPr>
              <a:t>'],axis=1)</a:t>
            </a:r>
            <a:endParaRPr sz="1400" b="0" i="0" u="none" strike="noStrike" cap="none" dirty="0">
              <a:solidFill>
                <a:srgbClr val="000000"/>
              </a:solidFill>
              <a:latin typeface="Arial"/>
              <a:ea typeface="Arial"/>
              <a:cs typeface="Arial"/>
              <a:sym typeface="Arial"/>
            </a:endParaRPr>
          </a:p>
        </p:txBody>
      </p:sp>
      <p:sp>
        <p:nvSpPr>
          <p:cNvPr id="6"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61</a:t>
            </a: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BE47C024-1E4F-2339-D164-5F19FB7E74E1}"/>
                  </a:ext>
                </a:extLst>
              </p14:cNvPr>
              <p14:cNvContentPartPr/>
              <p14:nvPr/>
            </p14:nvContentPartPr>
            <p14:xfrm>
              <a:off x="1209240" y="745920"/>
              <a:ext cx="6816240" cy="4115160"/>
            </p14:xfrm>
          </p:contentPart>
        </mc:Choice>
        <mc:Fallback>
          <p:pic>
            <p:nvPicPr>
              <p:cNvPr id="2" name="Ink 1">
                <a:extLst>
                  <a:ext uri="{FF2B5EF4-FFF2-40B4-BE49-F238E27FC236}">
                    <a16:creationId xmlns:a16="http://schemas.microsoft.com/office/drawing/2014/main" id="{BE47C024-1E4F-2339-D164-5F19FB7E74E1}"/>
                  </a:ext>
                </a:extLst>
              </p:cNvPr>
              <p:cNvPicPr/>
              <p:nvPr/>
            </p:nvPicPr>
            <p:blipFill>
              <a:blip r:embed="rId4"/>
              <a:stretch>
                <a:fillRect/>
              </a:stretch>
            </p:blipFill>
            <p:spPr>
              <a:xfrm>
                <a:off x="1199880" y="736560"/>
                <a:ext cx="6834960" cy="4133880"/>
              </a:xfrm>
              <a:prstGeom prst="rect">
                <a:avLst/>
              </a:prstGeom>
            </p:spPr>
          </p:pic>
        </mc:Fallback>
      </mc:AlternateContent>
    </p:spTree>
    <p:extLst>
      <p:ext uri="{BB962C8B-B14F-4D97-AF65-F5344CB8AC3E}">
        <p14:creationId xmlns:p14="http://schemas.microsoft.com/office/powerpoint/2010/main" val="411972869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154674" y="1493837"/>
            <a:ext cx="8593540" cy="4525963"/>
          </a:xfrm>
          <a:noFill/>
          <a:ln>
            <a:noFill/>
          </a:ln>
        </p:spPr>
        <p:txBody>
          <a:bodyPr spcFirstLastPara="1" wrap="square" lIns="91425" tIns="45700" rIns="91425" bIns="45700" anchor="t" anchorCtr="0">
            <a:normAutofit/>
          </a:bodyPr>
          <a:lstStyle/>
          <a:p>
            <a:pPr marL="5143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Creating new features by using techniques</a:t>
            </a:r>
          </a:p>
          <a:p>
            <a:pPr lvl="1"/>
            <a:r>
              <a:rPr lang="en-US" sz="2400" dirty="0">
                <a:latin typeface="Cambria" panose="02040503050406030204" pitchFamily="18" charset="0"/>
                <a:ea typeface="Cambria" panose="02040503050406030204" pitchFamily="18" charset="0"/>
              </a:rPr>
              <a:t>Polynomial expansion (by using univariate mathematical functions) </a:t>
            </a:r>
          </a:p>
          <a:p>
            <a:pPr lvl="1"/>
            <a:r>
              <a:rPr lang="en-US" sz="2400" dirty="0">
                <a:latin typeface="Cambria" panose="02040503050406030204" pitchFamily="18" charset="0"/>
                <a:ea typeface="Cambria" panose="02040503050406030204" pitchFamily="18" charset="0"/>
              </a:rPr>
              <a:t>Feature crossing (to capture feature interactions)</a:t>
            </a:r>
          </a:p>
          <a:p>
            <a:pPr lvl="1"/>
            <a:r>
              <a:rPr lang="en-US" sz="2400" dirty="0">
                <a:latin typeface="Cambria" panose="02040503050406030204" pitchFamily="18" charset="0"/>
                <a:ea typeface="Cambria" panose="02040503050406030204" pitchFamily="18" charset="0"/>
              </a:rPr>
              <a:t>Features can also be constructed by using business logic from the domain of the ML use case.</a:t>
            </a:r>
          </a:p>
          <a:p>
            <a:pPr lvl="1"/>
            <a:endParaRPr lang="en-IN" sz="1400" dirty="0">
              <a:latin typeface="+mj-lt"/>
              <a:ea typeface="Cambria" panose="02040503050406030204" pitchFamily="18" charset="0"/>
            </a:endParaRPr>
          </a:p>
        </p:txBody>
      </p:sp>
      <p:sp>
        <p:nvSpPr>
          <p:cNvPr id="5" name="Text Placeholder 4"/>
          <p:cNvSpPr>
            <a:spLocks noGrp="1"/>
          </p:cNvSpPr>
          <p:nvPr>
            <p:ph type="body" idx="2"/>
          </p:nvPr>
        </p:nvSpPr>
        <p:spPr>
          <a:xfrm>
            <a:off x="304800" y="152400"/>
            <a:ext cx="8593540" cy="1143000"/>
          </a:xfrm>
          <a:noFill/>
          <a:ln>
            <a:noFill/>
          </a:ln>
        </p:spPr>
        <p:txBody>
          <a:bodyPr spcFirstLastPara="1" wrap="square" lIns="91425" tIns="45700" rIns="91425" bIns="45700" anchor="ctr" anchorCtr="0">
            <a:normAutofit/>
          </a:bodyPr>
          <a:lstStyle/>
          <a:p>
            <a:pPr eaLnBrk="0" fontAlgn="base" hangingPunct="0">
              <a:spcBef>
                <a:spcPct val="0"/>
              </a:spcBef>
              <a:spcAft>
                <a:spcPct val="0"/>
              </a:spcAft>
              <a:buSzPts val="3200"/>
              <a:buFont typeface="Calibri"/>
            </a:pPr>
            <a:r>
              <a:rPr lang="en-US" b="0" kern="1200" spc="-150" dirty="0">
                <a:solidFill>
                  <a:schemeClr val="tx1"/>
                </a:solidFill>
                <a:latin typeface="Cambria" panose="02040503050406030204" pitchFamily="18" charset="0"/>
                <a:ea typeface="Cambria" panose="02040503050406030204" pitchFamily="18" charset="0"/>
              </a:rPr>
              <a:t>Feature Engineering  - construction</a:t>
            </a:r>
            <a:endParaRPr lang="en-IN" b="0" kern="1200" spc="-150" dirty="0">
              <a:solidFill>
                <a:schemeClr val="tx1"/>
              </a:solidFill>
              <a:latin typeface="Cambria" panose="02040503050406030204" pitchFamily="18" charset="0"/>
              <a:ea typeface="Cambria" panose="02040503050406030204" pitchFamily="18" charset="0"/>
            </a:endParaRPr>
          </a:p>
        </p:txBody>
      </p:sp>
      <p:sp>
        <p:nvSpPr>
          <p:cNvPr id="2" name="Rectangle 1"/>
          <p:cNvSpPr/>
          <p:nvPr/>
        </p:nvSpPr>
        <p:spPr>
          <a:xfrm>
            <a:off x="811285" y="4358324"/>
            <a:ext cx="7812210" cy="646331"/>
          </a:xfrm>
          <a:prstGeom prst="rect">
            <a:avLst/>
          </a:prstGeom>
        </p:spPr>
        <p:txBody>
          <a:bodyPr wrap="square">
            <a:spAutoFit/>
          </a:bodyPr>
          <a:lstStyle/>
          <a:p>
            <a:r>
              <a:rPr lang="en-US" sz="1800" b="1" dirty="0"/>
              <a:t>Original Features:    </a:t>
            </a:r>
            <a:r>
              <a:rPr lang="en-US" sz="1800" dirty="0" err="1"/>
              <a:t>First_Purchase_Date</a:t>
            </a:r>
            <a:r>
              <a:rPr lang="en-US" sz="1800" dirty="0"/>
              <a:t> and  </a:t>
            </a:r>
            <a:r>
              <a:rPr lang="en-US" sz="1800" dirty="0" err="1"/>
              <a:t>Last_Purchase_Date</a:t>
            </a:r>
            <a:endParaRPr lang="en-US" sz="1800" dirty="0"/>
          </a:p>
          <a:p>
            <a:endParaRPr lang="en-US" sz="1800" dirty="0"/>
          </a:p>
        </p:txBody>
      </p:sp>
      <p:sp>
        <p:nvSpPr>
          <p:cNvPr id="6" name="Rectangle 1"/>
          <p:cNvSpPr>
            <a:spLocks noChangeArrowheads="1"/>
          </p:cNvSpPr>
          <p:nvPr/>
        </p:nvSpPr>
        <p:spPr bwMode="auto">
          <a:xfrm>
            <a:off x="811285" y="5050563"/>
            <a:ext cx="793692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mj-lt"/>
              </a:rPr>
              <a:t>Constructed feature:</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solidFill>
                <a:schemeClr val="tx1"/>
              </a:solidFill>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a:ln>
                  <a:noFill/>
                </a:ln>
                <a:solidFill>
                  <a:schemeClr val="tx1"/>
                </a:solidFill>
                <a:effectLst/>
                <a:latin typeface="+mj-lt"/>
              </a:rPr>
              <a:t>Customer_Lifetime</a:t>
            </a:r>
            <a:r>
              <a:rPr kumimoji="0" lang="en-US" altLang="en-US" sz="1800" b="0" i="0" u="none" strike="noStrike" cap="none" normalizeH="0" baseline="0" dirty="0">
                <a:ln>
                  <a:noFill/>
                </a:ln>
                <a:solidFill>
                  <a:schemeClr val="tx1"/>
                </a:solidFill>
                <a:effectLst/>
                <a:latin typeface="+mj-lt"/>
              </a:rPr>
              <a:t> = </a:t>
            </a:r>
            <a:r>
              <a:rPr kumimoji="0" lang="en-US" altLang="en-US" sz="1800" b="0" i="0" u="none" strike="noStrike" cap="none" normalizeH="0" baseline="0" dirty="0" err="1">
                <a:ln>
                  <a:noFill/>
                </a:ln>
                <a:solidFill>
                  <a:schemeClr val="tx1"/>
                </a:solidFill>
                <a:effectLst/>
                <a:latin typeface="+mj-lt"/>
              </a:rPr>
              <a:t>Last_Purchase_Date</a:t>
            </a:r>
            <a:r>
              <a:rPr kumimoji="0" lang="en-US" altLang="en-US" sz="1800" b="0" i="0" u="none" strike="noStrike" cap="none" normalizeH="0" baseline="0" dirty="0">
                <a:ln>
                  <a:noFill/>
                </a:ln>
                <a:solidFill>
                  <a:schemeClr val="tx1"/>
                </a:solidFill>
                <a:effectLst/>
                <a:latin typeface="+mj-lt"/>
              </a:rPr>
              <a:t> – </a:t>
            </a:r>
            <a:r>
              <a:rPr kumimoji="0" lang="en-US" altLang="en-US" sz="1800" b="0" i="0" u="none" strike="noStrike" cap="none" normalizeH="0" baseline="0" dirty="0" err="1">
                <a:ln>
                  <a:noFill/>
                </a:ln>
                <a:solidFill>
                  <a:schemeClr val="tx1"/>
                </a:solidFill>
                <a:effectLst/>
                <a:latin typeface="+mj-lt"/>
              </a:rPr>
              <a:t>First_Purchase_Date</a:t>
            </a:r>
            <a:r>
              <a:rPr kumimoji="0" lang="en-US" altLang="en-US" sz="1800" b="0" i="0" u="none" strike="noStrike" cap="none" normalizeH="0" baseline="0" dirty="0">
                <a:ln>
                  <a:noFill/>
                </a:ln>
                <a:solidFill>
                  <a:schemeClr val="tx1"/>
                </a:solidFill>
                <a:effectLst/>
                <a:latin typeface="+mj-lt"/>
              </a:rPr>
              <a:t> </a:t>
            </a:r>
          </a:p>
        </p:txBody>
      </p:sp>
      <p:sp>
        <p:nvSpPr>
          <p:cNvPr id="7"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62</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FE10A93C-F73E-4A16-2BCA-84E20EBB6228}"/>
                  </a:ext>
                </a:extLst>
              </p14:cNvPr>
              <p14:cNvContentPartPr/>
              <p14:nvPr/>
            </p14:nvContentPartPr>
            <p14:xfrm>
              <a:off x="724680" y="4740480"/>
              <a:ext cx="7005240" cy="1376280"/>
            </p14:xfrm>
          </p:contentPart>
        </mc:Choice>
        <mc:Fallback>
          <p:pic>
            <p:nvPicPr>
              <p:cNvPr id="3" name="Ink 2">
                <a:extLst>
                  <a:ext uri="{FF2B5EF4-FFF2-40B4-BE49-F238E27FC236}">
                    <a16:creationId xmlns:a16="http://schemas.microsoft.com/office/drawing/2014/main" id="{FE10A93C-F73E-4A16-2BCA-84E20EBB6228}"/>
                  </a:ext>
                </a:extLst>
              </p:cNvPr>
              <p:cNvPicPr/>
              <p:nvPr/>
            </p:nvPicPr>
            <p:blipFill>
              <a:blip r:embed="rId3"/>
              <a:stretch>
                <a:fillRect/>
              </a:stretch>
            </p:blipFill>
            <p:spPr>
              <a:xfrm>
                <a:off x="715320" y="4731120"/>
                <a:ext cx="7023960" cy="1395000"/>
              </a:xfrm>
              <a:prstGeom prst="rect">
                <a:avLst/>
              </a:prstGeom>
            </p:spPr>
          </p:pic>
        </mc:Fallback>
      </mc:AlternateContent>
    </p:spTree>
    <p:extLst>
      <p:ext uri="{BB962C8B-B14F-4D97-AF65-F5344CB8AC3E}">
        <p14:creationId xmlns:p14="http://schemas.microsoft.com/office/powerpoint/2010/main" val="36754060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935"/>
        <p:cNvGrpSpPr/>
        <p:nvPr/>
      </p:nvGrpSpPr>
      <p:grpSpPr>
        <a:xfrm>
          <a:off x="0" y="0"/>
          <a:ext cx="0" cy="0"/>
          <a:chOff x="0" y="0"/>
          <a:chExt cx="0" cy="0"/>
        </a:xfrm>
      </p:grpSpPr>
      <p:sp>
        <p:nvSpPr>
          <p:cNvPr id="936" name="Google Shape;936;g11575d78375_0_629"/>
          <p:cNvSpPr txBox="1">
            <a:spLocks noGrp="1"/>
          </p:cNvSpPr>
          <p:nvPr>
            <p:ph type="body" idx="2"/>
          </p:nvPr>
        </p:nvSpPr>
        <p:spPr>
          <a:xfrm>
            <a:off x="0" y="193264"/>
            <a:ext cx="9361228" cy="1143000"/>
          </a:xfrm>
          <a:prstGeom prst="rect">
            <a:avLst/>
          </a:prstGeom>
          <a:noFill/>
          <a:ln>
            <a:noFill/>
          </a:ln>
        </p:spPr>
        <p:txBody>
          <a:bodyPr spcFirstLastPara="1" wrap="square" lIns="91425" tIns="45700" rIns="91425" bIns="45700" anchor="ctr" anchorCtr="0">
            <a:normAutofit/>
          </a:bodyPr>
          <a:lstStyle/>
          <a:p>
            <a:pPr>
              <a:buSzPts val="4400"/>
              <a:buFont typeface="Calibri"/>
            </a:pPr>
            <a:r>
              <a:rPr lang="en-US" b="0" dirty="0">
                <a:latin typeface="Cambria" panose="02040503050406030204" pitchFamily="18" charset="0"/>
                <a:ea typeface="Cambria" panose="02040503050406030204" pitchFamily="18" charset="0"/>
                <a:cs typeface="Calibri"/>
                <a:sym typeface="Calibri"/>
              </a:rPr>
              <a:t>Feature Engineering  - Transform</a:t>
            </a:r>
          </a:p>
        </p:txBody>
      </p:sp>
      <p:graphicFrame>
        <p:nvGraphicFramePr>
          <p:cNvPr id="937" name="Google Shape;937;g11575d78375_0_629"/>
          <p:cNvGraphicFramePr/>
          <p:nvPr/>
        </p:nvGraphicFramePr>
        <p:xfrm>
          <a:off x="315475" y="1684925"/>
          <a:ext cx="2636525" cy="2656860"/>
        </p:xfrm>
        <a:graphic>
          <a:graphicData uri="http://schemas.openxmlformats.org/drawingml/2006/table">
            <a:tbl>
              <a:tblPr firstRow="1" bandRow="1">
                <a:noFill/>
              </a:tblPr>
              <a:tblGrid>
                <a:gridCol w="2636525">
                  <a:extLst>
                    <a:ext uri="{9D8B030D-6E8A-4147-A177-3AD203B41FA5}">
                      <a16:colId xmlns:a16="http://schemas.microsoft.com/office/drawing/2014/main" val="20000"/>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AttributesOfInterest</a:t>
                      </a:r>
                      <a:endParaRPr sz="18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PreviousDegree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SEM-1-Total</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SEM-2-Total</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SEM-3-Total</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b="0" u="none" strike="noStrike" cap="none" dirty="0">
                          <a:solidFill>
                            <a:schemeClr val="dk1"/>
                          </a:solidFill>
                        </a:rPr>
                        <a:t>CGPA</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b="0" u="none" strike="noStrike" cap="none" dirty="0" err="1">
                          <a:solidFill>
                            <a:schemeClr val="dk1"/>
                          </a:solidFill>
                        </a:rPr>
                        <a:t>isEligibleForDissertation</a:t>
                      </a:r>
                      <a:endParaRPr sz="1800" b="0" u="none" strike="noStrike" cap="none" dirty="0">
                        <a:solidFill>
                          <a:schemeClr val="dk1"/>
                        </a:solidFill>
                      </a:endParaRPr>
                    </a:p>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tc>
                <a:extLst>
                  <a:ext uri="{0D108BD9-81ED-4DB2-BD59-A6C34878D82A}">
                    <a16:rowId xmlns:a16="http://schemas.microsoft.com/office/drawing/2014/main" val="10001"/>
                  </a:ext>
                </a:extLst>
              </a:tr>
            </a:tbl>
          </a:graphicData>
        </a:graphic>
      </p:graphicFrame>
      <p:graphicFrame>
        <p:nvGraphicFramePr>
          <p:cNvPr id="938" name="Google Shape;938;g11575d78375_0_629"/>
          <p:cNvGraphicFramePr/>
          <p:nvPr/>
        </p:nvGraphicFramePr>
        <p:xfrm>
          <a:off x="3327209" y="1684914"/>
          <a:ext cx="2636525" cy="2656860"/>
        </p:xfrm>
        <a:graphic>
          <a:graphicData uri="http://schemas.openxmlformats.org/drawingml/2006/table">
            <a:tbl>
              <a:tblPr firstRow="1" bandRow="1">
                <a:noFill/>
              </a:tblPr>
              <a:tblGrid>
                <a:gridCol w="2636525">
                  <a:extLst>
                    <a:ext uri="{9D8B030D-6E8A-4147-A177-3AD203B41FA5}">
                      <a16:colId xmlns:a16="http://schemas.microsoft.com/office/drawing/2014/main" val="20000"/>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AttributesOfInterest</a:t>
                      </a:r>
                      <a:endParaRPr sz="18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PreviousDegree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SEM-1-GPA</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SEM-2-GPA</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SEM-3-GPA</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b="0" u="none" strike="noStrike" cap="none" dirty="0">
                          <a:solidFill>
                            <a:schemeClr val="dk1"/>
                          </a:solidFill>
                        </a:rPr>
                        <a:t>CGPA</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b="0" u="none" strike="noStrike" cap="none" dirty="0" err="1">
                          <a:solidFill>
                            <a:schemeClr val="dk1"/>
                          </a:solidFill>
                        </a:rPr>
                        <a:t>isEligibleForDissertation</a:t>
                      </a:r>
                      <a:endParaRPr sz="1800" b="0" u="none" strike="noStrike" cap="none" dirty="0">
                        <a:solidFill>
                          <a:schemeClr val="dk1"/>
                        </a:solidFill>
                      </a:endParaRPr>
                    </a:p>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tc>
                <a:extLst>
                  <a:ext uri="{0D108BD9-81ED-4DB2-BD59-A6C34878D82A}">
                    <a16:rowId xmlns:a16="http://schemas.microsoft.com/office/drawing/2014/main" val="10001"/>
                  </a:ext>
                </a:extLst>
              </a:tr>
            </a:tbl>
          </a:graphicData>
        </a:graphic>
      </p:graphicFrame>
      <p:graphicFrame>
        <p:nvGraphicFramePr>
          <p:cNvPr id="939" name="Google Shape;939;g11575d78375_0_629"/>
          <p:cNvGraphicFramePr/>
          <p:nvPr/>
        </p:nvGraphicFramePr>
        <p:xfrm>
          <a:off x="6240148" y="1684925"/>
          <a:ext cx="2636525" cy="2656860"/>
        </p:xfrm>
        <a:graphic>
          <a:graphicData uri="http://schemas.openxmlformats.org/drawingml/2006/table">
            <a:tbl>
              <a:tblPr firstRow="1" bandRow="1">
                <a:noFill/>
              </a:tblPr>
              <a:tblGrid>
                <a:gridCol w="2636525">
                  <a:extLst>
                    <a:ext uri="{9D8B030D-6E8A-4147-A177-3AD203B41FA5}">
                      <a16:colId xmlns:a16="http://schemas.microsoft.com/office/drawing/2014/main" val="20000"/>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AttributesOfInterest</a:t>
                      </a:r>
                      <a:endParaRPr sz="18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PreviousDegree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S1-isComplete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S2-isComplete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S3-isComplete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b="0" u="none" strike="noStrike" cap="none" dirty="0">
                          <a:solidFill>
                            <a:schemeClr val="dk1"/>
                          </a:solidFill>
                        </a:rPr>
                        <a:t>CGPA</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b="0" u="none" strike="noStrike" cap="none" dirty="0" err="1">
                          <a:solidFill>
                            <a:schemeClr val="dk1"/>
                          </a:solidFill>
                        </a:rPr>
                        <a:t>isEligibleForDissertation</a:t>
                      </a:r>
                      <a:endParaRPr sz="1800" b="0" u="none" strike="noStrike" cap="none" dirty="0">
                        <a:solidFill>
                          <a:schemeClr val="dk1"/>
                        </a:solidFill>
                      </a:endParaRPr>
                    </a:p>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tc>
                <a:extLst>
                  <a:ext uri="{0D108BD9-81ED-4DB2-BD59-A6C34878D82A}">
                    <a16:rowId xmlns:a16="http://schemas.microsoft.com/office/drawing/2014/main" val="10001"/>
                  </a:ext>
                </a:extLst>
              </a:tr>
            </a:tbl>
          </a:graphicData>
        </a:graphic>
      </p:graphicFrame>
      <p:sp>
        <p:nvSpPr>
          <p:cNvPr id="6"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fld id="{00000000-1234-1234-1234-123412341234}" type="slidenum">
              <a:rPr lang="en-US" sz="1600" b="1" smtClean="0">
                <a:latin typeface="Tahoma"/>
                <a:ea typeface="Tahoma"/>
                <a:cs typeface="Tahoma"/>
                <a:sym typeface="Tahoma"/>
              </a:rPr>
              <a:pPr>
                <a:buSzPts val="1600"/>
              </a:pPr>
              <a:t>63</a:t>
            </a:fld>
            <a:endParaRPr lang="en-US" sz="1600" b="1" dirty="0">
              <a:latin typeface="Tahoma"/>
              <a:ea typeface="Tahoma"/>
              <a:cs typeface="Tahoma"/>
              <a:sym typeface="Tahoma"/>
            </a:endParaRPr>
          </a:p>
        </p:txBody>
      </p:sp>
    </p:spTree>
    <p:extLst>
      <p:ext uri="{BB962C8B-B14F-4D97-AF65-F5344CB8AC3E}">
        <p14:creationId xmlns:p14="http://schemas.microsoft.com/office/powerpoint/2010/main" val="335589233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195618" y="1452893"/>
            <a:ext cx="8839200" cy="4525963"/>
          </a:xfrm>
          <a:noFill/>
          <a:ln>
            <a:noFill/>
          </a:ln>
        </p:spPr>
        <p:txBody>
          <a:bodyPr spcFirstLastPara="1" wrap="square" lIns="91425" tIns="45700" rIns="91425" bIns="45700" anchor="t" anchorCtr="0">
            <a:normAutofit fontScale="92500" lnSpcReduction="10000"/>
          </a:bodyPr>
          <a:lstStyle/>
          <a:p>
            <a:pPr marL="514350" indent="-285750">
              <a:buFont typeface="Arial" panose="020B0604020202020204" pitchFamily="34" charset="0"/>
              <a:buChar char="•"/>
            </a:pPr>
            <a:r>
              <a:rPr lang="en-IN" b="1" dirty="0">
                <a:latin typeface="Cambria" panose="02040503050406030204" pitchFamily="18" charset="0"/>
                <a:ea typeface="Cambria" panose="02040503050406030204" pitchFamily="18" charset="0"/>
              </a:rPr>
              <a:t>Discretization</a:t>
            </a:r>
            <a:r>
              <a:rPr lang="en-IN" dirty="0">
                <a:latin typeface="Cambria" panose="02040503050406030204" pitchFamily="18" charset="0"/>
                <a:ea typeface="Cambria" panose="02040503050406030204" pitchFamily="18" charset="0"/>
              </a:rPr>
              <a:t> : </a:t>
            </a:r>
            <a:r>
              <a:rPr lang="en-US" altLang="en-US" dirty="0">
                <a:latin typeface="Cambria" panose="02040503050406030204" pitchFamily="18" charset="0"/>
                <a:ea typeface="Cambria" panose="02040503050406030204" pitchFamily="18" charset="0"/>
              </a:rPr>
              <a:t>Convert continuous attribute into a discrete attribute</a:t>
            </a:r>
          </a:p>
          <a:p>
            <a:pPr marL="332325" indent="-271903">
              <a:spcBef>
                <a:spcPts val="817"/>
              </a:spcBef>
              <a:buFont typeface="Arial" pitchFamily="34" charset="0"/>
              <a:buChar char="•"/>
              <a:defRPr/>
            </a:pPr>
            <a:r>
              <a:rPr lang="en-US" spc="8" dirty="0">
                <a:latin typeface="Cambria" panose="02040503050406030204" pitchFamily="18" charset="0"/>
                <a:ea typeface="Cambria" panose="02040503050406030204" pitchFamily="18" charset="0"/>
                <a:cs typeface="Microsoft Sans Serif"/>
              </a:rPr>
              <a:t>It </a:t>
            </a:r>
            <a:r>
              <a:rPr lang="en-US" spc="-8" dirty="0">
                <a:latin typeface="Cambria" panose="02040503050406030204" pitchFamily="18" charset="0"/>
                <a:ea typeface="Cambria" panose="02040503050406030204" pitchFamily="18" charset="0"/>
                <a:cs typeface="Microsoft Sans Serif"/>
              </a:rPr>
              <a:t>involves</a:t>
            </a:r>
            <a:r>
              <a:rPr lang="en-US" spc="16" dirty="0">
                <a:latin typeface="Cambria" panose="02040503050406030204" pitchFamily="18" charset="0"/>
                <a:ea typeface="Cambria" panose="02040503050406030204" pitchFamily="18" charset="0"/>
                <a:cs typeface="Microsoft Sans Serif"/>
              </a:rPr>
              <a:t> </a:t>
            </a:r>
            <a:r>
              <a:rPr lang="en-US" spc="8" dirty="0">
                <a:latin typeface="Cambria" panose="02040503050406030204" pitchFamily="18" charset="0"/>
                <a:ea typeface="Cambria" panose="02040503050406030204" pitchFamily="18" charset="0"/>
                <a:cs typeface="Microsoft Sans Serif"/>
              </a:rPr>
              <a:t>converting</a:t>
            </a:r>
            <a:r>
              <a:rPr lang="en-US" spc="16" dirty="0">
                <a:latin typeface="Cambria" panose="02040503050406030204" pitchFamily="18" charset="0"/>
                <a:ea typeface="Cambria" panose="02040503050406030204" pitchFamily="18" charset="0"/>
                <a:cs typeface="Microsoft Sans Serif"/>
              </a:rPr>
              <a:t> the </a:t>
            </a:r>
            <a:r>
              <a:rPr lang="en-US" dirty="0">
                <a:latin typeface="Cambria" panose="02040503050406030204" pitchFamily="18" charset="0"/>
                <a:ea typeface="Cambria" panose="02040503050406030204" pitchFamily="18" charset="0"/>
                <a:cs typeface="Microsoft Sans Serif"/>
              </a:rPr>
              <a:t>raw</a:t>
            </a:r>
            <a:r>
              <a:rPr lang="en-US" spc="16" dirty="0">
                <a:latin typeface="Cambria" panose="02040503050406030204" pitchFamily="18" charset="0"/>
                <a:ea typeface="Cambria" panose="02040503050406030204" pitchFamily="18" charset="0"/>
                <a:cs typeface="Microsoft Sans Serif"/>
              </a:rPr>
              <a:t> </a:t>
            </a:r>
            <a:r>
              <a:rPr lang="en-US" spc="8" dirty="0">
                <a:latin typeface="Cambria" panose="02040503050406030204" pitchFamily="18" charset="0"/>
                <a:ea typeface="Cambria" panose="02040503050406030204" pitchFamily="18" charset="0"/>
                <a:cs typeface="Microsoft Sans Serif"/>
              </a:rPr>
              <a:t>values </a:t>
            </a:r>
            <a:r>
              <a:rPr lang="en-US" spc="16" dirty="0">
                <a:latin typeface="Cambria" panose="02040503050406030204" pitchFamily="18" charset="0"/>
                <a:ea typeface="Cambria" panose="02040503050406030204" pitchFamily="18" charset="0"/>
                <a:cs typeface="Microsoft Sans Serif"/>
              </a:rPr>
              <a:t>of a numeric </a:t>
            </a:r>
            <a:r>
              <a:rPr lang="en-US" spc="8" dirty="0">
                <a:latin typeface="Cambria" panose="02040503050406030204" pitchFamily="18" charset="0"/>
                <a:ea typeface="Cambria" panose="02040503050406030204" pitchFamily="18" charset="0"/>
                <a:cs typeface="Microsoft Sans Serif"/>
              </a:rPr>
              <a:t>attribute (e.g.,</a:t>
            </a:r>
            <a:r>
              <a:rPr lang="en-US" spc="24" dirty="0">
                <a:latin typeface="Cambria" panose="02040503050406030204" pitchFamily="18" charset="0"/>
                <a:ea typeface="Cambria" panose="02040503050406030204" pitchFamily="18" charset="0"/>
                <a:cs typeface="Microsoft Sans Serif"/>
              </a:rPr>
              <a:t> </a:t>
            </a:r>
            <a:r>
              <a:rPr lang="en-US" spc="16" dirty="0">
                <a:latin typeface="Cambria" panose="02040503050406030204" pitchFamily="18" charset="0"/>
                <a:ea typeface="Cambria" panose="02040503050406030204" pitchFamily="18" charset="0"/>
                <a:cs typeface="Microsoft Sans Serif"/>
              </a:rPr>
              <a:t>age) </a:t>
            </a:r>
            <a:r>
              <a:rPr lang="en-US" spc="8" dirty="0">
                <a:latin typeface="Cambria" panose="02040503050406030204" pitchFamily="18" charset="0"/>
                <a:ea typeface="Cambria" panose="02040503050406030204" pitchFamily="18" charset="0"/>
                <a:cs typeface="Microsoft Sans Serif"/>
              </a:rPr>
              <a:t>into</a:t>
            </a:r>
            <a:endParaRPr lang="en-US" dirty="0">
              <a:latin typeface="Cambria" panose="02040503050406030204" pitchFamily="18" charset="0"/>
              <a:ea typeface="Cambria" panose="02040503050406030204" pitchFamily="18" charset="0"/>
              <a:cs typeface="Microsoft Sans Serif"/>
            </a:endParaRPr>
          </a:p>
          <a:p>
            <a:pPr marL="578045" indent="-271903">
              <a:spcBef>
                <a:spcPts val="626"/>
              </a:spcBef>
              <a:buFont typeface="Arial" pitchFamily="34" charset="0"/>
              <a:buChar char="•"/>
              <a:defRPr/>
            </a:pPr>
            <a:r>
              <a:rPr lang="en-US" spc="16" dirty="0">
                <a:solidFill>
                  <a:srgbClr val="C00000"/>
                </a:solidFill>
                <a:latin typeface="Cambria" panose="02040503050406030204" pitchFamily="18" charset="0"/>
                <a:ea typeface="Cambria" panose="02040503050406030204" pitchFamily="18" charset="0"/>
                <a:cs typeface="Microsoft Sans Serif"/>
              </a:rPr>
              <a:t>interval</a:t>
            </a:r>
            <a:r>
              <a:rPr lang="en-US" spc="24" dirty="0">
                <a:solidFill>
                  <a:srgbClr val="C00000"/>
                </a:solidFill>
                <a:latin typeface="Cambria" panose="02040503050406030204" pitchFamily="18" charset="0"/>
                <a:ea typeface="Cambria" panose="02040503050406030204" pitchFamily="18" charset="0"/>
                <a:cs typeface="Microsoft Sans Serif"/>
              </a:rPr>
              <a:t> </a:t>
            </a:r>
            <a:r>
              <a:rPr lang="en-US" spc="16" dirty="0">
                <a:solidFill>
                  <a:srgbClr val="C00000"/>
                </a:solidFill>
                <a:latin typeface="Cambria" panose="02040503050406030204" pitchFamily="18" charset="0"/>
                <a:ea typeface="Cambria" panose="02040503050406030204" pitchFamily="18" charset="0"/>
                <a:cs typeface="Microsoft Sans Serif"/>
              </a:rPr>
              <a:t>labels</a:t>
            </a:r>
            <a:r>
              <a:rPr lang="en-US" spc="32" dirty="0">
                <a:solidFill>
                  <a:srgbClr val="C00000"/>
                </a:solidFill>
                <a:latin typeface="Cambria" panose="02040503050406030204" pitchFamily="18" charset="0"/>
                <a:ea typeface="Cambria" panose="02040503050406030204" pitchFamily="18" charset="0"/>
                <a:cs typeface="Microsoft Sans Serif"/>
              </a:rPr>
              <a:t> </a:t>
            </a:r>
            <a:r>
              <a:rPr lang="en-US" spc="8" dirty="0">
                <a:solidFill>
                  <a:srgbClr val="C00000"/>
                </a:solidFill>
                <a:latin typeface="Cambria" panose="02040503050406030204" pitchFamily="18" charset="0"/>
                <a:ea typeface="Cambria" panose="02040503050406030204" pitchFamily="18" charset="0"/>
                <a:cs typeface="Microsoft Sans Serif"/>
              </a:rPr>
              <a:t>(e.g.,</a:t>
            </a:r>
            <a:r>
              <a:rPr lang="en-US" spc="32" dirty="0">
                <a:solidFill>
                  <a:srgbClr val="C00000"/>
                </a:solidFill>
                <a:latin typeface="Cambria" panose="02040503050406030204" pitchFamily="18" charset="0"/>
                <a:ea typeface="Cambria" panose="02040503050406030204" pitchFamily="18" charset="0"/>
                <a:cs typeface="Microsoft Sans Serif"/>
              </a:rPr>
              <a:t> </a:t>
            </a:r>
            <a:r>
              <a:rPr lang="en-US" spc="103" dirty="0">
                <a:solidFill>
                  <a:srgbClr val="C00000"/>
                </a:solidFill>
                <a:latin typeface="Cambria" panose="02040503050406030204" pitchFamily="18" charset="0"/>
                <a:ea typeface="Cambria" panose="02040503050406030204" pitchFamily="18" charset="0"/>
                <a:cs typeface="Microsoft Sans Serif"/>
              </a:rPr>
              <a:t>0–10,</a:t>
            </a:r>
            <a:r>
              <a:rPr lang="en-US" spc="24" dirty="0">
                <a:solidFill>
                  <a:srgbClr val="C00000"/>
                </a:solidFill>
                <a:latin typeface="Cambria" panose="02040503050406030204" pitchFamily="18" charset="0"/>
                <a:ea typeface="Cambria" panose="02040503050406030204" pitchFamily="18" charset="0"/>
                <a:cs typeface="Microsoft Sans Serif"/>
              </a:rPr>
              <a:t> </a:t>
            </a:r>
            <a:r>
              <a:rPr lang="en-US" spc="87" dirty="0">
                <a:solidFill>
                  <a:srgbClr val="C00000"/>
                </a:solidFill>
                <a:latin typeface="Cambria" panose="02040503050406030204" pitchFamily="18" charset="0"/>
                <a:ea typeface="Cambria" panose="02040503050406030204" pitchFamily="18" charset="0"/>
                <a:cs typeface="Microsoft Sans Serif"/>
              </a:rPr>
              <a:t>11–20,</a:t>
            </a:r>
            <a:r>
              <a:rPr lang="en-US" spc="32" dirty="0">
                <a:solidFill>
                  <a:srgbClr val="C00000"/>
                </a:solidFill>
                <a:latin typeface="Cambria" panose="02040503050406030204" pitchFamily="18" charset="0"/>
                <a:ea typeface="Cambria" panose="02040503050406030204" pitchFamily="18" charset="0"/>
                <a:cs typeface="Microsoft Sans Serif"/>
              </a:rPr>
              <a:t> </a:t>
            </a:r>
            <a:r>
              <a:rPr lang="en-US" spc="16" dirty="0">
                <a:solidFill>
                  <a:srgbClr val="C00000"/>
                </a:solidFill>
                <a:latin typeface="Cambria" panose="02040503050406030204" pitchFamily="18" charset="0"/>
                <a:ea typeface="Cambria" panose="02040503050406030204" pitchFamily="18" charset="0"/>
                <a:cs typeface="Microsoft Sans Serif"/>
              </a:rPr>
              <a:t>etc.) OR</a:t>
            </a:r>
            <a:endParaRPr lang="en-US" dirty="0">
              <a:solidFill>
                <a:srgbClr val="C00000"/>
              </a:solidFill>
              <a:latin typeface="Cambria" panose="02040503050406030204" pitchFamily="18" charset="0"/>
              <a:ea typeface="Cambria" panose="02040503050406030204" pitchFamily="18" charset="0"/>
              <a:cs typeface="Microsoft Sans Serif"/>
            </a:endParaRPr>
          </a:p>
          <a:p>
            <a:pPr marL="578045" indent="-271903">
              <a:spcBef>
                <a:spcPts val="341"/>
              </a:spcBef>
              <a:buFont typeface="Arial" pitchFamily="34" charset="0"/>
              <a:buChar char="•"/>
              <a:defRPr/>
            </a:pPr>
            <a:r>
              <a:rPr lang="en-US" spc="16" dirty="0">
                <a:solidFill>
                  <a:srgbClr val="002060"/>
                </a:solidFill>
                <a:latin typeface="Cambria" panose="02040503050406030204" pitchFamily="18" charset="0"/>
                <a:ea typeface="Cambria" panose="02040503050406030204" pitchFamily="18" charset="0"/>
                <a:cs typeface="Microsoft Sans Serif"/>
              </a:rPr>
              <a:t>conceptual</a:t>
            </a:r>
            <a:r>
              <a:rPr lang="en-US" spc="40" dirty="0">
                <a:solidFill>
                  <a:srgbClr val="002060"/>
                </a:solidFill>
                <a:latin typeface="Cambria" panose="02040503050406030204" pitchFamily="18" charset="0"/>
                <a:ea typeface="Cambria" panose="02040503050406030204" pitchFamily="18" charset="0"/>
                <a:cs typeface="Microsoft Sans Serif"/>
              </a:rPr>
              <a:t> </a:t>
            </a:r>
            <a:r>
              <a:rPr lang="en-US" spc="16" dirty="0">
                <a:solidFill>
                  <a:srgbClr val="002060"/>
                </a:solidFill>
                <a:latin typeface="Cambria" panose="02040503050406030204" pitchFamily="18" charset="0"/>
                <a:ea typeface="Cambria" panose="02040503050406030204" pitchFamily="18" charset="0"/>
                <a:cs typeface="Microsoft Sans Serif"/>
              </a:rPr>
              <a:t>labels</a:t>
            </a:r>
            <a:r>
              <a:rPr lang="en-US" spc="40" dirty="0">
                <a:solidFill>
                  <a:srgbClr val="002060"/>
                </a:solidFill>
                <a:latin typeface="Cambria" panose="02040503050406030204" pitchFamily="18" charset="0"/>
                <a:ea typeface="Cambria" panose="02040503050406030204" pitchFamily="18" charset="0"/>
                <a:cs typeface="Microsoft Sans Serif"/>
              </a:rPr>
              <a:t> </a:t>
            </a:r>
            <a:r>
              <a:rPr lang="en-US" spc="8" dirty="0">
                <a:solidFill>
                  <a:srgbClr val="002060"/>
                </a:solidFill>
                <a:latin typeface="Cambria" panose="02040503050406030204" pitchFamily="18" charset="0"/>
                <a:ea typeface="Cambria" panose="02040503050406030204" pitchFamily="18" charset="0"/>
                <a:cs typeface="Microsoft Sans Serif"/>
              </a:rPr>
              <a:t>(e.g.,</a:t>
            </a:r>
            <a:r>
              <a:rPr lang="en-US" spc="32" dirty="0">
                <a:solidFill>
                  <a:srgbClr val="002060"/>
                </a:solidFill>
                <a:latin typeface="Cambria" panose="02040503050406030204" pitchFamily="18" charset="0"/>
                <a:ea typeface="Cambria" panose="02040503050406030204" pitchFamily="18" charset="0"/>
                <a:cs typeface="Microsoft Sans Serif"/>
              </a:rPr>
              <a:t> </a:t>
            </a:r>
            <a:r>
              <a:rPr lang="en-US" spc="16" dirty="0">
                <a:solidFill>
                  <a:srgbClr val="002060"/>
                </a:solidFill>
                <a:latin typeface="Cambria" panose="02040503050406030204" pitchFamily="18" charset="0"/>
                <a:ea typeface="Cambria" panose="02040503050406030204" pitchFamily="18" charset="0"/>
                <a:cs typeface="Microsoft Sans Serif"/>
              </a:rPr>
              <a:t>youth,</a:t>
            </a:r>
            <a:r>
              <a:rPr lang="en-US" spc="40" dirty="0">
                <a:solidFill>
                  <a:srgbClr val="002060"/>
                </a:solidFill>
                <a:latin typeface="Cambria" panose="02040503050406030204" pitchFamily="18" charset="0"/>
                <a:ea typeface="Cambria" panose="02040503050406030204" pitchFamily="18" charset="0"/>
                <a:cs typeface="Microsoft Sans Serif"/>
              </a:rPr>
              <a:t> </a:t>
            </a:r>
            <a:r>
              <a:rPr lang="en-US" spc="16" dirty="0">
                <a:solidFill>
                  <a:srgbClr val="002060"/>
                </a:solidFill>
                <a:latin typeface="Cambria" panose="02040503050406030204" pitchFamily="18" charset="0"/>
                <a:ea typeface="Cambria" panose="02040503050406030204" pitchFamily="18" charset="0"/>
                <a:cs typeface="Microsoft Sans Serif"/>
              </a:rPr>
              <a:t>adult,</a:t>
            </a:r>
            <a:r>
              <a:rPr lang="en-US" spc="40" dirty="0">
                <a:solidFill>
                  <a:srgbClr val="002060"/>
                </a:solidFill>
                <a:latin typeface="Cambria" panose="02040503050406030204" pitchFamily="18" charset="0"/>
                <a:ea typeface="Cambria" panose="02040503050406030204" pitchFamily="18" charset="0"/>
                <a:cs typeface="Microsoft Sans Serif"/>
              </a:rPr>
              <a:t> </a:t>
            </a:r>
            <a:r>
              <a:rPr lang="en-US" spc="16" dirty="0">
                <a:solidFill>
                  <a:srgbClr val="002060"/>
                </a:solidFill>
                <a:latin typeface="Cambria" panose="02040503050406030204" pitchFamily="18" charset="0"/>
                <a:ea typeface="Cambria" panose="02040503050406030204" pitchFamily="18" charset="0"/>
                <a:cs typeface="Microsoft Sans Serif"/>
              </a:rPr>
              <a:t>senior)</a:t>
            </a:r>
            <a:endParaRPr lang="en-US" dirty="0">
              <a:solidFill>
                <a:srgbClr val="002060"/>
              </a:solidFill>
              <a:latin typeface="Cambria" panose="02040503050406030204" pitchFamily="18" charset="0"/>
              <a:ea typeface="Cambria" panose="02040503050406030204" pitchFamily="18" charset="0"/>
              <a:cs typeface="Microsoft Sans Serif"/>
            </a:endParaRPr>
          </a:p>
          <a:p>
            <a:pPr marL="514350" indent="-285750">
              <a:buFont typeface="Arial" panose="020B0604020202020204" pitchFamily="34" charset="0"/>
              <a:buChar char="•"/>
            </a:pPr>
            <a:r>
              <a:rPr lang="en-US" altLang="en-US" dirty="0">
                <a:latin typeface="Cambria" panose="02040503050406030204" pitchFamily="18" charset="0"/>
                <a:ea typeface="Cambria" panose="02040503050406030204" pitchFamily="18" charset="0"/>
              </a:rPr>
              <a:t>Why do it?</a:t>
            </a:r>
          </a:p>
          <a:p>
            <a:pPr lvl="1"/>
            <a:r>
              <a:rPr lang="en-US" altLang="en-US" sz="2400" dirty="0">
                <a:latin typeface="Cambria" panose="02040503050406030204" pitchFamily="18" charset="0"/>
                <a:ea typeface="Cambria" panose="02040503050406030204" pitchFamily="18" charset="0"/>
              </a:rPr>
              <a:t>Naive Bayes, decision trees and their ensembles including Random forest,  Minimum distance classifiers or KNN prefer discrete features.</a:t>
            </a:r>
            <a:endParaRPr lang="en-US" sz="2400" dirty="0">
              <a:latin typeface="Cambria" panose="02040503050406030204" pitchFamily="18" charset="0"/>
              <a:ea typeface="Cambria" panose="02040503050406030204" pitchFamily="18" charset="0"/>
            </a:endParaRPr>
          </a:p>
          <a:p>
            <a:pPr lvl="1"/>
            <a:r>
              <a:rPr lang="en-US" sz="2400" dirty="0">
                <a:latin typeface="Cambria" panose="02040503050406030204" pitchFamily="18" charset="0"/>
                <a:ea typeface="Cambria" panose="02040503050406030204" pitchFamily="18" charset="0"/>
              </a:rPr>
              <a:t> Also known as </a:t>
            </a:r>
            <a:r>
              <a:rPr lang="en-IN" sz="2400" dirty="0">
                <a:latin typeface="Cambria" panose="02040503050406030204" pitchFamily="18" charset="0"/>
                <a:ea typeface="Cambria" panose="02040503050406030204" pitchFamily="18" charset="0"/>
              </a:rPr>
              <a:t>binning’ or ‘bucketing’</a:t>
            </a:r>
          </a:p>
          <a:p>
            <a:pPr lvl="1"/>
            <a:r>
              <a:rPr lang="en-US" sz="2400" dirty="0">
                <a:latin typeface="Cambria" panose="02040503050406030204" pitchFamily="18" charset="0"/>
                <a:ea typeface="Cambria" panose="02040503050406030204" pitchFamily="18" charset="0"/>
              </a:rPr>
              <a:t>To handle outliers.</a:t>
            </a:r>
          </a:p>
          <a:p>
            <a:pPr lvl="1"/>
            <a:r>
              <a:rPr lang="en-US" sz="2400" dirty="0">
                <a:latin typeface="Cambria" panose="02040503050406030204" pitchFamily="18" charset="0"/>
                <a:ea typeface="Cambria" panose="02040503050406030204" pitchFamily="18" charset="0"/>
              </a:rPr>
              <a:t>To improve the value spread i.e., spread of data</a:t>
            </a:r>
          </a:p>
          <a:p>
            <a:pPr lvl="1"/>
            <a:endParaRPr lang="en-US" sz="2400" dirty="0">
              <a:latin typeface="Cambria" panose="02040503050406030204" pitchFamily="18" charset="0"/>
              <a:ea typeface="Cambria" panose="02040503050406030204" pitchFamily="18" charset="0"/>
            </a:endParaRPr>
          </a:p>
          <a:p>
            <a:pPr lvl="1"/>
            <a:endParaRPr lang="en-IN" sz="2400" dirty="0">
              <a:latin typeface="Cambria" panose="02040503050406030204" pitchFamily="18" charset="0"/>
              <a:ea typeface="Cambria" panose="02040503050406030204" pitchFamily="18" charset="0"/>
            </a:endParaRPr>
          </a:p>
        </p:txBody>
      </p:sp>
      <p:sp>
        <p:nvSpPr>
          <p:cNvPr id="5" name="Text Placeholder 4"/>
          <p:cNvSpPr>
            <a:spLocks noGrp="1"/>
          </p:cNvSpPr>
          <p:nvPr>
            <p:ph type="body" idx="2"/>
          </p:nvPr>
        </p:nvSpPr>
        <p:spPr>
          <a:xfrm>
            <a:off x="304800" y="152400"/>
            <a:ext cx="8730018" cy="1143000"/>
          </a:xfrm>
        </p:spPr>
        <p:txBody>
          <a:bodyPr>
            <a:normAutofit fontScale="85000" lnSpcReduction="20000"/>
          </a:bodyPr>
          <a:lstStyle/>
          <a:p>
            <a:endParaRPr lang="en-US" dirty="0"/>
          </a:p>
          <a:p>
            <a:r>
              <a:rPr lang="en-US" b="0" dirty="0">
                <a:latin typeface="Cambria" panose="02040503050406030204" pitchFamily="18" charset="0"/>
                <a:ea typeface="Cambria" panose="02040503050406030204" pitchFamily="18" charset="0"/>
                <a:cs typeface="Calibri"/>
                <a:sym typeface="Calibri"/>
              </a:rPr>
              <a:t>Feature Engineering  - Transform</a:t>
            </a:r>
          </a:p>
          <a:p>
            <a:r>
              <a:rPr lang="en-US" sz="2600" b="0" dirty="0">
                <a:solidFill>
                  <a:srgbClr val="0070C0"/>
                </a:solidFill>
                <a:latin typeface="Cambria" panose="02040503050406030204" pitchFamily="18" charset="0"/>
                <a:ea typeface="Cambria" panose="02040503050406030204" pitchFamily="18" charset="0"/>
              </a:rPr>
              <a:t>Encoding Numerical Features</a:t>
            </a:r>
            <a:endParaRPr lang="en-IN" sz="2600" b="0" dirty="0">
              <a:solidFill>
                <a:srgbClr val="0070C0"/>
              </a:solidFill>
              <a:latin typeface="Cambria" panose="02040503050406030204" pitchFamily="18" charset="0"/>
              <a:ea typeface="Cambria" panose="02040503050406030204" pitchFamily="18" charset="0"/>
            </a:endParaRPr>
          </a:p>
        </p:txBody>
      </p:sp>
      <p:sp>
        <p:nvSpPr>
          <p:cNvPr id="6"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64</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B2DA6C78-EDE0-C43D-3D12-841041C76CA8}"/>
                  </a:ext>
                </a:extLst>
              </p14:cNvPr>
              <p14:cNvContentPartPr/>
              <p14:nvPr/>
            </p14:nvContentPartPr>
            <p14:xfrm>
              <a:off x="549360" y="1474200"/>
              <a:ext cx="5362920" cy="3434040"/>
            </p14:xfrm>
          </p:contentPart>
        </mc:Choice>
        <mc:Fallback>
          <p:pic>
            <p:nvPicPr>
              <p:cNvPr id="2" name="Ink 1">
                <a:extLst>
                  <a:ext uri="{FF2B5EF4-FFF2-40B4-BE49-F238E27FC236}">
                    <a16:creationId xmlns:a16="http://schemas.microsoft.com/office/drawing/2014/main" id="{B2DA6C78-EDE0-C43D-3D12-841041C76CA8}"/>
                  </a:ext>
                </a:extLst>
              </p:cNvPr>
              <p:cNvPicPr/>
              <p:nvPr/>
            </p:nvPicPr>
            <p:blipFill>
              <a:blip r:embed="rId3"/>
              <a:stretch>
                <a:fillRect/>
              </a:stretch>
            </p:blipFill>
            <p:spPr>
              <a:xfrm>
                <a:off x="540000" y="1464840"/>
                <a:ext cx="5381640" cy="3452760"/>
              </a:xfrm>
              <a:prstGeom prst="rect">
                <a:avLst/>
              </a:prstGeom>
            </p:spPr>
          </p:pic>
        </mc:Fallback>
      </mc:AlternateContent>
    </p:spTree>
    <p:extLst>
      <p:ext uri="{BB962C8B-B14F-4D97-AF65-F5344CB8AC3E}">
        <p14:creationId xmlns:p14="http://schemas.microsoft.com/office/powerpoint/2010/main" val="352362399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p:cNvSpPr>
            <a:spLocks noGrp="1" noChangeArrowheads="1"/>
          </p:cNvSpPr>
          <p:nvPr>
            <p:ph type="title"/>
          </p:nvPr>
        </p:nvSpPr>
        <p:spPr>
          <a:xfrm>
            <a:off x="228600" y="381000"/>
            <a:ext cx="6398260" cy="638810"/>
          </a:xfrm>
        </p:spPr>
        <p:txBody>
          <a:bodyPr>
            <a:normAutofit fontScale="90000"/>
          </a:bodyPr>
          <a:lstStyle/>
          <a:p>
            <a:r>
              <a:rPr lang="en-US" sz="3600" b="0" dirty="0">
                <a:latin typeface="Cambria" panose="02040503050406030204" pitchFamily="18" charset="0"/>
                <a:ea typeface="Cambria" panose="02040503050406030204" pitchFamily="18" charset="0"/>
                <a:cs typeface="Calibri"/>
                <a:sym typeface="Calibri"/>
              </a:rPr>
              <a:t>Feature Engineering  - Transform</a:t>
            </a:r>
            <a:br>
              <a:rPr lang="en-US" sz="3600" b="0" dirty="0">
                <a:latin typeface="Cambria" panose="02040503050406030204" pitchFamily="18" charset="0"/>
                <a:ea typeface="Cambria" panose="02040503050406030204" pitchFamily="18" charset="0"/>
                <a:cs typeface="Calibri"/>
                <a:sym typeface="Calibri"/>
              </a:rPr>
            </a:br>
            <a:r>
              <a:rPr lang="en-US" sz="2600" b="0" dirty="0">
                <a:solidFill>
                  <a:srgbClr val="0070C0"/>
                </a:solidFill>
                <a:latin typeface="Cambria" panose="02040503050406030204" pitchFamily="18" charset="0"/>
                <a:ea typeface="Cambria" panose="02040503050406030204" pitchFamily="18" charset="0"/>
              </a:rPr>
              <a:t>Encoding Numerical Features</a:t>
            </a:r>
            <a:br>
              <a:rPr lang="en-IN" sz="2600" b="0" dirty="0">
                <a:solidFill>
                  <a:srgbClr val="0070C0"/>
                </a:solidFill>
                <a:latin typeface="Cambria" panose="02040503050406030204" pitchFamily="18" charset="0"/>
                <a:ea typeface="Cambria" panose="02040503050406030204" pitchFamily="18" charset="0"/>
              </a:rPr>
            </a:br>
            <a:endParaRPr lang="en-US" altLang="en-US" sz="4000" b="1" dirty="0">
              <a:latin typeface="Times New Roman" panose="02020603050405020304" pitchFamily="18" charset="0"/>
              <a:cs typeface="Times New Roman" panose="02020603050405020304" pitchFamily="18" charset="0"/>
            </a:endParaRPr>
          </a:p>
        </p:txBody>
      </p:sp>
      <p:sp>
        <p:nvSpPr>
          <p:cNvPr id="59396" name="Rectangle 3"/>
          <p:cNvSpPr>
            <a:spLocks noGrp="1" noChangeArrowheads="1"/>
          </p:cNvSpPr>
          <p:nvPr>
            <p:ph idx="4294967295"/>
          </p:nvPr>
        </p:nvSpPr>
        <p:spPr>
          <a:xfrm>
            <a:off x="228600" y="1295400"/>
            <a:ext cx="7886700" cy="4808538"/>
          </a:xfrm>
        </p:spPr>
        <p:txBody>
          <a:bodyPr>
            <a:normAutofit/>
          </a:bodyPr>
          <a:lstStyle/>
          <a:p>
            <a:pPr eaLnBrk="1" hangingPunct="1">
              <a:lnSpc>
                <a:spcPct val="150000"/>
              </a:lnSpc>
            </a:pPr>
            <a:r>
              <a:rPr lang="en-US" altLang="en-US" sz="2400" b="1" dirty="0">
                <a:latin typeface="Cambria" panose="02040503050406030204" pitchFamily="18" charset="0"/>
                <a:ea typeface="Cambria" panose="02040503050406030204" pitchFamily="18" charset="0"/>
                <a:cs typeface="Times New Roman" panose="02020603050405020304" pitchFamily="18" charset="0"/>
              </a:rPr>
              <a:t>Simple Discretization: Binning</a:t>
            </a:r>
            <a:endParaRPr lang="en-US" altLang="en-US" sz="2400" dirty="0">
              <a:solidFill>
                <a:schemeClr val="hlink"/>
              </a:solidFill>
              <a:latin typeface="Cambria" panose="02040503050406030204" pitchFamily="18" charset="0"/>
              <a:ea typeface="Cambria" panose="02040503050406030204" pitchFamily="18" charset="0"/>
              <a:cs typeface="Times New Roman" panose="02020603050405020304" pitchFamily="18" charset="0"/>
            </a:endParaRPr>
          </a:p>
          <a:p>
            <a:pPr marL="285750" indent="-285750" eaLnBrk="1" hangingPunct="1">
              <a:lnSpc>
                <a:spcPct val="150000"/>
              </a:lnSpc>
              <a:buFont typeface="Arial" panose="020B0604020202020204" pitchFamily="34" charset="0"/>
              <a:buChar char="•"/>
            </a:pPr>
            <a:r>
              <a:rPr lang="en-US" altLang="en-US" sz="1800" dirty="0">
                <a:solidFill>
                  <a:schemeClr val="hlink"/>
                </a:solidFill>
                <a:latin typeface="Cambria" panose="02040503050406030204" pitchFamily="18" charset="0"/>
                <a:ea typeface="Cambria" panose="02040503050406030204" pitchFamily="18" charset="0"/>
                <a:cs typeface="Times New Roman" panose="02020603050405020304" pitchFamily="18" charset="0"/>
              </a:rPr>
              <a:t>Equal-width</a:t>
            </a:r>
            <a:r>
              <a:rPr lang="en-US" altLang="en-US" sz="1800" dirty="0">
                <a:latin typeface="Cambria" panose="02040503050406030204" pitchFamily="18" charset="0"/>
                <a:ea typeface="Cambria" panose="02040503050406030204" pitchFamily="18" charset="0"/>
                <a:cs typeface="Times New Roman" panose="02020603050405020304" pitchFamily="18" charset="0"/>
              </a:rPr>
              <a:t> (distance) partitioning</a:t>
            </a:r>
          </a:p>
          <a:p>
            <a:pPr marL="742950" lvl="1" indent="-285750" eaLnBrk="1" hangingPunct="1">
              <a:lnSpc>
                <a:spcPct val="150000"/>
              </a:lnSpc>
              <a:spcBef>
                <a:spcPct val="0"/>
              </a:spcBef>
              <a:buFont typeface="Courier New" panose="02070309020205020404" pitchFamily="49" charset="0"/>
              <a:buChar char="o"/>
            </a:pPr>
            <a:r>
              <a:rPr lang="en-US" altLang="en-US" dirty="0">
                <a:latin typeface="Cambria" panose="02040503050406030204" pitchFamily="18" charset="0"/>
                <a:ea typeface="Cambria" panose="02040503050406030204" pitchFamily="18" charset="0"/>
                <a:cs typeface="Times New Roman" panose="02020603050405020304" pitchFamily="18" charset="0"/>
              </a:rPr>
              <a:t>Divides the range into </a:t>
            </a:r>
            <a:r>
              <a:rPr lang="en-US" altLang="en-US" i="1" dirty="0">
                <a:latin typeface="Cambria" panose="02040503050406030204" pitchFamily="18" charset="0"/>
                <a:ea typeface="Cambria" panose="02040503050406030204" pitchFamily="18" charset="0"/>
                <a:cs typeface="Times New Roman" panose="02020603050405020304" pitchFamily="18" charset="0"/>
              </a:rPr>
              <a:t>N</a:t>
            </a:r>
            <a:r>
              <a:rPr lang="en-US" altLang="en-US" dirty="0">
                <a:latin typeface="Cambria" panose="02040503050406030204" pitchFamily="18" charset="0"/>
                <a:ea typeface="Cambria" panose="02040503050406030204" pitchFamily="18" charset="0"/>
                <a:cs typeface="Times New Roman" panose="02020603050405020304" pitchFamily="18" charset="0"/>
              </a:rPr>
              <a:t> intervals of equal size: </a:t>
            </a:r>
            <a:r>
              <a:rPr lang="en-US" altLang="en-US" dirty="0">
                <a:solidFill>
                  <a:srgbClr val="39513E"/>
                </a:solidFill>
                <a:latin typeface="Cambria" panose="02040503050406030204" pitchFamily="18" charset="0"/>
                <a:ea typeface="Cambria" panose="02040503050406030204" pitchFamily="18" charset="0"/>
                <a:cs typeface="Times New Roman" panose="02020603050405020304" pitchFamily="18" charset="0"/>
              </a:rPr>
              <a:t>uniform grid</a:t>
            </a:r>
            <a:endParaRPr lang="en-US" altLang="en-US" dirty="0">
              <a:solidFill>
                <a:schemeClr val="hlink"/>
              </a:solidFill>
              <a:latin typeface="Cambria" panose="02040503050406030204" pitchFamily="18" charset="0"/>
              <a:ea typeface="Cambria" panose="02040503050406030204" pitchFamily="18" charset="0"/>
              <a:cs typeface="Times New Roman" panose="02020603050405020304" pitchFamily="18" charset="0"/>
            </a:endParaRPr>
          </a:p>
          <a:p>
            <a:pPr marL="742950" lvl="1" indent="-285750" eaLnBrk="1" hangingPunct="1">
              <a:lnSpc>
                <a:spcPct val="150000"/>
              </a:lnSpc>
              <a:spcBef>
                <a:spcPct val="0"/>
              </a:spcBef>
              <a:buFont typeface="Courier New" panose="02070309020205020404" pitchFamily="49" charset="0"/>
              <a:buChar char="o"/>
            </a:pPr>
            <a:r>
              <a:rPr lang="en-US" altLang="en-US" dirty="0">
                <a:latin typeface="Cambria" panose="02040503050406030204" pitchFamily="18" charset="0"/>
                <a:ea typeface="Cambria" panose="02040503050406030204" pitchFamily="18" charset="0"/>
                <a:cs typeface="Times New Roman" panose="02020603050405020304" pitchFamily="18" charset="0"/>
              </a:rPr>
              <a:t>if </a:t>
            </a:r>
            <a:r>
              <a:rPr lang="en-US" altLang="en-US" i="1" dirty="0">
                <a:latin typeface="Cambria" panose="02040503050406030204" pitchFamily="18" charset="0"/>
                <a:ea typeface="Cambria" panose="02040503050406030204" pitchFamily="18" charset="0"/>
                <a:cs typeface="Times New Roman" panose="02020603050405020304" pitchFamily="18" charset="0"/>
              </a:rPr>
              <a:t>A</a:t>
            </a:r>
            <a:r>
              <a:rPr lang="en-US" altLang="en-US" dirty="0">
                <a:latin typeface="Cambria" panose="02040503050406030204" pitchFamily="18" charset="0"/>
                <a:ea typeface="Cambria" panose="02040503050406030204" pitchFamily="18" charset="0"/>
                <a:cs typeface="Times New Roman" panose="02020603050405020304" pitchFamily="18" charset="0"/>
              </a:rPr>
              <a:t> and </a:t>
            </a:r>
            <a:r>
              <a:rPr lang="en-US" altLang="en-US" i="1" dirty="0">
                <a:latin typeface="Cambria" panose="02040503050406030204" pitchFamily="18" charset="0"/>
                <a:ea typeface="Cambria" panose="02040503050406030204" pitchFamily="18" charset="0"/>
                <a:cs typeface="Times New Roman" panose="02020603050405020304" pitchFamily="18" charset="0"/>
              </a:rPr>
              <a:t>B</a:t>
            </a:r>
            <a:r>
              <a:rPr lang="en-US" altLang="en-US" dirty="0">
                <a:latin typeface="Cambria" panose="02040503050406030204" pitchFamily="18" charset="0"/>
                <a:ea typeface="Cambria" panose="02040503050406030204" pitchFamily="18" charset="0"/>
                <a:cs typeface="Times New Roman" panose="02020603050405020304" pitchFamily="18" charset="0"/>
              </a:rPr>
              <a:t> are the lowest and highest values of the attribute, the width of intervals will be: </a:t>
            </a:r>
            <a:r>
              <a:rPr lang="en-US" altLang="en-US" i="1" dirty="0">
                <a:latin typeface="Cambria" panose="02040503050406030204" pitchFamily="18" charset="0"/>
                <a:ea typeface="Cambria" panose="02040503050406030204" pitchFamily="18" charset="0"/>
                <a:cs typeface="Times New Roman" panose="02020603050405020304" pitchFamily="18" charset="0"/>
              </a:rPr>
              <a:t>W </a:t>
            </a:r>
            <a:r>
              <a:rPr lang="en-US" altLang="en-US" dirty="0">
                <a:latin typeface="Cambria" panose="02040503050406030204" pitchFamily="18" charset="0"/>
                <a:ea typeface="Cambria" panose="02040503050406030204" pitchFamily="18" charset="0"/>
                <a:cs typeface="Times New Roman" panose="02020603050405020304" pitchFamily="18" charset="0"/>
              </a:rPr>
              <a:t>= (</a:t>
            </a:r>
            <a:r>
              <a:rPr lang="en-US" altLang="en-US" i="1" dirty="0">
                <a:latin typeface="Cambria" panose="02040503050406030204" pitchFamily="18" charset="0"/>
                <a:ea typeface="Cambria" panose="02040503050406030204" pitchFamily="18" charset="0"/>
                <a:cs typeface="Times New Roman" panose="02020603050405020304" pitchFamily="18" charset="0"/>
              </a:rPr>
              <a:t>B </a:t>
            </a:r>
            <a:r>
              <a:rPr lang="en-US" altLang="en-US" dirty="0">
                <a:latin typeface="Cambria" panose="02040503050406030204" pitchFamily="18" charset="0"/>
                <a:ea typeface="Cambria" panose="02040503050406030204" pitchFamily="18" charset="0"/>
                <a:cs typeface="Times New Roman" panose="02020603050405020304" pitchFamily="18" charset="0"/>
              </a:rPr>
              <a:t>–</a:t>
            </a:r>
            <a:r>
              <a:rPr lang="en-US" altLang="en-US" i="1" dirty="0">
                <a:latin typeface="Cambria" panose="02040503050406030204" pitchFamily="18" charset="0"/>
                <a:ea typeface="Cambria" panose="02040503050406030204" pitchFamily="18" charset="0"/>
                <a:cs typeface="Times New Roman" panose="02020603050405020304" pitchFamily="18" charset="0"/>
              </a:rPr>
              <a:t>A</a:t>
            </a:r>
            <a:r>
              <a:rPr lang="en-US" altLang="en-US" dirty="0">
                <a:latin typeface="Cambria" panose="02040503050406030204" pitchFamily="18" charset="0"/>
                <a:ea typeface="Cambria" panose="02040503050406030204" pitchFamily="18" charset="0"/>
                <a:cs typeface="Times New Roman" panose="02020603050405020304" pitchFamily="18" charset="0"/>
              </a:rPr>
              <a:t>)/</a:t>
            </a:r>
            <a:r>
              <a:rPr lang="en-US" altLang="en-US" i="1" dirty="0">
                <a:latin typeface="Cambria" panose="02040503050406030204" pitchFamily="18" charset="0"/>
                <a:ea typeface="Cambria" panose="02040503050406030204" pitchFamily="18" charset="0"/>
                <a:cs typeface="Times New Roman" panose="02020603050405020304" pitchFamily="18" charset="0"/>
              </a:rPr>
              <a:t>N.</a:t>
            </a:r>
            <a:endParaRPr lang="en-US" altLang="en-US" dirty="0">
              <a:latin typeface="Cambria" panose="02040503050406030204" pitchFamily="18" charset="0"/>
              <a:ea typeface="Cambria" panose="02040503050406030204" pitchFamily="18" charset="0"/>
              <a:cs typeface="Times New Roman" panose="02020603050405020304" pitchFamily="18" charset="0"/>
            </a:endParaRPr>
          </a:p>
          <a:p>
            <a:pPr marL="742950" lvl="1" indent="-285750" eaLnBrk="1" hangingPunct="1">
              <a:lnSpc>
                <a:spcPct val="150000"/>
              </a:lnSpc>
              <a:spcBef>
                <a:spcPct val="0"/>
              </a:spcBef>
              <a:buFont typeface="Courier New" panose="02070309020205020404" pitchFamily="49" charset="0"/>
              <a:buChar char="o"/>
            </a:pPr>
            <a:r>
              <a:rPr lang="en-US" altLang="en-US" dirty="0">
                <a:latin typeface="Cambria" panose="02040503050406030204" pitchFamily="18" charset="0"/>
                <a:ea typeface="Cambria" panose="02040503050406030204" pitchFamily="18" charset="0"/>
                <a:cs typeface="Times New Roman" panose="02020603050405020304" pitchFamily="18" charset="0"/>
              </a:rPr>
              <a:t>The most straightforward, but outliers may dominate presentation</a:t>
            </a:r>
          </a:p>
          <a:p>
            <a:pPr marL="742950" lvl="1" indent="-285750" eaLnBrk="1" hangingPunct="1">
              <a:lnSpc>
                <a:spcPct val="150000"/>
              </a:lnSpc>
              <a:spcBef>
                <a:spcPct val="0"/>
              </a:spcBef>
              <a:buFont typeface="Courier New" panose="02070309020205020404" pitchFamily="49" charset="0"/>
              <a:buChar char="o"/>
            </a:pPr>
            <a:r>
              <a:rPr lang="en-US" altLang="en-US" dirty="0">
                <a:latin typeface="Cambria" panose="02040503050406030204" pitchFamily="18" charset="0"/>
                <a:ea typeface="Cambria" panose="02040503050406030204" pitchFamily="18" charset="0"/>
                <a:cs typeface="Times New Roman" panose="02020603050405020304" pitchFamily="18" charset="0"/>
              </a:rPr>
              <a:t>Skewed data is not handled well</a:t>
            </a:r>
            <a:endParaRPr lang="en-US" altLang="en-US" i="1" dirty="0">
              <a:latin typeface="Cambria" panose="02040503050406030204" pitchFamily="18" charset="0"/>
              <a:ea typeface="Cambria" panose="02040503050406030204" pitchFamily="18" charset="0"/>
              <a:cs typeface="Times New Roman" panose="02020603050405020304" pitchFamily="18" charset="0"/>
            </a:endParaRPr>
          </a:p>
          <a:p>
            <a:pPr marL="285750" indent="-285750" eaLnBrk="1" hangingPunct="1">
              <a:lnSpc>
                <a:spcPct val="150000"/>
              </a:lnSpc>
              <a:buFont typeface="Arial" panose="020B0604020202020204" pitchFamily="34" charset="0"/>
              <a:buChar char="•"/>
            </a:pPr>
            <a:r>
              <a:rPr lang="en-US" altLang="en-US" sz="1800" dirty="0">
                <a:solidFill>
                  <a:schemeClr val="hlink"/>
                </a:solidFill>
                <a:latin typeface="Cambria" panose="02040503050406030204" pitchFamily="18" charset="0"/>
                <a:ea typeface="Cambria" panose="02040503050406030204" pitchFamily="18" charset="0"/>
                <a:cs typeface="Times New Roman" panose="02020603050405020304" pitchFamily="18" charset="0"/>
              </a:rPr>
              <a:t>Equal-depth</a:t>
            </a:r>
            <a:r>
              <a:rPr lang="en-US" altLang="en-US" sz="1800" dirty="0">
                <a:latin typeface="Cambria" panose="02040503050406030204" pitchFamily="18" charset="0"/>
                <a:ea typeface="Cambria" panose="02040503050406030204" pitchFamily="18" charset="0"/>
                <a:cs typeface="Times New Roman" panose="02020603050405020304" pitchFamily="18" charset="0"/>
              </a:rPr>
              <a:t> (frequency) partitioning</a:t>
            </a:r>
          </a:p>
          <a:p>
            <a:pPr marL="742950" lvl="1" indent="-285750">
              <a:lnSpc>
                <a:spcPct val="150000"/>
              </a:lnSpc>
              <a:spcBef>
                <a:spcPct val="0"/>
              </a:spcBef>
              <a:buFont typeface="Courier New" panose="02070309020205020404" pitchFamily="49" charset="0"/>
              <a:buChar char="o"/>
            </a:pPr>
            <a:r>
              <a:rPr lang="en-US" altLang="en-US" dirty="0">
                <a:latin typeface="Cambria" panose="02040503050406030204" pitchFamily="18" charset="0"/>
                <a:ea typeface="Cambria" panose="02040503050406030204" pitchFamily="18" charset="0"/>
                <a:cs typeface="Times New Roman" panose="02020603050405020304" pitchFamily="18" charset="0"/>
              </a:rPr>
              <a:t>Divides the range into N intervals, each containing approximately same number of samples</a:t>
            </a:r>
          </a:p>
          <a:p>
            <a:pPr marL="742950" lvl="1" indent="-285750">
              <a:lnSpc>
                <a:spcPct val="150000"/>
              </a:lnSpc>
              <a:spcBef>
                <a:spcPct val="0"/>
              </a:spcBef>
              <a:buFont typeface="Courier New" panose="02070309020205020404" pitchFamily="49" charset="0"/>
              <a:buChar char="o"/>
            </a:pPr>
            <a:r>
              <a:rPr lang="en-US" altLang="en-US" dirty="0">
                <a:latin typeface="Cambria" panose="02040503050406030204" pitchFamily="18" charset="0"/>
                <a:ea typeface="Cambria" panose="02040503050406030204" pitchFamily="18" charset="0"/>
                <a:cs typeface="Times New Roman" panose="02020603050405020304" pitchFamily="18" charset="0"/>
              </a:rPr>
              <a:t>Good data scaling</a:t>
            </a:r>
          </a:p>
          <a:p>
            <a:pPr lvl="1">
              <a:lnSpc>
                <a:spcPct val="150000"/>
              </a:lnSpc>
              <a:spcBef>
                <a:spcPct val="0"/>
              </a:spcBef>
            </a:pPr>
            <a:endParaRPr lang="en-US" altLang="en-US" dirty="0">
              <a:latin typeface="Cambria" panose="02040503050406030204" pitchFamily="18" charset="0"/>
              <a:ea typeface="Cambria" panose="02040503050406030204" pitchFamily="18" charset="0"/>
              <a:cs typeface="Times New Roman" panose="02020603050405020304" pitchFamily="18" charset="0"/>
            </a:endParaRPr>
          </a:p>
        </p:txBody>
      </p:sp>
      <p:sp>
        <p:nvSpPr>
          <p:cNvPr id="5" name="Slide Number Placeholder 3"/>
          <p:cNvSpPr>
            <a:spLocks noGrp="1"/>
          </p:cNvSpPr>
          <p:nvPr>
            <p:ph type="sldNum" idx="4294967295"/>
          </p:nvPr>
        </p:nvSpPr>
        <p:spPr>
          <a:xfrm>
            <a:off x="8716776" y="6231989"/>
            <a:ext cx="611560" cy="323557"/>
          </a:xfrm>
          <a:prstGeom prst="rect">
            <a:avLst/>
          </a:prstGeom>
        </p:spPr>
        <p:txBody>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lang="en-US" sz="1600" b="1" dirty="0">
                <a:latin typeface="Tahoma"/>
                <a:ea typeface="Tahoma"/>
                <a:cs typeface="Tahoma"/>
                <a:sym typeface="Tahoma"/>
              </a:rPr>
              <a:t>65</a:t>
            </a:r>
            <a:endParaRPr kumimoji="0" lang="en-US"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CD0F1FA3-EB06-1B3B-7069-555B1B9892E0}"/>
                  </a:ext>
                </a:extLst>
              </p14:cNvPr>
              <p14:cNvContentPartPr/>
              <p14:nvPr/>
            </p14:nvContentPartPr>
            <p14:xfrm>
              <a:off x="124560" y="831960"/>
              <a:ext cx="8989920" cy="5079240"/>
            </p14:xfrm>
          </p:contentPart>
        </mc:Choice>
        <mc:Fallback>
          <p:pic>
            <p:nvPicPr>
              <p:cNvPr id="2" name="Ink 1">
                <a:extLst>
                  <a:ext uri="{FF2B5EF4-FFF2-40B4-BE49-F238E27FC236}">
                    <a16:creationId xmlns:a16="http://schemas.microsoft.com/office/drawing/2014/main" id="{CD0F1FA3-EB06-1B3B-7069-555B1B9892E0}"/>
                  </a:ext>
                </a:extLst>
              </p:cNvPr>
              <p:cNvPicPr/>
              <p:nvPr/>
            </p:nvPicPr>
            <p:blipFill>
              <a:blip r:embed="rId4"/>
              <a:stretch>
                <a:fillRect/>
              </a:stretch>
            </p:blipFill>
            <p:spPr>
              <a:xfrm>
                <a:off x="115200" y="822600"/>
                <a:ext cx="9008640" cy="5097960"/>
              </a:xfrm>
              <a:prstGeom prst="rect">
                <a:avLst/>
              </a:prstGeom>
            </p:spPr>
          </p:pic>
        </mc:Fallback>
      </mc:AlternateContent>
    </p:spTree>
    <p:extLst>
      <p:ext uri="{BB962C8B-B14F-4D97-AF65-F5344CB8AC3E}">
        <p14:creationId xmlns:p14="http://schemas.microsoft.com/office/powerpoint/2010/main" val="304669594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014"/>
        <p:cNvGrpSpPr/>
        <p:nvPr/>
      </p:nvGrpSpPr>
      <p:grpSpPr>
        <a:xfrm>
          <a:off x="0" y="0"/>
          <a:ext cx="0" cy="0"/>
          <a:chOff x="0" y="0"/>
          <a:chExt cx="0" cy="0"/>
        </a:xfrm>
      </p:grpSpPr>
      <p:sp>
        <p:nvSpPr>
          <p:cNvPr id="1015" name="Google Shape;1015;g11575d78375_0_826"/>
          <p:cNvSpPr txBox="1">
            <a:spLocks noGrp="1"/>
          </p:cNvSpPr>
          <p:nvPr>
            <p:ph type="body" idx="2"/>
          </p:nvPr>
        </p:nvSpPr>
        <p:spPr>
          <a:xfrm>
            <a:off x="0" y="22811"/>
            <a:ext cx="8421093" cy="1143000"/>
          </a:xfrm>
          <a:prstGeom prst="rect">
            <a:avLst/>
          </a:prstGeom>
          <a:noFill/>
          <a:ln>
            <a:noFill/>
          </a:ln>
        </p:spPr>
        <p:txBody>
          <a:bodyPr spcFirstLastPara="1" wrap="square" lIns="91425" tIns="45700" rIns="91425" bIns="45700" anchor="ctr" anchorCtr="0">
            <a:noAutofit/>
          </a:bodyPr>
          <a:lstStyle/>
          <a:p>
            <a:r>
              <a:rPr lang="en-US" b="0" dirty="0">
                <a:latin typeface="Cambria" panose="02040503050406030204" pitchFamily="18" charset="0"/>
                <a:ea typeface="Cambria" panose="02040503050406030204" pitchFamily="18" charset="0"/>
                <a:cs typeface="Calibri"/>
                <a:sym typeface="Calibri"/>
              </a:rPr>
              <a:t>Feature Engineering  - Transform</a:t>
            </a:r>
          </a:p>
          <a:p>
            <a:r>
              <a:rPr lang="en-US" sz="2000" b="0" dirty="0">
                <a:solidFill>
                  <a:srgbClr val="0070C0"/>
                </a:solidFill>
                <a:latin typeface="Cambria" panose="02040503050406030204" pitchFamily="18" charset="0"/>
                <a:ea typeface="Cambria" panose="02040503050406030204" pitchFamily="18" charset="0"/>
              </a:rPr>
              <a:t>Encoding Categorical Features</a:t>
            </a:r>
            <a:endParaRPr lang="en-IN" sz="2000" b="0" dirty="0">
              <a:solidFill>
                <a:srgbClr val="0070C0"/>
              </a:solidFill>
              <a:latin typeface="Cambria" panose="02040503050406030204" pitchFamily="18" charset="0"/>
              <a:ea typeface="Cambria" panose="02040503050406030204" pitchFamily="18" charset="0"/>
            </a:endParaRPr>
          </a:p>
        </p:txBody>
      </p:sp>
      <p:sp>
        <p:nvSpPr>
          <p:cNvPr id="1020" name="Google Shape;1020;g11575d78375_0_826"/>
          <p:cNvSpPr txBox="1">
            <a:spLocks noGrp="1"/>
          </p:cNvSpPr>
          <p:nvPr>
            <p:ph type="body" idx="1"/>
          </p:nvPr>
        </p:nvSpPr>
        <p:spPr>
          <a:xfrm>
            <a:off x="0" y="1293854"/>
            <a:ext cx="9007665" cy="4525963"/>
          </a:xfrm>
          <a:prstGeom prst="rect">
            <a:avLst/>
          </a:prstGeom>
          <a:noFill/>
          <a:ln>
            <a:noFill/>
          </a:ln>
        </p:spPr>
        <p:txBody>
          <a:bodyPr spcFirstLastPara="1" wrap="square" lIns="91425" tIns="45700" rIns="91425" bIns="45700" anchor="t" anchorCtr="0">
            <a:normAutofit/>
          </a:bodyPr>
          <a:lstStyle/>
          <a:p>
            <a:pPr marL="5143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 Binarization maps a categorical attribute into one or more binary variables - </a:t>
            </a:r>
            <a:r>
              <a:rPr lang="en-US" dirty="0">
                <a:latin typeface="Cambria" panose="02040503050406030204" pitchFamily="18" charset="0"/>
                <a:ea typeface="Cambria" panose="02040503050406030204" pitchFamily="18" charset="0"/>
                <a:sym typeface="Calibri"/>
              </a:rPr>
              <a:t>One Hot/ Dummy Encoding</a:t>
            </a:r>
          </a:p>
          <a:p>
            <a:pPr marL="514350" indent="-285750">
              <a:buFont typeface="Arial" panose="020B0604020202020204" pitchFamily="34" charset="0"/>
              <a:buChar char="•"/>
            </a:pPr>
            <a:endParaRPr lang="en-US" dirty="0">
              <a:latin typeface="Cambria" panose="02040503050406030204" pitchFamily="18" charset="0"/>
              <a:ea typeface="Cambria" panose="02040503050406030204" pitchFamily="18" charset="0"/>
            </a:endParaRPr>
          </a:p>
          <a:p>
            <a:pPr marL="514350" indent="-285750">
              <a:buFont typeface="Arial" panose="020B0604020202020204" pitchFamily="34" charset="0"/>
              <a:buChar char="•"/>
            </a:pPr>
            <a:endParaRPr lang="en-US" dirty="0">
              <a:latin typeface="Cambria" panose="02040503050406030204" pitchFamily="18" charset="0"/>
              <a:ea typeface="Cambria" panose="02040503050406030204" pitchFamily="18" charset="0"/>
            </a:endParaRPr>
          </a:p>
          <a:p>
            <a:pPr marL="514350" indent="-285750">
              <a:buFont typeface="Arial" panose="020B0604020202020204" pitchFamily="34" charset="0"/>
              <a:buChar char="•"/>
            </a:pPr>
            <a:endParaRPr lang="en-US" dirty="0">
              <a:latin typeface="Cambria" panose="02040503050406030204" pitchFamily="18" charset="0"/>
              <a:ea typeface="Cambria" panose="02040503050406030204" pitchFamily="18" charset="0"/>
            </a:endParaRPr>
          </a:p>
          <a:p>
            <a:pPr marL="514350" indent="-285750">
              <a:buFont typeface="Arial" panose="020B0604020202020204" pitchFamily="34" charset="0"/>
              <a:buChar char="•"/>
            </a:pPr>
            <a:endParaRPr lang="en-US" dirty="0">
              <a:latin typeface="Cambria" panose="02040503050406030204" pitchFamily="18" charset="0"/>
              <a:ea typeface="Cambria" panose="02040503050406030204" pitchFamily="18" charset="0"/>
              <a:sym typeface="Calibri"/>
            </a:endParaRPr>
          </a:p>
          <a:p>
            <a:pPr marL="514350" indent="-285750">
              <a:buFont typeface="Arial" panose="020B0604020202020204" pitchFamily="34" charset="0"/>
              <a:buChar char="•"/>
            </a:pPr>
            <a:endParaRPr lang="en-US" dirty="0">
              <a:latin typeface="Cambria" panose="02040503050406030204" pitchFamily="18" charset="0"/>
              <a:ea typeface="Cambria" panose="02040503050406030204" pitchFamily="18" charset="0"/>
              <a:sym typeface="Calibri"/>
            </a:endParaRPr>
          </a:p>
          <a:p>
            <a:pPr marL="5143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Categorical features to a numeric representation - </a:t>
            </a:r>
            <a:r>
              <a:rPr lang="en-US" dirty="0">
                <a:latin typeface="Cambria" panose="02040503050406030204" pitchFamily="18" charset="0"/>
                <a:ea typeface="Cambria" panose="02040503050406030204" pitchFamily="18" charset="0"/>
                <a:sym typeface="Calibri"/>
              </a:rPr>
              <a:t>Label Encoding</a:t>
            </a:r>
          </a:p>
          <a:p>
            <a:pPr marL="514350" indent="-285750">
              <a:buFont typeface="Arial" panose="020B0604020202020204" pitchFamily="34" charset="0"/>
              <a:buChar char="•"/>
            </a:pPr>
            <a:endParaRPr lang="en-US" dirty="0">
              <a:latin typeface="Cambria" panose="02040503050406030204" pitchFamily="18" charset="0"/>
              <a:ea typeface="Cambria" panose="02040503050406030204" pitchFamily="18" charset="0"/>
            </a:endParaRPr>
          </a:p>
          <a:p>
            <a:pPr marL="514350" indent="-285750">
              <a:buFont typeface="Arial" panose="020B0604020202020204" pitchFamily="34" charset="0"/>
              <a:buChar char="•"/>
            </a:pPr>
            <a:endParaRPr dirty="0">
              <a:latin typeface="Cambria" panose="02040503050406030204" pitchFamily="18" charset="0"/>
              <a:ea typeface="Cambria" panose="02040503050406030204" pitchFamily="18" charset="0"/>
            </a:endParaRPr>
          </a:p>
          <a:p>
            <a:pPr marL="514350" indent="-285750">
              <a:buFont typeface="Arial" panose="020B0604020202020204" pitchFamily="34" charset="0"/>
              <a:buChar char="•"/>
            </a:pPr>
            <a:endParaRPr dirty="0">
              <a:latin typeface="Cambria" panose="02040503050406030204" pitchFamily="18" charset="0"/>
              <a:ea typeface="Cambria" panose="02040503050406030204" pitchFamily="18" charset="0"/>
            </a:endParaRPr>
          </a:p>
        </p:txBody>
      </p:sp>
      <p:pic>
        <p:nvPicPr>
          <p:cNvPr id="9" name="Google Shape;1016;g11575d78375_0_826"/>
          <p:cNvPicPr preferRelativeResize="0"/>
          <p:nvPr/>
        </p:nvPicPr>
        <p:blipFill rotWithShape="1">
          <a:blip r:embed="rId3">
            <a:alphaModFix/>
          </a:blip>
          <a:srcRect/>
          <a:stretch/>
        </p:blipFill>
        <p:spPr>
          <a:xfrm>
            <a:off x="1425479" y="2426320"/>
            <a:ext cx="4925994" cy="1798476"/>
          </a:xfrm>
          <a:prstGeom prst="rect">
            <a:avLst/>
          </a:prstGeom>
          <a:noFill/>
          <a:ln>
            <a:noFill/>
          </a:ln>
        </p:spPr>
      </p:pic>
      <p:pic>
        <p:nvPicPr>
          <p:cNvPr id="10" name="Google Shape;1018;g11575d78375_0_826"/>
          <p:cNvPicPr preferRelativeResize="0"/>
          <p:nvPr/>
        </p:nvPicPr>
        <p:blipFill rotWithShape="1">
          <a:blip r:embed="rId4">
            <a:alphaModFix/>
          </a:blip>
          <a:srcRect/>
          <a:stretch/>
        </p:blipFill>
        <p:spPr>
          <a:xfrm>
            <a:off x="3235101" y="4877904"/>
            <a:ext cx="1950889" cy="1883827"/>
          </a:xfrm>
          <a:prstGeom prst="rect">
            <a:avLst/>
          </a:prstGeom>
          <a:noFill/>
          <a:ln>
            <a:noFill/>
          </a:ln>
        </p:spPr>
      </p:pic>
      <p:sp>
        <p:nvSpPr>
          <p:cNvPr id="6"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66</a:t>
            </a:r>
          </a:p>
        </p:txBody>
      </p:sp>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040C48DF-7B62-8A3C-28B5-89B5D3A664D4}"/>
                  </a:ext>
                </a:extLst>
              </p14:cNvPr>
              <p14:cNvContentPartPr/>
              <p14:nvPr/>
            </p14:nvContentPartPr>
            <p14:xfrm>
              <a:off x="7420680" y="2237400"/>
              <a:ext cx="1346760" cy="527400"/>
            </p14:xfrm>
          </p:contentPart>
        </mc:Choice>
        <mc:Fallback>
          <p:pic>
            <p:nvPicPr>
              <p:cNvPr id="2" name="Ink 1">
                <a:extLst>
                  <a:ext uri="{FF2B5EF4-FFF2-40B4-BE49-F238E27FC236}">
                    <a16:creationId xmlns:a16="http://schemas.microsoft.com/office/drawing/2014/main" id="{040C48DF-7B62-8A3C-28B5-89B5D3A664D4}"/>
                  </a:ext>
                </a:extLst>
              </p:cNvPr>
              <p:cNvPicPr/>
              <p:nvPr/>
            </p:nvPicPr>
            <p:blipFill>
              <a:blip r:embed="rId6"/>
              <a:stretch>
                <a:fillRect/>
              </a:stretch>
            </p:blipFill>
            <p:spPr>
              <a:xfrm>
                <a:off x="7411320" y="2228040"/>
                <a:ext cx="1365480" cy="546120"/>
              </a:xfrm>
              <a:prstGeom prst="rect">
                <a:avLst/>
              </a:prstGeom>
            </p:spPr>
          </p:pic>
        </mc:Fallback>
      </mc:AlternateContent>
    </p:spTree>
    <p:extLst>
      <p:ext uri="{BB962C8B-B14F-4D97-AF65-F5344CB8AC3E}">
        <p14:creationId xmlns:p14="http://schemas.microsoft.com/office/powerpoint/2010/main" val="300097992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241"/>
        <p:cNvGrpSpPr/>
        <p:nvPr/>
      </p:nvGrpSpPr>
      <p:grpSpPr>
        <a:xfrm>
          <a:off x="0" y="0"/>
          <a:ext cx="0" cy="0"/>
          <a:chOff x="0" y="0"/>
          <a:chExt cx="0" cy="0"/>
        </a:xfrm>
      </p:grpSpPr>
      <p:grpSp>
        <p:nvGrpSpPr>
          <p:cNvPr id="1243" name="Google Shape;1243;p59"/>
          <p:cNvGrpSpPr/>
          <p:nvPr/>
        </p:nvGrpSpPr>
        <p:grpSpPr>
          <a:xfrm>
            <a:off x="2084388" y="6550025"/>
            <a:ext cx="7059612" cy="49213"/>
            <a:chOff x="0" y="0"/>
            <a:chExt cx="7060112" cy="48665"/>
          </a:xfrm>
        </p:grpSpPr>
        <p:sp>
          <p:nvSpPr>
            <p:cNvPr id="1244" name="Google Shape;1244;p59"/>
            <p:cNvSpPr/>
            <p:nvPr/>
          </p:nvSpPr>
          <p:spPr>
            <a:xfrm>
              <a:off x="2546588" y="1"/>
              <a:ext cx="2328591" cy="48664"/>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rgbClr val="FFFFFF"/>
                </a:solidFill>
                <a:latin typeface="Calibri"/>
                <a:ea typeface="Calibri"/>
                <a:cs typeface="Calibri"/>
                <a:sym typeface="Calibri"/>
              </a:endParaRPr>
            </a:p>
          </p:txBody>
        </p:sp>
        <p:sp>
          <p:nvSpPr>
            <p:cNvPr id="1245" name="Google Shape;1245;p59"/>
            <p:cNvSpPr/>
            <p:nvPr/>
          </p:nvSpPr>
          <p:spPr>
            <a:xfrm>
              <a:off x="4823986" y="0"/>
              <a:ext cx="2236126" cy="45719"/>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rgbClr val="FFFFFF"/>
                </a:solidFill>
                <a:latin typeface="Calibri"/>
                <a:ea typeface="Calibri"/>
                <a:cs typeface="Calibri"/>
                <a:sym typeface="Calibri"/>
              </a:endParaRPr>
            </a:p>
          </p:txBody>
        </p:sp>
        <p:sp>
          <p:nvSpPr>
            <p:cNvPr id="1246" name="Google Shape;1246;p59"/>
            <p:cNvSpPr/>
            <p:nvPr/>
          </p:nvSpPr>
          <p:spPr>
            <a:xfrm>
              <a:off x="0" y="1"/>
              <a:ext cx="2580680" cy="48664"/>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rgbClr val="FFFFFF"/>
                </a:solidFill>
                <a:latin typeface="Calibri"/>
                <a:ea typeface="Calibri"/>
                <a:cs typeface="Calibri"/>
                <a:sym typeface="Calibri"/>
              </a:endParaRPr>
            </a:p>
          </p:txBody>
        </p:sp>
      </p:grpSp>
      <p:pic>
        <p:nvPicPr>
          <p:cNvPr id="1247" name="Google Shape;1247;p59" descr="Picture 7.png"/>
          <p:cNvPicPr preferRelativeResize="0"/>
          <p:nvPr/>
        </p:nvPicPr>
        <p:blipFill rotWithShape="1">
          <a:blip r:embed="rId3">
            <a:alphaModFix/>
          </a:blip>
          <a:srcRect l="1923" b="5335"/>
          <a:stretch/>
        </p:blipFill>
        <p:spPr>
          <a:xfrm>
            <a:off x="6629400" y="0"/>
            <a:ext cx="2193925" cy="692150"/>
          </a:xfrm>
          <a:prstGeom prst="rect">
            <a:avLst/>
          </a:prstGeom>
          <a:noFill/>
          <a:ln>
            <a:noFill/>
          </a:ln>
        </p:spPr>
      </p:pic>
      <p:grpSp>
        <p:nvGrpSpPr>
          <p:cNvPr id="1248" name="Google Shape;1248;p59"/>
          <p:cNvGrpSpPr/>
          <p:nvPr/>
        </p:nvGrpSpPr>
        <p:grpSpPr>
          <a:xfrm>
            <a:off x="2133600" y="6553200"/>
            <a:ext cx="7010400" cy="46038"/>
            <a:chOff x="0" y="0"/>
            <a:chExt cx="7010400" cy="45719"/>
          </a:xfrm>
        </p:grpSpPr>
        <p:sp>
          <p:nvSpPr>
            <p:cNvPr id="1249" name="Google Shape;1249;p59"/>
            <p:cNvSpPr/>
            <p:nvPr/>
          </p:nvSpPr>
          <p:spPr>
            <a:xfrm>
              <a:off x="2362200" y="0"/>
              <a:ext cx="2328591"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rgbClr val="FFFFFF"/>
                </a:solidFill>
                <a:latin typeface="Calibri"/>
                <a:ea typeface="Calibri"/>
                <a:cs typeface="Calibri"/>
                <a:sym typeface="Calibri"/>
              </a:endParaRPr>
            </a:p>
          </p:txBody>
        </p:sp>
        <p:sp>
          <p:nvSpPr>
            <p:cNvPr id="1250" name="Google Shape;1250;p59"/>
            <p:cNvSpPr/>
            <p:nvPr/>
          </p:nvSpPr>
          <p:spPr>
            <a:xfrm>
              <a:off x="0" y="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rgbClr val="FFFFFF"/>
                </a:solidFill>
                <a:latin typeface="Calibri"/>
                <a:ea typeface="Calibri"/>
                <a:cs typeface="Calibri"/>
                <a:sym typeface="Calibri"/>
              </a:endParaRPr>
            </a:p>
          </p:txBody>
        </p:sp>
        <p:sp>
          <p:nvSpPr>
            <p:cNvPr id="1251" name="Google Shape;1251;p59"/>
            <p:cNvSpPr/>
            <p:nvPr/>
          </p:nvSpPr>
          <p:spPr>
            <a:xfrm>
              <a:off x="4681809" y="0"/>
              <a:ext cx="2328591"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rgbClr val="FFFFFF"/>
                </a:solidFill>
                <a:latin typeface="Calibri"/>
                <a:ea typeface="Calibri"/>
                <a:cs typeface="Calibri"/>
                <a:sym typeface="Calibri"/>
              </a:endParaRPr>
            </a:p>
          </p:txBody>
        </p:sp>
      </p:grpSp>
      <p:grpSp>
        <p:nvGrpSpPr>
          <p:cNvPr id="1252" name="Google Shape;1252;p59"/>
          <p:cNvGrpSpPr/>
          <p:nvPr/>
        </p:nvGrpSpPr>
        <p:grpSpPr>
          <a:xfrm>
            <a:off x="0" y="1295400"/>
            <a:ext cx="7010400" cy="46038"/>
            <a:chOff x="0" y="0"/>
            <a:chExt cx="7010400" cy="45719"/>
          </a:xfrm>
        </p:grpSpPr>
        <p:sp>
          <p:nvSpPr>
            <p:cNvPr id="1253" name="Google Shape;1253;p59"/>
            <p:cNvSpPr/>
            <p:nvPr/>
          </p:nvSpPr>
          <p:spPr>
            <a:xfrm>
              <a:off x="2362200" y="0"/>
              <a:ext cx="2328591"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rgbClr val="FFFFFF"/>
                </a:solidFill>
                <a:latin typeface="Calibri"/>
                <a:ea typeface="Calibri"/>
                <a:cs typeface="Calibri"/>
                <a:sym typeface="Calibri"/>
              </a:endParaRPr>
            </a:p>
          </p:txBody>
        </p:sp>
        <p:sp>
          <p:nvSpPr>
            <p:cNvPr id="1254" name="Google Shape;1254;p59"/>
            <p:cNvSpPr/>
            <p:nvPr/>
          </p:nvSpPr>
          <p:spPr>
            <a:xfrm>
              <a:off x="0" y="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rgbClr val="FFFFFF"/>
                </a:solidFill>
                <a:latin typeface="Calibri"/>
                <a:ea typeface="Calibri"/>
                <a:cs typeface="Calibri"/>
                <a:sym typeface="Calibri"/>
              </a:endParaRPr>
            </a:p>
          </p:txBody>
        </p:sp>
        <p:sp>
          <p:nvSpPr>
            <p:cNvPr id="1255" name="Google Shape;1255;p59"/>
            <p:cNvSpPr/>
            <p:nvPr/>
          </p:nvSpPr>
          <p:spPr>
            <a:xfrm>
              <a:off x="4681809" y="0"/>
              <a:ext cx="2328591"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rgbClr val="FFFFFF"/>
                </a:solidFill>
                <a:latin typeface="Calibri"/>
                <a:ea typeface="Calibri"/>
                <a:cs typeface="Calibri"/>
                <a:sym typeface="Calibri"/>
              </a:endParaRPr>
            </a:p>
          </p:txBody>
        </p:sp>
      </p:grpSp>
      <p:sp>
        <p:nvSpPr>
          <p:cNvPr id="1256" name="Google Shape;1256;p59"/>
          <p:cNvSpPr txBox="1">
            <a:spLocks noGrp="1"/>
          </p:cNvSpPr>
          <p:nvPr>
            <p:ph type="body" idx="4294967295"/>
          </p:nvPr>
        </p:nvSpPr>
        <p:spPr>
          <a:xfrm>
            <a:off x="-106549" y="1292421"/>
            <a:ext cx="8823325" cy="5130800"/>
          </a:xfrm>
          <a:prstGeom prst="rect">
            <a:avLst/>
          </a:prstGeom>
          <a:noFill/>
          <a:ln>
            <a:noFill/>
          </a:ln>
        </p:spPr>
        <p:txBody>
          <a:bodyPr spcFirstLastPara="1" wrap="square" lIns="91425" tIns="45700" rIns="91425" bIns="45700" anchor="t" anchorCtr="0">
            <a:noAutofit/>
          </a:bodyPr>
          <a:lstStyle/>
          <a:p>
            <a:pPr marL="800100" lvl="1" indent="-342900">
              <a:lnSpc>
                <a:spcPct val="150000"/>
              </a:lnSpc>
              <a:spcBef>
                <a:spcPts val="0"/>
              </a:spcBef>
              <a:buSzPts val="1800"/>
              <a:buFont typeface="Arial"/>
              <a:buChar char="•"/>
            </a:pPr>
            <a:r>
              <a:rPr lang="en-US" sz="2400" b="1" dirty="0">
                <a:latin typeface="Cambria" panose="02040503050406030204" pitchFamily="18" charset="0"/>
                <a:ea typeface="Cambria" panose="02040503050406030204" pitchFamily="18" charset="0"/>
                <a:cs typeface="Arial"/>
                <a:sym typeface="Arial"/>
              </a:rPr>
              <a:t>Case Study: </a:t>
            </a:r>
            <a:r>
              <a:rPr lang="en-US" sz="2400" dirty="0">
                <a:latin typeface="Cambria" panose="02040503050406030204" pitchFamily="18" charset="0"/>
                <a:ea typeface="Cambria" panose="02040503050406030204" pitchFamily="18" charset="0"/>
                <a:cs typeface="Arial"/>
                <a:sym typeface="Arial"/>
              </a:rPr>
              <a:t>California Housing Prices Prediction</a:t>
            </a:r>
          </a:p>
          <a:p>
            <a:pPr marL="800100" lvl="1" indent="-342900">
              <a:lnSpc>
                <a:spcPct val="150000"/>
              </a:lnSpc>
              <a:spcBef>
                <a:spcPts val="0"/>
              </a:spcBef>
              <a:buSzPts val="1800"/>
              <a:buFont typeface="Arial"/>
              <a:buChar char="•"/>
            </a:pPr>
            <a:r>
              <a:rPr lang="en-US" sz="2400" b="1" dirty="0">
                <a:latin typeface="Cambria" panose="02040503050406030204" pitchFamily="18" charset="0"/>
                <a:ea typeface="Cambria" panose="02040503050406030204" pitchFamily="18" charset="0"/>
                <a:cs typeface="Arial"/>
                <a:sym typeface="Arial"/>
              </a:rPr>
              <a:t>Link to dataset: </a:t>
            </a:r>
            <a:r>
              <a:rPr lang="en-US" sz="2400" dirty="0">
                <a:latin typeface="Cambria" panose="02040503050406030204" pitchFamily="18" charset="0"/>
                <a:ea typeface="Cambria" panose="02040503050406030204" pitchFamily="18" charset="0"/>
                <a:cs typeface="Arial"/>
                <a:sym typeface="Arial"/>
                <a:hlinkClick r:id="rId4"/>
              </a:rPr>
              <a:t>https://www.kaggle.com/datasets/camnugent/california-housing-prices</a:t>
            </a:r>
            <a:endParaRPr lang="en-US" sz="2400" dirty="0">
              <a:latin typeface="Cambria" panose="02040503050406030204" pitchFamily="18" charset="0"/>
              <a:ea typeface="Cambria" panose="02040503050406030204" pitchFamily="18" charset="0"/>
              <a:cs typeface="Arial"/>
              <a:sym typeface="Arial"/>
            </a:endParaRPr>
          </a:p>
          <a:p>
            <a:pPr marL="800100" lvl="1" indent="-342900">
              <a:lnSpc>
                <a:spcPct val="150000"/>
              </a:lnSpc>
              <a:spcBef>
                <a:spcPts val="0"/>
              </a:spcBef>
              <a:buSzPts val="1800"/>
              <a:buFont typeface="Arial"/>
              <a:buChar char="•"/>
            </a:pPr>
            <a:r>
              <a:rPr lang="en-US" sz="2400" dirty="0">
                <a:latin typeface="Cambria" panose="02040503050406030204" pitchFamily="18" charset="0"/>
                <a:ea typeface="Cambria" panose="02040503050406030204" pitchFamily="18" charset="0"/>
                <a:cs typeface="Arial"/>
                <a:sym typeface="Arial"/>
              </a:rPr>
              <a:t>Try to implement</a:t>
            </a:r>
          </a:p>
          <a:p>
            <a:pPr marL="1257300" lvl="2" indent="-342900">
              <a:lnSpc>
                <a:spcPct val="150000"/>
              </a:lnSpc>
              <a:spcBef>
                <a:spcPts val="0"/>
              </a:spcBef>
              <a:buSzPts val="1800"/>
            </a:pPr>
            <a:r>
              <a:rPr lang="en-US" sz="2000" dirty="0">
                <a:latin typeface="Cambria" panose="02040503050406030204" pitchFamily="18" charset="0"/>
                <a:ea typeface="Cambria" panose="02040503050406030204" pitchFamily="18" charset="0"/>
                <a:cs typeface="Arial"/>
                <a:sym typeface="Arial"/>
              </a:rPr>
              <a:t>Data Quality and Cleaning</a:t>
            </a:r>
          </a:p>
          <a:p>
            <a:pPr marL="1257300" lvl="2" indent="-342900">
              <a:lnSpc>
                <a:spcPct val="150000"/>
              </a:lnSpc>
              <a:spcBef>
                <a:spcPts val="0"/>
              </a:spcBef>
              <a:buSzPts val="1800"/>
            </a:pPr>
            <a:r>
              <a:rPr lang="en-US" sz="2000" dirty="0">
                <a:latin typeface="Cambria" panose="02040503050406030204" pitchFamily="18" charset="0"/>
                <a:ea typeface="Cambria" panose="02040503050406030204" pitchFamily="18" charset="0"/>
                <a:cs typeface="Arial"/>
                <a:sym typeface="Arial"/>
              </a:rPr>
              <a:t>Feature Construction and Transformation</a:t>
            </a:r>
          </a:p>
          <a:p>
            <a:pPr marL="1257300" lvl="2" indent="-342900">
              <a:lnSpc>
                <a:spcPct val="150000"/>
              </a:lnSpc>
              <a:spcBef>
                <a:spcPts val="0"/>
              </a:spcBef>
              <a:buSzPts val="1800"/>
            </a:pPr>
            <a:r>
              <a:rPr lang="en-US" sz="2000" dirty="0">
                <a:latin typeface="Cambria" panose="02040503050406030204" pitchFamily="18" charset="0"/>
                <a:ea typeface="Cambria" panose="02040503050406030204" pitchFamily="18" charset="0"/>
                <a:cs typeface="Arial"/>
                <a:sym typeface="Arial"/>
              </a:rPr>
              <a:t>Scaling and Normalization</a:t>
            </a:r>
          </a:p>
          <a:p>
            <a:pPr marL="1257300" lvl="2" indent="-342900">
              <a:lnSpc>
                <a:spcPct val="150000"/>
              </a:lnSpc>
              <a:spcBef>
                <a:spcPts val="0"/>
              </a:spcBef>
              <a:buSzPts val="1800"/>
            </a:pPr>
            <a:r>
              <a:rPr lang="en-US" sz="2000" b="0" i="0" u="none" strike="noStrike" cap="none" dirty="0">
                <a:solidFill>
                  <a:schemeClr val="dk1"/>
                </a:solidFill>
                <a:latin typeface="Cambria" panose="02040503050406030204" pitchFamily="18" charset="0"/>
                <a:ea typeface="Cambria" panose="02040503050406030204" pitchFamily="18" charset="0"/>
                <a:cs typeface="Arial"/>
                <a:sym typeface="Arial"/>
              </a:rPr>
              <a:t>Anything else that you can think of, to prepare the data and remove any issues from it.</a:t>
            </a:r>
            <a:endParaRPr sz="2000" b="0" i="0" u="none" strike="noStrike" cap="none" dirty="0">
              <a:solidFill>
                <a:schemeClr val="dk1"/>
              </a:solidFill>
              <a:latin typeface="Cambria" panose="02040503050406030204" pitchFamily="18" charset="0"/>
              <a:ea typeface="Cambria" panose="02040503050406030204" pitchFamily="18" charset="0"/>
              <a:cs typeface="Arial"/>
              <a:sym typeface="Arial"/>
            </a:endParaRPr>
          </a:p>
        </p:txBody>
      </p:sp>
      <p:sp>
        <p:nvSpPr>
          <p:cNvPr id="1257" name="Google Shape;1257;p59"/>
          <p:cNvSpPr txBox="1">
            <a:spLocks noGrp="1"/>
          </p:cNvSpPr>
          <p:nvPr>
            <p:ph type="body" idx="4294967295"/>
          </p:nvPr>
        </p:nvSpPr>
        <p:spPr>
          <a:xfrm>
            <a:off x="389681" y="420786"/>
            <a:ext cx="6324600" cy="1143000"/>
          </a:xfrm>
          <a:prstGeom prst="rect">
            <a:avLst/>
          </a:prstGeom>
          <a:noFill/>
          <a:ln>
            <a:noFill/>
          </a:ln>
        </p:spPr>
        <p:txBody>
          <a:bodyPr spcFirstLastPara="1" wrap="square" lIns="91425" tIns="45700" rIns="91425" bIns="45700" anchor="t" anchorCtr="0">
            <a:normAutofit/>
          </a:bodyPr>
          <a:lstStyle/>
          <a:p>
            <a:pPr marL="0" marR="0" lvl="0" indent="0" algn="l" rtl="0">
              <a:lnSpc>
                <a:spcPct val="80000"/>
              </a:lnSpc>
              <a:spcBef>
                <a:spcPts val="0"/>
              </a:spcBef>
              <a:spcAft>
                <a:spcPts val="0"/>
              </a:spcAft>
              <a:buNone/>
            </a:pPr>
            <a:r>
              <a:rPr lang="en-US" sz="3600" dirty="0">
                <a:solidFill>
                  <a:schemeClr val="dk1"/>
                </a:solidFill>
                <a:latin typeface="Cambria" panose="02040503050406030204" pitchFamily="18" charset="0"/>
                <a:ea typeface="Cambria" panose="02040503050406030204" pitchFamily="18" charset="0"/>
                <a:cs typeface="Arial"/>
                <a:sym typeface="Arial"/>
              </a:rPr>
              <a:t>Self Practice</a:t>
            </a:r>
            <a:endParaRPr sz="4400" dirty="0">
              <a:latin typeface="Cambria" panose="02040503050406030204" pitchFamily="18" charset="0"/>
              <a:ea typeface="Cambria" panose="02040503050406030204" pitchFamily="18" charset="0"/>
            </a:endParaRPr>
          </a:p>
        </p:txBody>
      </p:sp>
      <p:sp>
        <p:nvSpPr>
          <p:cNvPr id="19" name="Slide Number Placeholder 3"/>
          <p:cNvSpPr txBox="1">
            <a:spLocks/>
          </p:cNvSpPr>
          <p:nvPr/>
        </p:nvSpPr>
        <p:spPr>
          <a:xfrm>
            <a:off x="8716776" y="6231989"/>
            <a:ext cx="611560" cy="32355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Font typeface="Arial"/>
              <a:buNone/>
              <a:defRPr sz="1600" b="0"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Font typeface="Arial"/>
              <a:buNone/>
              <a:defRPr sz="1600" b="0"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Font typeface="Arial"/>
              <a:buNone/>
              <a:defRPr sz="1600" b="0"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Font typeface="Arial"/>
              <a:buNone/>
              <a:defRPr sz="1600" b="0"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Font typeface="Arial"/>
              <a:buNone/>
              <a:defRPr sz="1600" b="0"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Font typeface="Arial"/>
              <a:buNone/>
              <a:defRPr sz="1600" b="0"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Font typeface="Arial"/>
              <a:buNone/>
              <a:defRPr sz="1600" b="0"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Font typeface="Arial"/>
              <a:buNone/>
              <a:defRPr sz="1600" b="0"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Font typeface="Arial"/>
              <a:buNone/>
              <a:defRPr sz="1600" b="0" i="0" u="none" strike="noStrike" cap="none">
                <a:solidFill>
                  <a:schemeClr val="dk1"/>
                </a:solidFill>
                <a:latin typeface="Tahoma"/>
                <a:ea typeface="Tahoma"/>
                <a:cs typeface="Tahoma"/>
                <a:sym typeface="Tahoma"/>
              </a:defRPr>
            </a:lvl9pPr>
          </a:lstStyle>
          <a:p>
            <a:pPr>
              <a:buSzPts val="1600"/>
            </a:pPr>
            <a:r>
              <a:rPr lang="en-US" b="1" dirty="0">
                <a:solidFill>
                  <a:srgbClr val="000000"/>
                </a:solidFill>
              </a:rPr>
              <a:t>67</a:t>
            </a:r>
          </a:p>
        </p:txBody>
      </p:sp>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84A09259-A66B-258F-0859-5AC70FFE7005}"/>
                  </a:ext>
                </a:extLst>
              </p14:cNvPr>
              <p14:cNvContentPartPr/>
              <p14:nvPr/>
            </p14:nvContentPartPr>
            <p14:xfrm>
              <a:off x="3549600" y="3056040"/>
              <a:ext cx="4719960" cy="2405160"/>
            </p14:xfrm>
          </p:contentPart>
        </mc:Choice>
        <mc:Fallback>
          <p:pic>
            <p:nvPicPr>
              <p:cNvPr id="2" name="Ink 1">
                <a:extLst>
                  <a:ext uri="{FF2B5EF4-FFF2-40B4-BE49-F238E27FC236}">
                    <a16:creationId xmlns:a16="http://schemas.microsoft.com/office/drawing/2014/main" id="{84A09259-A66B-258F-0859-5AC70FFE7005}"/>
                  </a:ext>
                </a:extLst>
              </p:cNvPr>
              <p:cNvPicPr/>
              <p:nvPr/>
            </p:nvPicPr>
            <p:blipFill>
              <a:blip r:embed="rId6"/>
              <a:stretch>
                <a:fillRect/>
              </a:stretch>
            </p:blipFill>
            <p:spPr>
              <a:xfrm>
                <a:off x="3540240" y="3046680"/>
                <a:ext cx="4738680" cy="2423880"/>
              </a:xfrm>
              <a:prstGeom prst="rect">
                <a:avLst/>
              </a:prstGeom>
            </p:spPr>
          </p:pic>
        </mc:Fallback>
      </mc:AlternateContent>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241"/>
        <p:cNvGrpSpPr/>
        <p:nvPr/>
      </p:nvGrpSpPr>
      <p:grpSpPr>
        <a:xfrm>
          <a:off x="0" y="0"/>
          <a:ext cx="0" cy="0"/>
          <a:chOff x="0" y="0"/>
          <a:chExt cx="0" cy="0"/>
        </a:xfrm>
      </p:grpSpPr>
      <p:grpSp>
        <p:nvGrpSpPr>
          <p:cNvPr id="1243" name="Google Shape;1243;p59"/>
          <p:cNvGrpSpPr/>
          <p:nvPr/>
        </p:nvGrpSpPr>
        <p:grpSpPr>
          <a:xfrm>
            <a:off x="2084388" y="6550025"/>
            <a:ext cx="7059612" cy="49213"/>
            <a:chOff x="0" y="0"/>
            <a:chExt cx="7060112" cy="48665"/>
          </a:xfrm>
        </p:grpSpPr>
        <p:sp>
          <p:nvSpPr>
            <p:cNvPr id="1244" name="Google Shape;1244;p59"/>
            <p:cNvSpPr/>
            <p:nvPr/>
          </p:nvSpPr>
          <p:spPr>
            <a:xfrm>
              <a:off x="2546588" y="1"/>
              <a:ext cx="2328591" cy="48664"/>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rgbClr val="FFFFFF"/>
                </a:solidFill>
                <a:latin typeface="Calibri"/>
                <a:ea typeface="Calibri"/>
                <a:cs typeface="Calibri"/>
                <a:sym typeface="Calibri"/>
              </a:endParaRPr>
            </a:p>
          </p:txBody>
        </p:sp>
        <p:sp>
          <p:nvSpPr>
            <p:cNvPr id="1245" name="Google Shape;1245;p59"/>
            <p:cNvSpPr/>
            <p:nvPr/>
          </p:nvSpPr>
          <p:spPr>
            <a:xfrm>
              <a:off x="4823986" y="0"/>
              <a:ext cx="2236126" cy="45719"/>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rgbClr val="FFFFFF"/>
                </a:solidFill>
                <a:latin typeface="Calibri"/>
                <a:ea typeface="Calibri"/>
                <a:cs typeface="Calibri"/>
                <a:sym typeface="Calibri"/>
              </a:endParaRPr>
            </a:p>
          </p:txBody>
        </p:sp>
        <p:sp>
          <p:nvSpPr>
            <p:cNvPr id="1246" name="Google Shape;1246;p59"/>
            <p:cNvSpPr/>
            <p:nvPr/>
          </p:nvSpPr>
          <p:spPr>
            <a:xfrm>
              <a:off x="0" y="1"/>
              <a:ext cx="2580680" cy="48664"/>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rgbClr val="FFFFFF"/>
                </a:solidFill>
                <a:latin typeface="Calibri"/>
                <a:ea typeface="Calibri"/>
                <a:cs typeface="Calibri"/>
                <a:sym typeface="Calibri"/>
              </a:endParaRPr>
            </a:p>
          </p:txBody>
        </p:sp>
      </p:grpSp>
      <p:pic>
        <p:nvPicPr>
          <p:cNvPr id="1247" name="Google Shape;1247;p59" descr="Picture 7.png"/>
          <p:cNvPicPr preferRelativeResize="0"/>
          <p:nvPr/>
        </p:nvPicPr>
        <p:blipFill rotWithShape="1">
          <a:blip r:embed="rId3">
            <a:alphaModFix/>
          </a:blip>
          <a:srcRect l="1923" b="5335"/>
          <a:stretch/>
        </p:blipFill>
        <p:spPr>
          <a:xfrm>
            <a:off x="6629400" y="0"/>
            <a:ext cx="2193925" cy="692150"/>
          </a:xfrm>
          <a:prstGeom prst="rect">
            <a:avLst/>
          </a:prstGeom>
          <a:noFill/>
          <a:ln>
            <a:noFill/>
          </a:ln>
        </p:spPr>
      </p:pic>
      <p:grpSp>
        <p:nvGrpSpPr>
          <p:cNvPr id="1248" name="Google Shape;1248;p59"/>
          <p:cNvGrpSpPr/>
          <p:nvPr/>
        </p:nvGrpSpPr>
        <p:grpSpPr>
          <a:xfrm>
            <a:off x="2133600" y="6553200"/>
            <a:ext cx="7010400" cy="46038"/>
            <a:chOff x="0" y="0"/>
            <a:chExt cx="7010400" cy="45719"/>
          </a:xfrm>
        </p:grpSpPr>
        <p:sp>
          <p:nvSpPr>
            <p:cNvPr id="1249" name="Google Shape;1249;p59"/>
            <p:cNvSpPr/>
            <p:nvPr/>
          </p:nvSpPr>
          <p:spPr>
            <a:xfrm>
              <a:off x="2362200" y="0"/>
              <a:ext cx="2328591"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rgbClr val="FFFFFF"/>
                </a:solidFill>
                <a:latin typeface="Calibri"/>
                <a:ea typeface="Calibri"/>
                <a:cs typeface="Calibri"/>
                <a:sym typeface="Calibri"/>
              </a:endParaRPr>
            </a:p>
          </p:txBody>
        </p:sp>
        <p:sp>
          <p:nvSpPr>
            <p:cNvPr id="1250" name="Google Shape;1250;p59"/>
            <p:cNvSpPr/>
            <p:nvPr/>
          </p:nvSpPr>
          <p:spPr>
            <a:xfrm>
              <a:off x="0" y="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rgbClr val="FFFFFF"/>
                </a:solidFill>
                <a:latin typeface="Calibri"/>
                <a:ea typeface="Calibri"/>
                <a:cs typeface="Calibri"/>
                <a:sym typeface="Calibri"/>
              </a:endParaRPr>
            </a:p>
          </p:txBody>
        </p:sp>
        <p:sp>
          <p:nvSpPr>
            <p:cNvPr id="1251" name="Google Shape;1251;p59"/>
            <p:cNvSpPr/>
            <p:nvPr/>
          </p:nvSpPr>
          <p:spPr>
            <a:xfrm>
              <a:off x="4681809" y="0"/>
              <a:ext cx="2328591"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rgbClr val="FFFFFF"/>
                </a:solidFill>
                <a:latin typeface="Calibri"/>
                <a:ea typeface="Calibri"/>
                <a:cs typeface="Calibri"/>
                <a:sym typeface="Calibri"/>
              </a:endParaRPr>
            </a:p>
          </p:txBody>
        </p:sp>
      </p:grpSp>
      <p:grpSp>
        <p:nvGrpSpPr>
          <p:cNvPr id="1252" name="Google Shape;1252;p59"/>
          <p:cNvGrpSpPr/>
          <p:nvPr/>
        </p:nvGrpSpPr>
        <p:grpSpPr>
          <a:xfrm>
            <a:off x="0" y="1295400"/>
            <a:ext cx="7010400" cy="46038"/>
            <a:chOff x="0" y="0"/>
            <a:chExt cx="7010400" cy="45719"/>
          </a:xfrm>
        </p:grpSpPr>
        <p:sp>
          <p:nvSpPr>
            <p:cNvPr id="1253" name="Google Shape;1253;p59"/>
            <p:cNvSpPr/>
            <p:nvPr/>
          </p:nvSpPr>
          <p:spPr>
            <a:xfrm>
              <a:off x="2362200" y="0"/>
              <a:ext cx="2328591"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rgbClr val="FFFFFF"/>
                </a:solidFill>
                <a:latin typeface="Calibri"/>
                <a:ea typeface="Calibri"/>
                <a:cs typeface="Calibri"/>
                <a:sym typeface="Calibri"/>
              </a:endParaRPr>
            </a:p>
          </p:txBody>
        </p:sp>
        <p:sp>
          <p:nvSpPr>
            <p:cNvPr id="1254" name="Google Shape;1254;p59"/>
            <p:cNvSpPr/>
            <p:nvPr/>
          </p:nvSpPr>
          <p:spPr>
            <a:xfrm>
              <a:off x="0" y="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rgbClr val="FFFFFF"/>
                </a:solidFill>
                <a:latin typeface="Calibri"/>
                <a:ea typeface="Calibri"/>
                <a:cs typeface="Calibri"/>
                <a:sym typeface="Calibri"/>
              </a:endParaRPr>
            </a:p>
          </p:txBody>
        </p:sp>
        <p:sp>
          <p:nvSpPr>
            <p:cNvPr id="1255" name="Google Shape;1255;p59"/>
            <p:cNvSpPr/>
            <p:nvPr/>
          </p:nvSpPr>
          <p:spPr>
            <a:xfrm>
              <a:off x="4681809" y="0"/>
              <a:ext cx="2328591"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rgbClr val="FFFFFF"/>
                </a:solidFill>
                <a:latin typeface="Calibri"/>
                <a:ea typeface="Calibri"/>
                <a:cs typeface="Calibri"/>
                <a:sym typeface="Calibri"/>
              </a:endParaRPr>
            </a:p>
          </p:txBody>
        </p:sp>
      </p:grpSp>
      <p:sp>
        <p:nvSpPr>
          <p:cNvPr id="1256" name="Google Shape;1256;p59"/>
          <p:cNvSpPr txBox="1">
            <a:spLocks noGrp="1"/>
          </p:cNvSpPr>
          <p:nvPr>
            <p:ph type="body" idx="4294967295"/>
          </p:nvPr>
        </p:nvSpPr>
        <p:spPr>
          <a:xfrm>
            <a:off x="219133" y="1727200"/>
            <a:ext cx="8823325" cy="5130800"/>
          </a:xfrm>
          <a:prstGeom prst="rect">
            <a:avLst/>
          </a:prstGeom>
          <a:noFill/>
          <a:ln>
            <a:noFill/>
          </a:ln>
        </p:spPr>
        <p:txBody>
          <a:bodyPr spcFirstLastPara="1" wrap="square" lIns="91425" tIns="45700" rIns="91425" bIns="45700" anchor="t" anchorCtr="0">
            <a:normAutofit/>
          </a:bodyPr>
          <a:lstStyle/>
          <a:p>
            <a:pPr marL="800100" marR="0" lvl="1" indent="-342900" algn="l" rtl="0">
              <a:lnSpc>
                <a:spcPct val="15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Chapter 1 – Machine Learning, Tom Mitchell</a:t>
            </a:r>
            <a:endParaRPr/>
          </a:p>
          <a:p>
            <a:pPr marL="800100" marR="0" lvl="1" indent="-342900" algn="l" rtl="0">
              <a:lnSpc>
                <a:spcPct val="150000"/>
              </a:lnSpc>
              <a:spcBef>
                <a:spcPts val="36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Chapter 1, 2 – Introduction to Machine Learning, 2</a:t>
            </a:r>
            <a:r>
              <a:rPr lang="en-US" sz="1800" b="0" i="0" u="none" strike="noStrike" cap="none" baseline="30000">
                <a:solidFill>
                  <a:schemeClr val="dk1"/>
                </a:solidFill>
                <a:latin typeface="Arial"/>
                <a:ea typeface="Arial"/>
                <a:cs typeface="Arial"/>
                <a:sym typeface="Arial"/>
              </a:rPr>
              <a:t>nd</a:t>
            </a:r>
            <a:r>
              <a:rPr lang="en-US" sz="1800" b="0" i="0" u="none" strike="noStrike" cap="none">
                <a:solidFill>
                  <a:schemeClr val="dk1"/>
                </a:solidFill>
                <a:latin typeface="Arial"/>
                <a:ea typeface="Arial"/>
                <a:cs typeface="Arial"/>
                <a:sym typeface="Arial"/>
              </a:rPr>
              <a:t> edition, Ethem Alpaydin</a:t>
            </a:r>
            <a:endParaRPr sz="1800" b="0" i="0" u="none" strike="noStrike" cap="none">
              <a:solidFill>
                <a:schemeClr val="dk1"/>
              </a:solidFill>
              <a:latin typeface="Arial"/>
              <a:ea typeface="Arial"/>
              <a:cs typeface="Arial"/>
              <a:sym typeface="Arial"/>
            </a:endParaRPr>
          </a:p>
          <a:p>
            <a:pPr marL="800100" marR="0" lvl="1" indent="-342900" algn="l" rtl="0">
              <a:lnSpc>
                <a:spcPct val="150000"/>
              </a:lnSpc>
              <a:spcBef>
                <a:spcPts val="36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Chapter 1 - Pattern Recognition &amp; Machine Learning Christopher M. Bhishop</a:t>
            </a:r>
            <a:endParaRPr sz="1800" b="0" i="0" u="none" strike="noStrike" cap="none">
              <a:solidFill>
                <a:schemeClr val="dk1"/>
              </a:solidFill>
              <a:latin typeface="Arial"/>
              <a:ea typeface="Arial"/>
              <a:cs typeface="Arial"/>
              <a:sym typeface="Arial"/>
            </a:endParaRPr>
          </a:p>
        </p:txBody>
      </p:sp>
      <p:sp>
        <p:nvSpPr>
          <p:cNvPr id="1257" name="Google Shape;1257;p59"/>
          <p:cNvSpPr txBox="1">
            <a:spLocks noGrp="1"/>
          </p:cNvSpPr>
          <p:nvPr>
            <p:ph type="body" idx="4294967295"/>
          </p:nvPr>
        </p:nvSpPr>
        <p:spPr>
          <a:xfrm>
            <a:off x="583432" y="692150"/>
            <a:ext cx="6324600" cy="1143000"/>
          </a:xfrm>
          <a:prstGeom prst="rect">
            <a:avLst/>
          </a:prstGeom>
          <a:noFill/>
          <a:ln>
            <a:noFill/>
          </a:ln>
        </p:spPr>
        <p:txBody>
          <a:bodyPr spcFirstLastPara="1" wrap="square" lIns="91425" tIns="45700" rIns="91425" bIns="45700" anchor="t" anchorCtr="0">
            <a:normAutofit/>
          </a:bodyPr>
          <a:lstStyle/>
          <a:p>
            <a:pPr marL="0" marR="0" lvl="0" indent="0" algn="l" rtl="0">
              <a:lnSpc>
                <a:spcPct val="80000"/>
              </a:lnSpc>
              <a:spcBef>
                <a:spcPts val="0"/>
              </a:spcBef>
              <a:spcAft>
                <a:spcPts val="0"/>
              </a:spcAft>
              <a:buNone/>
            </a:pPr>
            <a:r>
              <a:rPr lang="en-US" sz="2400" b="1">
                <a:solidFill>
                  <a:schemeClr val="dk1"/>
                </a:solidFill>
                <a:latin typeface="Arial"/>
                <a:ea typeface="Arial"/>
                <a:cs typeface="Arial"/>
                <a:sym typeface="Arial"/>
              </a:rPr>
              <a:t>References</a:t>
            </a:r>
            <a:endParaRPr/>
          </a:p>
        </p:txBody>
      </p:sp>
      <p:sp>
        <p:nvSpPr>
          <p:cNvPr id="19" name="Slide Number Placeholder 3"/>
          <p:cNvSpPr txBox="1">
            <a:spLocks/>
          </p:cNvSpPr>
          <p:nvPr/>
        </p:nvSpPr>
        <p:spPr>
          <a:xfrm>
            <a:off x="8716776" y="6231989"/>
            <a:ext cx="611560" cy="32355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Font typeface="Arial"/>
              <a:buNone/>
              <a:defRPr sz="1600" b="0"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Font typeface="Arial"/>
              <a:buNone/>
              <a:defRPr sz="1600" b="0"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Font typeface="Arial"/>
              <a:buNone/>
              <a:defRPr sz="1600" b="0"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Font typeface="Arial"/>
              <a:buNone/>
              <a:defRPr sz="1600" b="0"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Font typeface="Arial"/>
              <a:buNone/>
              <a:defRPr sz="1600" b="0"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Font typeface="Arial"/>
              <a:buNone/>
              <a:defRPr sz="1600" b="0"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Font typeface="Arial"/>
              <a:buNone/>
              <a:defRPr sz="1600" b="0"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Font typeface="Arial"/>
              <a:buNone/>
              <a:defRPr sz="1600" b="0"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Font typeface="Arial"/>
              <a:buNone/>
              <a:defRPr sz="1600" b="0" i="0" u="none" strike="noStrike" cap="none">
                <a:solidFill>
                  <a:schemeClr val="dk1"/>
                </a:solidFill>
                <a:latin typeface="Tahoma"/>
                <a:ea typeface="Tahoma"/>
                <a:cs typeface="Tahoma"/>
                <a:sym typeface="Tahoma"/>
              </a:defRPr>
            </a:lvl9pPr>
          </a:lstStyle>
          <a:p>
            <a:pPr>
              <a:buSzPts val="1600"/>
            </a:pPr>
            <a:r>
              <a:rPr lang="en-US" b="1" dirty="0">
                <a:solidFill>
                  <a:srgbClr val="000000"/>
                </a:solidFill>
              </a:rPr>
              <a:t>67</a:t>
            </a:r>
          </a:p>
        </p:txBody>
      </p:sp>
    </p:spTree>
    <p:extLst>
      <p:ext uri="{BB962C8B-B14F-4D97-AF65-F5344CB8AC3E}">
        <p14:creationId xmlns:p14="http://schemas.microsoft.com/office/powerpoint/2010/main" val="256687631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261"/>
        <p:cNvGrpSpPr/>
        <p:nvPr/>
      </p:nvGrpSpPr>
      <p:grpSpPr>
        <a:xfrm>
          <a:off x="0" y="0"/>
          <a:ext cx="0" cy="0"/>
          <a:chOff x="0" y="0"/>
          <a:chExt cx="0" cy="0"/>
        </a:xfrm>
      </p:grpSpPr>
      <p:sp>
        <p:nvSpPr>
          <p:cNvPr id="1262" name="Google Shape;1262;p60"/>
          <p:cNvSpPr txBox="1">
            <a:spLocks noGrp="1"/>
          </p:cNvSpPr>
          <p:nvPr>
            <p:ph type="title"/>
          </p:nvPr>
        </p:nvSpPr>
        <p:spPr>
          <a:xfrm>
            <a:off x="1219200" y="2895600"/>
            <a:ext cx="60960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400"/>
              <a:buFont typeface="Calibri"/>
              <a:buNone/>
            </a:pPr>
            <a:r>
              <a:rPr lang="en-US"/>
              <a:t>Thank you !</a:t>
            </a:r>
            <a:endParaRPr/>
          </a:p>
        </p:txBody>
      </p:sp>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bodyPr/>
      <a:lstStyle>
        <a:defPPr>
          <a:buSzPts val="1600"/>
          <a:defRPr sz="1600" b="1" dirty="0" smtClean="0">
            <a:latin typeface="Tahoma"/>
            <a:ea typeface="Tahoma"/>
            <a:cs typeface="Tahoma"/>
            <a:sym typeface="Tahoma"/>
          </a:defRPr>
        </a:defPPr>
      </a:lstStyle>
    </a:txDef>
  </a:objectDefaults>
  <a:extraClrSchemeLst/>
</a:theme>
</file>

<file path=ppt/theme/theme3.xml><?xml version="1.0" encoding="utf-8"?>
<a:theme xmlns:a="http://schemas.openxmlformats.org/drawingml/2006/main" name="4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5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6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7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10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8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5A758FEF1429047AE09681CC0F7D167" ma:contentTypeVersion="32" ma:contentTypeDescription="Create a new document." ma:contentTypeScope="" ma:versionID="15acb6ad234a819bd8907a90c79ae309">
  <xsd:schema xmlns:xsd="http://www.w3.org/2001/XMLSchema" xmlns:xs="http://www.w3.org/2001/XMLSchema" xmlns:p="http://schemas.microsoft.com/office/2006/metadata/properties" xmlns:ns2="15d03a25-cda5-4943-9684-7d18d97bb3bc" xmlns:ns3="1abdae7a-7178-4d1e-9626-01799792f2da" targetNamespace="http://schemas.microsoft.com/office/2006/metadata/properties" ma:root="true" ma:fieldsID="3b4603bcde1ed98849a98fcf42387227" ns2:_="" ns3:_="">
    <xsd:import namespace="15d03a25-cda5-4943-9684-7d18d97bb3bc"/>
    <xsd:import namespace="1abdae7a-7178-4d1e-9626-01799792f2da"/>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d03a25-cda5-4943-9684-7d18d97bb3bc"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Teachers" ma:index="17"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8"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9"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Teachers" ma:index="22" nillable="true" ma:displayName="Invited Teachers" ma:internalName="Invited_Teachers">
      <xsd:simpleType>
        <xsd:restriction base="dms:Note">
          <xsd:maxLength value="255"/>
        </xsd:restriction>
      </xsd:simpleType>
    </xsd:element>
    <xsd:element name="Invited_Students" ma:index="23" nillable="true" ma:displayName="Invited Students" ma:internalName="Invited_Student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Teacher_Only_SectionGroup" ma:index="25" nillable="true" ma:displayName="Has Teacher Only SectionGroup" ma:internalName="Has_Teacher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Teams_Channel_Section_Location" ma:index="28" nillable="true" ma:displayName="Teams Channel Section Location" ma:internalName="Teams_Channel_Section_Location">
      <xsd:simpleType>
        <xsd:restriction base="dms:Text"/>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element name="lcf76f155ced4ddcb4097134ff3c332f" ma:index="37" nillable="true" ma:taxonomy="true" ma:internalName="lcf76f155ced4ddcb4097134ff3c332f" ma:taxonomyFieldName="MediaServiceImageTags" ma:displayName="Image Tags" ma:readOnly="false" ma:fieldId="{5cf76f15-5ced-4ddc-b409-7134ff3c332f}" ma:taxonomyMulti="true" ma:sspId="eb8cb680-6a83-4177-80f4-b15e2230c4d8" ma:termSetId="09814cd3-568e-fe90-9814-8d621ff8fb84" ma:anchorId="fba54fb3-c3e1-fe81-a776-ca4b69148c4d" ma:open="true" ma:isKeyword="false">
      <xsd:complexType>
        <xsd:sequence>
          <xsd:element ref="pc:Terms" minOccurs="0" maxOccurs="1"/>
        </xsd:sequence>
      </xsd:complexType>
    </xsd:element>
    <xsd:element name="MediaServiceOCR" ma:index="3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abdae7a-7178-4d1e-9626-01799792f2da" elementFormDefault="qualified">
    <xsd:import namespace="http://schemas.microsoft.com/office/2006/documentManagement/types"/>
    <xsd:import namespace="http://schemas.microsoft.com/office/infopath/2007/PartnerControls"/>
    <xsd:element name="TaxCatchAll" ma:index="38" nillable="true" ma:displayName="Taxonomy Catch All Column" ma:hidden="true" ma:list="{282480da-54d0-4db8-8174-e9380a6ef6b0}" ma:internalName="TaxCatchAll" ma:showField="CatchAllData" ma:web="1abdae7a-7178-4d1e-9626-01799792f2d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NotebookType xmlns="15d03a25-cda5-4943-9684-7d18d97bb3bc" xsi:nil="true"/>
    <LMS_Mappings xmlns="15d03a25-cda5-4943-9684-7d18d97bb3bc" xsi:nil="true"/>
    <Owner xmlns="15d03a25-cda5-4943-9684-7d18d97bb3bc">
      <UserInfo>
        <DisplayName/>
        <AccountId xsi:nil="true"/>
        <AccountType/>
      </UserInfo>
    </Owner>
    <FolderType xmlns="15d03a25-cda5-4943-9684-7d18d97bb3bc" xsi:nil="true"/>
    <CultureName xmlns="15d03a25-cda5-4943-9684-7d18d97bb3bc" xsi:nil="true"/>
    <Distribution_Groups xmlns="15d03a25-cda5-4943-9684-7d18d97bb3bc" xsi:nil="true"/>
    <Templates xmlns="15d03a25-cda5-4943-9684-7d18d97bb3bc" xsi:nil="true"/>
    <Invited_Students xmlns="15d03a25-cda5-4943-9684-7d18d97bb3bc" xsi:nil="true"/>
    <IsNotebookLocked xmlns="15d03a25-cda5-4943-9684-7d18d97bb3bc" xsi:nil="true"/>
    <Teachers xmlns="15d03a25-cda5-4943-9684-7d18d97bb3bc">
      <UserInfo>
        <DisplayName/>
        <AccountId xsi:nil="true"/>
        <AccountType/>
      </UserInfo>
    </Teachers>
    <Students xmlns="15d03a25-cda5-4943-9684-7d18d97bb3bc">
      <UserInfo>
        <DisplayName/>
        <AccountId xsi:nil="true"/>
        <AccountType/>
      </UserInfo>
    </Students>
    <Student_Groups xmlns="15d03a25-cda5-4943-9684-7d18d97bb3bc">
      <UserInfo>
        <DisplayName/>
        <AccountId xsi:nil="true"/>
        <AccountType/>
      </UserInfo>
    </Student_Groups>
    <Math_Settings xmlns="15d03a25-cda5-4943-9684-7d18d97bb3bc" xsi:nil="true"/>
    <Teams_Channel_Section_Location xmlns="15d03a25-cda5-4943-9684-7d18d97bb3bc" xsi:nil="true"/>
    <AppVersion xmlns="15d03a25-cda5-4943-9684-7d18d97bb3bc" xsi:nil="true"/>
    <TeamsChannelId xmlns="15d03a25-cda5-4943-9684-7d18d97bb3bc" xsi:nil="true"/>
    <Self_Registration_Enabled xmlns="15d03a25-cda5-4943-9684-7d18d97bb3bc" xsi:nil="true"/>
    <Has_Teacher_Only_SectionGroup xmlns="15d03a25-cda5-4943-9684-7d18d97bb3bc" xsi:nil="true"/>
    <DefaultSectionNames xmlns="15d03a25-cda5-4943-9684-7d18d97bb3bc" xsi:nil="true"/>
    <Is_Collaboration_Space_Locked xmlns="15d03a25-cda5-4943-9684-7d18d97bb3bc" xsi:nil="true"/>
    <Invited_Teachers xmlns="15d03a25-cda5-4943-9684-7d18d97bb3bc" xsi:nil="true"/>
    <lcf76f155ced4ddcb4097134ff3c332f xmlns="15d03a25-cda5-4943-9684-7d18d97bb3bc">
      <Terms xmlns="http://schemas.microsoft.com/office/infopath/2007/PartnerControls"/>
    </lcf76f155ced4ddcb4097134ff3c332f>
    <TaxCatchAll xmlns="1abdae7a-7178-4d1e-9626-01799792f2da" xsi:nil="true"/>
  </documentManagement>
</p:properties>
</file>

<file path=customXml/itemProps1.xml><?xml version="1.0" encoding="utf-8"?>
<ds:datastoreItem xmlns:ds="http://schemas.openxmlformats.org/officeDocument/2006/customXml" ds:itemID="{3CA23413-5501-46D8-B217-28FB1FA65672}"/>
</file>

<file path=customXml/itemProps2.xml><?xml version="1.0" encoding="utf-8"?>
<ds:datastoreItem xmlns:ds="http://schemas.openxmlformats.org/officeDocument/2006/customXml" ds:itemID="{3CFB79BD-516D-4338-A099-F99EF974E9A6}"/>
</file>

<file path=customXml/itemProps3.xml><?xml version="1.0" encoding="utf-8"?>
<ds:datastoreItem xmlns:ds="http://schemas.openxmlformats.org/officeDocument/2006/customXml" ds:itemID="{71177802-783E-4442-8904-8F9241E2AE66}"/>
</file>

<file path=docProps/app.xml><?xml version="1.0" encoding="utf-8"?>
<Properties xmlns="http://schemas.openxmlformats.org/officeDocument/2006/extended-properties" xmlns:vt="http://schemas.openxmlformats.org/officeDocument/2006/docPropsVTypes">
  <TotalTime>7393</TotalTime>
  <Words>3561</Words>
  <Application>Microsoft Office PowerPoint</Application>
  <PresentationFormat>On-screen Show (4:3)</PresentationFormat>
  <Paragraphs>782</Paragraphs>
  <Slides>69</Slides>
  <Notes>52</Notes>
  <HiddenSlides>0</HiddenSlides>
  <MMClips>0</MMClips>
  <ScaleCrop>false</ScaleCrop>
  <HeadingPairs>
    <vt:vector size="4" baseType="variant">
      <vt:variant>
        <vt:lpstr>Theme</vt:lpstr>
      </vt:variant>
      <vt:variant>
        <vt:i4>10</vt:i4>
      </vt:variant>
      <vt:variant>
        <vt:lpstr>Slide Titles</vt:lpstr>
      </vt:variant>
      <vt:variant>
        <vt:i4>69</vt:i4>
      </vt:variant>
    </vt:vector>
  </HeadingPairs>
  <TitlesOfParts>
    <vt:vector size="79" baseType="lpstr">
      <vt:lpstr>1_Office Theme</vt:lpstr>
      <vt:lpstr>3_Office Theme</vt:lpstr>
      <vt:lpstr>4_Office Theme</vt:lpstr>
      <vt:lpstr>Office Theme</vt:lpstr>
      <vt:lpstr>2_Office Theme</vt:lpstr>
      <vt:lpstr>5_Office Theme</vt:lpstr>
      <vt:lpstr>6_Office Theme</vt:lpstr>
      <vt:lpstr>7_Office Theme</vt:lpstr>
      <vt:lpstr>10_Office Theme</vt:lpstr>
      <vt:lpstr>8_Office Theme</vt:lpstr>
      <vt:lpstr>PowerPoint Presentation</vt:lpstr>
      <vt:lpstr>Machine Learning</vt:lpstr>
      <vt:lpstr>Reinforcement Learning</vt:lpstr>
      <vt:lpstr>Comparison : Supervised, Unsupervised and Reinforcement Learning</vt:lpstr>
      <vt:lpstr>Summary : Types of Learning</vt:lpstr>
      <vt:lpstr>PowerPoint Presentation</vt:lpstr>
      <vt:lpstr>PowerPoint Presentation</vt:lpstr>
      <vt:lpstr>PowerPoint Presentation</vt:lpstr>
      <vt:lpstr>PowerPoint Presentation</vt:lpstr>
      <vt:lpstr>Open source ML programming tools</vt:lpstr>
      <vt:lpstr>Open source ML programming tools</vt:lpstr>
      <vt:lpstr>PowerPoint Presentation</vt:lpstr>
      <vt:lpstr>ML workflow</vt:lpstr>
      <vt:lpstr>ML workflow</vt:lpstr>
      <vt:lpstr>Demo Case Study : Car Price prediction based on Mileage</vt:lpstr>
      <vt:lpstr>PowerPoint Presentation</vt:lpstr>
      <vt:lpstr>PowerPoint Presentation</vt:lpstr>
      <vt:lpstr>ML in a Nutshell</vt:lpstr>
      <vt:lpstr>ML in Practice</vt:lpstr>
      <vt:lpstr>PowerPoint Presentation</vt:lpstr>
      <vt:lpstr>Definition of Data</vt:lpstr>
      <vt:lpstr>Types of Attributes </vt:lpstr>
      <vt:lpstr>Discrete and Continuous Attributes </vt:lpstr>
      <vt:lpstr>Important Characteristics of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Quality …</vt:lpstr>
      <vt:lpstr>Noise</vt:lpstr>
      <vt:lpstr>Outliers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Issues with Subsampling (Independence Violation)</vt:lpstr>
      <vt:lpstr>PowerPoint Presentation</vt:lpstr>
      <vt:lpstr>PowerPoint Presentation</vt:lpstr>
      <vt:lpstr>Feature tuning Feature Scaling</vt:lpstr>
      <vt:lpstr>PowerPoint Presentation</vt:lpstr>
      <vt:lpstr>Feature tuning Feature Scaling - Normalization Vs Standardization</vt:lpstr>
      <vt:lpstr>PowerPoint Presentation</vt:lpstr>
      <vt:lpstr>Feature Engineering</vt:lpstr>
      <vt:lpstr>PowerPoint Presentation</vt:lpstr>
      <vt:lpstr>PowerPoint Presentation</vt:lpstr>
      <vt:lpstr>PowerPoint Presentation</vt:lpstr>
      <vt:lpstr>PowerPoint Presentation</vt:lpstr>
      <vt:lpstr>PowerPoint Presentation</vt:lpstr>
      <vt:lpstr>PowerPoint Presentation</vt:lpstr>
      <vt:lpstr>Feature Engineering  - Transform Encoding Numerical Features </vt:lpstr>
      <vt:lpstr>PowerPoint Presentation</vt:lpstr>
      <vt:lpstr>PowerPoint Presentation</vt:lpstr>
      <vt:lpstr>PowerPoint Presentation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Neha Vinayak .</cp:lastModifiedBy>
  <cp:revision>77</cp:revision>
  <dcterms:created xsi:type="dcterms:W3CDTF">2021-11-12T07:04:08Z</dcterms:created>
  <dcterms:modified xsi:type="dcterms:W3CDTF">2026-05-09T05:48:48Z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0x01010035A758FEF1429047AE09681CC0F7D167</vt:lpwstr>
  </property>
</Properties>
</file>