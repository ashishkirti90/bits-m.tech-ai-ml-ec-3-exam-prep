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24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23.xml" ContentType="application/vnd.openxmlformats-officedocument.presentationml.slideLayout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slideLayouts/slideLayout22.xml" ContentType="application/vnd.openxmlformats-officedocument.presentationml.slideLayout+xml"/>
  <Override PartName="/ppt/notesSlides/notesSlide47.xml" ContentType="application/vnd.openxmlformats-officedocument.presentationml.notesSlide+xml"/>
  <Override PartName="/ppt/slideLayouts/slideLayout21.xml" ContentType="application/vnd.openxmlformats-officedocument.presentationml.slideLayout+xml"/>
  <Override PartName="/ppt/notesSlides/notesSlide48.xml" ContentType="application/vnd.openxmlformats-officedocument.presentationml.notesSlide+xml"/>
  <Override PartName="/ppt/slideLayouts/slideLayout20.xml" ContentType="application/vnd.openxmlformats-officedocument.presentationml.slideLayout+xml"/>
  <Override PartName="/ppt/notesSlides/notesSlide49.xml" ContentType="application/vnd.openxmlformats-officedocument.presentationml.notesSlide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slideLayouts/slideLayout17.xml" ContentType="application/vnd.openxmlformats-officedocument.presentationml.slideLayout+xml"/>
  <Override PartName="/ppt/notesSlides/notesSlide53.xml" ContentType="application/vnd.openxmlformats-officedocument.presentationml.notesSlide+xml"/>
  <Override PartName="/ppt/slideLayouts/slideLayout16.xml" ContentType="application/vnd.openxmlformats-officedocument.presentationml.slideLayout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slideLayouts/slideLayout15.xml" ContentType="application/vnd.openxmlformats-officedocument.presentationml.slideLayout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11.xml" ContentType="application/vnd.openxmlformats-officedocument.presentationml.notesSlide+xml"/>
  <Override PartName="/ppt/slideLayouts/slideLayout25.xml" ContentType="application/vnd.openxmlformats-officedocument.presentationml.slideLayout+xml"/>
  <Override PartName="/ppt/ink/ink14.xml" ContentType="application/inkml+xml"/>
  <Override PartName="/ppt/ink/ink25.xml" ContentType="application/inkml+xml"/>
  <Override PartName="/ppt/ink/ink24.xml" ContentType="application/inkml+xml"/>
  <Override PartName="/ppt/ink/ink23.xml" ContentType="application/inkml+xml"/>
  <Override PartName="/ppt/ink/ink22.xml" ContentType="application/inkml+xml"/>
  <Override PartName="/ppt/ink/ink21.xml" ContentType="application/inkml+xml"/>
  <Override PartName="/ppt/ink/ink20.xml" ContentType="application/inkml+xml"/>
  <Override PartName="/ppt/ink/ink19.xml" ContentType="application/inkml+xml"/>
  <Override PartName="/ppt/ink/ink18.xml" ContentType="application/inkml+xml"/>
  <Override PartName="/ppt/ink/ink17.xml" ContentType="application/inkml+xml"/>
  <Override PartName="/ppt/ink/ink16.xml" ContentType="application/inkml+xml"/>
  <Override PartName="/ppt/ink/ink15.xml" ContentType="application/inkml+xml"/>
  <Override PartName="/ppt/notesMasters/notesMaster1.xml" ContentType="application/vnd.openxmlformats-officedocument.presentationml.notesMaster+xml"/>
  <Override PartName="/ppt/ink/ink13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ink/ink8.xml" ContentType="application/inkml+xml"/>
  <Override PartName="/ppt/ink/ink7.xml" ContentType="application/inkml+xml"/>
  <Override PartName="/ppt/ink/ink6.xml" ContentType="application/inkml+xml"/>
  <Override PartName="/ppt/ink/ink5.xml" ContentType="application/inkml+xml"/>
  <Override PartName="/ppt/ink/ink4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3" r:id="rId2"/>
    <p:sldMasterId id="2147483679" r:id="rId3"/>
    <p:sldMasterId id="2147483693" r:id="rId4"/>
    <p:sldMasterId id="2147483707" r:id="rId5"/>
    <p:sldMasterId id="2147483721" r:id="rId6"/>
    <p:sldMasterId id="2147483748" r:id="rId7"/>
    <p:sldMasterId id="2147483762" r:id="rId8"/>
  </p:sldMasterIdLst>
  <p:notesMasterIdLst>
    <p:notesMasterId r:id="rId6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90" r:id="rId42"/>
    <p:sldId id="289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3" r:id="rId55"/>
    <p:sldId id="302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67"/>
      <p:bold r:id="rId68"/>
      <p:italic r:id="rId69"/>
      <p:boldItalic r:id="rId70"/>
    </p:embeddedFont>
    <p:embeddedFont>
      <p:font typeface="Cambria" panose="02040503050406030204" pitchFamily="18" charset="0"/>
      <p:regular r:id="rId71"/>
      <p:bold r:id="rId72"/>
      <p:italic r:id="rId73"/>
      <p:boldItalic r:id="rId74"/>
    </p:embeddedFont>
    <p:embeddedFont>
      <p:font typeface="Helvetica Neue" panose="020B0604020202020204" pitchFamily="34" charset="0"/>
      <p:regular r:id="rId75"/>
      <p:bold r:id="rId76"/>
      <p:italic r:id="rId77"/>
      <p:boldItalic r:id="rId78"/>
    </p:embeddedFont>
    <p:embeddedFont>
      <p:font typeface="Tahoma" panose="020B0604030504040204" pitchFamily="34" charset="0"/>
      <p:regular r:id="rId79"/>
      <p:bold r:id="rId80"/>
    </p:embeddedFont>
    <p:embeddedFont>
      <p:font typeface="Trebuchet MS" panose="020B0603020202020204" pitchFamily="34" charset="0"/>
      <p:regular r:id="rId81"/>
      <p:bold r:id="rId82"/>
      <p:italic r:id="rId83"/>
      <p:boldItalic r:id="rId8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5" roundtripDataSignature="AMtx7mhMvanphD8mTPQXsRmrFTt4+EoZ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F1B17C-1CFA-4683-A1D9-5A5DE0014663}">
  <a:tblStyle styleId="{83F1B17C-1CFA-4683-A1D9-5A5DE00146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25C9C8F-3D08-4C27-B036-69A9FDC1A86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B351486-AFFB-40A1-ADF7-03DB6ABBA261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font" Target="fonts/font2.fntdata"/><Relationship Id="rId84" Type="http://schemas.openxmlformats.org/officeDocument/2006/relationships/font" Target="fonts/font18.fntdata"/><Relationship Id="rId89" Type="http://schemas.openxmlformats.org/officeDocument/2006/relationships/tableStyles" Target="tableStyle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font" Target="fonts/font8.fntdata"/><Relationship Id="rId79" Type="http://schemas.openxmlformats.org/officeDocument/2006/relationships/font" Target="fonts/font13.fntdata"/><Relationship Id="rId5" Type="http://schemas.openxmlformats.org/officeDocument/2006/relationships/slideMaster" Target="slideMasters/slideMaster5.xml"/><Relationship Id="rId90" Type="http://schemas.openxmlformats.org/officeDocument/2006/relationships/customXml" Target="../customXml/item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font" Target="fonts/font6.fntdata"/><Relationship Id="rId80" Type="http://schemas.openxmlformats.org/officeDocument/2006/relationships/font" Target="fonts/font14.fntdata"/><Relationship Id="rId85" Type="http://customschemas.google.com/relationships/presentationmetadata" Target="meta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font" Target="fonts/font1.fntdata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font" Target="fonts/font17.fntdata"/><Relationship Id="rId88" Type="http://schemas.openxmlformats.org/officeDocument/2006/relationships/theme" Target="theme/theme1.xml"/><Relationship Id="rId9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font" Target="fonts/font15.fntdata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font" Target="fonts/font10.fntdata"/><Relationship Id="rId7" Type="http://schemas.openxmlformats.org/officeDocument/2006/relationships/slideMaster" Target="slideMasters/slideMaster7.xml"/><Relationship Id="rId71" Type="http://schemas.openxmlformats.org/officeDocument/2006/relationships/font" Target="fonts/font5.fntdata"/><Relationship Id="rId92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notesMaster" Target="notesMasters/notesMaster1.xml"/><Relationship Id="rId87" Type="http://schemas.openxmlformats.org/officeDocument/2006/relationships/viewProps" Target="viewProps.xml"/><Relationship Id="rId61" Type="http://schemas.openxmlformats.org/officeDocument/2006/relationships/slide" Target="slides/slide53.xml"/><Relationship Id="rId82" Type="http://schemas.openxmlformats.org/officeDocument/2006/relationships/font" Target="fonts/font16.fntdata"/><Relationship Id="rId19" Type="http://schemas.openxmlformats.org/officeDocument/2006/relationships/slide" Target="slides/slide1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12123 5774 10 0,'0'0'10'0,"0"12"8"0,25 13-5 0,32-25-5 0,16 0 0 0,22 0 1 0,36-13-1 0,12 1-2 0,12 0-1 0,-13 12-3 0,13 12-3 0,-12 13 3 0,11-14-1 0,14-11 0 0,9 0 0 0,-9 23 0 0,-1-10-1 0,-24-1 0 0,11 0 1 0,-11-24 0 0,-13 12 0 0,-22 0 1 0,-1 0 2 0,1 12-2 0,-14-12 0 0,-33 0-2 0,-26 13 2 0,1 8 1 0,-12-21 0 0,-12-10 0 0,-1-14 6 0,-11 12-7 0,0 0-101 0</inkml:trace>
  <inkml:trace contextRef="#ctx0" brushRef="#br0">1846 10513 71 0,'0'-35'7'0,"0"11"-3"0,36 12-1 0,-13 0 10 0,2-1 8 0,-14 26-12 0,13 24-2 0,-12 9 1 0,12 2 2 0,12-12-3 0,-2-36-1 0,51-36-4 0,58-58 0 0,59-38-2 0,12-12 3 0,-47 50 2 0,-83 58 1 0,-49 11-1 0,1 25-1 0,-12-11-4 0,-12 22 0 0,-12 39-14 0,-25 8-129 0</inkml:trace>
  <inkml:trace contextRef="#ctx0" brushRef="#br0">8276 12895 11 0,'-11'-12'48'0,"11"0"-27"0,-12-1-12 0,24 26-4 0,11 22 6 0,-11 1 1 0,12 12-7 0,-12-25-3 0,12-11 0 0,-12 0 3 0,12-36 1 0,23-10-2 0,84-74-3 0,-13 11 1 0,-10 3 2 0,-36 58 0 0,-48 1 1 0,0 24-1 0,-12-14-2 0,-1 0 0 0,-11 14 0 0,-11 11-32 0,-25 36-87 0</inkml:trace>
  <inkml:trace contextRef="#ctx0" brushRef="#br0">2132 11371 5 0,'0'-24'42'0,"0"11"-8"0,0 2-20 0,24-1-2 0,-12 1-5 0,12 34-1 0,-13 13 3 0,0 23-4 0,-11-11 0 0,13-25-4 0,23-23 2 0,47-47 1 0,36-61-2 0,36-22-1 0,-1 0 0 0,-58 57 2 0,-72 38 2 0,-24 35 1 0,0-13-3 0,0 13-3 0,12 13-119 0</inkml:trace>
  <inkml:trace contextRef="#ctx0" brushRef="#br0">9871 13716 27 0,'0'0'0'0,"-23"-25"12"0,12 14 4 0,11 11 1 0,0 0-7 0,0 11 0 0,11 2-3 0,12 11-1 0,-10-11-2 0,11 21-3 0,-12 3 1 0,0 10-2 0,12-23 1 0,-2-24 1 0,27-24 0 0,23-36-1 0,35-23 0 0,12 0-1 0,-13 11 1 0,-22 26 0 0,-36 21 5 0,-37 25 0 0,-22 12-6 0,-1 1-92 0,-1-2 59 0</inkml:trace>
  <inkml:trace contextRef="#ctx0" brushRef="#br0">5453 14716 4 0,'0'0'4'0,"-22"-24"4"0,-2 24 9 0,-1-13 0 0,14 3-4 0,11 10-8 0,0 0-2 0,24 0 2 0,-12 10 0 0,0 15-1 0,0 23-1 0,23 0-1 0,1-1-1 0,0-10 0 0,-1-3-1 0,1 3 1 0,0-37-1 0,12-25 2 0,23-58 1 0,35-35-1 0,26-14 0 0,-13 38-1 0,-47 33-1 0,-50 38 2 0,-9-1 0 0,-13 11 0 0,0 13-1 0,-13 13-2 0,3 45-59 0,10-45 22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9694 7025 26 0,'-12'0'17'0,"12"0"-18"0,-13 0 14 0,13 0-3 0,0 13-3 0,0-2-1 0,25-1 0 0,10 3-4 0,14-13 0 0,44 0-5 0,27 0 7 0,-1-13 0 0,36 3 1 0,0 10-3 0,-12 0 2 0,11 0-3 0,-34 0 1 0,-13 0 3 0,11 0-3 0,-22 0-3 0,-24 0 3 0,-13 0 3 0,-23-11 1 0,0-2-4 0,-12 13-1 0,-24-12 0 0,0 0 1 0,11-12 0 0,-11 1-9 0,0 34-107 0</inkml:trace>
  <inkml:trace contextRef="#ctx0" brushRef="#br0">4620 8501 11 0,'-23'0'42'0,"10"-12"-29"0,2 12-4 0,11 0-6 0,24 0-1 0,24 12 0 0,11-12 3 0,23 0 4 0,15 0-4 0,21 0 1 0,2 0-6 0,23 0 2 0,24 0-1 0,11 0-1 0,13 0 0 0,11-12 1 0,1 24-1 0,22-1 1 0,2-11-3 0,11 0 3 0,12 0-1 0,0-11-2 0,-1-12 2 0,-9 10 1 0,-2 1-1 0,0 12 1 0,0-23-1 0,12 11 2 0,-12 1-3 0,12 11 3 0,0 0-2 0,1 11-1 0,-13-11 1 0,0 12 1 0,23-12-3 0,2 11 1 0,23-11 1 0,-24 0-1 0,-25 0 0 0,-58 0 6 0,-49 0 3 0,-45-11-2 0,-38 11-3 0,-11 0 0 0,0-12-16 0,-23 12-89 0</inkml:trace>
  <inkml:trace contextRef="#ctx0" brushRef="#br0">13349 7965 38 0,'0'0'0'0,"-47"-23"18"0,47 11-9 0,12 12-4 0,-12-12 15 0,35 24-10 0,25-12-5 0,47 12-2 0,11-12-3 0,2 0 2 0,-25 0 3 0,-11 0-1 0,-25-12-2 0,-23 12 0 0,-12-25 0 0,-24 14 0 0,-48-12-1 0,-23-2 0 0,11 0-1 0,0 4 1 0,37 8-1 0,-1 1 0 0,35 24-1 0,38 12 0 0,10-1 2 0,12 14-2 0,-12-14 2 0,-46 1-1 0,-26 11 2 0,-46-12-2 0,-12 27 3 0,-1-27-12 0,49 0-90 0</inkml:trace>
  <inkml:trace contextRef="#ctx0" brushRef="#br0">14861 7501 37 0,'-11'-48'34'0,"-1"14"-32"0,35 34-2 0,2 0 4 0,-37 58 14 0,-1 60-8 0,2 14-8 0,11-1 0 0,-12-47 0 0,12-25 3 0,0-23-2 0,12-13 0 0,47-23 0 0,37 0-2 0,11-11 0 0,0-1 0 0,-48 1 0 0,-35-2-7 0,0 13-107 0</inkml:trace>
  <inkml:trace contextRef="#ctx0" brushRef="#br0">15481 7821 62 0,'0'0'0'0,"-60"-21"30"0,49 79-29 0,45 14 0 0,15-26-1 0,-37-9 1 0,24-24 0 0,10-2 2 0,-21-35-1 0,-1 0 0 0,-37-12-2 0,-34 1 1 0,-24-25 0 0,10 23-1 0,27 37 0 0,34 37 0 0,11 10 0 0,49-10 0 0,35-3 0 0,12-21 2 0,12-13-1 0,-23-24 0 0,-13 12 0 0,-23-23 0 0,-26-1 0 0,-21-12 0 0,-26 14-1 0,-9-3 1 0,-14 13-1 0,12 12 0 0,-1 12-1 0,14 0 1 0,-24 36-1 0,11 1 1 0,0 9 0 0,12 2-1 0,0 0 1 0,24-25 1 0,12-35 1 0,22-23-2 0,-10-1 1 0,0 36-2 0,1 60 0 0,-3 35 1 0,-9 36 0 0,-14 24-2 0,-11-37 3 0,-47-34 5 0,0-47 1 0,11-50 1 0,23-47-5 0,13-47-2 0,49-60 3 0,9 24-9 0,-9 84-59 0,-37 47 17 0</inkml:trace>
  <inkml:trace contextRef="#ctx0" brushRef="#br0">16456 7871 18 0,'0'0'12'0,"0"-50"5"0,0 4 1 0,0 21 9 0,0 50-15 0,13 46-4 0,-13 13-5 0,12-38 0 0,-1-9 1 0,14-24-1 0,22-13-14 0,1-37-78 0</inkml:trace>
  <inkml:trace contextRef="#ctx0" brushRef="#br0">16624 7632 61 0,'-12'-12'14'0,"-36"-47"0"0,61 82-79 0</inkml:trace>
  <inkml:trace contextRef="#ctx0" brushRef="#br0">17005 7679 65 0,'-25'-34'28'0,"-82"-3"-5"0,37 49-22 0,46 13 0 0,0 33-2 0,72 26 1 0,47 0 0 0,-24-2-1 0,-71-46 3 0,-71-12 1 0,10-24-7 0,51-37-102 0</inkml:trace>
  <inkml:trace contextRef="#ctx0" brushRef="#br0">17184 7358 58 0,'0'0'0'0,"0"-48"4"0,59 25-6 0,1 46 16 0,-60 97 6 0,-12 58-14 0,0 14-4 0,36-62-1 0,12-71 1 0,11-59 3 0,25-59-2 0,10-37-1 0,2 25-2 0,-48 47 1 0,-24 12-1 0,-12 24-1 0,-12 70 2 0,36 2-1 0,0-36-13 0,-11-36-23 0,-13-47-17 0</inkml:trace>
  <inkml:trace contextRef="#ctx0" brushRef="#br0">17767 7549 47 0,'-12'-12'1'0,"1"12"-38"0</inkml:trace>
  <inkml:trace contextRef="#ctx0" brushRef="#br0">17077 7537 63 0,'-12'-36'11'0,"95"25"-33"0,23-2-27 0</inkml:trace>
  <inkml:trace contextRef="#ctx0" brushRef="#br0">18005 7595 56 0,'0'0'11'0,"24"25"-6"0,0 46-3 0,-84 13 14 0,24-25-1 0,61-35-8 0,82-11-3 0,0-2-4 0,-37 1 1 0,-9-1-4 0,-37 2-91 0</inkml:trace>
  <inkml:trace contextRef="#ctx0" brushRef="#br0">19780 7394 29 0,'0'25'20'0,"-13"93"4"0,13 61-15 0,13-24-7 0,-13-121 6 0,-13-81 3 0,-10-108-7 0,-1-83-5 0,12 48-2 0,24 106 1 0,71 61-2 0,60 69 4 0,-59 75 1 0,-120-3 1 0,-118-58 0 0,-1-49 4 0,107-34-1 0,60 83-4 0,70 70-2 0,50 0 2 0,-13-33-5 0,-23-73-93 0</inkml:trace>
  <inkml:trace contextRef="#ctx0" brushRef="#br0">20339 7750 99 0,'0'0'7'0,"-12"37"-5"0,108-13 0 0,-26-48-4 0,-33-47 1 0,-37 11 2 0,-24 36-2 0,-23 24 1 0,-12 36 0 0,22 12 1 0,25 11-1 0,48 12 2 0,47-12-3 0,25-22 1 0,-1-37 0 0,0-37 2 0,-24-22-3 0,-11-12 1 0,-48 12-1 0,-12-1 0 0,-48 24 0 0,-12 11 1 0,12 25 0 0,24 13 0 0,1-1 0 0,11 24 1 0,11 47 1 0,13 49 2 0,12-2-2 0,-12-23 0 0,-24-71-2 0,-60-24-92 0</inkml:trace>
  <inkml:trace contextRef="#ctx0" brushRef="#br0">21149 7811 93 0,'0'0'0'0,"0"-11"17"0,11 69-19 0,14-45-99 0</inkml:trace>
  <inkml:trace contextRef="#ctx0" brushRef="#br0">4132 9989 0 0,'0'0'0'0,"-11"0"0"0</inkml:trace>
  <inkml:trace contextRef="#ctx0" brushRef="#br0">4073 9977 11 0,'0'0'6'0,"-49"0"-1"0,38 0-5 0,0 0 11 0,11 0 1 0,-12 0 1 0,35 0-6 0,13 0-1 0,36 12-5 0,35-12 6 0,24-12 3 0,12 24-6 0,23 1-1 0,-12-2-3 0,14 12 1 0,11-23 5 0,59-11 1 0,12-1-4 0,12 1 0 0,24-2-2 0,11 1-3 0,1 0 3 0,12-11-1 0,-1 23-3 0,1-11 3 0,11-2 0 0,1 1-2 0,-2 12 2 0,-103 0 0 0,-171-12 0 0,14 12-1 0,273-24 2 0,13-11 0 0,-37 23-4 0,-11-12 4 0,-25 24-2 0,-22 0-1 0,-37 0 2 0,-35-12 0 0,-61 12 0 0,-34-11 4 0,-36 11-2 0,-37 11-2 0,2-11-51 0,-13 12 10 0</inkml:trace>
  <inkml:trace contextRef="#ctx0" brushRef="#br0">12003 9680 23 0,'0'0'0'0,"0"-12"5"0,0-24-4 0,36 0 3 0,-24-10 21 0,0 33 3 0,-12 26-21 0,0 58 4 0,-12 59-6 0,24-23-2 0,0-23 0 0,0-49 0 0,0-23-1 0,0-24 1 0,0-23-1 0,-12-26-1 0,0-21-1 0,0 9 1 0,12 15-1 0,12 11 0 0,11 10 0 0,1 37-1 0,-12 37 0 0,12 47-1 0,11-2 1 0,-23-34 2 0,12-48 0 0,-1-36 0 0,13-12 0 0,-1-11-1 0,1 11 0 0,-12 0 1 0,-12 25-1 0,0 34-2 0,-12 60 1 0,-12 25 0 0,12 0 3 0,-2-62-1 0,3 3 1 0,-1-37-28 0,-12-24-58 0</inkml:trace>
  <inkml:trace contextRef="#ctx0" brushRef="#br0">13017 9655 41 0,'0'0'9'0,"-13"-11"-5"0,26 59 22 0,-13 47-5 0,0-24-8 0,23-23-7 0,24-23-3 0,1-38-16 0,-12-24-91 0</inkml:trace>
  <inkml:trace contextRef="#ctx0" brushRef="#br0">13040 9500 91 0,'-12'-11'6'0,"-12"-12"-26"0,48 23-44 0</inkml:trace>
  <inkml:trace contextRef="#ctx0" brushRef="#br0">13540 9692 58 0,'-12'0'10'0,"-95"0"22"0,71 47-30 0,24 13-2 0,12-1 1 0,36-23-1 0,35-12 3 0,1-72-4 0,-26-35-6 0,-10-72-13 0,-23 36 19 0,-26 12 5 0,13 59 4 0,0 60 0 0,0 107 2 0,0 47-5 0,25-34-3 0,-1-72 1 0,-24-37-24 0,0-12-42 0</inkml:trace>
  <inkml:trace contextRef="#ctx0" brushRef="#br0">14682 9466 44 0,'13'-71'3'0,"70"0"0"0,-47 34 13 0,-48 13 7 0,-47 48-15 0,-38 47-7 0,63 25-1 0,93 0 1 0,72 9-3 0,-72-44 2 0,-59-14 4 0,-95-34 1 0,11-38-29 0,73 0-35 0</inkml:trace>
  <inkml:trace contextRef="#ctx0" brushRef="#br0">15063 9632 53 0,'-23'12'37'0,"95"24"-46"0,35-61-8 0,-48-9 14 0,-47-26 5 0,-12 12 0 0,-35 35-1 0,-25 13 7 0,0 37 9 0,37 34-6 0,35 1-3 0,70-13-5 0,14-22-1 0,0-37-53 0,-61-13-8 0</inkml:trace>
  <inkml:trace contextRef="#ctx0" brushRef="#br0">15587 9561 81 0,'-11'-11'7'0,"22"11"4"0,25 46-12 0,-23 38 6 0,-13-25 2 0,-13-22-3 0,2-26 0 0,11-22-1 0,11-39-3 0,14 29-4 0,10-29 1 0,-11 16 2 0,24 9-1 0,-1 37 1 0,-11 24 6 0,-12 0-1 0,-24 0-2 0,-24-36 1 0,24-48-1 0,48 1-2 0,11 34 0 0,-11 49-1 0,-24 25-4 0,-12-15-96 0</inkml:trace>
  <inkml:trace contextRef="#ctx0" brushRef="#br0">16243 9668 99 0,'0'0'9'0,"-48"0"-4"0,48 24-102 0</inkml:trace>
  <inkml:trace contextRef="#ctx0" brushRef="#br0">11170 11024 11 0,'0'25'9'0,"12"0"2"0,12-2-14 0,13-12 3 0,9-34 0 0,26-25 0 0,23-11 11 0,0 11-3 0,-11 0-3 0,-25 25-4 0,-23-1 0 0,-24 24 0 0,-24 0-41 0</inkml:trace>
  <inkml:trace contextRef="#ctx0" brushRef="#br0">11123 12085 28 0,'-12'0'9'0,"-1"-12"2"0,2 1-4 0,22 11 0 0,14 11 2 0,-2 25-3 0,1 11 1 0,-12 1-2 0,24-24 0 0,12-24-3 0,35-48 0 0,11 1 0 0,14-1 0 0,-24-12-1 0,-13 26 1 0,-59 21-8 0,-24 26-34 0,0 8-9 0</inkml:trace>
  <inkml:trace contextRef="#ctx0" brushRef="#br0">9372 13431 12 0,'0'0'5'0,"12"-13"8"0,0-11 5 0,0 1 2 0,-12 12 3 0,0 11-18 0,12 23-4 0,12 36 3 0,-14-11 2 0,15-23-1 0,11-25-2 0,59-61-1 0,36 1-4 0,12-24 1 0,-36 38 3 0,-59 10-1 0,-24 13 0 0,-12 10-12 0,-1 13-33 0,-11 24-11 0</inkml:trace>
  <inkml:trace contextRef="#ctx0" brushRef="#br0">9896 14597 11 0,'0'0'0'0,"-25"-12"4"0,2 12-3 0,23-24 4 0,12 24 6 0,-1 13 1 0,-11-2-7 0,25 25-3 0,-13 12 2 0,0-25 0 0,0 1 0 0,12-11-1 0,23-13-1 0,13-60 0 0,47-24-1 0,12-11 0 0,-24 35-1 0,-48 37 0 0,-22 11 0 0,-13 12 1 0,-12-13-2 0,0 13-19 0,12 13-30 0</inkml:trace>
  <inkml:trace contextRef="#ctx0" brushRef="#br0">10730 16121 18 0,'-13'0'3'0,"13"0"-3"0,0 0 14 0,0-12-3 0,0 1 0 0,25 22-5 0,-14 12 0 0,1 2-2 0,-1-1-1 0,14-2 0 0,-1 3-1 0,-12 0-1 0,0-14 1 0,0 1-1 0,0-35 1 0,34-27-1 0,39-21 0 0,-2-11 1 0,0-2-1 0,1 37 0 0,-25 11 0 0,-23 25-1 0,-12-2 1 0,-24 13-9 0</inkml:trace>
  <inkml:trace contextRef="#ctx0" brushRef="#br0">4477 16752 57 0,'-11'-47'14'0,"-14"47"-14"0,-93 34 12 0,-25 16 8 0,36-16-12 0,58-10-6 0,74 0-1 0,22 24-1 0,-11 71-1 0,-12 71-2 0,-24 12-5 0,12-58 7 0,25-1-6 0,10-1 3 0,-1 2-3 0,-9-73 6 0,-13-37 0 0,35 3-1 0,49-37-43 0,11-37 11 0</inkml:trace>
  <inkml:trace contextRef="#ctx0" brushRef="#br0">17446 16634 31 0,'-24'-72'26'0,"95"48"-26"0,12-1 3 0,-23 25 4 0,0-11 1 0,-12 22-2 0,-25 26-5 0,1 34-1 0,-12 1 3 0,-1 35-6 0,2 24 0 0,23 0 0 0,-24 11-1 0,-12-22 2 0,-12-25 0 0,12-13 0 0,0-57 11 0,-12-13-1 0,-48-12-7 0,-47 0 1 0,-48 13 9 0,36 10-5 0,60-12-5 0,47-22-12 0,34-1-64 0,-22 12 58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15326 13097 36 0,'-12'-36'42'0,"0"12"-15"0,24 12-11 0,48 0-6 0,59 1-6 0,11 11-3 0,2 23 2 0,-49 2-1 0,-47-14 1 0,-24 1 1 0,-12 12-1 0,12 0-3 0,0 23 2 0,10 1-2 0,14 35 1 0,0 36 0 0,-23 24 1 0,-13 24 0 0,0-12-1 0,12-12 1 0,-12-1 0 0,12-12-2 0,-12 2-1 0,0-36 1 0,0-14 0 0,12 2-1 0,-1-13 1 0,0-11 1 0,2-12-2 0,-13-12 1 0,0-13 1 0,0 13 0 0,-24-13 0 0,-11 14-1 0,-13-25 1 0,24 0 0 0,-23-2-1 0,-13-10 1 0,1 13 0 0,-13-13 0 0,25-13 10 0,11 13-3 0,23 0-4 0,2 0-3 0,11 0-1 0,11 0-9 0,-11 0-107 0,0-10 65 0</inkml:trace>
  <inkml:trace contextRef="#ctx0" brushRef="#br0">16648 13597 68 0,'0'0'0'0,"-24"-36"9"0,24 24-5 0,0-1 13 0,11 38-5 0,2 47-2 0,-1 23-3 0,-12 12 1 0,-12-12 1 0,-12 1-2 0,24-25-1 0,-12-23-3 0,24-25-1 0,-1 2 1 0,14-14 2 0,22-22-2 0,25-2-1 0,-1 1-1 0,-23 12-1 0,-24-12 0 0,-12 12-13 0,0-34-30 0,-12 21-40 0,0 13 53 0</inkml:trace>
  <inkml:trace contextRef="#ctx0" brushRef="#br0">16624 13954 36 0,'0'0'11'0,"24"-47"15"0,12 23-2 0,83 0-15 0,-13 0-7 0,-46 12-7 0,-49 1-47 0,-11 11 12 0</inkml:trace>
  <inkml:trace contextRef="#ctx0" brushRef="#br0">16719 13680 56 0,'-23'-23'12'0,"23"-25"14"0,35-25-7 0,37 27-15 0,34 10-5 0,-10 36-34 0,-49 0-28 0</inkml:trace>
  <inkml:trace contextRef="#ctx0" brushRef="#br0">17636 13680 61 0,'0'-23'6'0,"0"-14"15"0,-12-10 1 0,-11 23-11 0,11 1-1 0,-1-1-3 0,-10 24-2 0,-24 24-3 0,-37 36 1 0,1 45-1 0,11 27-1 0,59-13 0 0,50-23 0 0,46-49 0 0,49-35 2 0,10-48-1 0,-58 13-1 0,-61-1 1 0,-23 0-18 0,-11-12-71 0,11 24 47 0</inkml:trace>
  <inkml:trace contextRef="#ctx0" brushRef="#br0">18327 13668 71 0,'-25'-48'13'0,"14"-23"17"0,11 37-7 0,0 21-12 0,0 72-5 0,0 84 2 0,-12 12 1 0,12-24-2 0,0-24 0 0,12-59 0 0,-12-25-4 0,0-23-1 0,0-12-13 0,-12-11-108 0,12 12 66 0</inkml:trace>
  <inkml:trace contextRef="#ctx0" brushRef="#br0">16719 15370 52 0,'-23'-11'25'0,"11"-12"12"0,12 23-22 0,35 0-11 0,37 11-2 0,10 12-2 0,-33 2 1 0,-13-13-1 0,-25 12 3 0,0 23-1 0,2 13-1 0,-13 11 0 0,12 12-1 0,-1 25 4 0,2 11-1 0,-1 0-3 0,-1 0 1 0,-22-48 3 0,-25-35 7 0,-11-24 0 0,-13-12-1 0,12-12-3 0,14 1-4 0,9-2-3 0,1 26-9 0,0-2-77 0,24-11-4 0</inkml:trace>
  <inkml:trace contextRef="#ctx0" brushRef="#br0">17921 15609 29 0,'0'-47'19'0,"0"-13"26"0,13 12-14 0,10 25-15 0,-23 33-8 0,0 99 1 0,-11 21-2 0,-1-10 6 0,-1-25-4 0,13-36-2 0,13-23-3 0,23-12 0 0,11-24-1 0,25 0-1 0,-13-12-1 0,1-13 1 0,-24-9-15 0,-14-3-54 0,-22 14-42 0</inkml:trace>
  <inkml:trace contextRef="#ctx0" brushRef="#br0">17921 15704 98 0,'0'0'0'0,"0"-35"24"0,72 12-2 0,24 10-17 0,-1 1-4 0,-35 12-52 0,-48 12-28 0</inkml:trace>
  <inkml:trace contextRef="#ctx0" brushRef="#br0">18053 15538 28 0,'-12'-13'10'0,"-12"-58"53"0,48 24-31 0,35-1-24 0,25 12-6 0,34 36-70 0,-105 0 27 0</inkml:trace>
  <inkml:trace contextRef="#ctx0" brushRef="#br0">18768 15478 86 0,'0'-24'26'0,"12"-23"14"0,-12 23-16 0,-24 24-12 0,-12 12-4 0,-35 47-1 0,11 37-5 0,12 34-2 0,48-10 2 0,48-37-3 0,35-60 6 0,25-34-3 0,-37-25 0 0,-24 12-21 0,-10 1-89 0,-37 11 47 0</inkml:trace>
  <inkml:trace contextRef="#ctx0" brushRef="#br0">19314 15525 88 0,'-46'-34'31'0,"10"9"1"0,24-10-16 0,24 11-7 0,12 0-2 0,23 0 2 0,13-12-2 0,-12 24-5 0,-1 24-2 0,-23 35 0 0,-11 14-1 0,-26 22 1 0,-35-1-1 0,-23 14 0 0,0-24 3 0,11-14 1 0,24-21 0 0,11-13-1 0,15-12-2 0,10-12 0 0,10 11 3 0,39-34-2 0,23-1 1 0,22 0-1 0,-10 24-1 0,-12 0 1 0,-13-13 0 0,1 13-1 0,-13-10 0 0,-24 10 0 0,-10 0 0 0,-13-12 1 0,0 12 1 0,0 0-1 0,12-12-2 0,-12 12-45 0,-12 12-114 0</inkml:trace>
  <inkml:trace contextRef="#ctx0" brushRef="#br0">16816 16645 48 0,'0'0'2'0,"-25"-36"36"0,25 11-21 0,59 3-12 0,37 10-4 0,-26 12-1 0,-34 0 2 0,-36 0 9 0,0 0-5 0,0 12-5 0,13 35-3 0,10 49 5 0,1 46-8 0,0 1 0 0,-24-24 4 0,0-24 4 0,0-35 1 0,-24-24 4 0,0-24 3 0,-48-12 1 0,2 0-7 0,22-12-4 0,23 12-3 0,25 0-64 0,25 0-26 0</inkml:trace>
  <inkml:trace contextRef="#ctx0" brushRef="#br0">18113 16776 41 0,'-13'-24'9'0,"2"-12"24"0,11 25-7 0,0 45-19 0,0 62 0 0,11 47-1 0,-11-47 4 0,0-13-3 0,13-24 0 0,-1-23-4 0,35-24 0 0,25-12 0 0,11-12 3 0,-23-12-5 0,-13 0-17 0,-23-10-38 0,-24-3-45 0</inkml:trace>
  <inkml:trace contextRef="#ctx0" brushRef="#br0">18160 17062 22 0,'-12'0'6'0,"-23"0"26"0,47-24-11 0,59 1-11 0,35-14-5 0,-45 14-19 0,-26 11-62 0</inkml:trace>
  <inkml:trace contextRef="#ctx0" brushRef="#br0">18160 16860 32 0,'-47'-25'25'0,"34"-21"10"0,73-4-25 0,46 16-7 0,2 22-62 0,-71 12 16 0</inkml:trace>
  <inkml:trace contextRef="#ctx0" brushRef="#br0">18862 16835 51 0,'0'-12'21'0,"0"-22"24"0,-23-3-23 0,-1 13-9 0,-1 12-3 0,-21 48-2 0,-38 59-3 0,37 36-7 0,60-23 0 0,57-61 2 0,14-23 4 0,-13-36 0 0,-35 0-10 0,-12-12-55 0,-13 1-34 0</inkml:trace>
  <inkml:trace contextRef="#ctx0" brushRef="#br0">19171 16789 31 0,'0'0'6'0,"-10"-25"34"0,10 0-1 0,0 14-18 0,0-1-4 0,0-11-7 0,10 11-4 0,39-12-1 0,-1 12-3 0,-13 24-1 0,1 36-1 0,-12 23-2 0,-12 0 1 0,-24-11 1 0,-24-24 4 0,12-36-1 0,13 0-1 0,22 0-4 0,49 47 2 0,-1 25-3 0,-35-1 2 0,-48-11 0 0,-35-37 16 0,-24-11 0 0,23 1-5 0,36-26-9 0,24 1-12 0,11-34-126 0,-11 33 84 0</inkml:trace>
  <inkml:trace contextRef="#ctx0" brushRef="#br0">10123 13930 5 0,'-13'-13'8'0,"13"-8"16"0,0 8 2 0,0 13-3 0,0 0-8 0,13 0-8 0,-2 0-2 0,37 13 1 0,23-13 4 0,1 0-7 0,11 0 0 0,0 0-1 0,-11 11 1 0,11-11-4 0,-12 23 2 0,13-11 0 0,11 0 1 0,0-12 1 0,12 0 0 0,13 0-1 0,11 13 0 0,59-26-1 0,1 1 1 0,10 0-1 0,-9-11 0 0,10 23-2 0,-11 0 2 0,-14 0-1 0,-9 0 1 0,-12-11-2 0,-50 11 1 0,-34 11 1 0,-14-11 1 0,-9 10 0 0,-37-10 0 0,-1-10 6 0,-11 10-3 0,0-11-4 0,-11-2-21 0,-25 1-112 0</inkml:trace>
  <inkml:trace contextRef="#ctx0" brushRef="#br0">9490 12204 59 0,'-23'-60'27'0,"23"49"-18"0,0-1 9 0,0 12-10 0,12 23 6 0,-1 37 1 0,2 24-6 0,-13 0-3 0,12-13-5 0,-12-24 0 0,0-23 0 0,-12-1-4 0,12-23-30 0,36-12-87 0</inkml:trace>
  <inkml:trace contextRef="#ctx0" brushRef="#br0">9812 12228 70 0,'-11'-24'11'0,"11"24"-9"0,0 24 15 0,0 47-12 0,11 2-2 0,25-2-2 0,12-24 2 0,12-23-2 0,-13-24 1 0,0-12-2 0,-34-24 2 0,-1-24 1 0,-24-24-1 0,-12 2 0 0,-24 34 7 0,-11 23-7 0,11 25-3 0,-11 50-12 0,35 32-75 0,24-59 59 0</inkml:trace>
  <inkml:trace contextRef="#ctx0" brushRef="#br0">10968 12537 102 0,'0'0'0'0,"-72"-35"11"0,59 35 3 0,13-25-3 0,36 14-5 0,73-1-2 0,33 12-2 0,-23 0 0 0,-23 0 1 0,-61 0 1 0,-23 0-5 0,-1 23-19 0,2 2-102 0</inkml:trace>
  <inkml:trace contextRef="#ctx0" brushRef="#br0">12182 12180 105 0,'-11'-13'6'0,"-25"-21"17"0,36 34-17 0,0 71 5 0,0 36-3 0,0 0 1 0,13-35 5 0,-13-37-7 0,0-23-9 0,11-1-171 0</inkml:trace>
  <inkml:trace contextRef="#ctx0" brushRef="#br0">12491 12299 50 0,'-11'-24'29'0,"-1"12"-8"0,1 24-8 0,-14 35-4 0,25 3-4 0,25 8 1 0,22-22-3 0,1-12-1 0,-1-24-1 0,13-24 0 0,-1 1 1 0,-35-14-2 0,-1-10 2 0,-10-1-1 0,-13 0-1 0,0 13 1 0,-36-13-1 0,-23 12 3 0,11 13-4 0,0-2 4 0,13 25-3 0,-1 0 3 0,-12 0-2 0,0 13 1 0,12 11-4 0,13 35 1 0,10 24-27 0,13 1-82 0</inkml:trace>
  <inkml:trace contextRef="#ctx0" brushRef="#br0">20030 16776 19 0,'-12'0'11'0,"-36"13"18"0,24-13-6 0,13 0-1 0,11 0-12 0,47 0-4 0,72-13-2 0,60-11-1 0,23 24-1 0,-59-13-2 0,-71 2 2 0,-37-1 1 0,-35-11 0 0,-11-36-2 0,-38 22 0 0,-10 14 0 0,24 11 2 0,35 12-2 0,71 47-1 0,12 12 3 0,-47 1 1 0,-59-12 9 0,-73-12-15 0,47-25-82 0</inkml:trace>
  <inkml:trace contextRef="#ctx0" brushRef="#br0">21244 16383 63 0,'-23'-36'10'0,"11"24"25"0,12 108-13 0,12 70-5 0,-1-24-9 0,1-34-6 0,-12-48-15 0,0-36-77 0,0-36 55 0</inkml:trace>
  <inkml:trace contextRef="#ctx0" brushRef="#br0">21495 16550 46 0,'0'-12'24'0,"0"0"11"0,-12 36-11 0,12 60-16 0,0-2-6 0,58-22-2 0,27-47 1 0,-14-50 1 0,-23-47 7 0,-48-10 4 0,-48-1-4 0,-119 47-25 0,132 83-133 0</inkml:trace>
  <inkml:trace contextRef="#ctx0" brushRef="#br0">22019 16228 57 0,'-12'-25'9'0,"-12"3"26"0,0 44-20 0,12 28-12 0,12 9-2 0,36-24-1 0,10-47 3 0,-21-36 0 0,-25 1 6 0,-59 35-4 0,23 12-18 0,24 25-109 0</inkml:trace>
  <inkml:trace contextRef="#ctx0" brushRef="#br0">22316 16121 26 0,'0'-23'16'0,"36"-37"20"0,-24 49-9 0,-12 93-5 0,-48 85-8 0,24 36-6 0,-11-37 1 0,-1-47-5 0,-12-36-6 0,36-47-44 0,24-59-66 0</inkml:trace>
  <inkml:trace contextRef="#ctx0" brushRef="#br0">22507 16597 46 0,'0'12'35'0,"-12"36"1"0,24 0-30 0,47-37-2 0,13-70 2 0,-49 11 13 0,-82 36-3 0,-48 24-15 0,58 24-105 0,49-36 54 0</inkml:trace>
  <inkml:trace contextRef="#ctx0" brushRef="#br0">23281 16169 41 0,'0'0'0'0,"0"-60"36"0,0 36 3 0,0 60-26 0,-12 83-3 0,12 36-4 0,0-37 1 0,0-34 1 0,12-47 0 0,24-14-6 0,23-23 0 0,23-23-4 0,-10-14-6 0,-36 2-24 0,-12-14-78 0,-24 49 91 0</inkml:trace>
  <inkml:trace contextRef="#ctx0" brushRef="#br0">23257 16442 22 0,'0'0'0'0,"-36"-23"34"0,72-1-16 0,94-36-14 0,26 25-4 0,-85 11-36 0,-83 24-6 0</inkml:trace>
  <inkml:trace contextRef="#ctx0" brushRef="#br0">23317 16228 22 0,'-23'-12'17'0,"-2"-35"19"0,61-24-22 0,83 0-14 0,35 46-83 0</inkml:trace>
  <inkml:trace contextRef="#ctx0" brushRef="#br0">23984 16073 27 0,'0'-12'25'0,"-48"-22"23"0,0 34-25 0,-11 34-4 0,11 50-11 0,36 24-6 0,24-14-4 0,36-33 1 0,34-50-1 0,14-72-33 0,-13 15-75 0</inkml:trace>
  <inkml:trace contextRef="#ctx0" brushRef="#br0">24186 16121 32 0,'0'0'11'0,"-12"-71"26"0,37 23-5 0,21 12-17 0,1 24-6 0,-10 48-4 0,-13 35-2 0,-24 13 0 0,-24-1 0 0,-60-11 1 0,25-14-1 0,35-33-1 0,36-13-2 0,95-36 1 0,36-12-1 0,-23 13 0 0,-61 11 1 0,-59 12 0 0,-12 12-35 0,-24 0-88 0</inkml:trace>
  <inkml:trace contextRef="#ctx0" brushRef="#br0">21684 17882 14 0,'13'0'9'0,"-1"-23"20"0,-1 12-9 0,2-26-5 0,-1-10-6 0,-1 0-1 0,1-1 1 0,-24 12-4 0,1-12 1 0,-14 14-5 0,-11 21-7 0,2 13 7 0,10 0 7 0,-12 13-4 0,12 21-4 0,12 14-4 0,-12 24 0 0,12-13 1 0,24-23 2 0,24-36 2 0,35-48 2 0,-11 1-2 0,-12 35 1 0,-25 59 13 0,-11 49-9 0,-12 0-10 0,0-14 0 0,0-34-24 0,24-36-62 0,-12-24 70 0</inkml:trace>
  <inkml:trace contextRef="#ctx0" brushRef="#br0">22029 17717 37 0,'0'-12'19'0,"13"-12"21"0,10 48-26 0,-23 82-13 0,0-10-5 0,49-48 2 0,-2-60 9 0,2-72 5 0,-26 2 4 0,-59 22-6 0,-24 36-31 0,24 24-91 0</inkml:trace>
  <inkml:trace contextRef="#ctx0" brushRef="#br0">22507 17490 71 0,'0'0'0'0,"-12"-35"41"0,12 35-5 0,0-12-29 0,0 12-37 0,24 12-92 0</inkml:trace>
  <inkml:trace contextRef="#ctx0" brushRef="#br0">22827 17346 71 0,'0'-34'14'0,"37"22"19"0,-13 71-13 0,-48 83-13 0,-24 38-8 0,0-25-1 0,25-25-2 0,-1-59 4 0,12-46-21 0,48-73-73 0,-13 0 71 0</inkml:trace>
  <inkml:trace contextRef="#ctx0" brushRef="#br0">23090 17727 35 0,'0'0'15'0,"-11"0"38"0,-2 13-7 0,13-13-40 0,0 0-73 0,-11 12-19 0</inkml:trace>
  <inkml:trace contextRef="#ctx0" brushRef="#br0">23614 17501 5 0,'0'-11'11'0,"0"35"6"0,0 36-4 0,-12 47-8 0,-12-48 9 0,1-35 0 0,11-95-6 0,24-108-5 0,35 24 1 0,1 84-2 0,-12 47 0 0,23 84 1 0,-23 83-3 0,-24-48 3 0,0 12-16 0,-12-36-47 0,0-59 29 0</inkml:trace>
  <inkml:trace contextRef="#ctx0" brushRef="#br0">23494 17669 21 0,'-11'-13'9'0,"22"-10"0"0,73-25-2 0,167-11-11 0,-85-24 3 0,-82-1 4 0,-61 13 1 0,-58 35 6 0,-37 25-3 0,61 58-6 0,11 84-3 0,0 12 6 0,-13 12-4 0,2-36-2 0,-25-48-22 0,23-59-18 0</inkml:trace>
  <inkml:trace contextRef="#ctx0" brushRef="#br0">23888 17633 34 0,'0'0'7'0,"36"-36"9"0,94-23-14 0,15 11-3 0,-27-12 0 0,-106 37 2 0,-24-13 3 0,0 1-1 0,-1-1-3 0,38-12-14 0,-13 37 11 0,-12 22 7 0,-37 49 13 0,-10 24-2 0,24 10-13 0,11-46-4 0,1-1-52 0,22-23 24 0</inkml:trace>
  <inkml:trace contextRef="#ctx0" brushRef="#br0">24233 17264 36 0,'-34'0'12'0,"21"72"17"0,1 47-22 0,12-48 1 0,36-12-4 0,10-22-13 0,-10-26-50 0,-11-11 31 0</inkml:trace>
  <inkml:trace contextRef="#ctx0" brushRef="#br0">24186 17455 32 0,'-36'-25'7'0,"85"2"3"0,93-13-11 0,12 1-1 0,-46-1 0 0,-85 24 9 0,-46-1 15 0,-25 26-13 0,12 23-9 0,36 11-1 0,25-22 0 0,45-62 1 0,14 2 5 0,-60 57-6 0,-12 51 2 0,-12-37-1 0,10-24 3 0,39-83 1 0,34-25-1 0,-36 37-2 0,-11 46-17 0,12 13-64 0</inkml:trace>
  <inkml:trace contextRef="#ctx0" brushRef="#br0">24007 18098 1 0,'0'0'0'0,"24"-36"13"0,12 0 18 0,-24 36-15 0,-12 36-1 0,-12 35 0 0,-12 1-10 0,12-1-1 0,24-23-2 0,24-36 0 0,23-12-1 0,25-36-11 0,-14 12-45 0,-33 0 15 0</inkml:trace>
  <inkml:trace contextRef="#ctx0" brushRef="#br0">24079 18192 4 0,'0'0'3'0,"-12"-11"4"0,-1-12-5 0,97-49-9 0,11 60-2 0</inkml:trace>
  <inkml:trace contextRef="#ctx0" brushRef="#br0">24090 18037 3 0,'-23'0'4'0,"-37"-11"14"0,60-25-8 0,95-11-13 0,84-1-28 0,-143 35 30 0</inkml:trace>
  <inkml:trace contextRef="#ctx0" brushRef="#br0">24674 17895 3 0,'0'0'0'0,"12"-13"17"0,-12 2 16 0,-24 11-13 0,-24 0-14 0,-35 48-5 0,12 23-3 0,59 1-2 0,35-48 14 0,37-2-53 0,35-22 2 0</inkml:trace>
  <inkml:trace contextRef="#ctx0" brushRef="#br0">24889 17907 10 0,'-13'0'12'0,"13"-48"20"0,60 13-14 0,11 22-4 0,-11 26-4 0,-48 58-1 0,-48 12-5 0,-48-24 0 0,37-34 0 0,35-13 3 0,24-12-1 0,60-12-1 0,23 0-2 0,0-1 1 0,-35 2-35 0,-60 11-80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11575 2012 0 0,'0'0'3'0,"-36"0"2"0,24 0 0 0,-11-24 4 0,11 12 2 0,12 12-4 0,47-12-4 0,36-11 4 0,25-1-4 0,35 0-1 0,-24-12-2 0,-36 25 1 0,-35-13-1 0,-23 11 2 0,-14 2-1 0,-11-1-1 0,-48 1 0 0,-12 22 0 0,12 1 0 0,37 47 2 0,22 60 3 0,49 72 2 0,0-1-2 0,-12-60-1 0,-37-57-2 0,1-37-25 0,-1-61-34 0</inkml:trace>
  <inkml:trace contextRef="#ctx0" brushRef="#br0">12706 2286 25 0,'-13'0'4'0,"26"-25"-3"0,35-33 1 0,0-26 2 0,-36 13 1 0,-24-1-3 0,-25 37 1 0,-22 24-1 0,-12 11 2 0,-1 46 1 0,0 50-2 0,13 47 3 0,36-1-3 0,46-33-1 0,25-63 1 0,24-71-1 0,-13-33 0 0,-11-60 0 0,11 34-2 0,-23 47 0 0,0 37 0 0,-1 25 1 0,1 10 0 0,24 13-1 0,-25 11-1 0,-11-23-21 0,0-24-34 0</inkml:trace>
  <inkml:trace contextRef="#ctx0" brushRef="#br0">13159 1930 40 0,'-12'-13'0'0,"36"26"0"0,58 21 5 0,14 37 6 0,-13 13-7 0,1-13-2 0,-23-34-1 0,-27-26-35 0,-34-11 7 0</inkml:trace>
  <inkml:trace contextRef="#ctx0" brushRef="#br0">13528 1834 41 0,'-60'0'12'0,"13"71"-8"0,35 48 0 0,12 0 1 0,-24-1-2 0,1-34-2 0,23-36-9 0,23-36-49 0</inkml:trace>
  <inkml:trace contextRef="#ctx0" brushRef="#br0">13766 1893 31 0,'0'-24'2'0,"36"-11"-3"0,11 35 7 0,-11 59 14 0,-12 36-11 0,-11-11-7 0,21-37-1 0,2-47-59 0</inkml:trace>
  <inkml:trace contextRef="#ctx0" brushRef="#br0">13909 1560 56 0,'-48'-11'5'0,"-11"22"-58"0</inkml:trace>
  <inkml:trace contextRef="#ctx0" brushRef="#br0">14337 2060 62 0,'-23'0'8'0,"-37"46"-8"0,84-56-6 0,60-122 5 0,-61-23 1 0,-11 13 3 0,-36-26-5 0,1 38 0 0,10 47 1 0,-10-1 0 0,-1 61 0 0,12 35 0 0,-12 83 3 0,0 72 1 0,13 84-1 0,59-98 2 0,22-69-1 0,2-49-1 0,-12-35 0 0,-1-71-3 0,25-72-70 0</inkml:trace>
  <inkml:trace contextRef="#ctx0" brushRef="#br0">15052 1704 46 0,'-25'0'4'0,"15"21"-3"0,56-31-2 0,15-26 3 0,-50 0-1 0,-11-24-1 0,-47-11 0 0,11 12-1 0,1 11 1 0,-13 24-1 0,0 12 2 0,1 24 0 0,11 24-1 0,12 23 3 0,0 14-1 0,12-2 0 0,0 24-2 0,12-12 3 0,12-12-1 0,12-47 0 0,12-12 0 0,23-60 0 0,1-47-1 0,-24 12 1 0,-12 35-3 0,11 37 2 0,1 22 2 0,48 49-4 0,-14-26 1 0,-10-34 2 0,-12-34-1 0,-24 22 0 0,23 37-26 0,-24-14-23 0</inkml:trace>
  <inkml:trace contextRef="#ctx0" brushRef="#br0">13922 2810 26 0,'-13'-60'20'0,"-23"36"-11"0,48 1 1 0,25 12 1 0,-14 57-2 0,-12 74-2 0,2 34-4 0,-1-11 0 0,-1-49 0 0,1-44 2 0,-12-27-2 0,11-12-2 0,2-11-1 0,23 0 4 0,47-23-3 0,0-13 1 0,13-10-1 0,-25-4-2 0,-23 27-23 0,0 12-62 0</inkml:trace>
  <inkml:trace contextRef="#ctx0" brushRef="#br0">14850 3036 45 0,'-12'0'4'0,"1"0"-8"0,45-36 0 0,-21-23 6 0,-13-1 2 0,-36-11 0 0,-12 35-1 0,-11 12-2 0,23 24 0 0,-24 0 4 0,13 60 3 0,-2 35-5 0,3 23-1 0,22-22 0 0,37-37-1 0,33-34 1 0,26-61 0 0,10-47-1 0,-10 11 0 0,-36 25-1 0,-12 34 0 0,-11 13 0 0,21 25 0 0,38-13 0 0,-12-1 0 0,-13-11 0 0,12-35 0 0,14-49-5 0,-14-34-11 0,-35-14 12 0,-24 13 3 0,-49 23 1 0,15 14 2 0,-3 46 1 0,26 12-2 0,11 24 1 0,24 48 6 0,0 107-5 0,23-1-1 0,1-22-1 0,-37-85 1 0,1-47 1 0,12-47-2 0,36 10-2 0,23 37 0 0,1 37 0 0,-61-3 2 0,-70 3 1 0,-83-37 1 0,21-12-2 0,62 12-2 0,94 12-74 0</inkml:trace>
  <inkml:trace contextRef="#ctx0" brushRef="#br0">15659 2500 37 0,'0'0'0'0,"-47"-47"10"0,71 10-12 0,23-22 3 0,-47 36 16 0,-24 58 0 0,13 49-7 0,11 23-7 0,24-12 0 0,-1-47-2 0,1-36 2 0,0-35 1 0,-1-61-6 0,2 24 2 0,-14 36 0 0,13 12 1 0,0 24-2 0,24 24 0 0,-1-25 1 0,-24-34 0 0,-10-48 2 0,-37-24 0 0,-11 35-1 0,23 72-2 0,24 23-1 0,47 12-5 0,24-22-9 0,25-25 3 0,23-59 7 0,-24-1 6 0,-48-12 0 0,-23 12 0 0,-24-11 3 0,-12 24-1 0,-36 23 0 0,-23 24 5 0,-25 58 1 0,36 26-5 0,14-13-1 0,34-21-1 0,11-27 0 0,25-23 0 0,10-36-1 0,-9-12-1 0,-13 13 2 0,-12 10-1 0,-12-9 0 0,0 9 0 0,12 13 1 0,-12 24-1 0,22 36 1 0,14-12-1 0,0-24 0 0,13-1 0 0,-25-22 1 0,-1-37-1 0,-12-12 0 0,14 1-1 0,34 23 0 0,-11 24 1 0,1 48 0 0,-28 12 0 0,4-25 2 0,-14-36 5 0,2-58-2 0,10-34-4 0,-10 21-5 0,23 84-57 0,-25 0 22 0</inkml:trace>
  <inkml:trace contextRef="#ctx0" brushRef="#br0">17052 1880 39 0,'0'0'14'0,"0"25"-2"0,72-25-10 0,12-36-1 0,-25 1 0 0,-35-24 0 0,-36 22 0 0,-13 3 3 0,-9 21-1 0,-14 72 2 0,0 48 0 0,12 12 0 0,60-35 1 0,72-48 0 0,47-60-3 0,12-47-1 0,-37 23-3 0,-70 36 2 0,-12 1-48 0,-36-2-11 0</inkml:trace>
  <inkml:trace contextRef="#ctx0" brushRef="#br0">16671 3012 23 0,'0'0'1'0,"0"-35"16"0,-11 35 10 0,11 59-4 0,24 60-14 0,23-25-6 0,1-44 0 0,-36-39 1 0,-24-22 0 0,-12-97-2 0,12-10-2 0,12 34 0 0,-12 13 0 0,36 0 0 0,-12 34 0 0,24 49 0 0,-2 59 0 0,51 72 1 0,-73-131 1 0,12-48 1 0,-2-58-3 0,14-14 0 0,-11 48-1 0,11 36 1 0,-1 48 0 0,37 48 0 0,-2 11 1 0,-9-11-2 0,-37-37-1 0,-12-11-57 0,-2-37 5 0</inkml:trace>
  <inkml:trace contextRef="#ctx0" brushRef="#br0">17506 2548 55 0,'0'0'0'0,"-13"-61"6"0,37 51-6 0,24-1 12 0,-37 82 5 0,-11 34-6 0,13 3-3 0,10 0-3 0,-11-14 0 0,0-23-1 0,-12-21 1 0,24-39-1 0,48-59-2 0,81-47-2 0,51-12-2 0,-27 36 2 0,-105 58 3 0,-72 13 5 0,-23 0-7 0,10 0-2 0,2 0-79 0,11 13 34 0</inkml:trace>
  <inkml:trace contextRef="#ctx0" brushRef="#br0">22410 7905 34 0,'0'-47'19'0,"0"0"-12"0,0 36 1 0,-10-14 2 0,-26 13-2 0,-24 24-1 0,-23 34-3 0,-1 27-2 0,25-2-2 0,71 13 0 0,83-2-1 0,24 26-1 0,-59-13 4 0,-84-35 8 0,-59-36 2 0,-24-35-10 0,35-39 0 0,48 4-32 0,84 10-62 0</inkml:trace>
  <inkml:trace contextRef="#ctx0" brushRef="#br0">22400 8323 18 0,'0'0'0'0,"23"0"5"0,36 11 1 0,25-34 2 0,0-36 2 0,-25-1 0 0,-34 24 2 0,-38 24-6 0,-23-1-4 0,1 26 1 0,-1 45 3 0,24 3-2 0,12-1 0 0,59-26-3 0,14-21 0 0,9-49 0 0,2-23-2 0,-25-24 1 0,-23 11-2 0,-12-47 1 0,-1 12 0 0,1 59 0 0,-24 48 3 0,0 59 4 0,-11 49-3 0,11 23-1 0,0 0-1 0,0 1-20 0,11-74-56 0</inkml:trace>
  <inkml:trace contextRef="#ctx0" brushRef="#br0">23400 8013 44 0,'24'-71'8'0,"46"-25"-6"0,-34 50 16 0,-59 46-2 0,-72 82-4 0,34 49-9 0,86 48-2 0,57-14 0 0,-33-33-1 0,-73-38 2 0,-95-33-20 0,12-109-42 0,95 1 33 0</inkml:trace>
  <inkml:trace contextRef="#ctx0" brushRef="#br0">23233 8311 28 0,'0'-25'19'0,"24"-9"7"0,47-16-11 0,59-8-13 0,26 22-11 0,-84 48-64 0</inkml:trace>
  <inkml:trace contextRef="#ctx0" brushRef="#br0">22210 9395 35 0,'-13'-50'6'0,"1"-44"15"0,12 46 3 0,12 60-9 0,-12 108-4 0,-24 58-6 0,-12 1 0 0,0-48 3 0,36-60-3 0,36-47 0 0,48-36-3 0,47-36-12 0,-12 0-36 0,-71 1-40 0</inkml:trace>
  <inkml:trace contextRef="#ctx0" brushRef="#br0">22531 9739 21 0,'0'0'0'0,"-36"0"32"0,36 37-20 0,36-26-2 0,47-11-6 0,0-36-2 0,-23-35 0 0,-49-1 0 0,-22 37 0 0,-37 12 0 0,-11 34 1 0,-25 36 4 0,37 50-2 0,70-15-4 0,49-22-1 0,59-26-21 0,0-34-40 0,-83-11 38 0</inkml:trace>
  <inkml:trace contextRef="#ctx0" brushRef="#br0">23174 9751 11 0,'11'-35'8'0,"1"-26"8"0,0 14 8 0,-36 23-5 0,-23 13-10 0,-1 34-2 0,0 36-1 0,12 2-4 0,25-14-1 0,47-11-1 0,12-12-1 0,11-48-1 0,-12-24 1 0,-23 13 2 0,-12-1-1 0,0 24 0 0,0 24 0 0,-12 24 0 0,24-26 0 0,-12 3 2 0,35-36-2 0,12-1 0 0,25 24 0 0,11 24-1 0,-47 36 0 0,-48-1 2 0,-48-47 0 0,-11-49 1 0,46-47-1 0,62 26-2 0,47 34-23 0,34 24-51 0</inkml:trace>
  <inkml:trace contextRef="#ctx0" brushRef="#br0">23936 9608 33 0,'-25'-24'41'0,"2"13"-15"0,10 22-24 0,13 49 0 0,13-12 0 0,-1-1-1 0,-12-23 0 0,-12-11 1 0,-12-26 1 0,24-34-2 0,36-1 0 0,24 1-2 0,-2 10 2 0,-33 26-2 0,-1 34 0 0,-12 13 1 0,-1 0 1 0,13 1-2 0,-12-26 2 0,48-35 0 0,-1-13 0 0,1 14 0 0,-24-1-1 0,-24 12-1 0,-12 12 2 0,10 0-1 0,3 12-1 0,10 24 1 0,2-12 0 0,11-12 1 0,23-24-1 0,-11-12 1 0,-12 24-2 0,-36-12 2 0,0 24 4 0,0-12-3 0,11 11-1 0,1 2 0 0,0-13 0 0,0 0-1 0,24 0-3 0,-12-36-51 0,-24 25-15 0</inkml:trace>
  <inkml:trace contextRef="#ctx0" brushRef="#br0">24531 9429 55 0,'-12'-11'19'0,"-47"-37"5"0,83 36-36 0,23 36-62 0</inkml:trace>
  <inkml:trace contextRef="#ctx0" brushRef="#br0">24805 9632 78 0,'-12'-11'2'0,"71"11"-3"0,37-25 1 0,-49-21 1 0,-23 9 0 0,-36 13 3 0,-23 12 4 0,22 1-5 0,13 45 0 0,0 62 7 0,0 71 2 0,-36 24-7 0,2-109-2 0,10-11-73 0,24-71 36 0</inkml:trace>
  <inkml:trace contextRef="#ctx0" brushRef="#br0">25268 9965 114 0,'0'0'0'0,"-46"-47"23"0,22 60-148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16827 8620 29 0,'-11'-12'11'0,"-26"-23"5"0,25 24-10 0,12-2 2 0,-12 1 9 0,12 12-6 0,12-12-4 0,24 12-1 0,23-13-2 0,37 26-2 0,11-1 1 0,202-12 2 0,-154 0-3 0,24 12 2 0,-24-12-3 0,11 0 1 0,1 0-1 0,11 13 1 0,13-13-1 0,0 11 0 0,11-11-3 0,1 0 3 0,-1 0-1 0,-23 0 2 0,-13 0-4 0,0 0 3 0,-10 0-1 0,33 0 0 0,39 0 1 0,-3 0-2 0,-22-11 2 0,-72 11 0 0,-59 0-1 0,-36-13 1 0,-26 13 4 0,15 0-2 0,-1 0-2 0,12 0 0 0,-1 0-1 0,-11 0 0 0,-12 0 3 0,-12 0-2 0,0 0-1 0,0 0 0 0,0-12-20 0,-12 12-103 0</inkml:trace>
  <inkml:trace contextRef="#ctx0" brushRef="#br0">1882 12906 12 0,'0'0'15'0,"0"0"-17"0,0 12 8 0,-11-12 3 0,22 0 22 0,-11 0-27 0,12 0-1 0,-1-12 1 0,37 12 2 0,-24-11-3 0,12 11 0 0,12 0 1 0,-2-12 1 0,15 12-2 0,-2 12-2 0,13-12 0 0,-13 23 0 0,25-12 0 0,11-11 1 0,-1 13 1 0,2-13-1 0,107 12 1 0,-108-12-2 0,-1 12 1 0,3-12-2 0,-2 0 2 0,12 13-1 0,0-2 1 0,-12-11 0 0,-11 12-1 0,11-12 1 0,12-12-1 0,11 1 2 0,2-2 0 0,0-11 1 0,-1 0-3 0,-12 12 0 0,0 1 0 0,24-1 0 0,-1-13 0 0,2 25 0 0,-1-11 2 0,12 11-3 0,-12-12 1 0,-1 12-1 0,2 0-1 0,-13 0 2 0,11 0 2 0,-23-11-3 0,1-2 0 0,-36 13 2 0,-14-12-2 0,-33 12 0 0,-14-12 4 0,-11 12 7 0,0-13 1 0,0 13-12 0,0-10 0 0,-11-14-96 0,-1 24 32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13064 6703 11 0,'-13'-12'28'0,"26"-1"-27"0,10-8 1 0,-11 8 10 0,-12 13-3 0,0 0 9 0,0-12-11 0,11 0 0 0,-11-1-3 0,13 13-1 0,-13 0-5 0,12 0 5 0,12 0-3 0,-12 0 3 0,12 0 0 0,-12 0 0 0,-2 13-3 0,15-13 3 0,11 0-3 0,11 0 2 0,-10 0-1 0,22-13 2 0,-23 13-3 0,47-11 1 0,-25-1-1 0,3 12 1 0,-13-11 0 0,-1 11 0 0,1 0-2 0,11 11 1 0,-23-11 0 0,-11 12 0 0,-14-1 1 0,1-11-2 0,-1 13 1 0,-11-13 2 0,0-13 1 0,0 13 0 0,-34-11 0 0,-15 59-93 0</inkml:trace>
  <inkml:trace contextRef="#ctx0" brushRef="#br0">11920 8357 0 0,'0'0'0'0,"0"0"2"0,11 0 1 0,-11-23-1 0,13 23-1 0,-1-11 0 0,-12 11 4 0,0-12 4 0,11 0-1 0,-11 12-3 0,13-24-4 0,10 24 0 0,-10 0 0 0,10 24 0 0,1-12 2 0,12-12-1 0,13-12 0 0,21-1-1 0,-10 13 0 0,10 0 0 0,-9-11 2 0,10-1-2 0,12-12 0 0,1 12-1 0,-2-13 1 0,-9 15 0 0,10-1-1 0,0-2 1 0,0 13-3 0,13-12 2 0,-13 12 1 0,1 0-1 0,-25 0 1 0,0 12-1 0,1 1 0 0,-12-2 1 0,0-1-2 0,11 3 2 0,1-13-2 0,-13 12 2 0,1-12 0 0,-12 12-1 0,-13-12 0 0,13 0 1 0,-11-12-1 0,-14 12 2 0,-11-12 0 0,0 12-1 0,-24 24 1 0,-36 0-63 0</inkml:trace>
  <inkml:trace contextRef="#ctx0" brushRef="#br0">25293 6536 23 0,'-25'-23'9'0,"3"23"-5"0,10 0-1 0,12-11-1 0,0-2 5 0,-24-11 4 0,0-12-5 0,-1 13-3 0,2-13-2 0,-24 0 1 0,-13-1 2 0,-12-9 2 0,13-2-4 0,-12 12-2 0,-14 13 0 0,-21 0 0 0,-25-2-1 0,-13 25 5 0,14 12-1 0,-1 12-1 0,0-1-2 0,12-11 1 0,-12 13-1 0,0 22 2 0,-1 11-1 0,2 3 0 0,35-1 0 0,11-1-1 0,14 0 0 0,-3 12 0 0,14 0 1 0,0 2 2 0,11 9-3 0,24 2 0 0,12 24 1 0,24-13-1 0,12-24 0 0,24 25 0 0,11 11-2 0,13 12 3 0,22-24 0 0,14 0-1 0,11-23 0 0,-1-1 0 0,2 13-1 0,11-25 0 0,-1-11 2 0,15-25-1 0,-15 1 1 0,1-24-1 0,-13-24 1 0,14 1 0 0,-24-13 0 0,11 0 2 0,0-24 1 0,-37 1-2 0,2 0 0 0,-12-1 0 0,-24-11-1 0,-1-1 1 0,-11-11-1 0,-12 1 1 0,10-15-1 0,-21 2 0 0,-1-12 0 0,-12 12 0 0,0-1 1 0,0 13 2 0,0-1-2 0,0 13-1 0,-12 0 0 0,-1-1 0 0,-9 13 0 0,-14-12 3 0,-13-25-2 0,-21 13 2 0,10 23 0 0,-12 13-3 0,2 23-2 0,-50-13-11 0,-46 14-92 0,130 23 71 0</inkml:trace>
  <inkml:trace contextRef="#ctx0" brushRef="#br0">13302 14026 1 0,'-36'-59'6'0,"-13"9"7"0,-21 16 1 0,-1-3-3 0,-1 14-3 0,-11-1-4 0,-24 24-1 0,-14 0-2 0,-9 36 0 0,24 25-1 0,-3 10 0 0,3 23 2 0,-13 1-2 0,24-11 0 0,23-36 1 0,1 23-2 0,-1 0 2 0,37 13-1 0,11 23-1 0,12 1 1 0,24 10-1 0,47 1 0 0,37-12 2 0,11-23 0 0,48-13-1 0,11-11-1 0,1-25 2 0,22-22 1 0,-21-26 0 0,-1-34-1 0,12-25 0 0,-24 1 2 0,-25-12-1 0,-34 11-1 0,-37 1 1 0,-23-13 0 0,-12-23 0 0,-24 12 0 0,0-12 0 0,-37 0-1 0,-22 11 1 0,0 25-1 0,-1-1 0 0,0 13 1 0,-10-1 1 0,-3 12-2 0,1 14 0 0,-10 21 0 0,23 1 1 0,11 24-1 0,24 1 0 0,-12-2-1 0,12-11 0 0,-12 12 1 0,0-1-1 0,13-11 0 0,-1 13 0 0,1-13 1 0,11 0-1 0,0 12 0 0,-1 0 0 0,2-1 0 0,-1-11 0 0,-1 12 0 0,2-12 0 0,11 0 0 0,0 0 0 0,-12 0 0 0,12 11 0 0,0-11 0 0,0-11 1 0,12 11-1 0,-12 0 0 0,0 0-12 0,24 11-77 0</inkml:trace>
  <inkml:trace contextRef="#ctx0" brushRef="#br0">12003 16562 1 0,'-36'-12'3'0,"25"0"8"0,22 12 2 0,50-25-3 0,82 14-3 0,-2 11-6 0,4 11 2 0,-15 2-1 0,12-13 0 0,-35 0 0 0,-35 0 1 0,-59 0 3 0,-26 0 1 0,-70 0-5 0,-49 0-2 0,-57 0 0 0,-13 12 0 0,35 0 1 0,60-12-1 0,59 0 1 0,71-12 0 0,73-13-1 0,95 14-2 0,23 11 3 0,-12 11 0 0,-36-11-1 0,-21 0 1 0,-39 0 0 0,-70-11 0 0,-36-1 3 0,-60-12-3 0,-71 12-1 0,-59 24 0 0,-48 35-2 0,23-10 1 0,72-25 1 0,96-24 1 0,71 0-2 0,95 0 0 0,83-1 2 0,24 2 0 0,-35 11-1 0,-48 0 1 0,-48 0-1 0,-47-12 1 0,-36 12-1 0,-12 0 2 0,-12-24-2 0,-12 12-12 0,24 12-58 0</inkml:trace>
  <inkml:trace contextRef="#ctx0" brushRef="#br0">22934 14597 11 0,'-10'-60'16'0,"10"26"10"0,0 9-4 0,0 25-10 0,10 36-5 0,15 71-3 0,-14 48-3 0,2 11 0 0,-1-11-1 0,-1-37 3 0,-11-22 1 0,0-37 0 0,0 2-2 0,0-38-1 0,13 1 1 0,-1-24 0 0,-1 13-2 0,26 10 1 0,10-23-1 0,60 11 1 0,84-22-2 0,47 11-2 0,36 0 0 0,12 0 1 0,-24 11 1 0,-24-11 1 0,-24 0 2 0,-23-11-2 0,-50-1-1 0,-33-12 1 0,-24 0 2 0,-48 24 2 0,-24-13-2 0,-12 3-10 0,-25-2-96 0</inkml:trace>
  <inkml:trace contextRef="#ctx0" brushRef="#br0">22983 14490 23 0,'-13'-24'13'0,"13"11"14"0,72-10-15 0,60 23-5 0,58-11-5 0,85-1-3 0,22 0-1 0,12-1 1 0,-35 13 0 0,-49 25-1 0,-46-25 4 0,-35 0 0 0,11-12 0 0,-48-1-1 0,-36 2 6 0,-11 11-1 0,-37 0-3 0,2 0 0 0,-25 0 1 0,0 0-1 0,-12 24-3 0,-1 23 0 0,2-11 0 0,-1 47-1 0,1 25 0 0,-26 23-2 0,25-1 3 0,-12 13-1 0,1-24 1 0,23-12 0 0,-13-36 2 0,13 0 1 0,0 2 2 0,0-49 2 0,-11-12 0 0,11-12 1 0,0 0-5 0,0-36-7 0,-12-12-125 0</inkml:trace>
  <inkml:trace contextRef="#ctx0" brushRef="#br0">2431 17836 2 0,'0'0'21'0,"0"-12"4"0,-13 12-8 0,13 12-11 0,-12 34-5 0,37 38-2 0,-14-24 8 0,-1 47-6 0,3 36 0 0,-1-1-1 0,-1-10 7 0,14-25-1 0,-25-12 0 0,0-11-5 0,0-50 2 0,0-21-1 0,-25-26-23 0,14-58-31 0,11 48 25 0</inkml:trace>
  <inkml:trace contextRef="#ctx0" brushRef="#br0">2442 17788 9 0,'-11'0'5'0,"-2"-24"9"0,1 0 10 0,12 24-12 0,0 0-4 0,36 24-1 0,35 0-1 0,47-12-2 0,38-1-1 0,11 2 0 0,34-1-2 0,14 0-1 0,35-12 0 0,36-12-2 0,0 0 2 0,-24-12-2 0,-24 24-1 0,-47 0 4 0,-48 0-4 0,-36 11 2 0,-60 2 1 0,-23-13 1 0,-24 12 1 0,12 0-2 0,-12-1-2 0,0 12 1 0,0 38-5 0,0 33 0 0,0 2 3 0,0 11 1 0,12 24 0 0,0-35 2 0,0-37 0 0,0-35 3 0,-12-24-18 0,0-11-35 0</inkml:trace>
  <inkml:trace contextRef="#ctx0" brushRef="#br0">2334 18920 1 0,'0'0'0'0,"0"-13"12"0,12 13 1 0,12-12-4 0,48 12-1 0,23 25 1 0,35-2 2 0,26 1 2 0,22-24-5 0,37 0-6 0,11-36-8 0,36 0 6 0,0 11 0 0,-23 15-1 0,-14-2-2 0,-22 12 7 0,-25 0-8 0,-11-12 1 0,-35 0 3 0,-38-13 1 0,-10 2 4 0,-26-1 5 0,-33 0-3 0,-14 1-4 0,2-13-2 0,-13 11-1 0,0 2-17 0,0 12-57 0</inkml:trace>
  <inkml:trace contextRef="#ctx0" brushRef="#br0">2084 15311 2 0,'-83'0'3'0,"-24"0"14"0,11 0 7 0,37 0 3 0,10 0-7 0,121-12-2 0,48 1-14 0,35-12 0 0,35 10-4 0,1-11 2 0,11 11 0 0,1 2 2 0,-25 22-1 0,-11 14-4 0,-1 0 3 0,-10-2 2 0,22 0 0 0,-11-23 1 0,11 12 0 0,-11-12-2 0,0 13 2 0,12-2-3 0,-13-11 0 0,-11 0-1 0,-1 0 0 0,-11-11 1 0,1 11-1 0,-50-25 0 0,-23 25 0 0,-22 0-1 0,-1 12 0 0,-13-12 1 0,13 0-1 0,-11 13-3 0,9 10 3 0,-10-12 0 0,12 2 1 0,11-13-1 0,-12 0 1 0,1 0 0 0,0-13 0 0,-24 13 0 0,-1-23 0 0,-10 23 1 0,-13-11-1 0,-13-2 0 0,-10 13-46 0,10 13-62 0</inkml:trace>
  <inkml:trace contextRef="#ctx0" brushRef="#br0">7110 15336 0 0,'-11'0'7'0,"-26"0"8"0,25 0 18 0,12 0-7 0,0-25-9 0,12 2-7 0,25 0-4 0,9 10-2 0,14 13-2 0,34 13-1 0,-22-2-2 0,12-11 2 0,-2 23 1 0,15-11 2 0,10 0-2 0,24 1 0 0,22-13 0 0,15-13-1 0,-1 13 2 0,0 0 0 0,11 0-1 0,1 0 0 0,0 13-2 0,-13-2 1 0,1-11 0 0,0 0 0 0,-13 0-1 0,-23-11-2 0,-23 11 3 0,-50 0 0 0,-9 0 0 0,-37 0 0 0,12-13 1 0,-13 13 1 0,2 0-3 0,-2 0 1 0,-11 0-1 0,12 0 1 0,12 0 0 0,12 0-1 0,-1-12 1 0,1 12-1 0,-24 0 0 0,12 0 0 0,-12-12 0 0,1 12 1 0,-13-11 0 0,0-1 0 0,0 12-16 0,11-11-99 0</inkml:trace>
  <inkml:trace contextRef="#ctx0" brushRef="#br0">2156 16705 4 0,'0'0'0'0,"-13"-24"6"0,2 11 9 0,-14 2 6 0,14 11 4 0,-1-12-7 0,24 12-14 0,35 0 2 0,49 0-1 0,11-24-2 0,48 12 1 0,11-13 0 0,13 15-1 0,0-2-2 0,23 0 3 0,-11 0-3 0,36 0 0 0,-1-1-1 0,-1 2 4 0,2-1-4 0,0 1 1 0,-25 11-1 0,-25-13-2 0,-9 1 1 0,-1 0 3 0,58 12 1 0,-153 12-3 0,-12-12 3 0,-36-12 0 0,12 12 2 0,-13 0-4 0,-11-11 4 0,-1-1 0 0,-11 12-2 0,0 0-3 0,0 0-5 0,-11 12-128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536 7656 22 0,'0'0'0'0,"-24"-11"25"0,24-2-11 0,0 1-5 0,0 12 3 0,12-25 0 0,-12 14-4 0,12 22-5 0,60-11 0 0,34-11 2 0,37-1 5 0,-11 1-6 0,-13 11-3 0,0 11 1 0,24-22-1 0,-12-1 1 0,-24-13 0 0,-71 14 0 0,-36 11 1 0,-48 24 2 0,-47-12-4 0,-61 0 2 0,-10-24-1 0,-24 12-1 0,22 12 1 0,61 11-5 0,71-12 1 0,36 2 2 0,61-1 4 0,82 0-4 0,47-12 0 0,12 0-2 0,-47 0 2 0,-47 0 1 0,-73 0 3 0,-47 0-2 0,-71 0-1 0,-24 13-1 0,0-2 1 0,23 12-1 0,13 1 1 0,59-24-2 0,36 0 2 0,58 0-3 0,27-24 2 0,9 13 0 0,-46-1 1 0,-47 12 0 0,-74-11 0 0,-47 11 0 0,2 11 0 0,-61 1-1 0,59-12 1 0,73 0-1 0,35 0 0 0,47-12-1 0,48 1 0 0,0-2 1 0,-35 1 0 0,-36 24 0 0,-36 1 1 0,-84 33-1 0,-36-10 1 0,2-13 0 0,47-10 0 0,35-1 0 0,36-12-2 0,23 0-2 0,13 36-140 0</inkml:trace>
  <inkml:trace contextRef="#ctx0" brushRef="#br0">1013 8870 40 0,'-36'-24'7'0,"25"37"-7"0,34-26 2 0,1 1 5 0,22 0 1 0,39 24-4 0,9 13 0 0,-34-25-1 0,-36-13 9 0,-24 1-1 0,-35 0-6 0,-37 12-2 0,-11 0 3 0,-13-11 2 0,49 11-3 0,24 0-3 0,23 0-2 0,47 0 0 0,48 0 1 0,-12 0-1 0,0-12 1 0,-35-12 1 0,-36 24 0 0,-72 0 0 0,-70 36 0 0,-14-1-1 0,73-11 0 0,35-24 0 0,60-11 0 0,48-2-2 0,47 1 1 0,-25 12 1 0,-45 0-1 0,-49 0 1 0,-36 0 1 0,-13 0-1 0,15 0-1 0,34 25-98 0</inkml:trace>
  <inkml:trace contextRef="#ctx0" brushRef="#br0">1345 9324 45 0,'-47'-50'12'0,"12"16"-4"0,-1-3-1 0,-35 14 7 0,-26 12-3 0,-9 11-3 0,-1 58-4 0,-97 169-3 0,183-73 4 0,8 37-1 0,72-1-2 0,48-22 1 0,36-50 1 0,12-94 1 0,71-61 2 0,-59-57-1 0,-60-1-3 0,-23-60 2 0,-61-83-2 0,-70 12 1 0,-38 35 0 0,-33 108 0 0,-24 59 0 0,-37 60-5 0,0 59 1 0,71 47-38 0,97 25-91 0</inkml:trace>
  <inkml:trace contextRef="#ctx0" brushRef="#br0">1072 10906 67 0,'-36'-24'8'0,"0"11"-5"0,2-21 6 0,-15 10 7 0,-11 48-9 0,1 60-3 0,0 21-3 0,23 16-1 0,24-37 0 0,72-38 0 0,-1-34 2 0,24-49 0 0,-10-57 0 0,-14-25-1 0,-36 12 1 0,-23 0-1 0,-35 0 1 0,-1-12-1 0,12 60 0 0,24 22-1 0,0 61 4 0,13 94 2 0,34 98-4 0,-12-51-2 0,-11-44 3 0,-12-62 0 0,-24-13-9 0,-1-46-117 0</inkml:trace>
  <inkml:trace contextRef="#ctx0" brushRef="#br0">1465 10942 29 0,'0'-23'7'0,"0"-2"0"0,-12-21 16 0,0-15-6 0,-35 13-3 0,11 13-6 0,0 24-4 0,1 11-1 0,11 23 0 0,-1 25 0 0,14 36-2 0,11 10-1 0,0-23 1 0,11-10-3 0,14-27 4 0,23-22-1 0,-14-47 2 0,15-37-1 0,-26 1 0 0,-11 11-1 0,-12 47-1 0,0 13 0 0,24 50 0 0,0-3 0 0,0-12 1 0,12 1-1 0,-1-24-13 0,1-37-48 0,-25 2 12 0</inkml:trace>
  <inkml:trace contextRef="#ctx0" brushRef="#br0">1690 10370 4 0,'-11'-58'5'0,"0"-3"8"0,11 38 8 0,0 23 1 0,11 71 0 0,0 60-10 0,2 11-7 0,23 2-1 0,12-25-3 0,-37-35 4 0,25-37-3 0,1-35 1 0,10-37-1 0,12-34-1 0,-35 0-19 0,-12-12-33 0,-24 23-1 0</inkml:trace>
  <inkml:trace contextRef="#ctx0" brushRef="#br0">1632 10549 42 0,'0'0'0'0,"-24"-24"14"0,48-34-3 0,34 8-4 0,39-9-7 0,21 24-26 0,-82 35-17 0</inkml:trace>
  <inkml:trace contextRef="#ctx0" brushRef="#br0">2394 10609 16 0,'0'-12'9'0,"-12"-24"-1"0,12-12 9 0,-12 2-3 0,-12 9-9 0,0 1 1 0,-12 25 1 0,0-2-3 0,0 26-1 0,2 10 1 0,10 1-1 0,11 13 0 0,2 9-1 0,-1 26-2 0,24 11 1 0,-1-24 0 0,38-35 1 0,-14-11 0 0,13-61 0 0,-12-36-1 0,-13 49 0 0,-11 35 0 0,0 12 4 0,36-1-4 0,-2-22 1 0,-10-13-25 0,-11 24-65 0</inkml:trace>
  <inkml:trace contextRef="#ctx0" brushRef="#br0">1096 11692 30 0,'-96'48'3'0,"13"11"2"0,48-47 19 0,35-12-12 0,95-59-7 0,119-62 3 0,108-32 3 0,47-2-6 0,-83 36-3 0,-96 35 2 0,-71 38 2 0,-83 9-3 0,-12 13-3 0,-48 35-19 0,-58 62-60 0,57-62 60 0</inkml:trace>
  <inkml:trace contextRef="#ctx0" brushRef="#br0">1179 11799 22 0,'-13'0'9'0,"-94"37"2"0,25 9 16 0,46-21-9 0,24-14-11 0,60-35 4 0,83-47 0 0,119-60 4 0,118-48-1 0,13 13-6 0,-94 59-5 0,-132 35 2 0,-96 24 4 0,-47 36-1 0,-12 1-4 0,-25 22-3 0,3 26-3 0,10-3-85 0,12-34 25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18017 13680 38 0,'-35'-35'7'0,"10"-1"3"0,2-12 13 0,-1 2-2 0,-1 33-7 0,-33-11-4 0,-2-23-5 0,-11-1 1 0,-13 12 1 0,1-1-3 0,0 14-2 0,-12 12-1 0,-13-1 0 0,-11 0-1 0,0-1 3 0,23 13-4 0,-10 13 3 0,10-1-2 0,-10 11 2 0,-3-11-2 0,-9 12 1 0,23 0-1 0,11 0 0 0,-11-1 1 0,-1 1 0 0,-10 0-1 0,22 12 1 0,-11 1-2 0,12 9 1 0,11 2 1 0,13 0 0 0,-2 11-2 0,27 0 1 0,22 12 0 0,1 13-1 0,11 0 0 0,0-13 1 0,23 0 0 0,11 0 0 0,3-10 0 0,-1 10 0 0,23 0 0 0,13-11 1 0,-1-1-1 0,24 0 0 0,23-9 1 0,14-16 0 0,-13-10 0 0,13 0 0 0,9-24 1 0,38-11 1 0,2-2-1 0,8-11-1 0,-22 11 0 0,-24-8 0 0,-12-4 0 0,-12-11 1 0,12-12-1 0,-13 2 0 0,14 9 0 0,-37 1 0 0,0-12-1 0,-23 1 2 0,-24 0-2 0,-2-1 2 0,-21-24-1 0,-14 1-1 0,-11-25 1 0,-11 25 0 0,-25 12 0 0,-11 0-1 0,-13-1 1 0,-24-24-1 0,-11-11 2 0,-12 24-2 0,-13 23 1 0,2-23-1 0,-2 23 1 0,-10 0-2 0,-26 0 1 0,-21 37 0 0,-2-1 0 0,24 1 0 0,36 11 0 0,0 11-1 0,-37 12 3 0,-10-10-3 0,24 11 0 0,33 10 1 0,15 16-1 0,11-4 1 0,-24 13-1 0,10 2 2 0,-10 10-1 0,25-11-1 0,22 24 1 0,36-13-1 0,24 13 0 0,12-2-1 0,12 12 1 0,0-10 1 0,12 12-1 0,11 0 0 0,13-2 0 0,35 1 0 0,24-24 1 0,24-21 0 0,12-4-1 0,-12-10 1 0,-12 0 0 0,24-24-1 0,24-12 1 0,11 0 0 0,-1 0 0 0,3-12 1 0,-13-1-1 0,-24-10 0 0,-25-1 1 0,-11-13-1 0,-11-9 1 0,-1-13 0 0,-36-1 0 0,-12 12-1 0,-11-23 1 0,-12 11 0 0,-12-23 0 0,-12-1 0 0,-12 1 0 0,-24-1-1 0,-12-10 1 0,-11-1 0 0,11 11 1 0,-24-24-1 0,-23-10 1 0,-24-1-1 0,-48 23 0 0,-35 37 0 0,-97 59-16 0,-81 82-149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6979 5858 1 0,'0'0'18'0,"11"0"3"0,1 0 6 0,-12 12 11 0,0 0-33 0,0 12 0 0,0 36 2 0,-12 11-3 0,1 0 1 0,-1 24-1 0,12-11 2 0,0-13-2 0,0-23-1 0,0-13-1 0,-13 1 1 0,13 0 0 0,-11-13-1 0,11-11 1 0,11 0 0 0,2-12-1 0,34 0 0 0,13-12-1 0,-1-11 0 0,0 0 0 0,1 23 0 0,-24 0 1 0,-12 11 0 0,-12-11 1 0,-12 0-1 0,0 0-1 0,0-11-1 0,0-2-8 0,0 1-30 0,-61-24-10 0,-10 1 23 0,-22 23-25 0,80-1 40 0</inkml:trace>
  <inkml:trace contextRef="#ctx0" brushRef="#br0">7014 6297 3 0,'0'-10'7'0,"-24"-1"14"0,13-2-7 0,-1 1 4 0,12 0 0 0,0-1-1 0,23 2-8 0,13 11-5 0,12 0-1 0,11-12 1 0,-11-12 2 0,-24 24-3 0,0 0 0 0,-24-12-2 0,0 12-2 0,12 0 1 0,10-12-26 0,-22 12-69 0</inkml:trace>
  <inkml:trace contextRef="#ctx0" brushRef="#br0">6943 5916 8 0,'0'0'0'0,"-25"-10"26"0,25-1-11 0,36-14-2 0,24 0 3 0,12 14-4 0,-2 11-4 0,-9-12-2 0,-26 1 4 0,-11-2-1 0,-12 1-1 0,-12 0-3 0,-12 12-4 0,-1 0-10 0,-9 37-98 0</inkml:trace>
  <inkml:trace contextRef="#ctx0" brushRef="#br0">13945 10168 38 0,'-12'-36'13'0,"12"1"2"0,36 24 0 0,-1 93 3 0,-24 120-4 0,26 37-7 0,-13-37 3 0,-12-60 1 0,0-46-5 0,-12-60-4 0,-12-47-2 0,0-62-37 0,12 2-68 0</inkml:trace>
  <inkml:trace contextRef="#ctx0" brushRef="#br0">13992 10323 30 0,'-23'-48'9'0,"10"-11"9"0,2 0 13 0,-1 9-14 0,-12 29-6 0,12-16-2 0,12 1-3 0,25 0-4 0,45-10-1 0,14 33 1 0,11 26-1 0,12 33 1 0,24 13-1 0,-35 2 0 0,-62 10 5 0,-68 0 5 0,-62 13-6 0,-46-24-3 0,33-26-1 0,15-9 0 0,11-13-2 0,24-12-17 0,59-12-101 0</inkml:trace>
  <inkml:trace contextRef="#ctx0" brushRef="#br0">8692 13442 15 0,'0'-59'6'0,"13"-14"4"0,-13 15 0 0,-48 22 0 0,-47-12-1 0,-36-23-2 0,0-1-5 0,12 1 1 0,-58-12 1 0,-27 36-3 0,-22-3 1 0,0 16-1 0,-2 34 2 0,3 24-3 0,-1 36 1 0,-24 11 0 0,12 47 0 0,23 14-1 0,61 22-2 0,35 1 1 0,35 48 3 0,0 36-1 0,12-2-2 0,38-35 1 0,46-23 0 0,46-14 0 0,74-10 0 0,59-11-2 0,82-25 2 0,36-35 0 0,36-50-1 0,15-34 2 0,8-23-1 0,-12-25 3 0,-57-23-2 0,-72-47 2 0,-49-14 1 0,-13-33-2 0,3-15 0 0,-37-34-3 0,-59-12 4 0,-108 0 0 0,-95-25 0 0,-37 25 5 0,-21 83 4 0,-26 48-6 0,-23 48-2 0,-12 22-3 0,24 37-4 0,71 24-112 0</inkml:trace>
  <inkml:trace contextRef="#ctx0" brushRef="#br0">13707 11192 24 0,'-12'-13'10'0,"-13"13"-2"0,2 13 7 0,-13-13 9 0,2 12-10 0,9 0-6 0,50-12 2 0,81-24-4 0,84-48-3 0,25 13 0 0,-25 11-1 0,-47 36-1 0,-71 12-9 0,-83 23-45 0,-14-10 0 0</inkml:trace>
  <inkml:trace contextRef="#ctx0" brushRef="#br0">13516 11263 67 0,'-48'-13'11'0,"-35"-8"2"0,119-4-8 0,131-34 9 0,58-12 0 0,14 34-11 0,-48 1-1 0,-49 13-2 0,-82 23-15 0,-84 0-44 0,-12 12 17 0</inkml:trace>
  <inkml:trace contextRef="#ctx0" brushRef="#br0">13564 11204 22 0,'-84'0'30'0,"13"12"-8"0,94-36-11 0,122-23 10 0,68-24-8 0,25 10-7 0,-47 26-3 0,-73-1-3 0,-46 24 2 0,-48-12-1 0,-36 24-1 0,-12 0 1 0,12 13-28 0,0-2-39 0</inkml:trace>
  <inkml:trace contextRef="#ctx0" brushRef="#br0">11718 10180 60 0,'-12'0'10'0,"12"48"-6"0,36-37 8 0,-12-11 12 0,-24-35-8 0,0-25-8 0,0-48-5 0,0-47-1 0,-12-58 0 0,-12-13 2 0,0 11 1 0,-12 73 1 0,36 21-3 0,-12 50-1 0,12 12-1 0,0 13 0 0,0 9 1 0,-11 13 1 0,11 24-1 0,0 0-1 0,-25 48-1 0,-9 36 4 0,-15 21-1 0,2-8 0 0,-2-39 3 0,38-33-3 0,-1-13 0 0,12-36 0 0,12-12-1 0,24-46-2 0,11-2 0 0,-11 0 1 0,-12 37 0 0,-11 11 3 0,10 36-1 0,13 25-1 0,23 9-1 0,1 3-1 0,-25-14 1 0,1 13-3 0,0 0-56 0,-13-1-78 0</inkml:trace>
  <inkml:trace contextRef="#ctx0" brushRef="#br0">5204 9358 50 0,'-35'-71'18'0,"46"-13"2"0,85 50-18 0,106 9 1 0,60 25 1 0,36 36 1 0,58-1 1 0,74-35-1 0,22 0-2 0,-35 0 2 0,-95 12-3 0,-133 1-4 0,-140-2 3 0,-109 1 3 0,-95-1-1 0,-118 2-1 0,-109 11 0 0,-58 47 1 0,-13 1-2 0,60-26 1 0,108-33-1 0,106-13-2 0,107-13 3 0,108 2-2 0,107-12 1 0,130-14-2 0,108-10 0 0,36 0 1 0,-11-1-2 0,-73 24-1 0,-94 1 3 0,-144 23 0 0,-120 11 1 0,-129 1-1 0,-132 12 1 0,-95 13 3 0,-48-3-3 0,25 14 1 0,58-12-1 0,120-24-2 0,107-12 3 0,107-12-2 0,107 12 0 0,108-36 1 0,94 0-1 0,49-10-1 0,-14 21 1 0,-33 0-1 0,-85 25-1 0,-83 0 1 0,-106 25 1 0,-25-13 2 0,-61 1-1 0,-23-2 2 0,-10-1-2 0,22 3 1 0,25 24-62 0,47-26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12230 11300 29 0,'-59'-37'5'0,"23"14"0"0,12-13 14 0,12 11 7 0,12 14-14 0,24 22-6 0,58 14-3 0,15 21 0 0,21 27-1 0,2 34 0 0,23 36-3 0,-1 24 3 0,37 0-1 0,0-1 1 0,11 1 2 0,-23-14 1 0,-12 2-1 0,-24-23 1 0,-24-25 1 0,12-59 6 0,-36-12-4 0,-35-12-4 0,-24-13-1 0,-12-11-2 0,-48-59-72 0,11 36-4 0</inkml:trace>
  <inkml:trace contextRef="#ctx0" brushRef="#br0">13897 12263 53 0,'-24'-35'17'0,"-11"24"9"0,23-2-8 0,12 13-8 0,12 0-4 0,23 24-2 0,1 23-1 0,0 25-1 0,11 24-1 0,-11-2 3 0,0-10-1 0,-24-73-3 0,24 85 3 0,10-25 0 0,-33-23-1 0,-1-24 1 0,-24-12 3 0,-24-24-1 0,-35-1-3 0,-24 13-1 0,-1 0-1 0,13 0 0 0,12 13 2 0,11-13-2 0,24 35-93 0,36-35 36 0</inkml:trace>
  <inkml:trace contextRef="#ctx0" brushRef="#br0">16207 6347 27 0,'0'-25'3'0,"-12"-21"3"0,12 9 5 0,-23 13-1 0,-2 1 4 0,-11 10-3 0,0 13-6 0,-10 13-1 0,10 10-2 0,0 25-1 0,1 47 0 0,11 49 1 0,12 32 1 0,12 16 2 0,12-13 2 0,0-48 2 0,-12-36-1 0,0-48-1 0,-12-34-1 0,12-13-1 0,0-48-15 0,-24 12-47 0,-24 12-6 0</inkml:trace>
  <inkml:trace contextRef="#ctx0" brushRef="#br0">15636 7001 18 0,'0'-13'3'0,"0"-46"9"0,0 13-1 0,0 9 2 0,0 24 6 0,0 26-11 0,12 35 0 0,12 35-2 0,11-1 0 0,1 15 1 0,-13-26-1 0,13-11-3 0,-12-25 0 0,-12-11 2 0,12-24 0 0,12-36-2 0,11-23-2 0,12-1 0 0,1 1 0 0,-13 23-1 0,-11 24 0 0,-11-13 1 0,-14 25 0 0,-22-10-1 0,-14 10 0 0,2 10 1 0,-1-10-1 0,12 13 1 0,12-13-1 0,-13 0 1 0,2 0-1 0,-12 12 0 0,-1 24 0 0,-12 12-3 0,59-2-108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7050 13704 3 0,'-24'-36'14'0,"24"1"9"0,12 11-2 0,0 24-14 0,0 0 2 0,25 48-4 0,-3 23 0 0,14 0-1 0,-12-24 1 0,-12-10-1 0,-2-3 0 0,14-21-1 0,13-36 0 0,58-85 0 0,60-23-2 0,23-1 0 0,-47 27 0 0,-37 34-1 0,-45 34 2 0,-37 13 2 0,-13-11-2 0,0 10 2 0,-22 14-3 0,-36 47-4 0,-13 35-98 0</inkml:trace>
  <inkml:trace contextRef="#ctx0" brushRef="#br0">655 3965 0 0,'12'-48'13'0,"-24"48"-6"0,-47 48-6 0,-36 23 1 0,-13 13-2 0,1-13 2 0,36-23 3 0,59-25 5 0,59-11 2 0,0 35-8 0,-11 49 0 0,-36 71 0 0,13-12-1 0,-13 34 6 0,0 50-2 0,23 11-5 0,1-35 1 0,-11-25 1 0,21-46-1 0,2-26 1 0,0 1-2 0,24-71 0 0,35-36 0 0,84-49 2 0,59-10-19 0,-84 12-53 0</inkml:trace>
  <inkml:trace contextRef="#ctx0" brushRef="#br0">7716 4346 20 0,'-11'-12'3'0,"11"-60"6"0,60 26-3 0,70-4 5 0,13 27-6 0,-13 35-3 0,-45 49-2 0,-26 10 3 0,-22 13 2 0,-14 21 3 0,-12 16-3 0,25 21-4 0,0 13 0 0,12-13 2 0,11 1-2 0,-23-13-1 0,-24-34 0 0,-37-24 5 0,-81-24 6 0,-49 23-2 0,-23 0-6 0,47 13-66 0</inkml:trace>
  <inkml:trace contextRef="#ctx0" brushRef="#br0">19314 5572 4 0,'-46'-37'19'0,"34"27"-12"0,12-1 7 0,12-2 17 0,-24 1-11 0,-1 12-14 0,13 0-2 0,60 0 1 0,36 0-3 0,34 0 0 0,36 0-2 0,38 0 0 0,34 0 2 0,25 0 0 0,-14 0-3 0,-11-12 3 0,24-1-2 0,24 13 1 0,12 0-1 0,-12 0-1 0,-36 13 0 0,-37-13-1 0,-45 0 2 0,-14 0 0 0,-34 0-2 0,-38 12 1 0,-46-12 1 0,-23-12 1 0,-26-1 1 0,13 2-1 0,-23 11-99 0</inkml:trace>
  <inkml:trace contextRef="#ctx0" brushRef="#br0">9778 4465 6 0,'0'-23'23'0,"-13"10"-13"0,13 13 3 0,-12 13 4 0,-36 58-1 0,-24 24-6 0,-10 24-2 0,-2 11-2 0,13-46 0 0,-1-24 1 0,49-25-4 0,-1-22 0 0,24-13-5 0,-12 0-59 0,12-13 3 0</inkml:trace>
  <inkml:trace contextRef="#ctx0" brushRef="#br0">9229 4608 2 0,'0'0'3'0,"-11"-24"12"0,11 12 10 0,0 24 7 0,23 12-25 0,13-1-4 0,0 1 0 0,23 12 2 0,-11 12-1 0,11-1-3 0,1-10 1 0,-13 10-1 0,13 0 0 0,-1-23 0 0,-11 0 2 0,-23-11 2 0,-2-2-1 0,-23-11 0 0,0-11-5 0,-12 11-102 0</inkml:trace>
  <inkml:trace contextRef="#ctx0" brushRef="#br0">19588 5715 20 0,'-23'-25'18'0,"0"2"-4"0,23 0-9 0,83-13 1 0,84 13-4 0,83 10-1 0,71 13 1 0,24 0 1 0,-11-24 1 0,-37 11-3 0,-46 13 0 0,-168 0 0 0,-83-10 3 0,-71-14-3 0,-96 0 0 0,-131 24 0 0,-60 0 0 0,-10 0 0 0,12 0-1 0,68 12-2 0,109 0 1 0,133-12 0 0,81 0-3 0,108 13 0 0,72-13 3 0,-168 0 1 0,334-13 0 0,48 1 1 0,-12 12 1 0,-85 0-1 0,-93 25 0 0,-120-14 0 0,-96-1 1 0,-93-10 1 0,-145 0-2 0,-130 0 0 0,-96 25 0 0,-10 11 1 0,93 0-1 0,143-12-1 0,180-24 0 0,106 0-1 0,155-12 1 0,132-13-1 0,82 2 0 0,12 12 2 0,-46-2 0 0,-132 13 0 0,-143 13-3 0,-120-2 2 0,-35-11 2 0,-23 0 0 0,-24 0 0 0,-26 23-87 0</inkml:trace>
  <inkml:trace contextRef="#ctx0" brushRef="#br0">23387 4048 1 0,'0'0'2'0,"-11"-12"19"0,-14 12-2 0,-9 48 0 0,-14 34-8 0,-36 39-2 0,-11 9 1 0,24-34 2 0,35-25-4 0,12-47-7 0,12-1-1 0,12-46-50 0,12 12-5 0</inkml:trace>
  <inkml:trace contextRef="#ctx0" brushRef="#br0">22900 4108 16 0,'0'0'0'0,"0"-36"37"0,12 25-8 0,10 34-5 0,39 72-12 0,10 60 0 0,25-24-2 0,-1-24 0 0,-35-48 2 0,-37-35-3 0,-23-24-4 0,-46-35-34 0,46 12-72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1274 5441 41 0,'-47'-48'21'0,"-24"-70"-13"0,106 81-4 0,132 26-2 0,58 22-1 0,50-11 2 0,23 0-1 0,47-11 4 0,0-12 5 0,-11-2-4 0,-48 13-3 0,-84 24-3 0,-119-12 1 0,-71 12 1 0,-107 1-1 0,-83 21-2 0,-61-9 0 0,-23-2 0 0,-12 25 0 0,1 0-1 0,23-37 1 0,71 1 0 0,84-35 0 0,71 0 1 0,71 10-1 0,73-11 1 0,82 0 0 0,60 1 0 0,12 23 0 0,-48 0 0 0,-24 0 0 0,-59 0 1 0,-71 11 1 0,-48 1-1 0,-24 24-2 0,12 12-92 0</inkml:trace>
  <inkml:trace contextRef="#ctx0" brushRef="#br0">19243 5656 25 0,'0'-12'17'0,"-36"-13"-13"0,13 25-2 0,35 13 3 0,24-26 7 0,35 2-7 0,37-1-3 0,82 1 2 0,96-14-2 0,71 0 0 0,35-9-1 0,62 10 3 0,-73 0-3 0,36 12 2 0,59-12-4 0,12 12 0 0,-46 12-2 0,-134 12 2 0,-117-12-1 0,-132 0 3 0,-47 13 0 0,-47-13 1 0,-96 0 0 0,-96 0 2 0,-131-25-2 0,-117 25 3 0,-37 12-1 0,47 12-2 0,96-12-2 0,83-1 0 0,36-11 0 0,24 13 1 0,71-1 1 0,71 0-2 0,73-12 0 0,35-12 0 0,47 12 0 0,36-12-1 0,1 36-22 0,-98-11-43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5525 5632 19 0,'0'-24'12'0,"0"1"1"0,25-2-8 0,22 13-2 0,37-1-1 0,47 3 2 0,36 10-1 0,35-11 2 0,24 22 0 0,48-11-1 0,24 0-2 0,22 0-2 0,15 10 0 0,22-20 1 0,-24 10 1 0,0 0-1 0,-35-11 0 0,-24 11-1 0,-13 11 1 0,-34-22 1 0,-24 11-2 0,-48 0 2 0,-24 0 0 0,-12 0-1 0,-36 11 0 0,-11-22 0 0,-14-2 2 0,-22 1-1 0,-11-13 2 0,-14 2-1 0,-11 12-2 0,0-2-16 0,0 26-57 0</inkml:trace>
  <inkml:trace contextRef="#ctx0" brushRef="#br0">310 5786 36 0,'0'0'0'0,"-83"-46"35"0,83 9-30 0,59-10 1 0,24 35 7 0,1 71 8 0,-25 72-6 0,-11-49-6 0,34-92 3 0,122-145 1 0,70-107-9 0,23 11-2 0,-82 96 2 0,-96 73-3 0,-108 46 1 0,-11 24 0 0,0 12-10 0,13 71-150 0</inkml:trace>
  <inkml:trace contextRef="#ctx0" brushRef="#br0">608 8537 69 0,'-48'-48'17'0,"24"37"-12"0,24 11 1 0,12 0 9 0,12 59 8 0,-12 60-7 0,0-12-9 0,0-36-2 0,22-59 0 0,63-70 5 0,69-122-7 0,61-46 1 0,-14 0-7 0,98-48 8 0,-264 226-5 0,-47 35-2 0,12 50-91 0,-12-24 27 0</inkml:trace>
  <inkml:trace contextRef="#ctx0" brushRef="#br0">476 11918 43 0,'-11'-24'3'0,"-1"-11"8"0,12 35-4 0,0 0-1 0,0 48 14 0,23 36-7 0,13-2-7 0,12 1-1 0,-12 1 0 0,0-25-2 0,10-36 1 0,3 2 0 0,-2-25 2 0,25-25 1 0,35-57-2 0,84-85 0 0,59-36 0 0,24 14 0 0,-37 21 0 0,-46 37-2 0,-60 49-1 0,-72 45 0 0,-46 24 1 0,-13 13 1 0,0 0-2 0,0-34-1 0,0-50-15 0,12 49-121 0</inkml:trace>
  <inkml:trace contextRef="#ctx0" brushRef="#br0">10968 15181 28 0,'0'-12'4'0,"-60"-24"13"0,60 24-8 0,0 12-8 0,36 12 2 0,11-12 3 0,37 0-1 0,35-36 3 0,36-1 0 0,59 15-3 0,36-2-1 0,48-1-3 0,0 14 0 0,35-1 1 0,12 1 2 0,0 11-1 0,13 11 0 0,10 1-1 0,13-12-1 0,1 11-1 0,-13-11 2 0,-36 0-3 0,-58 0 3 0,-62 0-1 0,-57 13 2 0,-37 11 0 0,-49 0-1 0,-21-14 0 0,-37-10 3 0,-12 0 1 0,-12-22-4 0,-37 22-32 0,27 0-62 0</inkml:trace>
  <inkml:trace contextRef="#ctx0" brushRef="#br0">10338 13799 28 0,'-49'-58'18'0,"49"33"-13"0,49 25-5 0,-3 48 6 0,-22 95 15 0,-1 118-6 0,-10 49-2 0,34-36-7 0,0-37-2 0,2-45 5 0,-49-62-3 0,0-71 0 0,-60-177-31 0,13-13-77 0</inkml:trace>
  <inkml:trace contextRef="#ctx0" brushRef="#br0">10384 13716 41 0,'-12'-12'13'0,"-59"-1"-4"0,47 13-1 0,-35 0 2 0,-36 0 1 0,-37-11 1 0,-34 22-5 0,-49 14-2 0,-47-25-3 0,-23 12-1 0,-25 24 2 0,-12-1-3 0,-23 12 2 0,0 3-1 0,23-16-1 0,13-22 2 0,35 0-2 0,24 12 1 0,22-12 0 0,27-1-1 0,23 14-1 0,-25 10 1 0,-23-35 1 0,58 11-2 0,-10 2 1 0,107-26 2 0,35-10-1 0,12-12 0 0,0 11 0 0,1 1 0 0,11 10 3 0,-1 13 0 0,13 24-5 0,36 36 2 0,0 47-3 0,-24 59 2 0,13 26-1 0,-2-37 3 0,1-13 0 0,-12-12 0 0,-1 0-2 0,1-33 2 0,-12-26-1 0,0-47 1 0,0-11-1 0,0-13 0 0,12 0 0 0,36 11-1 0,23-35 0 0,48 0 0 0,72 0-2 0,10 12 1 0,50 1 1 0,35 11-1 0,36-12-3 0,35 12 4 0,12 12-2 0,-12-12 3 0,1 11-1 0,11-11 1 0,0-11-1 0,-36-13 1 0,-35 24 0 0,-36 0-3 0,-24-13 1 0,-35 13 2 0,-50 0-1 0,-68 0 2 0,-14 13 1 0,-12-1-1 0,-23-37 0 0,-36 2 1 0,-23-13-13 0,-26 36-127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2989 12883 10 0,'0'0'1'0,"0"-36"7"0,-13 13 13 0,-21-14-2 0,10 37-4 0,-12 37-5 0,-11 22-5 0,-25 24 0 0,12 1 2 0,24 11-5 0,25-1 2 0,11-10-4 0,36-24 2 0,35-25-1 0,1-22 1 0,-1-13-1 0,12-37-1 0,-11-10 1 0,-14-24-1 0,-22 11 2 0,-11-1-1 0,-14 3 0 0,-11-2-1 0,-23 2 1 0,10-3 0 0,2 26 1 0,-25-1-2 0,1 0 1 0,-13 24-1 0,12 12 1 0,-11 0-1 0,11 0 0 0,12 25 0 0,12 9 0 0,0 14-1 0,12 12 1 0,36 11-1 0,24 13-1 0,11 23 1 0,-11 0 1 0,-1-11 7 0,-48-12 3 0,-11-26 2 0,-23-22-6 0,-12-25-6 0,-1-11-48 0,36-11-35 0</inkml:trace>
  <inkml:trace contextRef="#ctx0" brushRef="#br0">3466 13371 81 0,'-24'-11'9'0,"12"-2"-8"0,-12 26-71 0</inkml:trace>
  <inkml:trace contextRef="#ctx0" brushRef="#br0">4359 13155 35 0,'0'0'0'0,"-84"-10"24"0,61-14 0 0,10 12-3 0,13 12-9 0,25 0-2 0,-14 12-1 0,37-12-2 0,47-24-3 0,13 11-1 0,22 2 0 0,0 11-1 0,-9 0 5 0,9 0 0 0,13 0-2 0,0 11-2 0,-47 2-1 0,-49-13 0 0,-11 12-1 0,-13-12 0 0,2-12-10 0,-14 12-50 0,1 0-44 0</inkml:trace>
  <inkml:trace contextRef="#ctx0" brushRef="#br0">5264 12858 35 0,'0'0'5'0,"-36"-23"12"0,36-1 15 0,0 12-12 0,24 0-5 0,0 24-6 0,23 24-2 0,25 12-3 0,-1-2-2 0,13-9-1 0,-13 10 2 0,-35-10-3 0,-23-3 6 0,-13-9-2 0,-25 11 3 0,-23-1-2 0,-11 37-4 0,10-14 1 0,13-21 1 0,25-1 0 0,11-25-2 0,0 1-1 0,-11 0-28 0,33 12-73 0,-22-24 59 0</inkml:trace>
  <inkml:trace contextRef="#ctx0" brushRef="#br0">6514 12942 74 0,'-24'-13'25'0,"-11"63"-4"0,23 44 1 0,-1-12-12 0,13 2 0 0,-11-36-4 0,11-12-3 0,0-24-1 0,0-48 1 0,24-58 1 0,11-14-3 0,-11-10 0 0,13-3 0 0,-3 3 0 0,-9 47 1 0,-2 23 0 0,1 36 2 0,12 72-1 0,12 58-1 0,11 13 2 0,0-24 0 0,-11-11-3 0,-12-25 0 0,-13-24 0 0,-10-34-4 0,-1-13-20 0,-12-36-30 0,-36 12-69 0</inkml:trace>
  <inkml:trace contextRef="#ctx0" brushRef="#br0">6443 13061 59 0,'-13'0'16'0,"-10"0"1"0,59-11 13 0,35 11-8 0,47-25-4 0,2 25-5 0,-36 0-3 0,-49 0-3 0,-35 0-2 0,-11-12-4 0,-25 1-20 0,12 11-149 0</inkml:trace>
  <inkml:trace contextRef="#ctx0" brushRef="#br0">3775 14407 15 0,'0'0'0'0,"-12"-59"30"0,12 34-7 0,0 0-2 0,0 15-9 0,0 45-2 0,0 95-1 0,36 96 2 0,-12 61 1 0,0-25 0 0,-11-71 0 0,-13-48 5 0,11-36-10 0,-11-59-4 0,0-37-1 0,-24-59-26 0,12-70-62 0,12 70 16 0</inkml:trace>
  <inkml:trace contextRef="#ctx0" brushRef="#br0">3787 14252 38 0,'-24'-25'2'0,"-35"14"0"0,23-12 22 0,13 23-2 0,23 0-11 0,0 11-5 0,34 1-3 0,50-12 0 0,59-12 3 0,95-12 3 0,13 0-7 0,-1 13-1 0,-48-1 0 0,-35 12 0 0,-12-11-1 0,11 11 2 0,1 0-2 0,12-13-1 0,35 1 3 0,-35 12-3 0,-48 0 2 0,-49-12 1 0,-45-1 0 0,-37 2 2 0,0 11 2 0,-24 0-4 0,0 0 0 0,-1 48-3 0,25 47 0 0,25 72 1 0,-14 83 4 0,2 0-1 0,-1-36 0 0,23-23 5 0,-11-60-4 0,-24-47-1 0,-13-37-1 0,-21-35-17 0,-62-12-86 0,83 0 57 0</inkml:trace>
  <inkml:trace contextRef="#ctx0" brushRef="#br0">4024 15692 40 0,'-46'0'4'0,"-51"25"1"0,15-14 32 0,58 1-16 0,24-12-11 0,60 11-1 0,71-11-3 0,47 0 1 0,73-11-2 0,46-1-1 0,357-12-2 0,-379 12 5 0,-13 0-7 0,-12 1 1 0,-59 11-1 0,-60 11 1 0,-72-11-2 0,-34-11 5 0,-25-12-3 0,-37-14-37 0,1 13-62 0</inkml:trace>
  <inkml:trace contextRef="#ctx0" brushRef="#br0">4537 15038 30 0,'13'-24'18'0,"-2"-1"2"0,-11 2 0 0,-24 12-7 0,0-2-2 0,-23 26-2 0,-24 10-4 0,11 49-3 0,23 11 0 0,14-1-2 0,23-9 1 0,36-38 0 0,24-22 1 0,10-38 0 0,2-58 1 0,-1-35-3 0,-10 22 1 0,-50 12-1 0,-11-12 2 0,-23-9-3 0,23 55 1 0,0 50-2 0,12 61 3 0,-1 70 3 0,13 24 0 0,0-37 1 0,-24-58 1 0,12 1-4 0,-24-38-19 0,0-23-98 0</inkml:trace>
  <inkml:trace contextRef="#ctx0" brushRef="#br0">5133 15085 38 0,'0'0'2'0,"0"-35"1"0,0-1 24 0,0-12-11 0,-23 0-7 0,-2 14-6 0,-23 9 0 0,12 25 0 0,-11 0 3 0,22 25 1 0,-9 21-4 0,10 38 0 0,11 12-1 0,2-14 0 0,22-22 0 0,26-47 2 0,-3-26 0 0,15-47-2 0,-1 1-1 0,-25 11 0 0,-11 23-1 0,0 15 0 0,0 10 0 0,0 10 0 0,1 51 3 0,-2-1-1 0,1-1-1 0,12-47 0 0,11 1-20 0,-11-50-90 0</inkml:trace>
  <inkml:trace contextRef="#ctx0" brushRef="#br0">5382 14645 35 0,'-11'-24'13'0,"-1"24"15"0,-1 12-10 0,13 59-8 0,13 25-1 0,10 11-1 0,2 0-2 0,-13-11-2 0,11-37-3 0,13-24 1 0,11-35-1 0,13-35-9 0,-12-13-14 0,-36 12-34 0,-12 24 19 0</inkml:trace>
  <inkml:trace contextRef="#ctx0" brushRef="#br0">5252 14895 41 0,'-12'-11'24'0,"60"-50"4"0,35 1-12 0,24 13-14 0,-24 35-12 0,-35 37-86 0</inkml:trace>
  <inkml:trace contextRef="#ctx0" brushRef="#br0">5919 15097 46 0,'0'0'6'0,"0"-24"21"0,0-11-2 0,0-14-14 0,0 15-8 0,0-14-1 0,-13 0 0 0,-23 23 0 0,0-9-2 0,2 10 2 0,10 11-1 0,-25 26-1 0,3-1 0 0,22 23 3 0,0 1 1 0,12 23-2 0,12 12-1 0,12-10 0 0,12-26-3 0,12-23 4 0,-2-12 0 0,15-37 0 0,-13-9 0 0,-14-2-2 0,3 24 1 0,-25 0 0 0,11 13 0 0,2 11-2 0,10 48 2 0,-10-1 2 0,22-35 3 0,24 0-2 0,-23-36-2 0,0 11-1 0,-36 2-3 0,-11 11-57 0,-1-12-26 0</inkml:trace>
  <inkml:trace contextRef="#ctx0" brushRef="#br0">4502 16002 50 0,'-36'-25'18'0,"11"25"-12"0,-11 25 17 0,14 23-9 0,22 11-4 0,0 13 4 0,0 11-9 0,12-12-2 0,-2-23 0 0,39-23 0 0,10-14-4 0,-11-47 5 0,11 0-5 0,-23-24 3 0,12-11 1 0,-24 0-3 0,-12 11-1 0,-12 2 5 0,-12 21-5 0,-24 13 2 0,12 12 0 0,1 1-1 0,-2 11 0 0,2 0 0 0,-1 23 0 0,1-12 0 0,10 14 0 0,2 0 0 0,11-2 0 0,-13 0 0 0,26 13-1 0,-2 12 1 0,25-24-1 0,11 48 0 0,13-25 0 0,0 24 0 0,-14 0 0 0,-21 0-2 0,-37-34 4 0,-11-25 1 0,-13 0 10 0,12-12-5 0,0-12-4 0,12-12-2 0,12 12-14 0,12-1-60 0,12 2-11 0</inkml:trace>
  <inkml:trace contextRef="#ctx0" brushRef="#br0">5144 16312 13 0,'-23'-12'8'0,"12"12"18"0,-2-13-1 0,1 13-3 0,12 0-9 0,12-11-8 0,24 11 0 0,0 0-3 0,23 0 2 0,-23 0 1 0,0 0 0 0,-13 0-2 0,13 0-1 0,0-23-1 0,-24 10 0 0,0 13-1 0,-24 0-128 0</inkml:trace>
  <inkml:trace contextRef="#ctx0" brushRef="#br0">5323 16050 13 0,'0'0'0'0,"-13"-12"8"0,13 1 10 0,0 11-3 0,-10 23 0 0,10 25-5 0,0 23-1 0,10-12 2 0,-10 13-2 0,0-1-1 0,0-11-3 0,0-37-3 0,0 2 0 0,0-25 2 0,0 0-3 0,0-13-3 0,0-11-97 0,0 24 73 0</inkml:trace>
  <inkml:trace contextRef="#ctx0" brushRef="#br0">5812 16038 26 0,'-12'-11'7'0,"0"-2"17"0,0 26-9 0,12 10-3 0,-12 36 6 0,0-11 2 0,-13-2-5 0,14 4-8 0,11-27-5 0,-12-12 1 0,12 2-1 0,0-13-1 0,0-13 0 0,0 2 0 0,0-12-1 0,0-2 1 0,12-22-1 0,12 11 1 0,-12 0-1 0,0-12 1 0,-12 1-1 0,12-1 1 0,-12 13 0 0,24 10-1 0,-24 14 0 0,0-1 0 0,12 12 0 0,-12 0 0 0,0 0 0 0,11 23 0 0,13 2-1 0,-12 10 1 0,24 13-1 0,-12-1 1 0,-1 13-1 0,1-12 3 0,0-1 0 0,-12-23 2 0,12 0-2 0,-24-24 1 0,0 0-2 0,0-11-1 0,0-2-9 0,-13 1-46 0,-10 0-50 0</inkml:trace>
  <inkml:trace contextRef="#ctx0" brushRef="#br0">5764 16157 16 0,'-12'0'3'0,"0"0"17"0,12-12 1 0,12-1-10 0,12 13-5 0,23 0 0 0,-11 0 2 0,-12 25 1 0,-12-25-1 0,-1 12 0 0,2-12-5 0,-13-12 0 0,0 0-1 0,0-1-5 0,0 2-111 0</inkml:trace>
  <inkml:trace contextRef="#ctx0" brushRef="#br0">2894 17133 33 0,'0'0'0'0,"0"-95"20"0,12 22 12 0,0 63-10 0,-24 93-9 0,12 72-5 0,12 11-5 0,-24-35 6 0,12-59 3 0,0-1-9 0,0-23-3 0,60-24 1 0,47-12 1 0,24-73 1 0,-35 27-3 0,-62 21-3 0,-34 37-77 0,0-24 7 0</inkml:trace>
  <inkml:trace contextRef="#ctx0" brushRef="#br0">3799 17514 24 0,'0'0'6'0,"0"0"11"0,0-24-2 0,-12-11-5 0,12-13-1 0,-24 12-2 0,1 1 0 0,-13 11-2 0,0 0 1 0,0 11 0 0,12 13-3 0,1 25-1 0,-13-1-1 0,12 23-1 0,-1 1-2 0,15 59 6 0,10-59-4 0,0-13 0 0,23-22 2 0,13-38 1 0,23-34-3 0,-11-12-2 0,-25 23 5 0,-10 25-2 0,10 10-1 0,-10 37-2 0,-13 36-1 0,23-13 4 0,1-23 2 0,36 12-4 0,11-25-1 0,1-22 3 0,-1-49-9 0,-35-11 5 0,-12-26 7 0,-1-8-1 0,-11-27-1 0,-12 49 1 0,0 35-2 0,-12 25 0 0,12 11-1 0,0 59 2 0,12 49-2 0,-12 46-2 0,0-24-1 0,12-57-1 0,24-49 6 0,24-48 0 0,11 60-6 0,-23 47-1 0,-48-11 12 0,-60-24-5 0,13-25 3 0,11-70-27 0,60 0-82 0</inkml:trace>
  <inkml:trace contextRef="#ctx0" brushRef="#br0">4597 17443 45 0,'-13'-13'13'0,"2"13"-3"0,22 0 4 0,50-23-9 0,34-25 1 0,-24-36-4 0,-47 37 0 0,-37 47 2 0,-33 24 1 0,-38 36-2 0,48 11-5 0,48-11-2 0,60-13 1 0,35-23 2 0,0-71 4 0,0-37 0 0,-35-35 0 0,-25-83-2 0,-23 71 1 0,-36 71 1 0,-11 49 1 0,-13 34-5 0,0 72 1 0,24 24-3 0,24 36-2 0,60-36-1 0,23-71 2 0,0-37 4 0,-12-82 5 0,13-60-6 0,-25-35 0 0,-35 11 3 0,-36 71 1 0,-48 73 0 0,1 34-1 0,11 73-2 0,11 22-2 0,38 14-2 0,46-38-1 0,1-33 2 0,23-51 1 0,13-20 2 0,-1-38-1 0,-11-24 2 0,-50 13 0 0,-34-1 1 0,-23 37-1 0,-13 35-2 0,-12 59 1 0,37 0-3 0,35-11 1 0,47-36-1 0,60-24 0 0,12-37-13 0,-24 3-10 0,-12-14 6 0,-24 0 14 0,-24 0 7 0,-34 0 4 0,-25 37 9 0,-36 11 3 0,-23 36-6 0,11 35-8 0,12 12-2 0,24-47-1 0,48-25-1 0,48-45 2 0,-25-50-4 0,-11-24-1 0,-48-34 7 0,12 35 5 0,-24 71 10 0,12 61-15 0,-36 151-1 0,36 16-4 0,0-37-1 0,12-60 3 0,0-47 0 0,-12-73-11 0,12-46-72 0</inkml:trace>
  <inkml:trace contextRef="#ctx0" brushRef="#br0">5538 16479 40 0,'0'0'2'0,"12"-13"10"0,-1 37 11 0,37 12-12 0,36 0-9 0,46-24 1 0,49-24 3 0,0-37-5 0,-24-10 2 0,-25-37-1 0,-57 14 0 0,-62-37 3 0,-35-48-2 0,-36-1 4 0,1 50-3 0,-24 47-2 0,-26 34 0 0,-21 14 0 0,-13 46-2 0,48 14 0 0,-36 22-1 0,36 13 2 0,-1 11 0 0,13 13-1 0,48 11 1 0,23 0-2 0,36 0 0 0,35-13 0 0,24-10 1 0,26-13-3 0,33-34 2 0,-12-49 3 0,2-24-1 0,-49 0-1 0,-35 12-83 0,-48 24 45 0</inkml:trace>
  <inkml:trace contextRef="#ctx0" brushRef="#br0">6312 16526 10 0,'0'-13'12'0,"-25"-34"8"0,25 23 4 0,-11 24-3 0,11 24-9 0,0 72-3 0,0 23 1 0,0 0-3 0,0-48-5 0,0-35-2 0,11-24-63 0,-11-37 7 0</inkml:trace>
  <inkml:trace contextRef="#ctx0" brushRef="#br0">6157 16728 38 0,'0'0'0'0,"-12"-12"27"0,12 24-5 0,12 12-8 0,12 13-7 0,0 9 0 0,-1 2-3 0,-11-12-2 0,-1-24 2 0,38-24 2 0,22-72-4 0,1 25 2 0,-37 22-4 0,-23 14 2 0,-12 23 0 0,-12-11-76 0,12-1 33 0</inkml:trace>
  <inkml:trace contextRef="#ctx0" brushRef="#br0">1526 12085 18 0,'-13'0'13'0,"1"0"10"0,0-12-3 0,12 24-6 0,0 59-1 0,0 48-1 0,-12 24 0 0,-24 12 6 0,1 0-4 0,10-36-3 0,2-60-5 0,10-11-3 0,2-36 0 0,-12-12-11 0,10-37-94 0,13 14 55 0</inkml:trace>
  <inkml:trace contextRef="#ctx0" brushRef="#br0">1465 12096 51 0,'-36'0'11'0,"13"37"7"0,-13 34 13 0,0 24-17 0,0-35 2 0,25-26-5 0,-2-9-7 0,2-37 2 0,22-59-4 0,26-36-2 0,33 35 1 0,-10 37-1 0,-12 47 1 0,-24 47 3 0,0 12-3 0,11-12-1 0,-11 12-4 0,-24 2-135 0</inkml:trace>
  <inkml:trace contextRef="#ctx0" brushRef="#br0">917 13515 92 0,'-35'11'8'0,"23"72"8"0,-1-12 5 0,26-35-15 0,-1 0-2 0,-1-1-2 0,1 1-1 0,-12-24 2 0,-12-24-1 0,-11-47 0 0,-1-37-1 0,12-11 0 0,-12 11-1 0,12 14 1 0,12-2-1 0,23 1 3 0,26 47-3 0,10 61-1 0,-11 34-2 0,-36 24 3 0,-24-12 3 0,-36 1 0 0,1-60 0 0,35 1-1 0,12-2-1 0,47 36 1 0,61 0 0 0,11-10-1 0,0-26 1 0,-60 1 3 0,-47-1 2 0,-24 14-5 0,-12-25-33 0,24-36-120 0</inkml:trace>
  <inkml:trace contextRef="#ctx0" brushRef="#br0">2477 12443 55 0,'0'-13'5'0,"-25"-11"6"0,15 72 26 0,-1 107-10 0,11 0-13 0,0-36-9 0,0-48-5 0,-13-23-87 0,13-48 40 0</inkml:trace>
  <inkml:trace contextRef="#ctx0" brushRef="#br0">2406 12477 35 0,'0'0'0'0,"-12"-47"7"0,0 47 11 0,0 60-2 0,-12 23-8 0,-11-24-2 0,10-35-1 0,14-36 0 0,35-84-3 0,47-9-2 0,24 34 0 0,-47 71 0 0,-12 58 0 0,-1 14 1 0,-24-1-6 0,-11-12-80 0</inkml:trace>
  <inkml:trace contextRef="#ctx0" brushRef="#br0">2311 13155 51 0,'-84'73'7'0,"60"22"-6"0,35-24 9 0,50-34-5 0,22-74-2 0,-23-70-1 0,-47-25 4 0,-86 50 12 0,-35 59-11 0,50 46-18 0,58 13-63 0</inkml:trace>
  <inkml:trace contextRef="#ctx0" brushRef="#br0">3334 12217 49 0,'0'0'0'0,"-34"-13"12"0,57 84 9 0,1 37-6 0,-1-14-6 0,0-46-3 0,-23-25-3 0,-23-23 0 0,-24-46-1 0,11-38-1 0,0-12 1 0,24 25 1 0,0 37-2 0,12 57-2 0,-11 36-1 0,11-23 1 0,35-36 3 0,14-60 0 0,10 25-1 0,-25 46-3 0,3 49-10 0,11 12-92 0</inkml:trace>
  <inkml:trace contextRef="#ctx0" brushRef="#br0">3370 12847 35 0,'-23'-48'15'0,"35"13"6"0,22 35-12 0,15 35-6 0,9-23-2 0,27-59 3 0,-38-37-1 0,-23 36 0 0,-35 37 26 0,-2 59-9 0,-11 47-15 0,13-1-5 0,-1 14-34 0,-1-24-66 0</inkml:trace>
  <inkml:trace contextRef="#ctx0" brushRef="#br0">6466 13668 53 0,'-47'0'7'0,"-1"0"5"0,71-23 11 0,49 23-12 0,35-12 1 0,37-1-3 0,-1 2-4 0,-13-25-2 0,-34 12-2 0,-37 11-1 0,-48 13-11 0,-34 0-33 0,-48 25-26 0</inkml:trace>
  <inkml:trace contextRef="#ctx0" brushRef="#br0">6526 13775 40 0,'-48'0'16'0,"0"12"1"0,96-35 10 0,36 0-12 0,59-14 0 0,12 13-4 0,-25 1-6 0,-46 11-3 0,-59 0-1 0,-25-1-8 0,-73 13-7 0,-46 25-9 0,-24-2 10 0,24 13 9 0,36-12 3 0,60-24 4 0,57 0 9 0,62 0 3 0,46-37 2 0,37 14-4 0,-36 0-4 0,-71-2-3 0,-72 25-2 0,-24 0-4 0,-24 0-58 0,35 0-30 0</inkml:trace>
  <inkml:trace contextRef="#ctx0" brushRef="#br0">18387 2560 11 0,'-49'0'15'0,"-23"0"0"0,38 0-4 0,22 0 1 0,0-12 1 0,12 12-5 0,24 0-4 0,71 0 2 0,59-36-4 0,37 1 0 0,-24 11-1 0,-37 12 1 0,-46 0 0 0,-36-1 1 0,-24 13-2 0,-24 0-1 0,-36 0 3 0,-35 0-2 0,-1 13-1 0,1-1 0 0,22-12 0 0,38 0 0 0,11 0 1 0,11 46-1 0,-11 63 0 0,-11 69 1 0,-14 13 0 0,3-49 2 0,22-46 3 0,-12-37 0 0,-12-47-3 0,12-12-2 0,12 12-50 0,0 1-25 0</inkml:trace>
  <inkml:trace contextRef="#ctx0" brushRef="#br0">19268 3060 58 0,'-72'-24'15'0,"60"24"-10"0,71 0-3 0,61-24 1 0,-13 12-1 0,-35 1-2 0,-13 11 0 0,-35 0-17 0,-24 11-47 0</inkml:trace>
  <inkml:trace contextRef="#ctx0" brushRef="#br0">19137 3262 35 0,'-36'0'11'0,"12"12"-3"0,108-24 6 0,35-1-6 0,0-21-5 0,11 10-2 0,-10 0-68 0</inkml:trace>
  <inkml:trace contextRef="#ctx0" brushRef="#br0">20554 2881 7 0,'0'-13'6'0,"-36"-21"0"0,24-3 4 0,-24 26 1 0,-34 72 1 0,-14 33-7 0,12 13-2 0,36 12 1 0,25-24-1 0,33-24 0 0,50-46-2 0,37-50 2 0,9-59-3 0,0-10 0 0,-9 12 2 0,-39 21-2 0,-34 38-1 0,-24 34 2 0,-12 49-1 0,0 11 0 0,-12 13 1 0,1-13-1 0,34-35 1 0,49-25 1 0,-1-34-2 0,-24-38-1 0,-34-10 2 0,-37-23 0 0,-24 22-1 0,14 49 0 0,-3 11 1 0,-11 71-2 0,1 12 1 0,34 13 0 0,61-47 0 0,72-26-1 0,46-47 1 0,1-48-1 0,-24-35 2 0,-61-34-1 0,-33-27 0 0,-13 50 0 0,-25 46 2 0,2 72-3 0,-50 58-1 0,-22 63 0 0,0 45 2 0,47 37-1 0,12-25 1 0,47-45 0 0,13-75 1 0,23-46 0 0,12-71 0 0,2-59-1 0,-40 34 0 0,-32 60 0 0,-13 24-1 0,-12 48 1 0,0 22 0 0,0 15 0 0,12-2 0 0,12-23 0 0,23-35 1 0,12-26-1 0,1-47 0 0,0 1 0 0,-37-1 1 0,-34 1-1 0,-49-13 0 0,1 35 1 0,-13 50-1 0,1 35 0 0,11 12 1 0,37-1-1 0,46-23 0 0,37-24-1 0,47-48 1 0,25-24-1 0,-38 37 1 0,-10 11 0 0,-13 36-1 0,1 23 1 0,-14 1-1 0,-33-13 1 0,-25-10 1 0,-12-50 2 0,-1-46 3 0,49-25 3 0,36 2-6 0,-1 33-2 0,-23 27-1 0,-37 9 0 0,-45 25-5 0,-14 36-55 0,37-24 36 0</inkml:trace>
  <inkml:trace contextRef="#ctx0" brushRef="#br0">20600 3965 67 0,'-189'-12'22'0,"82"12"-18"0,190 0-3 0,215-36 0 0,141-35 2 0,50 23-1 0,-48 1-1 0,-72-1 0 0,-107 12 2 0,-83 12-2 0,-73 11-2 0,-81 13-17 0,-108 37-67 0</inkml:trace>
  <inkml:trace contextRef="#ctx0" brushRef="#br0">20280 4166 84 0,'0'0'0'0,"-168"-11"4"0,229 11-2 0,213-60-3 0,154-24 0 0,84-10 1 0,0 23 0 0,-59-1 0 0,-60 12 2 0,-119 1 3 0,-96 34-1 0,-130 15-2 0,-60 45-1 0,-83 24-90 0</inkml:trace>
  <inkml:trace contextRef="#ctx0" brushRef="#br0">1751 15573 20 0,'0'0'11'0,"-12"0"11"0,24 0-1 0,-1 12 2 0,2 12-3 0,-1-12-3 0,-12-12-6 0,11 0-1 0,-11 12-1 0,0-12-2 0,12 0-3 0,-12 0 2 0,0 0-3 0,0-12-2 0,-12 0 0 0,12-1-1 0,0 13 1 0,0 0 0 0,0-11 0 0,-11 11-1 0,11-23 1 0,0 11 0 0,-12-13 1 0,12 14-1 0,-13-1 0 0,2-24 1 0,-14-11-1 0,2 11 2 0,-12 0-1 0,11 12-1 0,-12-11 0 0,11-1 0 0,2 24 0 0,0 0 0 0,-1 12-1 0,24 0 1 0,-12 0 0 0,12-13 0 0,0 13 1 0,0-11-1 0,25-12-1 0,21-25 0 0,38-12 1 0,-1-11-2 0,-35 11 0 0,-13 13 3 0,-23 23-2 0,0 12 1 0,0-13-1 0,1 2 0 0,10 12-1 0,-23-1 3 0,0 0 0 0,11-1-1 0,2 2 0 0,10-12 1 0,1 10-1 0,24 13 0 0,10 60 2 0,14 23-3 0,12-24-2 0,0-22 3 0,-13-26 2 0,-22 1-3 0,-28 12 1 0,-21-24 3 0,13 0-5 0,-1-24 3 0,-1 1-1 0,-11 23-1 0,0 0 2 0,0 11-3 0,0 1 1 0,-11 12 1 0,-1 34-2 0,12 15 1 0,0 9 1 0,-13 26-1 0,13-24-1 0,0-25 2 0,0 13 0 0,13-25-1 0,-13-11 0 0,0-24 1 0,0-12-1 0,0 0 2 0,-13 13-3 0,13-2 1 0,0-11 0 0,0 12 1 0,-10-12-1 0,10 0 0 0,-11 11 0 0,11-11 0 0,-13 0 0 0,13 0 0 0,0 0 0 0,0 0 1 0,0 0-1 0,0 0 0 0,-12-11 0 0,0-1 0 0,-12 1-1 0,-12-2 0 0,-35-58 3 0,22 23-2 0,3 25 0 0,10-14 1 0,11 2-1 0,2 23 0 0,10 0 1 0,13 12-1 0,0 0-1 0,0 12 1 0,0 12 0 0,0-1 0 0,0 25 0 0,13 0-1 0,-1 35 1 0,-1 1 0 0,14 11 0 0,-14-12 0 0,2-12 0 0,-13 1 0 0,0-37-1 0,0-10 2 0,0-25-1 0,0 11 0 0,-24-22 0 0,12-14 1 0,-37 13-1 0,-9-11 0 0,-14-1 1 0,2 0-1 0,9 24 1 0,13 0-2 0,12 0 2 0,13 0-1 0,-1 12 0 0,13-12-1 0,11 0 2 0,-12-36-2 0,12-11 2 0,23-13 0 0,13-11-3 0,11-37 3 0,1 1-2 0,0 12 2 0,-24 36-1 0,-24 23-1 0,0 12 2 0,12 12-1 0,-1 1-2 0,2 11-1 0,-13 34-31 0,-13 37-101 0,13-71 83 0</inkml:trace>
  <inkml:trace contextRef="#ctx0" brushRef="#br0">1762 15073 4 0,'0'-23'2'0,"25"-72"13"0,22 24 18 0,1 21-13 0,-36 39 1 0,-24 47-3 0,-24 23-10 0,-12 25-3 0,1-13-1 0,22-11 1 0,25-24-3 0,25-61 1 0,22-59-2 0,26-21-1 0,-3 34 1 0,-46 34 0 0,-12 37 3 0,-24 24 0 0,-23 47-3 0,-49 60 1 0,0-12 0 0,25-35 0 0,46-72-1 0,49-72-1 0,48-35 0 0,-12 12 0 0,11-1-1 0,-11 2 2 0,-25 57-1 0,-47 50 2 0,-71 69-1 0,-24 38 1 0,-13-2 0 0,49-59-2 0,59-46 1 0,59-85-1 0,25-24-1 0,11 13 1 0,-13 10-1 0,-46 51 1 0,-36 33 4 0,-58 61-1 0,-38 24-1 0,1-14-1 0,71-58-1 0,84-72 0 0,35-12-1 0,12 2 0 0,-11 21 0 0,-74 37 2 0,-44 12 3 0,-63 23-1 0,-9-11-1 0,11-36-1 0,47-48-2 0,47-48-2 0,14 25 0 0,-14 24 5 0,-58 35-1 0,-37 48-2 0,-11 24 2 0,36-37-1 0,59-35-1 0,47-59 1 0,37 0 0 0,0 10-2 0,-50 50 2 0,-81 47 1 0,-49 47 0 0,2 1 0 0,22-50-1 0,72-34-1 0,60-58 1 0,23-14-2 0,-12-24 2 0,-23 25-1 0,12 12 3 0,-13 0-3 0,-23 47 2 0,-12 58 0 0,12 50-2 0,0 0 1 0,11-37 1 0,-12-34-1 0,-10-50 2 0,-62-46 1 0,3-13-3 0,10 49 2 0,24 35-2 0,60 60-3 0,34 11 1 0,25 13 1 0,-22-37 0 0,-62-35 1 0,-46-37 3 0,-62-59 0 0,-9-34-2 0,58 60 1 0,36 45-3 0,36 37-1 0,47 59-1 0,0-11 2 0,-35-25 0 0,-24-34 2 0,-24-50 1 0,-36-47 0 0,-23 37-2 0,10 35 1 0,27 37-1 0,10-14 0 0,35 1-1 0,13-24 1 0,-12-24-1 0,-37 1 4 0,-34 35-3 0,24 12-1 0,23 23 0 0,59 1-1 0,36 0 1 0,-11-12 1 0,-50 11 0 0,-55-23 1 0,-40-24 0 0,2-1-1 0,23 50 0 0,24 70-1 0,12 48 1 0,36-36-1 0,11-72 0 0,-47-47 1 0,-24-71 1 0,-12-13 0 0,0 25-1 0,36 59-1 0,25 48-1 0,11 12 1 0,-1-25 0 0,-35-35 2 0,-12-84-1 0,-23-10 2 0,35-1-3 0,0 118 0 0,23 84-1 0,13-23 2 0,-12-25 1 0,-12-47 0 0,-12-71 0 0,-36-60-2 0,12 46 1 0,24 86 0 0,12 82-1 0,24 13 1 0,-12-48 0 0,1-60 2 0,-25-96-2 0,-13-47 0 0,1 12 0 0,12 120-2 0,12 70 2 0,12 48 0 0,-1 0-1 0,-23-36 1 0,-23-23 3 0,-25-59-2 0,12-49-3 0,24-24 3 0,48-11 0 0,-12 24-3 0,-12 71 3 0,1 71-2 0,-38 47 1 0,-11 3 1 0,-12-27-2 0,25-70 2 0,10-83 0 0,-10-84-1 0,-37-49-3 0,13 98 4 0,11 83-2 0,12 45-2 0,84 74 2 0,11 47-1 0,-12-60 3 0,-46-59 3 0,-26-49 1 0,-59-71-3 0,-22-46 0 0,-1 0 0 0,59 106-3 0,24 48-1 0,84 47 0 0,47 24 0 0,-1-11 0 0,-58-49 1 0,-60-23 3 0,-60-36 1 0,-46-71 0 0,-3-24-2 0,75 83-1 0,22 72-2 0,71 71 0 0,25 0 0 0,-49-59 2 0,-46-36 2 0,-49-85 0 0,-35-57-3 0,-1-24 0 0,37 130 0 0,23 24 0 0,12 11 1 0,12-11 0 0,0-11 0 0,12-1-1 0,24 106 0 0,12 86 1 0,0-25-1 0,-12-84 1 0,-12-71 2 0,-37-96 0 0,-22-10-1 0,35 82-2 0,12 95 0 0,48 48 0 0,-12-12 0 0,-25-82 1 0,1-38 2 0,-24-45-1 0,-11 45-1 0,-24 97-1 0,-14 46 2 0,26-23-2 0,35-95 1 0,35-83 0 0,1-36-1 0,12-12 1 0,-12 46 0 0,-36 50 0 0,0 35 0 0,0 83 0 0,-36 13 0 0,-24 10 0 0,13-58 0 0,35-72 2 0,12-70-4 0,23-39 0 0,25-9 1 0,24 0 0 0,-13 58 1 0,-47 60 1 0,-36 83-1 0,-36 84 1 0,1 24 1 0,23-60-1 0,48-96-3 0,24-94 2 0,0-95-2 0,0-26-1 0,-25 86 4 0,-11 70-2 0,12 12 0 0,12 84 1 0,0 71 0 0,0 47 1 0,-36-23 0 0,-12-48 1 0,12-83-1 0,0-119 0 0,12-60 0 0,24 37-4 0,-12 45 4 0,-12 38-1 0,0 59-1 0,0 83 1 0,36 24 0 0,-12-25 0 0,-24-69 2 0,-24-49 0 0,-12-72-1 0,24-12-1 0,24 73-1 0,12 71-1 0,0 59 2 0,-2-24 0 0,-9-59 1 0,-26-24 0 0,-45-59 0 0,-2 23 0 0,-11 24-1 0,23 35 0 0,36-23-1 0,24-23 0 0,48 12 0 0,23 58 0 0,-35 11 0 0,-12-8 1 0,-36-27 1 0,-48-46 1 0,-35-38-1 0,-1 26 0 0,36 23-1 0,25 12 0 0,23 35-1 0,23-23 0 0,1-12 1 0,0-23 0 0,-24 11 0 0,0 0 1 0,-12-1-1 0,12-46 0 0,12-37-1 0,36-22 1 0,-1 10 0 0,-23 24 0 0,-36 26 0 0,-11 22 0 0,-2 12 0 0,14 12 0 0,-12 0 1 0,-14-35-1 0,-10 35 1 0,11 12-1 0,11 25 0 0,25-25-1 0,0 0 1 0,13 46-1 0,10 26 1 0,25 11 0 0,-36-24 0 0,-12-46 1 0,-24-26 1 0,1-21-2 0,10 21 0 0,38 60-1 0,10 1 2 0,14-25-3 0,-26-23 2 0,-12 0 1 0,14 61-1 0,-14 10-2 0,-11-48 2 0,0-23 2 0,-47-71-1 0,-13-24 0 0,13 12 0 0,22 59-2 0,2 24 1 0,35 47-1 0,47 1-2 0,2 48 3 0,-14-1 0 0,-35-12 0 0,-48-47 1 0,-24-47 3 0,1-14-5 0,23 37 1 0,-13 24 0 0,38 0-2 0,35-36 1 0,24-36 3 0,35 24-4 0,1 24 1 0,-49 24 2 0,-35-36 0 0,-23-59-2 0,23-25-55 0,11 60-50 0</inkml:trace>
  <inkml:trace contextRef="#ctx0" brushRef="#br0">19744 5441 16 0,'-13'0'5'0,"-10"-36"18"0,23 24-18 0,0 12 0 0,23 0 6 0,26 0-2 0,22 0-5 0,48 0 0 0,59 0 4 0,85 0-3 0,34 0-3 0,12 12 1 0,-10-24 1 0,-13-22-1 0,-48 21-2 0,-95 1 1 0,-84 12-1 0,-94 12 3 0,-73 1-1 0,-71 10-3 0,-58 0 1 0,-61 2 0 0,-12-14-1 0,25-11 1 0,22-11 2 0,25 11-3 0,72-13 1 0,46 13-1 0,25 0 4 0,48 13-4 0,23-13 0 0,48 0 1 0,59 0-1 0,83 0 3 0,109 0 0 0,22 11-4 0,36 1 1 0,1-1 1 0,12-11 1 0,-37 0-1 0,-84 0-1 0,15-11 0 0,-121 11-1 0,-119 0 0 0,-72 11 4 0,-71 2-4 0,-47-1 4 0,-73-12-2 0,-58-12-2 0,-36-1 2 0,12 13 0 0,35 13 0 0,48-13 1 0,24 12-2 0,59 0 2 0,84-12-2 0,70 0 1 0,62-12-2 0,69 0-1 0,62-12 1 0,45 24 1 0,26-12 0 0,10-12-2 0,-34 24 1 0,-47-12 1 0,-49 12 0 0,-48-12 0 0,-35 12-1 0,-24 0 2 0,-12 12-1 0,0 13-2 0,11-14-41 0,1-11-46 0</inkml:trace>
  <inkml:trace contextRef="#ctx0" brushRef="#br0">16588 5596 1 0,'0'0'0'0,"13"-48"8"0,10 25-6 0,1 12 9 0,-24 11 22 0,0-25-7 0,0 0-5 0,-13 14-11 0,2 35-6 0,22 24 0 0,14 23 1 0,-1 23-2 0,-12 14 0 0,-24 0 0 0,-12-25 0 0,12-1 1 0,-1-45 0 0,13-1 0 0,0-1-5 0,0-11 3 0,0-1 0 0,13 2-2 0,-1-13 1 0,24 1 1 0,23-13-2 0,36 0 2 0,24-13-2 0,24 13-1 0,12 0 0 0,0 0 3 0,-12 0-3 0,36 0 2 0,11 0 0 0,1 0-3 0,22 0 1 0,50 0 3 0,11 0-5 0,22-12 2 0,3 12 1 0,-25 0-1 0,0 0 0 0,-1 12 1 0,2 1-2 0,-49-13 2 0,-35 11 0 0,-1-1 0 0,-11 3-1 0,-60-13 0 0,-36 0 1 0,-24-13 1 0,1 3-1 0,-13-1 1 0,13-14 0 0,-24-11 0 0,0-12-1 0,-12-35 1 0,-12-1 0 0,-1 0 0 0,1-10 0 0,-12 12 2 0,-23 21-3 0,11 14 1 0,1 11-1 0,11 12 0 0,-13 0 1 0,1 1-1 0,-24-1 0 0,-12 0 0 0,-24 24 0 0,-46-13 0 0,-25 13 0 0,-36-11 0 0,-23 11 1 0,-25-12-1 0,-34 1 1 0,-13-2 2 0,-12 1-3 0,-23 12 2 0,-13 0 0 0,-11 0-2 0,-1 12 3 0,72-12-3 0,24 13 0 0,12-13 2 0,11 0-1 0,13 0 0 0,35 0-1 0,12 23 0 0,12-23 1 0,13 11 0 0,22 2-2 0,13-13 2 0,36 12-1 0,34-12-1 0,2 12 0 0,-37 35-7 0,13 24-120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18601 5024 38 0,'0'-46'8'0,"-12"9"-4"0,12 24-2 0,0-33 1 0,0 10 6 0,0 0 2 0,-12 12-3 0,-48 11-4 0,-35 50-3 0,-12-1 1 0,24 23 0 0,11 14 1 0,37 32-3 0,23-9 0 0,47-37 1 0,25-34 0 0,11-37 1 0,1-72 0 0,11-71 0 0,-23 13-1 0,-25 45-1 0,1 26 0 0,0 0 0 0,-11-36 1 0,-25 36-1 0,0 47 1 0,0 48-1 0,-13 70 0 0,13 61 1 0,47-11 1 0,-24-12 1 0,-10-38 0 0,-13-33 0 0,0-40-3 0,0-31-76 0,0 10 42 0</inkml:trace>
  <inkml:trace contextRef="#ctx0" brushRef="#br0">19458 4989 40 0,'0'-11'15'0,"12"-26"-12"0,13-10-2 0,-14-1 1 0,-11 0 2 0,-11 13 0 0,-26-26-1 0,1 50-1 0,-23-1 1 0,10 12-1 0,-9 23-1 0,9 38 1 0,-9 33-1 0,22 2 0 0,24 0-1 0,24-37 1 0,24-34 1 0,-1-25 0 0,37-61 0 0,-14-22-1 0,3-24 0 0,-25 48-1 0,-13 9 1 0,-11 40-1 0,-12 10 0 0,12 47 0 0,-12 37 1 0,12-13-1 0,13-12 0 0,9-23 1 0,25-24-1 0,38-60 0 0,10-35-2 0,-25-35 2 0,-21-37 1 0,-26-24-1 0,-11 11 1 0,12 38-2 0,-11 94 2 0,-14 24-2 0,-11 48 1 0,-48 83 1 0,12 59-1 0,12 1-1 0,24-24 3 0,24-48-2 0,12-35 1 0,1-25 2 0,33-34-2 0,13-38-3 0,-36-21-23 0,-22-27-22 0,-25 50 20 0</inkml:trace>
  <inkml:trace contextRef="#ctx0" brushRef="#br0">19874 4536 63 0,'-34'-47'18'0,"45"47"-17"0,132-47 0 0,24 10-12 0,-60 14-49 0</inkml:trace>
  <inkml:trace contextRef="#ctx0" brushRef="#br0">20672 4894 40 0,'0'0'5'0,"36"-12"-3"0,24-36 0 0,-36-34-1 0,-24-15 0 0,-24 39 1 0,-23 8 0 0,-2 16 1 0,2 34-1 0,0 34 0 0,-13 62 1 0,1 13-1 0,11-4 1 0,24-9-2 0,24-37-1 0,24-47 2 0,35-58 0 0,13-38-2 0,-1 0 0 0,1 26 0 0,-25 33 2 0,-11 25 0 0,-25 12 3 0,2 35-3 0,-1 1-1 0,-12 0-1 0,11-13 0 0,-11-11-24 0,0-12-38 0</inkml:trace>
  <inkml:trace contextRef="#ctx0" brushRef="#br0">21364 4442 17 0,'0'-25'10'0,"-12"13"-3"0,-1 12-4 0,-46 37 7 0,-12 34-3 0,11 0-6 0,35 0-1 0,38 1 0 0,46 11 0 0,-11 1 0 0,0-25 1 0,-24-34-1 0,-60-14 3 0,-23 1 0 0,11-35-3 0,24-14-31 0,24 13 6 0</inkml:trace>
  <inkml:trace contextRef="#ctx0" brushRef="#br0">21626 4773 60 0,'-24'-10'20'0,"48"10"-20"0,70-36 1 0,-10 0-1 0,-36-12 1 0,-12 2-1 0,-25 9 1 0,-34 13-1 0,-25 1 2 0,-35 46 2 0,-12 25-2 0,22 59-1 0,50-12 0 0,35-11-1 0,59-26 2 0,25-33-1 0,23-61 0 0,0-47 0 0,-12-60 0 0,-12-59-1 0,-47 11 0 0,-25 48 1 0,-10 49 0 0,-13 34-1 0,-13 49-1 0,-10 45 0 0,-37 74 1 0,13 58 0 0,23 37 1 0,24-36 3 0,36-25-1 0,11-47 2 0,24-35-3 0,1-24 0 0,-12-59-4 0,-26-73-45 0,-21 24-15 0</inkml:trace>
  <inkml:trace contextRef="#ctx0" brushRef="#br0">22029 4358 86 0,'0'0'0'0,"13"-37"8"0,130 37-8 0,118-11-1 0,-34-1 1 0,-73-12-1 0,-93 0-4 0,-61 1-72 0</inkml:trace>
  <inkml:trace contextRef="#ctx0" brushRef="#br0">4513 5548 27 0,'-23'-13'9'0,"10"13"1"0,26 0 0 0,47-21-4 0,10-4 3 0,2 13 1 0,22-1-3 0,3 2-1 0,10-12 2 0,0 10-2 0,0 13-1 0,-1 0-3 0,37 13 0 0,13-13-1 0,11 11 1 0,-1 1 2 0,49-1-1 0,11-11-2 0,12 13 1 0,12-13-2 0,-1 0 1 0,2 0-2 0,0 0 2 0,22 0-1 0,0-13 0 0,-22 13 0 0,-13-11 0 0,-11 11 0 0,23-12-2 0,-12 12 2 0,0-11 1 0,-23-2-2 0,-26 13 1 0,-10 0 0 0,0 0 0 0,0 0 0 0,0-12-2 0,-13 12 3 0,-34-12-1 0,-14 12 0 0,2-11 0 0,-13 11-1 0,-24-12 1 0,-24 1 0 0,-35-14 1 0,-24 0 0 0,-24 14-86 0</inkml:trace>
  <inkml:trace contextRef="#ctx0" brushRef="#br0">1608 11323 4 0,'-25'-23'12'0,"-32"10"18"0,8 1-12 0,25 12-4 0,24 0 3 0,48-12-5 0,34-1-8 0,38 3 2 0,23 10-2 0,0-11-5 0,0-2 3 0,-36 1-2 0,-35 12 7 0,-49 0 0 0,1-12 0 0,-24-12-2 0,0 12-3 0,12 1-1 0,-12 11-1 0,-12 23-11 0,12 1-88 0</inkml:trace>
  <inkml:trace contextRef="#ctx0" brushRef="#br0">3632 11311 3 0,'0'0'11'0,"-12"-11"21"0,0-2-7 0,1 1-1 0,11 12-11 0,0-12-7 0,11 12-1 0,26 0 0 0,22 0-1 0,84 0-2 0,47-13 0 0,25 13 0 0,-37 0 0 0,-58 0 3 0,-61-10 6 0,-48-1-1 0,-11-2-5 0,13 1-3 0,-13 0-2 0,-13 24-10 0,2 24-111 0</inkml:trace>
  <inkml:trace contextRef="#ctx0" brushRef="#br0">7537 11418 5 0,'-11'-13'23'0,"-1"13"2"0,-11-11-10 0,10 11-2 0,-10 11-4 0,12 2-4 0,-2-1 3 0,1-12 4 0,24-12-3 0,12 12-5 0,47-13-2 0,1 13-1 0,35 0 0 0,72-11 0 0,59-12-2 0,23-1 1 0,-34 11 1 0,-60 2 1 0,-35-1 3 0,-62 1 4 0,-46-2-3 0,-12 1 3 0,-12 0-5 0,0-11-2 0,0 12-2 0,36 11-1 0,22 11-62 0,-45-1-3 0</inkml:trace>
  <inkml:trace contextRef="#ctx0" brushRef="#br0">11706 11275 4 0,'-24'0'10'0,"-36"12"12"0,26-12 3 0,9 0-14 0,37 13-1 0,48-13 2 0,59-13-5 0,71 1-2 0,37 12-3 0,22 0-2 0,-34-12 5 0,-25-1 6 0,-47-8-4 0,-24 8-3 0,-71 13-1 0,-24-12 1 0,-24 12 0 0,-24-12-4 0,12 12-2 0,24 0-109 0</inkml:trace>
  <inkml:trace contextRef="#ctx0" brushRef="#br0">16004 11394 1 0,'-36'0'3'0,"13"-12"10"0,0 12 12 0,11 0-14 0,-12 0 2 0,-12 0 4 0,-23 0-9 0,11 0-3 0,12 0-1 0,12 0 0 0,24 0 1 0,24 0-1 0,71-23-2 0,71 11-1 0,49 12 0 0,36-13-1 0,11 13 2 0,11-11-1 0,-22 11 0 0,-49 0 4 0,-71-12 4 0,-83 1 2 0,-37-14 1 0,-22 13-7 0,-25-11-3 0,11-1-2 0,14 12-6 0,11 37-119 0</inkml:trace>
  <inkml:trace contextRef="#ctx0" brushRef="#br0">1429 6525 63 0,'-84'-36'22'0,"61"36"-19"0,46 0 0 0,38 0 1 0,34 0 3 0,36 0 1 0,71 0 0 0,35-12 2 0,38 0-2 0,-1 12-1 0,12 0-3 0,-60 0-1 0,-47 0 0 0,-72-13-1 0,-47 13 1 0,-48 0 0 0,-48 0 2 0,-71-11-2 0,-72-1-2 0,-71 12 0 0,-73 0-1 0,-22 12 0 0,0-1 0 0,59 2-1 0,73-13 1 0,105-13 1 0,73 13 0 0,23 0-1 0,35 0 0 0,73-11 0 0,71-1 1 0,106 1 1 0,73 11 1 0,11 0-1 0,0-12 1 0,-11 12-1 0,-26 0-1 0,-81 0 0 0,-97-12 0 0,-93 12 0 0,-73 0 4 0,-71-13-3 0,-96 2 0 0,-118 11-1 0,-62-12 1 0,3 24-3 0,10 12 0 0,38-12 0 0,69 0 2 0,144-1-3 0,82-11 5 0,74 0-4 0,94-11 2 0,95-13-1 0,71 11 0 0,36 2 0 0,13 11 3 0,-47-12-4 0,-75 12 1 0,-68 0-1 0,-85-11 3 0,-71 11-1 0,-24 0 0 0,-35 0-1 0,-48 23-21 0,-50 36-147 0</inkml:trace>
  <inkml:trace contextRef="#ctx0" brushRef="#br0">5001 6394 72 0,'-94'-24'13'0,"-2"24"-4"0,37-12 15 0,35 1-8 0,24 11-10 0,58 11-1 0,98 1 0 0,94-24 1 0,119 1-3 0,60-2 0 0,24 1-1 0,-49 12 0 0,-70 12 0 0,-132 1-1 0,-130-2 1 0,-83-11 2 0,-121 0-2 0,-106-11 0 0,-72-14 0 0,-47 25-1 0,-37 0 1 0,-10 25-3 0,35-14 4 0,130 1-4 0,109-1-1 0,94-11 2 0,48 0 3 0,70-34-3 0,99 9 1 0,44-10-1 0,37 24-2 0,11 11 3 0,14 0-1 0,-25 0 2 0,0 11-4 0,-25-11 3 0,-56 0-3 0,-99 0 2 0,-107-11 4 0,-105 11-2 0,-157 0-2 0,-116 0 2 0,-63 21-2 0,-9 4-1 0,106 11 4 0,165-24-3 0,147-1-2 0,78-11 3 0,64 0-2 0,105 0 3 0,95-11-3 0,62-1 4 0,22 12-5 0,-1 0 2 0,-34 12 0 0,-84-1 0 0,-95-11 1 0,-83 0 0 0,-72 0 0 0,0 0 1 0,-72-11-2 0,-95 22 1 0,-83 2-1 0,-36 11 1 0,13-1 0 0,82-12 0 0,59 2-1 0,62-1 0 0,46-12 0 0,60 0 0 0,94 0 0 0,73-12-1 0,10-1 1 0,-81 38-7 0,-144 34-88 0,0-47 31 0</inkml:trace>
  <inkml:trace contextRef="#ctx0" brushRef="#br0">8979 6489 49 0,'-13'0'4'0,"-141"0"11"0,23 13 17 0,35-13-4 0,14-13-11 0,58 1-6 0,12 12-5 0,36-12-4 0,59-1-1 0,107 2 1 0,132-1-2 0,95 12 1 0,48 12-2 0,-61-1 4 0,-93-11-3 0,-121 0 3 0,-108-23 1 0,-69 12 0 0,-85-13-2 0,-118 0-1 0,-121 24 1 0,-70-12-1 0,-36 12 0 0,38 23 0 0,93 2 1 0,95-2-1 0,96-11-1 0,70-1 0 0,50-11 0 0,70 0 0 0,73-11 0 0,93-12-1 0,95 11 0 0,62 12 0 0,10 12 1 0,-58-1-2 0,-108 1 1 0,-143-1 2 0,-108-11-1 0,-106-11 2 0,-131 11-3 0,-107-12 5 0,-37 12-6 0,-11 12 4 0,24-1-2 0,119-11 2 0,107 13-2 0,107-1 1 0,131-24-4 0,120-12 3 0,129 1-1 0,25 11 1 0,-36 12 1 0,-94 0-3 0,-180 23 0 0,-142 13-43 0,24-24-48 0</inkml:trace>
  <inkml:trace contextRef="#ctx0" brushRef="#br0">12171 5929 107 0,'-72'-13'6'0,"12"26"-2"0,108-36 22 0,107-1-14 0,83-13-2 0,-47 26-6 0,-133 22-2 0,-104 26-28 0,34-13-91 0</inkml:trace>
  <inkml:trace contextRef="#ctx0" brushRef="#br0">13349 5585 73 0,'-24'-37'1'0,"-12"24"-1"0,13 13 8 0,-48 37 14 0,-1 58-1 0,36 49-11 0,13-2-7 0,35-24 0 0,35-34 0 0,37-60 1 0,23-48-1 0,-12-71 0 0,12 24-3 0,-46 48 0 0,-40 23-1 0,-31 59 1 0,-1 0 0 0,32 12 0 0,51-47 1 0,12-36 0 0,-25-47 1 0,-23-24-1 0,-47-1 0 0,-37 25-3 0,-12 47 1 0,-23 12 0 0,13 59 1 0,57 1-1 0,47-1 2 0,75-11-1 0,33-36 0 0,13-60 0 0,-24-46 1 0,-47-61-5 0,-60 0-2 0,-48 34 3 0,-24 63 1 0,12 34 1 0,23 48-3 0,3 95 4 0,-2 71 4 0,24-23 0 0,23-49-2 0,12-45-5 0,2-38-119 0</inkml:trace>
  <inkml:trace contextRef="#ctx0" brushRef="#br0">14469 5845 97 0,'-24'-34'3'0,"0"34"-2"0,60 23 13 0,-36 25 2 0,0 11-7 0,12 0-5 0,12-11-1 0,11-25-1 0,12-34 2 0,37-36-3 0,-25 0 3 0,-11-24-5 0,-36 34 2 0,-24 1-2 0,12 36 0 0,-12 48 1 0,12 23 2 0,12 1-2 0,12 11-7 0,13-24-54 0,-3-47-18 0</inkml:trace>
  <inkml:trace contextRef="#ctx0" brushRef="#br0">15027 5929 44 0,'0'0'9'0,"0"-47"19"0,0 47-12 0,13 47 5 0,-13 1-5 0,0 12-10 0,0-37 0 0,0-23-2 0,0-23 0 0,36-37-3 0,-13 12 0 0,2 14-2 0,-14 21 2 0,2 37-3 0,11 36 4 0,-1-13-3 0,-23 0 4 0,0-23-3 0,11-37 5 0,14-45-1 0,46-2-4 0,1 23-1 0,11 37 1 0,-59 37 0 0,-12 23-1 0,-12-25 1 0,12-23 1 0,24-24 0 0,10-59 0 0,-10 10 0 0,-11 51-1 0,-25 20-2 0,-12 63 3 0,-1-14-2 0,13-23 3 0,0-36 2 0,25-59-1 0,10-37-2 0,25 12 0 0,-12 61-1 0,-1 35-1 0,-35 49-1 0,-12-3 1 0,12-22 1 0,36-25 1 0,35-22 1 0,12-37-1 0,-23 36-1 0,-49 49-2 0,-46 34 3 0,-13-12-1 0,12-34-30 0,35-25-98 0</inkml:trace>
  <inkml:trace contextRef="#ctx0" brushRef="#br0">16398 6013 67 0,'24'-13'48'0,"-24"26"-38"0,-12 22-96 0</inkml:trace>
  <inkml:trace contextRef="#ctx0" brushRef="#br0">13314 7120 1 0,'11'-11'8'0,"26"-2"15"0,-3 1-7 0,15 37-2 0,22 46-5 0,-23 36-1 0,-24-12 0 0,-24-12-3 0,-60-35 5 0,-11-37-3 0,23-45 4 0,24-74 0 0,60-10-9 0,83 45-1 0,48 38-3 0,-1 22-15 0,-47 2-2 0,-59-1 15 0,-48 1 4 0,-24-2 3 0,0 1 2 0,12 48-3 0,0 58 1 0,-12 27 0 0,12-26 0 0,36-48 0 0,12-34 1 0,-2-50 0 0,3-58-2 0,-26 12 1 0,-23-1-3 0,-23 13 1 0,-49 23-1 0,1 35 0 0,-1 50-1 0,25 35 0 0,58 11 0 0,48-12 0 0,38-35 1 0,10-25 1 0,-25-45 0 0,14-14 2 0,-36-12-3 0,-24 13 0 0,-1 23 1 0,-11 11-1 0,-12 26 1 0,-12 34-1 0,24 1 0 0,-12 11-2 0,12-11 3 0,-13-12-1 0,13-24 2 0,-1-24-1 0,26-24 2 0,-14 0-4 0,1-22 4 0,12-3-4 0,-12 26 3 0,-25 23-4 0,-11 24 2 0,12 84-1 0,24-50 1 0,24 2 0 0,-2-24 1 0,14-24-1 0,-24-13 0 0,0-21 2 0,-24-26-2 0,-24-12 0 0,12 12 1 0,-12 37-2 0,-12 23 1 0,-1 0 0 0,13 36 0 0,0 11 0 0,13 1 0 0,10-1-1 0,1-10 1 0,12-14 1 0,0-12-1 0,23-11 0 0,13-34 0 0,10-26 1 0,3-12 0 0,-14 1 0 0,-48 48 0 0,-34 23-1 0,11 23 0 0,36 59-1 0,35 2 1 0,-11-13 0 0,-60-46 2 0,-60-25 4 0,-23-25-4 0,34-9-2 0,49 45-34 0,13 1-70 0</inkml:trace>
  <inkml:trace contextRef="#ctx0" brushRef="#br0">16862 7287 99 0,'-35'-36'8'0,"-37"36"3"0,60-12 9 0,12 12-15 0,84-25-2 0,58 25-1 0,13 13-2 0,-36-13 1 0,-23-13 1 0,-25 13-1 0,-59-11-17 0,-24-1-57 0,-1 12 22 0</inkml:trace>
  <inkml:trace contextRef="#ctx0" brushRef="#br0">17315 7084 9 0,'-24'-12'35'0,"12"12"4"0,24 0-18 0,36 48-6 0,-1 35-6 0,-23-35-2 0,-48-24 2 0,-95-24-7 0,-107 23-3 0,71 14-109 0</inkml:trace>
  <inkml:trace contextRef="#ctx0" brushRef="#br0">584 12918 65 0,'0'0'0'0,"-95"-35"33"0,71 35-23 0,60-12-2 0,59 12 3 0,48 12-3 0,11-12-2 0,-34-25-2 0,-74-9 0 0,-57-16-2 0,-60 29 2 0,23 21-1 0,36 11-1 0,48-1 0 0,36 3 0 0,-38-13 1 0,-45 12-1 0,-84 60-8 0,47-1-118 0</inkml:trace>
  <inkml:trace contextRef="#ctx0" brushRef="#br0">476 13728 102 0,'0'0'4'0,"-36"-12"2"0,36 12-2 0,72 0 7 0,83-12-4 0,24-12-3 0,-36 12-2 0,-48 1 0 0,-83-13 5 0,-60 11 4 0,-23 2-3 0,35 22-5 0,12 14-2 0,36-2 0 0,0-11 0 0,-24 12-3 0,-35 71-61 0,47-59-23 0</inkml:trace>
  <inkml:trace contextRef="#ctx0" brushRef="#br0">453 14834 120 0,'0'0'0'0,"-60"-23"11"0,60 35-9 0,60-12 4 0,95-12 0 0,11-11-1 0,-23 23-1 0,-83 0 0 0,-48-12 6 0,-24-1 1 0,-24 2-2 0,24 11-5 0,24 11-3 0,13 2 2 0,-14-1-2 0,-35 34-2 0,-47 15-79 0,59-49 7 0</inkml:trace>
  <inkml:trace contextRef="#ctx0" brushRef="#br0">18589 7168 14 0,'-12'-12'17'0,"24"-12"-6"0,36-12 0 0,-2-1-6 0,-21-9 2 0,-25 10 4 0,-59 0-4 0,-25 36-2 0,0 13-2 0,-46 105 6 0,81-22-7 0,38 0-2 0,22-38 1 0,14-22 1 0,35-72 1 0,34-59-1 0,2-23-3 0,-24 10 0 0,-38 24 2 0,-9 13-1 0,-25-13 0 0,-12 25 0 0,-1 47-1 0,2 72 3 0,-24 83 5 0,-1 47-2 0,12-47-1 0,24-60-1 0,12-47-2 0,0-47-46 0,-12-26-32 0</inkml:trace>
  <inkml:trace contextRef="#ctx0" brushRef="#br0">18887 7287 47 0,'-12'-12'7'0,"35"1"-5"0,25-26 4 0,0 1-2 0,-12 1-1 0,-25-1 0 0,-11 12-1 0,0-13 0 0,-23 27 1 0,-1-1-1 0,-1 11 0 0,-9 0 2 0,-3 11 1 0,-10 12 0 0,-1 37 0 0,13 22 3 0,11 14-5 0,24-37-1 0,46-34 2 0,15-25 0 0,-1-59-4 0,-13-1 0 0,0 49 0 0,-22 11 0 0,-25 46-2 0,0 2 3 0,23-37-2 0,25-11 4 0,22-47-3 0,15-24 0 0,-2-37-4 0,-23 3 4 0,-25-16-1 0,-35 14 0 0,12 0 2 0,0 48-3 0,-12 47-1 0,-24 48 4 0,-24 83 4 0,1 23-2 0,35-12 1 0,35-21-3 0,26-38 1 0,-2-35 1 0,2-36-1 0,-15-11-24 0,2-50-65 0,-36 61 64 0</inkml:trace>
  <inkml:trace contextRef="#ctx0" brushRef="#br0">19149 6941 50 0,'0'0'0'0,"-36"-47"10"0,84-1-6 0,105 12-2 0,28 36-20 0,-99 12-28 0</inkml:trace>
  <inkml:trace contextRef="#ctx0" brushRef="#br0">19827 7180 20 0,'0'0'2'0,"36"-24"-1"0,11-12 1 0,-22-12 4 0,-25 14 6 0,-25-16-3 0,-11 16-3 0,13 9-2 0,12 13-1 0,-13 12 0 0,0 12 1 0,-24 24 4 0,-11 24 0 0,11-1-4 0,24 13-1 0,24-14-2 0,12-21 2 0,24-24 1 0,23-74-4 0,13 1-1 0,-13 37 2 0,-23 46 2 0,-24 25 3 0,-12 0-3 0,36-23-4 0,59-14-71 0,-83-11 38 0</inkml:trace>
  <inkml:trace contextRef="#ctx0" brushRef="#br0">20971 6954 48 0,'0'-13'9'0,"0"1"15"0,-24 121 9 0,-12 56-12 0,-12 38-11 0,13-37-4 0,22-82-1 0,13-49-1 0,0-81 3 0,13-98-4 0,-1-106-5 0,23 24 2 0,25 95-1 0,11 83-1 0,25 85-2 0,-25 57 2 0,-59-12 2 0,-95-21 2 0,-72-25-2 0,23-1-43 0,109-35-71 0</inkml:trace>
  <inkml:trace contextRef="#ctx0" brushRef="#br0">21280 7013 76 0,'0'0'0'0,"36"-12"28"0,-24 60-7 0,12-13-11 0,-24 13-7 0,12-12 0 0,35-24-1 0,25-12 0 0,-14-48-2 0,-33-12-2 0,-14 1 1 0,-47 11 2 0,0 12-3 0,-10 13 1 0,22 23 1 0,0 35-1 0,12 25 1 0,-12 11 0 0,24-11-1 0,24-36 0 0,36-12 2 0,35-48 0 0,24-24 1 0,-24-11 0 0,-35 24-3 0,-36 10 1 0,-11 14 2 0,-13 23 0 0,-13 23 1 0,-23 25-1 0,24 12-2 0,0-13 1 0,48 1 0 0,1-25 0 0,20-23 0 0,16-47 0 0,-3 0 0 0,-9 23-3 0,-26 12 2 0,-11 37 0 0,-24 9 2 0,-24-10 2 0,-11 0-2 0,10-24 1 0,25-36-1 0,60-35-1 0,23 23 0 0,-11 48-1 0,-24 36-2 0,-36 35 0 0,0-23 2 0,-12-36 0 0,12 12-38 0,-24-24-63 0</inkml:trace>
  <inkml:trace contextRef="#ctx0" brushRef="#br0">22173 6596 102 0,'-36'-23'2'0,"36"46"-41"0,24-12-13 0</inkml:trace>
  <inkml:trace contextRef="#ctx0" brushRef="#br0">22840 6548 66 0,'0'-12'25'0,"0"-11"-8"0,12 70 6 0,-71 84-4 0,-25 48-6 0,25-36-4 0,47-47-6 0,24-37-2 0,11-36-33 0,-23-34-100 0</inkml:trace>
  <inkml:trace contextRef="#ctx0" brushRef="#br0">23055 6846 36 0,'35'-36'23'0,"-23"25"17"0,-35 11-6 0,-37 47-13 0,11 1-12 0,85 23-8 0,24 2-1 0,-24-2-1 0,-36-37 9 0,-83-9-1 0,-12-37-9 0,-2-48-116 0,86 48 75 0</inkml:trace>
  <inkml:trace contextRef="#ctx0" brushRef="#br0">22852 6644 109 0,'0'-37'55'0,"12"3"-33"0,155 9-19 0,71 25-63 0,-202 0-20 0</inkml:trace>
  <inkml:trace contextRef="#ctx0" brushRef="#br0">3191 10312 48 0,'-11'-13'7'0,"-50"-35"9"0,50 36-7 0,0 12-1 0,11 23 11 0,-12 2-4 0,0 34-5 0,12 37-2 0,12 23-2 0,0 36 0 0,23 23-4 0,-12 2 0 0,-10-4 0 0,10-21 2 0,2 25-2 0,-14-2 0 0,-11 25-1 0,-11-25-1 0,-14 13-1 0,25-12 1 0,25-1 4 0,-14 13-1 0,-11 10 1 0,-23 25-4 0,10-21 1 0,26-4 2 0,10-34 0 0,-11 22 0 0,-12 27 2 0,-12 22-3 0,12-1-1 0,12-22-1 0,24-12 4 0,-11-1 1 0,-25 36 1 0,-13-12-1 0,1 0-2 0,12-35 1 0,0-1 1 0,0 24-1 0,0 1-4 0,0-12 0 0,12-37-2 0,1 25 1 0,-26-156-5 0,1-58-72 0,12-96-33 0</inkml:trace>
  <inkml:trace contextRef="#ctx0" brushRef="#br0">3012 10406 30 0,'-11'-12'11'0,"-36"-12"-3"0,47 24-2 0,47 0 1 0,37-24 1 0,58 13 2 0,61-1-4 0,59-12-2 0,36-24-1 0,-49 25 3 0,-47 23-2 0,-59 0-3 0,-47 0 0 0,0 0-1 0,-14 11 0 0,14 1 1 0,-36-1-1 0,-1-11 1 0,12 13 0 0,-46-13-1 0,-14 12 1 0,-11 13 0 0,-11 9 1 0,-14 3-1 0,25 10-1 0,0 11 1 0,0 15-1 0,13 22 0 0,-13 13 0 0,23 34-1 0,-11 1 2 0,24 0-1 0,-12-12 1 0,0 24 0 0,-12 11 0 0,0 1 1 0,-24 24 1 0,12-13 0 0,-12 35-1 0,-12-8-2 0,-24 8 1 0,1 26-1 0,23-2-3 0,24-9 3 0,0 9 1 0,0-11 2 0,0 12 0 0,0-24 1 0,11 1-2 0,14-13 0 0,-2-11-3 0,13 11 2 0,-12-1 1 0,0-21 0 0,10 21-3 0,27 4 1 0,-1 8-1 0,-25-11 0 0,-12 13 1 0,2-12 0 0,-25-37-1 0,0-22 2 0,-36-14-1 0,0-23-2 0,1-13 0 0,-1-44-3 0,-47-146-65 0,47 37 17 0</inkml:trace>
  <inkml:trace contextRef="#ctx0" brushRef="#br0">3300 17693 45 0,'0'0'0'0,"-37"-12"3"0,25 24-1 0,24 22 5 0,36 16 1 0,47-3-4 0,35-23-1 0,62-13 1 0,22-11 5 0,24-11-4 0,-13-26-2 0,-33-10 2 0,-13-12 1 0,-26-1 1 0,-33 12-2 0,-25-11-8 0,-35-1 9 0,0-11 0 0,11-12 0 0,-11-25 2 0,-36-11 3 0,-24-13-1 0,-37 14-5 0,1-1-2 0,13-12-49 0,23 108-57 0</inkml:trace>
  <inkml:trace contextRef="#ctx0" brushRef="#br0">20887 9335 38 0,'0'-61'15'0,"24"-10"4"0,25 37-8 0,-15 34 4 0,-11 285 10 0,-10-59-19 0,10-12-1 0,-10-72 2 0,-1-46-3 0,-12-37-1 0,-25-46 2 0,-22-49-2 0,-24 12-3 0,11-13 2 0,0 3-2 0,13-26 0 0,35 24 1 0,1 24-1 0,45 36-1 0,-9 60 0 0,22 34 1 0,13-34 0 0,35-60 0 0,1-61 2 0,-2-21-1 0,-10-2-2 0,0 13-91 0,-73 36 41 0</inkml:trace>
  <inkml:trace contextRef="#ctx0" brushRef="#br0">20828 8788 66 0,'-24'0'2'0,"-35"105"-2"0,46-21 0 0,-11-60 9 0,-23-36 7 0,11-84-6 0,24-34-6 0,35-37-3 0,38 60 1 0,-2 83 4 0,25 48-1 0,23 95-1 0,-24 24-3 0,-11-24 0 0,-37-12-3 0,-35-36-41 0,0-58-26 0</inkml:trace>
  <inkml:trace contextRef="#ctx0" brushRef="#br0">20554 8906 58 0,'-12'0'14'0,"-12"-36"5"0,96-12 0 0,59 1-10 0,23 23-8 0,13 24-85 0,-143 0 54 0</inkml:trace>
  <inkml:trace contextRef="#ctx0" brushRef="#br0">21352 8680 84 0,'-24'0'5'0,"1"58"1"0,46 15-2 0,1-2 8 0,-37-23 0 0,2-24-6 0,11-24-1 0,0-61-3 0,36-21 0 0,23-2-2 0,1 49 0 0,-25 23 0 0,1 70 0 0,-13 3 2 0,2-1-1 0,-14-26 0 0,2-9 0 0,-2-13-11 0,25-60-112 0</inkml:trace>
  <inkml:trace contextRef="#ctx0" brushRef="#br0">22029 8537 101 0,'0'-36'31'0,"-10"36"-21"0,-38 11 2 0,-58 50 0 0,33 10-8 0,85-11-3 0,49-1-1 0,21 12 0 0,-22-23 0 0,-48-12 9 0,-84-11 0 0,13-38-6 0,23-24-1 0,24 14-48 0,12 23-92 0</inkml:trace>
  <inkml:trace contextRef="#ctx0" brushRef="#br0">20316 9192 28 0,'-61'11'5'0,"74"1"0"0,106 0 11 0,84-12-4 0,106-35-7 0,60-1-3 0,0-1-2 0,-35-9-1 0,-84-38 3 0,-95-46 2 0,-85-62-1 0,-70-22 1 0,-106 36 2 0,-84 34-3 0,-49 26 0 0,-59 35 0 0,-10 58-2 0,-50 109 2 0,-11 47-3 0,46 60 1 0,74 35-2 0,106 48 0 0,143-24-1 0,119-96 2 0,131-70 0 0,143-109-1 0,119-69-67 0,-428 70 38 0</inkml:trace>
  <inkml:trace contextRef="#ctx0" brushRef="#br0">20935 12561 33 0,'0'-59'14'0,"12"47"-11"0,1-1 11 0,-13 2 8 0,0-1-5 0,0 12-2 0,0 12-3 0,11 47-1 0,24 1-8 0,1-13-1 0,0-10 0 0,-12-26 0 0,-12 12 0 0,11-10 0 0,13-1-1 0,12-24 1 0,36-35-1 0,10-24 0 0,48-37 2 0,-70 61-2 0,12-3 0 0,-13 16 0 0,-23 22 1 0,-48 12 0 0,-12-12 1 0,0-1-2 0,12 13-12 0,48 50-64 0,-36-29 5 0</inkml:trace>
  <inkml:trace contextRef="#ctx0" brushRef="#br0">21268 13775 19 0,'0'0'4'0,"-12"-34"12"0,0 21-3 0,12-11 8 0,12 11-6 0,0 26-5 0,0 24-3 0,0 9-5 0,-24 26 1 0,12-14 0 0,25 26-2 0,22-36 0 0,-12-25-1 0,-11-23 2 0,36 0 0 0,46-46-1 0,50-13 0 0,22 9-1 0,-60 4 0 0,-82 21 1 0,-36 2 3 0,0-1-2 0,36 12-8 0,-11 12-61 0,-25 12 19 0</inkml:trace>
  <inkml:trace contextRef="#ctx0" brushRef="#br0">21411 15002 18 0,'0'0'21'0,"-12"-13"-7"0,72 13 11 0,47-47-9 0,47-11-15 0,37-3-53 0,-167 61 20 0</inkml:trace>
  <inkml:trace contextRef="#ctx0" brushRef="#br0">21209 15977 65 0,'-13'-23'6'0,"38"0"-6"0,118-36-1 0,34 9-61 0</inkml:trace>
  <inkml:trace contextRef="#ctx0" brushRef="#br0">21078 17359 30 0,'71'-71'27'0,"179"-36"-82"0</inkml:trace>
  <inkml:trace contextRef="#ctx0" brushRef="#br0">20960 9335 20 0,'-13'-24'10'0,"37"-13"-1"0,22-10-6 0,-10 12 11 0,-36-1 13 0,-11-1-5 0,-25 3-10 0,24 22-8 0,12 35-1 0,23 84 4 0,26 85-1 0,-25 57-1 0,-12 25 1 0,-12-35-1 0,0-73 0 0,0-95-1 0,0-48 3 0,-24-57-2 0,-24-50-4 0,-11 1 0 0,-1 35 0 0,12-23 0 0,0-1-1 0,12-11 0 0,25 35 0 0,11 35 0 0,0 13-1 0,11 0 0 0,2 84 2 0,23 37-2 0,-1-3 1 0,13-23 1 0,1-48 0 0,-15-35 2 0,14-83 0 0,12-48-1 0,-2 12-1 0,-9 35-1 0,-2 25 0 0,-11 11-1 0,-23 24 1 0,-13 60 1 0,0 59 1 0,-13 12-1 0,1-25 1 0,-12-33 3 0,0-38-1 0,13-23 0 0,11-11-2 0,0-25-22 0,23 12-127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1274 5798 12 0,'-11'-12'10'0,"-1"12"-9"0,12 0 0 0,12-12 14 0,-12 12 3 0,0 0-16 0,59-11 1 0,48-1 2 0,47-24-3 0,50 0 5 0,-2 36-2 0,12-12-3 0,14-11-1 0,-3-13 2 0,1 13-2 0,-23-2 0 0,-49 13 0 0,-59-1 1 0,-59 13-1 0,-36 0 11 0,-47 0-6 0,-72 0-5 0,-84 0 0 0,-24 13 0 0,-34-1-1 0,11 0 0 0,36-12 0 0,11 13 0 0,60 10 0 0,36 1-1 0,48 0 0 0,35-13 1 0,12-11 2 0,12-11-2 0,46-1 0 0,63-13 1 0,57 2 1 0,73-1-1 0,11 0-1 0,0 11 2 0,-37 3-1 0,-21-1 0 0,-73-14 0 0,-49 25 0 0,-57 0 3 0,-49-12 3 0,-59 12-6 0,-96 12 1 0,-82 24-2 0,-37 11-1 0,0-11 1 0,72 0 0 0,49-1-1 0,80-35 1 0,62 0 0 0,47 0-1 0,36 0 0 0,47 0 2 0,84-35 0 0,71-1 0 0,48 13 0 0,11-2 0 0,-34 13-1 0,-37 12 0 0,-37 0 0 0,-33-13 1 0,-61 13 0 0,-35-10 0 0,-13-1-1 0,-24-2 1 0,-23 13 0 0,13-12-1 0,-13 12 2 0,0 0-3 0,0 0 2 0,12 0-1 0,-1 0 0 0,-11 12-1 0,0-12 5 0,0 0-3 0,0 0-1 0,13 0 0 0,-13 13-1 0,0-26 3 0,0 1-2 0,0 24-126 0</inkml:trace>
  <inkml:trace contextRef="#ctx0" brushRef="#br0">22210 10478 19 0,'-25'-48'12'0,"-10"-12"7"0,22-11-2 0,2 11 0 0,22 37-7 0,-11 11-1 0,0-1 3 0,0 13-8 0,-11 60-1 0,11 47 0 0,11 48 0 0,13 36-1 0,-12-13 1 0,0-47 0 0,0-24 1 0,1-48-2 0,-13-22 2 0,0-24-1 0,-37-63-3 0,1-21 2 0,0 12-1 0,13-12-1 0,-1-1 1 0,-1 14-1 0,15 8 0 0,-2 27 1 0,12 23-2 0,0 0 1 0,12 48 0 0,-2 23 0 0,15 13 0 0,-14-1 0 0,14 12 0 0,-1-35 0 0,-1-26 1 0,1-21-1 0,0-36 3 0,12-49-1 0,12 1-1 0,-13-2-1 0,1 15 0 0,0 11 3 0,-2 10-4 0,-9 24 1 0,-14 3 1 0,-11 10 2 0,-11 0-2 0,-14-11-7 0,3 22-127 0</inkml:trace>
  <inkml:trace contextRef="#ctx0" brushRef="#br0">21256 9108 12 0,'-12'0'9'0,"-47"0"13"0,23 0-3 0,24-12 0 0,24 1-7 0,35-13 0 0,25-12-5 0,47-25-4 0,12 15 1 0,-23 10-1 0,-37 13-1 0,-35 23 0 0,-24 0-1 0,-12-13 2 0,-12 1-1 0,-12 12-2 0,-1 12 0 0,-22 12-1 0,-13-1 2 0,1 2-2 0,24-25 2 0,23 0-2 0,12 25 2 0,12 46-2 0,0 71 4 0,-2 1 1 0,3-47 1 0,-13-37 0 0,-13-36-1 0,3-11-2 0,-2-24-2 0,12 1-50 0,12-1-44 0</inkml:trace>
  <inkml:trace contextRef="#ctx0" brushRef="#br0">21911 9324 23 0,'-12'0'4'0,"12"-25"11"0,0 25-1 0,12-12-2 0,-1-1-5 0,14-10-2 0,-13-1 0 0,12 12-3 0,-12-11 0 0,0 0 0 0,-12-2 0 0,-12 0-1 0,0 2 0 0,0 12 0 0,-12 11 1 0,-12 0 1 0,13 11 0 0,-13 1 1 0,0 24 0 0,0 0-2 0,12 11-1 0,13 13 0 0,11-2 1 0,23-8-2 0,1-16 0 0,0-21 1 0,12-26 1 0,0-46-1 0,11 13-1 0,-23-4-1 0,0 16 2 0,-12 9-1 0,0 2 1 0,-24 58 1 0,12 25 2 0,0-12-1 0,12-13-3 0,23-10-1 0,1-14 2 0,12-47-23 0,11 11-50 0,-47 25 34 0</inkml:trace>
  <inkml:trace contextRef="#ctx0" brushRef="#br0">22161 9085 9 0,'0'-24'15'0,"12"11"5"0,25 2-3 0,22 59-10 0,-12 36 0 0,-23 10 0 0,-12-22-4 0,-24-37 1 0,-12-23 1 0,12-70-1 0,12-15-2 0,36 2-2 0,12 10 0 0,-1 15 0 0,-11 21 1 0,0 14-12 0,-24 35-78 0</inkml:trace>
  <inkml:trace contextRef="#ctx0" brushRef="#br0">22912 9144 31 0,'0'0'0'0,"-24"-25"20"0,24-21 2 0,12 10-12 0,0 0-4 0,-12 12 2 0,-24 1 1 0,-24 12-4 0,-11 11 0 0,-1 21-3 0,12 29 0 0,13 21-2 0,11-12 0 0,35-11 1 0,25-25-1 0,12-23 0 0,11-35 0 0,-11-37 1 0,-12 25-1 0,-24 0 1 0,-12 22 1 0,0 13-1 0,12 36 0 0,0 48-1 0,12 58 1 0,-12 25 2 0,-12-13 0 0,-24-58 2 0,-12-36 1 0,-24-36 2 0,1-48-5 0,23 12-2 0,0 1-1 0,36-1-34 0,61-13-75 0</inkml:trace>
  <inkml:trace contextRef="#ctx0" brushRef="#br0">23090 8964 42 0,'-11'0'13'0,"11"-10"17"0,0 10-14 0,59 0-9 0,0-24-5 0,1-13 0 0,-12 3 0 0,-36 21 0 0,-12-22 0 0,-23 12 0 0,-14 10 0 0,-23 26 1 0,1 33-1 0,11 38-1 0,24 12 0 0,37-25-1 0,34-48 2 0,36-12 0 0,2-45-2 0,-3-37 1 0,-22 0-19 0,-13-2-72 0,-47 62 67 0</inkml:trace>
  <inkml:trace contextRef="#ctx0" brushRef="#br0">23578 8382 31 0,'0'-36'33'0,"-12"1"-5"0,12 35-11 0,0 35-8 0,-11 49-1 0,-1 35-1 0,12 12 0 0,0-23-1 0,0-3-1 0,12-34-2 0,11-21-1 0,25-39 0 0,12-35-2 0,-1-13 1 0,13-34-12 0,-25-23-58 0,-47 58-6 0</inkml:trace>
  <inkml:trace contextRef="#ctx0" brushRef="#br0">23507 8549 36 0,'-36'0'20'0,"23"0"10"0,98-37-16 0,45 14-12 0,-10-13-2 0,-74 24 2 0,-46 1-4 0,-22 34-66 0,10-23 39 0</inkml:trace>
  <inkml:trace contextRef="#ctx0" brushRef="#br0">21447 9989 51 0,'0'0'0'0,"-155"13"19"0,72-2-13 0,23 1 19 0,1-1-3 0,22 14-12 0,26-13-5 0,59-12 0 0,94-60-1 0,156-35-1 0,131-36-5 0,71 12 1 0,24-12 2 0,-24 12 3 0,-72 12-2 0,-140 36-1 0,-134 23 1 0,-131 36-2 0,-70 12-3 0,-96 12-43 0,36 23-56 0</inkml:trace>
  <inkml:trace contextRef="#ctx0" brushRef="#br0">21328 10107 38 0,'-72'13'18'0,"-24"11"2"0,73-11 0 0,35-26 5 0,60-24-9 0,118-45-10 0,119-12-5 0,132-27-2 0,59 16 0 0,13-4-2 0,-14 13 4 0,-82 2 2 0,-131 33 0 0,-178 40 2 0,-97 8 4 0,-71 13-8 0,-34 0-56 0,45 0-38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9467 3333 4 0,'-13'-11'5'0,"-57"11"5"0,-13 0-8 0,23 0-4 0,-11-12 3 0,-26 24 5 0,-10 12 7 0,13-12-2 0,11 0 2 0,22-1 5 0,25 1-6 0,14-1-3 0,22-11-3 0,11 0 12 0,49 0-11 0,47 0-4 0,36-23-2 0,24 12 2 0,-1-13-3 0,25 11-1 0,-12 13 3 0,11 0-1 0,-11-11-3 0,23-1 4 0,24 1-3 0,13-2 0 0,-14 13 2 0,2-12 0 0,-13 12-1 0,12 0 1 0,-24 0-1 0,2 12-2 0,-27 1 2 0,-34-2 0 0,0 1 1 0,-23-1 0 0,-13-11-1 0,-11 13 0 0,-25-1 1 0,0 0-1 0,-35-12 5 0,-11-12 2 0,-14 12-2 0,-11 0-2 0,0-12-2 0,12-1-19 0,-1 26-108 0</inkml:trace>
  <inkml:trace contextRef="#ctx0" brushRef="#br0">12587 3322 11 0,'-12'0'4'0,"-36"-12"10"0,25 24-10 0,46-12-1 0,37 0 0 0,12 0 4 0,23 0 1 0,-13-12-5 0,-10 12 0 0,24 0 4 0,10-24 0 0,37 0-4 0,0-23 0 0,-23-1-3 0,-48 0 3 0,-37-23 2 0,1 12-1 0,12-37-1 0,-14 0 0 0,-34 14 0 0,-22-2-1 0,-27 1 2 0,-33 1-1 0,-14-2-2 0,-11 13 2 0,-12 21-1 0,-24-8-1 0,-24 11 1 0,-24 10-1 0,-22-10-1 0,-27 10 0 0,-21 14 2 0,-12-1-1 0,-1 12 0 0,-12 12 1 0,12 0 0 0,-12 12-1 0,0 12 2 0,0-12 0 0,37-1-2 0,22 14 1 0,13 11 0 0,-1 11-1 0,25-11 0 0,-1 12 0 0,12 11 0 0,25 0 0 0,11 25-2 0,36 11 1 0,47-11 0 0,37 11-2 0,-14 36 1 0,14-13 0 0,10 3 1 0,38-16-1 0,46-21 2 0,37-24-2 0,23-24 2 0,12-36-1 0,-1 0-1 0,-11-36 0 0,23 13-30 0,-69 10-65 0</inkml:trace>
  <inkml:trace contextRef="#ctx0" brushRef="#br0">3881 8656 19 0,'-58'-23'16'0,"-25"-14"6"0,47 14-3 0,11 12-1 0,14-2-2 0,35 26-3 0,83-2-5 0,131-11 0 0,130 10-2 0,74 3-3 0,11-13 3 0,47-13-2 0,36-8 0 0,-12-16-5 0,-108 1 3 0,-142 25-1 0,-155 11 1 0,-108 11-2 0,-34-11 2 0,-48 0-1 0,-96 0 0 0,-119 0 2 0,-118 23-2 0,-85 2 1 0,-24 0-1 0,14 9-1 0,23 14-2 0,22-12 2 0,86-12-1 0,83-1 1 0,106-23 1 0,131 0 0 0,72 0-1 0,106 0 0 0,109-12 0 0,130-23 2 0,143-1-2 0,-24 12 3 0,25 12-2 0,-13-13-3 0,-36 4 0 0,-71 8 1 0,-48-11-1 0,-83 11 1 0,-96 2 2 0,-70-12 0 0,-36 10 0 0,-24-11 2 0,-26 13 0 0,-10-12-4 0,-34 57-63 0,22-22-11 0</inkml:trace>
  <inkml:trace contextRef="#ctx0" brushRef="#br0">16601 6013 2 0,'0'-13'5'0,"11"-10"16"0,-11-13 11 0,0 11-7 0,0 4 2 0,0-4-11 0,23 25-10 0,13 36 0 0,-11 24 2 0,22 22-2 0,37 25-1 0,11 14 1 0,-24-27 1 0,-35-12 3 0,-13-9-1 0,13-2-2 0,-12-23-2 0,-12-35-1 0,0-13-1 0,0-13-3 0,1-24-14 0,-2-10-19 0,-11-24-79 0,0 59 72 0</inkml:trace>
  <inkml:trace contextRef="#ctx0" brushRef="#br0">17100 5882 28 0,'0'0'6'0,"-12"-37"4"0,24 14 8 0,-12 23 9 0,0 0 12 0,-12 0-29 0,-11 36-5 0,-1 12 1 0,-24 12 4 0,1 11-4 0,-1 0-4 0,0 24 1 0,1-22-1 0,-1-2 1 0,-11 0 5 0,11-12-2 0,24 12-4 0,1-23 1 0,10-12 3 0,2-11-2 0,-2-4 3 0,2-8-5 0,-1-13 0 0,-1 0-2 0,13-34-27 0,36 21-119 0</inkml:trace>
  <inkml:trace contextRef="#ctx0" brushRef="#br0">16231 7763 0 0,'0'0'1'0,"0"-13"0"0,0-10 1 0,0 12 5 0,0 11 3 0,0 0-4 0,0 0-2 0,0-13-2 0,0 13 3 0,0 0-1 0,0 0-1 0,0-12-2 0,0 12 5 0,0 0-4 0,0 0 2 0,0-12-3 0,0 12 0 0,0 12-1 0,0-24 3 0,12 12-2 0,-12 0-2 0,0 0-3 0,13 12-55 0</inkml:trace>
  <inkml:trace contextRef="#ctx0" brushRef="#br0">16207 7727 0 0,'0'-11'0'0,"0"-2"0"0,0 13 1 0,0-12 7 0,0 12 1 0,0 0-2 0,0-12-4 0,0 1 0 0,12 11 1 0,-12 0-1 0,0-12 4 0,0 12-4 0,0 0-2 0,12-11-1 0,-12 11 2 0,0 0 0 0,0 0 0 0,0 0 5 0,0 0-3 0,0-13-2 0,0 13-1 0,0-12-1 0,0 12 1 0,0 0 4 0,0-12-1 0,0 12-3 0,0 0 6 0,0 12-6 0,-12 0 0 0,12-12 0 0,0 0 0 0,0 13 0 0,0-13-2 0,0 0 3 0,0 0-1 0,0 0 0 0,0 11-1 0,-12-11 2 0,12 0-3 0,0 12 2 0,0-12-1 0,0 11 0 0,-12-11 0 0,12 12 1 0,0-12-1 0,0 12 1 0,0-12-2 0,0 0 1 0,0 13 1 0,0-13-1 0,0-13 2 0,0 13-2 0,0 0 0 0,0-12 0 0,12 12 1 0,-12-12-1 0,0 12 0 0,0-11 1 0,0-1-1 0,0 1 0 0,0-2 1 0,-12 13-1 0,12 0 0 0,0 0 0 0,0 0 0 0,-12 0 0 0,12 0 1 0,0-12-1 0,-11 12 0 0,11 0 0 0,0 0 0 0,0 0 0 0,-12 0 0 0,12 0 0 0,0 0 0 0,-13 0 0 0,2-12 1 0,-25 12-1 0,0-13 0 0,1 26 0 0,-1-13 0 0,11 24 0 0,2 35-1 0,-12 25 1 0,11-1 0 0,12-23-1 0,12-13 1 0,24-23 0 0,10-24 0 0,2-24 1 0,13-23-1 0,-2-25 1 0,0-24-1 0,2 2 0 0,-26 22 1 0,-11 12-2 0,0 1 3 0,-24 13 0 0,12-15-2 0,0 49 0 0,0 1 0 0,-12 34-1 0,12 25 0 0,-11 36-1 0,-1-2 1 0,12 14 0 0,0-1 1 0,12-37 1 0,23-21-3 0,-11-13 4 0,1-24-3 0,-2-11 1 0,13-14 0 0,-13 0 1 0,37 4-2 0,-2-4 1 0,-9 13-1 0,-13-12 0 0,-13 1 2 0,1-14 0 0,-11 14-1 0,-13-13 0 0,0 11 1 0,-13 2-2 0,2 12 2 0,-2 11-1 0,-10-12-1 0,-1 35 1 0,-12 0 1 0,24 27-3 0,-1 8 3 0,3 2-1 0,-2-12 0 0,12-25-1 0,12-23 3 0,34-59-1 0,3 34-1 0,-26 25-1 0,-10 50 1 0,-2-16 0 0,13-22 0 0,24-24 1 0,35-59-1 0,1-24 0 0,11-24 0 0,-37 10 0 0,-22 27 1 0,-23-1-1 0,-26 11 0 0,2 25 0 0,11 47 0 0,-25 12-2 0,-9 59 2 0,-3 25-1 0,14 22 0 0,10 1 0 0,13-23 1 0,36-14 0 0,1-21 0 0,10-38 1 0,25-23-1 0,-1-34 1 0,13-16-1 0,-25 3 0 0,-35 0 0 0,-24-1 1 0,0 12-1 0,-12 13 0 0,0 11 0 0,0-1 1 0,-1 13-1 0,2 0 1 0,-1 0-1 0,-24 25 0 0,-11 34-1 0,23 1 1 0,12-12 0 0,36-37 0 0,24-22 1 0,11-2-1 0,-23 26-1 0,-12-2 1 0,0 1-2 0,0-24-38 0,-36-12-24 0</inkml:trace>
  <inkml:trace contextRef="#ctx0" brushRef="#br0">16958 7346 80 0,'0'0'3'0,"35"-36"8"0,108 1 7 0,-12 24-11 0,-71 11-6 0,-48 11-5 0,-24 1-104 0</inkml:trace>
  <inkml:trace contextRef="#ctx0" brushRef="#br0">18411 6502 19 0,'-13'0'5'0,"-11"-13"6"0,-12 13 13 0,0 0-8 0,0 13-3 0,36-13-9 0,0 11 0 0,13-11 1 0,23 12 0 0,36-12 1 0,82-12-3 0,49 1-2 0,22 11-4 0,-10 0 6 0,-24-13 1 0,-48 13 0 0,-24-12 0 0,-25 12-4 0,2-12 0 0,-60 12 1 0,-12 0 0 0,-24-13-19 0,0 2-50 0,-13 11 28 0</inkml:trace>
  <inkml:trace contextRef="#ctx0" brushRef="#br0">19506 6310 23 0,'-11'0'16'0,"-26"-13"-3"0,25 3-1 0,12 10-2 0,36 10 8 0,11 27-11 0,61 10-2 0,11 1-5 0,-1 0 1 0,-82 11 7 0,-59 1 5 0,-72-12-4 0,-2-24-3 0,27-14-5 0,33 3-1 0,14-13-68 0,12-13 4 0</inkml:trace>
  <inkml:trace contextRef="#ctx0" brushRef="#br0">20721 5895 25 0,'0'-13'18'0,"0"-11"13"0,0 0 2 0,0 12-12 0,24 24-14 0,23 36-1 0,-24 36-2 0,25-13 1 0,-12-12-3 0,12-23 0 0,-12-13-1 0,-2-23 2 0,2 0-1 0,1-34-1 0,-13-3 0 0,-1-10 0 0,0-13 0 0,2 24-1 0,-25 11 0 0,0 4 0 0,-12-16 1 0,12 13-1 0,12 12 0 0,-12 12 0 0,0 12-1 0,-12 36 1 0,-1 47 1 0,-10 36 0 0,0 12-1 0,-1-13 4 0,0-22 3 0,0-49 0 0,12-34 0 0,-1-25-2 0,13 0-1 0,13-25-2 0,-13 2-3 0,0 0-69 0,0 10-27 0</inkml:trace>
  <inkml:trace contextRef="#ctx0" brushRef="#br0">20434 7524 5 0,'0'0'0'0,"-11"0"7"0,11-11 18 0,0 11-8 0,11-23-3 0,2-2-6 0,22-21-1 0,1-15-4 0,0 1-3 0,-12 13 0 0,-2-24 3 0,-9-13-1 0,-13 26-1 0,0 33 0 0,12 0-1 0,-1 14 1 0,-11 11 2 0,0 11 4 0,0 39-2 0,-11 21-3 0,-1 11 0 0,12 2 4 0,12-1-1 0,-1-11-4 0,-11-12 4 0,25-37-4 0,-1-23 1 0,36-12-2 0,10-49-40 0,-34 15-34 0</inkml:trace>
  <inkml:trace contextRef="#ctx0" brushRef="#br0">20411 7227 53 0,'-11'-24'3'0,"45"-11"-2"0,98-1-2 0,34 13 1 0,-47 10-55 0</inkml:trace>
  <inkml:trace contextRef="#ctx0" brushRef="#br0">21078 7490 35 0,'-12'0'5'0,"36"-25"-5"0,-12-34 1 0,0-1 3 0,11 12-1 0,-11 1-2 0,-1-1 1 0,-22 13 2 0,-1 10 4 0,-11 25-3 0,-1 0 0 0,-13 48 1 0,-10 12-2 0,1 24-1 0,46-50-2 0,-37 74 3 0,37-84-2 0,12-12 1 0,47-35-2 0,-11-37-1 0,12 12 1 0,-13 1-1 0,-23 22 1 0,-12 13-2 0,-12 24 0 0,0 13 3 0,0 9-2 0,11 16-1 0,14-29 3 0,10-8-2 0,-11-13 1 0,24-34 1 0,-1-3-1 0,1-23 0 0,-12 13-1 0,-24-14 2 0,-12 15-2 0,0 21 1 0,0 2 0 0,0 23-2 0,-12 0 0 0,12 0 2 0,-12 0-1 0,12 0 1 0,-12 0-1 0,0 0 1 0,0 12-2 0,12-12 3 0,0 11-3 0,12 14 1 0,24-13 1 0,0 22-1 0,-1 16-1 0,-24-16 1 0,2 3 0 0,-1-3 0 0,-12-21 0 0,36-13 1 0,23-13-2 0,25-21 3 0,23-3-2 0,-48 3 1 0,-11-3-1 0,-36-10 1 0,0 10 0 0,-12 14-1 0,-24 23 0 0,0 0 0 0,-12 12 0 0,2 12 0 0,9 11 0 0,-11 13-1 0,12-23 1 0,24-2 0 0,12-12 0 0,24-11 0 0,1-23 0 0,-3 23 0 0,-11 23-1 0,14 98-1 0,-13 32 1 0,-36 2 0 0,-24-71 2 0,-11-49 4 0,-37-60 0 0,13-46-2 0,35-11-1 0,36-2-2 0,48 13-2 0,35-2-4 0,36 2-3 0,12 0 8 0,-12-13 0 0,-24 26 2 0,-47 11-1 0,-24 10 0 0,-48 14 2 0,-24 23 0 0,-11 47-1 0,11 37 0 0,36 11 0 0,36-35 0 0,48-49 2 0,23-22-3 0,12-49 1 0,-12-47 1 0,0-73-1 0,-35 14-1 0,-36 47 1 0,-24 73 0 0,-11 46-3 0,-38 82 2 0,2 62 1 0,34 22-1 0,61-47 0 0,0-12-1 0,24-60-28 0,-25-59-59 0</inkml:trace>
  <inkml:trace contextRef="#ctx0" brushRef="#br0">22553 6941 77 0,'-71'-35'23'0,"108"23"-11"0,141-12-9 0,-11 24-4 0,-97 0 1 0,-70 13-44 0,0-13-3 0</inkml:trace>
  <inkml:trace contextRef="#ctx0" brushRef="#br0">15659 8311 47 0,'0'-36'5'0,"-36"0"11"0,-23 83-2 0,-36 85 2 0,36-1-11 0,82-13-5 0,85-58-41 0,-62-49-13 0</inkml:trace>
  <inkml:trace contextRef="#ctx0" brushRef="#br0">16064 8407 51 0,'0'-61'1'0,"0"-46"3"0,-23-1 30 0,-1 85-8 0,11 117-14 0,2 98 0 0,-14 58-4 0,2-24-3 0,46-23-4 0,38-96 2 0,-37-95 4 0,-13-131-1 0,-22-95-5 0,-49 35-1 0,-11 119-1 0,11 48 1 0,12 12-1 0,48 12-1 0,72-36 2 0,83-10-1 0,-13-3 1 0,-10 1 0 0,-73-23 2 0,-47-1 0 0,-49 13-2 0,-9 35 0 0,-26 58 0 0,24 38-1 0,37 0 1 0,58-26 0 0,60-21-1 0,36-37-15 0,-11-24-26 0,-37-10-65 0</inkml:trace>
  <inkml:trace contextRef="#ctx0" brushRef="#br0">16827 8489 9 0,'0'-24'13'0,"35"-23"-4"0,12 11-3 0,-22 11-1 0,-25 2 4 0,-12 23 1 0,-24-11-2 0,-13 22 1 0,3-11-4 0,22 12-1 0,0 12-1 0,0 0-1 0,12 12-2 0,-11-1 1 0,10-11-1 0,26-1 1 0,-1-10 1 0,-1-13 0 0,25-13-1 0,-12 13-1 0,12 0 1 0,-2 13-2 0,-9 11 2 0,22-11-1 0,13-26 1 0,-13-47 0 0,2-11 1 0,-2-36-1 0,2-2 1 0,-38 63-1 0,-22 10-2 0,-2 24 2 0,1 35-2 0,-12 48 1 0,12 61 1 0,12-13 0 0,48-10-21 0,-35-98-62 0</inkml:trace>
  <inkml:trace contextRef="#ctx0" brushRef="#br0">17005 8394 70 0,'-25'-12'8'0,"14"0"7"0,58-24-10 0,61 13-4 0,11 23-36 0,-83 12-23 0</inkml:trace>
  <inkml:trace contextRef="#ctx0" brushRef="#br0">17351 8370 18 0,'0'-36'20'0,"-12"25"-1"0,12-13-4 0,0 11-2 0,0 26 0 0,0 34-1 0,-12 25-7 0,12-25-2 0,0-23-2 0,24-12 3 0,11-12-1 0,1-36 0 0,11-22-3 0,-10 21 1 0,-26 24-1 0,-11 13 1 0,0 37 1 0,-11-1-2 0,22-1 1 0,12-22 0 0,2-2 1 0,-14-22 1 0,14-26-2 0,22 3 0 0,13 21-2 0,-13 49 1 0,-35-1-1 0,-12-11 2 0,-35-24 2 0,24-48-1 0,22-23 0 0,71 35-5 0,2 25-5 0,0 22 2 0,-49-11 5 0,-11-11 2 0,-12-13-1 0,-12 11 0 0,0 13-1 0,-36 25 1 0,-11 10 0 0,11 13 0 0,23-24 0 0,62-24 2 0,47-24 0 0,10 12-3 0,-34 48 0 0,-50 11 1 0,-22-11 1 0,-10-36-43 0,20-36-38 0</inkml:trace>
  <inkml:trace contextRef="#ctx0" brushRef="#br0">18470 7942 93 0,'24'0'10'0,"83"118"4"0,0 133 1 0,-143 34-11 0,-107-143 1 0,-84-92-4 0,73-50-118 0</inkml:trace>
  <inkml:trace contextRef="#ctx0" brushRef="#br0">14183 6394 38 0,'-25'-36'11'0,"25"-12"-3"0,36-36 2 0,0 2-5 0,-12-14-1 0,0 1 3 0,-12-36 5 0,-1 36-10 0,-11 24 6 0,0 34 1 0,-11 26-2 0,11 35-5 0,-12 84 0 0,12 105 1 0,0 110-3 0,23 21-1 0,13-94 1 0,12-71 3 0,0-72-1 0,1-36-1 0,-26-47 4 0,-12-48 1 0,-11-60-2 0,-23-10-2 0,-61-1-1 0,-24 24 0 0,-10 10 0 0,47 26-1 0,59-24-1 0,59-1 1 0,36 12-1 0,-12 1 1 0,13 10-1 0,-36 3-17 0,12-3-53 0,-25 13 10 0</inkml:trace>
  <inkml:trace contextRef="#ctx0" brushRef="#br0">14886 5715 49 0,'-25'-36'5'0,"-9"36"8"0,-27 72 13 0,-34 130-15 0,24 48-7 0,71-47-1 0,35-49-3 0,25-46 1 0,11-61 1 0,1-59-21 0,23-84-56 0,-83 73 55 0</inkml:trace>
  <inkml:trace contextRef="#ctx0" brushRef="#br0">14921 6000 48 0,'0'-23'10'0,"24"23"20"0,36 48-2 0,11 71-17 0,1 0-5 0,-1 59-5 0,-59-142-37 0,-12-48-59 0</inkml:trace>
  <inkml:trace contextRef="#ctx0" brushRef="#br0">15088 6084 78 0,'0'0'0'0,"-25"-47"10"0,61 47 10 0,-36 47 5 0,-23 61-10 0,-36-3-9 0,-1-8-5 0,12-26-3 0,25-34-43 0,23-26-54 0</inkml:trace>
  <inkml:trace contextRef="#ctx0" brushRef="#br0">15172 5763 69 0,'11'-60'7'0,"73"47"0"0,11 121 19 0,-36 154-7 0,-59 48-7 0,-23-73 4 0,-25-82-5 0,0-59-7 0,-12-60-6 0,24-72-70 0,36 0-9 0</inkml:trace>
  <inkml:trace contextRef="#ctx0" brushRef="#br0">16004 5966 73 0,'0'0'0'0,"-23"-37"20"0,23 37-11 0,-24 60 3 0,-1 11-2 0,25-47-1 0,36-37 2 0,13-58-5 0,-37 37 7 0,-24 34-11 0,-1 0-8 0,2 23-98 0,-1-12 61 0</inkml:trace>
  <inkml:trace contextRef="#ctx0" brushRef="#br0">15993 6406 83 0,'0'0'5'0,"-25"-12"1"0,25 12 14 0,0 12 2 0,-11 11-11 0,11 25-7 0,11-12-3 0,38-13 1 0,-2-23 2 0,-36-11 0 0,-11-12 1 0,-11-27 1 0,0 27-1 0,11 23-1 0,0-11-1 0,-12 11-4 0,-36 0-36 0,0 0-87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  <inkml:brush xml:id="br1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8015 7440 23 0,'-96'13'20'0,"25"-1"-5"0,23-12 20 0,48 0-12 0,48 12-5 0,83 12-8 0,107-24 1 0,36 0-3 0,-24-11-3 0,-82 11-2 0,-122-13 1 0,-81 1-1 0,-144 12 1 0,-71 0-3 0,12 0-1 0,35 12 3 0,60 1 0 0,59-2-3 0,61 12 0 0,59-10 3 0,119-26-1 0,94-10 0 0,14 12-1 0,-74-2-1 0,-117 13 0 0,-95 0 3 0,-120 0-1 0,-106 13 0 0,-39-2 0 0,50 12 0 0,59 2-3 0,97 10 2 0,164-24-1 0,110-22 2 0,33-12-2 0,-10 11-4 0,-72 0 6 0,-119-1-3 0,-84 26 1 0,-130 11 1 0,-72 10 1 0,47-21-1 0,97-1-1 0,118-12 0 0,107-12 1 0,83-1-1 0,12 2 0 0,-34-12-2 0,-61 11 2 0,-71-13 0 0,-25 14 1 0,-22-1 0 0,-1 1-1 0,-1 11 0 0,13 0 0 0,0 11 0 0,0 12-5 0,13 37-155 0</inkml:trace>
  <inkml:trace contextRef="#ctx0" brushRef="#br0">15457 6941 18 0,'0'0'0'0,"-36"-35"22"0,25 23-6 0,11 1-6 0,11 22 4 0,12 1 3 0,2 11-4 0,11 13-3 0,23-13-4 0,36 2 0 0,12 0-2 0,1-14 0 0,11 12-1 0,-1 1 0 0,2-24 0 0,11-12 1 0,12 0-4 0,-13-1 1 0,-10 3 1 0,11-1-1 0,-12-14-1 0,0 0 0 0,-12-9 1 0,1-14 0 0,-14 12 1 0,2-12-2 0,-13 1 1 0,1-13-1 0,-25 13 2 0,-23-14-3 0,-13 2 3 0,-10 0 0 0,-1-1 0 0,-12-11-2 0,-25 0 0 0,-22 23 3 0,-24-12-4 0,-24 2 3 0,-13 21-3 0,-24 13 2 0,-21 1-1 0,-14-1 3 0,12 24-4 0,-12-13 3 0,1 13-2 0,-13 0 1 0,-12 13-1 0,12 11 1 0,1 23-3 0,24-10 4 0,11 45-4 0,12 2 2 0,23 10-2 0,24 27 4 0,2 21-3 0,57 1 1 0,38-1 0 0,58-12-1 0,48-33-1 0,36-39-1 0,71-33-10 0,95-50-71 0,-189 2 15 0</inkml:trace>
  <inkml:trace contextRef="#ctx0" brushRef="#br0">17957 16562 58 0,'0'-36'6'0,"13"-24"13"0,-1 25-4 0,-24 12-3 0,-60 23-1 0,-35 11-1 0,-24 12-4 0,60 14-5 0,47 58-2 0,71-48 0 0,25-34 7 0,-12-13-7 0,-1-60 2 0,-11-72 5 0,11-34-1 0,-23 11-1 0,-25 24 0 0,-22 36-2 0,11 59-1 0,0 60-3 0,-25 120-1 0,14 69-1 0,-1-22 0 0,24-48 1 0,-1-60 6 0,38-47-82 0,-37-48 17 0</inkml:trace>
  <inkml:trace contextRef="#ctx0" brushRef="#br0">18184 16479 28 0,'0'0'23'0,"0"-13"14"0,72 1-27 0,10-23-3 0,-33-1 0 0,-38-23 1 0,-35 22 0 0,-23 37-1 0,-14 48-2 0,3 36-3 0,34-24-2 0,36-1 0 0,48-35 2 0,22-12-5 0,14-73-77 0,-49 38 26 0</inkml:trace>
  <inkml:trace contextRef="#ctx0" brushRef="#br0">18732 16287 5 0,'24'-23'37'0,"-24"-1"6"0,-36 12-23 0,-35 37-2 0,-13 46-12 0,48 13-6 0,48-13-1 0,36-24 1 0,23-23 3 0,25-36 0 0,10-47 3 0,14-12-2 0,-49 10 0 0,-35 14-1 0,-24 34 2 0,-24 13-2 0,-12 71-2 0,24 13-3 0,48-13 3 0,-12-34-2 0,-1-37-44 0,13-48-62 0</inkml:trace>
  <inkml:trace contextRef="#ctx0" brushRef="#br0">19243 15954 83 0,'-72'0'4'0,"50"0"9"0,34 0-21 0,11 0-59 0</inkml:trace>
  <inkml:trace contextRef="#ctx0" brushRef="#br0">19554 16240 38 0,'34'-47'21'0,"-9"11"16"0,-13 11-13 0,-24 14-12 0,-36 11-5 0,-22 36-4 0,21 10-3 0,37 15 0 0,60-1-1 0,24 11 1 0,-49-24 0 0,-46-23 2 0,-61 0-1 0,36-24-1 0,37 0-29 0,58-11-50 0,-23-14 44 0</inkml:trace>
  <inkml:trace contextRef="#ctx0" brushRef="#br0">19780 16253 15 0,'83'-50'38'0,"-23"4"12"0,-48 46-23 0,-12 12-16 0,-36 35-7 0,11 13-3 0,25-12-1 0,13-14 0 0,23-9 1 0,23-37 1 0,14-12 0 0,-16-11-1 0,-8 23-1 0,-37-1 1 0,-12 26-1 0,12 22 0 0,22-23 0 0,15-1 1 0,10-34 0 0,-35-12 2 0,-12-12-2 0,-24-3 0 0,-23 28-1 0,-13 10 0 0,-1 24 0 0,3 10-2 0,46 3 2 0,71-37 0 0,1 12 1 0,-13 37-3 0,-11-3 2 0,-1-9 1 0,25-50-2 0,22-22 2 0,-9-12 0 0,-74 59-2 0,-11 35-1 0,47 13 4 0,49-36-4 0,-60-48-81 0,-36 24 33 0</inkml:trace>
  <inkml:trace contextRef="#ctx0" brushRef="#br0">20268 15646 118 0,'-107'-37'19'0,"58"37"-20"0,110 0-35 0,-15 0-50 0</inkml:trace>
  <inkml:trace contextRef="#ctx0" brushRef="#br0">21590 15550 35 0,'0'0'0'0,"0"-59"24"0,0 59 6 0,-13 82-8 0,2 96-13 0,-14-23-6 0,25-71 0 0,36-60 2 0,48-72-2 0,11 25-3 0,-71 57-1 0,-59 39 1 0,-73-25 2 0,12-37 0 0,60-82 1 0,36 35-3 0,49 48-2 0,34 24 1 0,60-25 0 0,12-58 1 0,-25-24 0 0,-81 34 2 0,-73 50 8 0,-37 58-6 0,51 0-4 0,56-11 0 0,50-36-1 0,0-60 4 0,-73-35 0 0,-70-1-1 0,-60 25-2 0,0 47 3 0,47 0-3 0,60 12-1 0,83 0 0 0,36-36-1 0,0 0 2 0,-35 1 0 0,-60 23-1 0,-12 11 1 0,-12 12 0 0,0 2-2 0,-12 10 2 0,12 1 0 0,12-11-1 0,11-14 2 0,13-22-2 0,24-14 0 0,-1 0 1 0,-35 2 1 0,12-12-2 0,-1-1 1 0,-11 12 2 0,-24 12-3 0,0 12 2 0,-12 25-1 0,0 9-1 0,0 3 1 0,36 10 0 0,25-35-2 0,21-12 1 0,2-25 0 0,-14 14-1 0,-22-1 1 0,0 24 1 0,-23-1-1 0,-13 14 1 0,-13-13 1 0,-10-12-1 0,23-48 2 0,12 1-1 0,24 23-2 0,12 24-2 0,47 11 2 0,0 14-1 0,-36-25 0 0,-11 0-21 0,0-12 4 0,-1-12 13 0,1-12 5 0,-24 12 2 0,-12-23 4 0,-84 35 5 0,-35 58-4 0,48 27-6 0,59-25 0 0,47-25 1 0,13-35 1 0,10-59-1 0,-45-72 1 0,11-59 0 0,-13 59-1 0,-23 107-1 0,-12 96-1 0,1 71 0 0,22 23-1 0,25-11-1 0,24-71 1 0,23-37 2 0,24-46 0 0,-12-49 0 0,-35-1 1 0,-36-10 1 0,-37 37 0 0,-10 9-2 0,-12 13 0 0,11 12 0 0,-1 24 0 0,-11 0-1 0,0 24 1 0,2-2 0 0,10 4 0 0,24-16-1 0,83-34 3 0,-11-59-1 0,-24 24-1 0,-37 11 0 0,-22 58 0 0,11 16 0 0,11-27 0 0,61-12 0 0,23-11 1 0,-24-47 1 0,-23-36-1 0,-12-13 4 0,-36 12-4 0,0 38 0 0,-12 34-2 0,-12 12 1 0,-12 12-1 0,13 0 2 0,11-1-1 0,1 1-1 0,22 12 2 0,-11-12-2 0,12-12 2 0,-1 0-1 0,-11-12 1 0,0-1-1 0,0 13 0 0,0 13-1 0,12-1 1 0,12 13 0 0,12-14 0 0,12 1 0 0,-2-12 0 0,-10-23-1 0,-23 10 3 0,-1 1-3 0,-12 24 1 0,0 12 0 0,-25 23-1 0,2-11-1 0,10-12 1 0,26 0 3 0,10-24-4 0,37-24 4 0,0-12-1 0,-12-23 0 0,-25 23 0 0,-11 24-1 0,0 12-1 0,-12 36 1 0,12-13 0 0,24 1 0 0,23-24 1 0,-11-47 1 0,-1 11-1 0,-47 24-1 0,13 36-1 0,-2 83 0 0,25 59-1 0,-25 26-1 0,2-26 0 0,-37-72 3 0,-59-57 15 0,-12-74 3 0,11-81-10 0,108-37-1 0,107 24 0 0,36 60-5 0,-48 23-3 0,-60-11-17 0,-59 23-136 0</inkml:trace>
  <inkml:trace contextRef="#ctx0" brushRef="#br0">16004 15669 0 0,'-23'-96'0'0,"-1"-23"12"0,35 48 12 0,2 47-4 0,-13 1 1 0,-13-2-7 0,13 37-11 0,13 60 3 0,-13 129 4 0,-13 146-5 0,-33 118-2 0,10 105 2 0,24-81-5 0,0-74-2 0,12-164 13 0,12 11-8 0,24-13-2 0,-14-57-5 0,-9-108 8 0,-1-121-3 0,-1-165-2 0,14-108 1 0,-1-106 0 0,-12-168-20 0,12-48-8 0,23 50 18 0,-11 368 17 0,-48 177-5 0,-1 26-8 0,13-1-67 0</inkml:trace>
  <inkml:trace contextRef="#ctx0" brushRef="#br0">15636 14395 51 0,'-13'0'15'0,"-34"-24"10"0,35 24 4 0,12-12-15 0,84 12 4 0,82-24-1 0,24 12-8 0,-11 0-4 0,-59-11 1 0,-74 12-1 0,-33 11-2 0,-13-13-2 0,-36 13-1 0,-47 0 0 0,-13 13-1 0,24-13 0 0,50-13 2 0,10 1-2 0,12 24 1 0,0 106-1 0,-12 97 0 0,12 143 7 0,12-275 0 0,-12-61-2 0,0-22 0 0,-12-58-5 0,12-2-37 0,-12-11-129 0</inkml:trace>
  <inkml:trace contextRef="#ctx0" brushRef="#br0">15672 14407 29 0,'-13'0'3'0,"-46"-36"13"0,35 13 14 0,12 10-18 0,48 13-6 0,107-12 5 0,107-13-2 0,-24 25-3 0,-96 0-2 0,-105 0 0 0,-25 0-1 0,-48 0-3 0,-22-10 1 0,-26 10-1 0,0 10-1 0,36 15 1 0,49-25-1 0,11 36 1 0,24 58 0 0,0 98 2 0,-24 10 5 0,12-60 0 0,-12-71-1 0,0-46-3 0,0-50-1 0,0-46-13 0,35 12-133 0</inkml:trace>
  <inkml:trace contextRef="#ctx0" brushRef="#br0">10253 9025 45 0,'0'-11'4'0,"12"-60"23"0,0 21 4 0,24 27-1 0,10 23-14 0,-21 73-8 0,-14 32-6 0,2 16-2 0,23-39 2 0,22-46 1 0,27-49 0 0,11-58-3 0,-14-24 4 0,-46-12-4 0,-12 24 2 0,-12 35-1 0,-12 12-1 0,0 36-1 0,12 48 0 0,-12 47 1 0,0 47-1 0,-12 74 0 0,0 22 0 0,12-35 1 0,-12-14 1 0,-25-47 0 0,-9-21 2 0,-1-37-1 0,10-61 2 0,-10-83 4 0,11-58-5 0,24-26-2 0,71-46 1 0,48-12-5 0,13 70 3 0,-25 38 2 0,-47 44-2 0,-13 29 1 0,-11 21 0 0,-12 0 0 0,-12 11-1 0,-12-11-2 0,1 10-4 0,-2 3-80 0,2-13-5 0</inkml:trace>
  <inkml:trace contextRef="#ctx0" brushRef="#br0">8038 9085 71 0,'-13'-60'10'0,"38"12"-1"0,35 1 25 0,23 47-15 0,0 95-5 0,-10 49-8 0,-73-14-1 0,-61-23 1 0,-23-24-1 0,26-59 2 0,58-60-2 0,71-83-5 0,48-12 1 0,0 12 0 0,-25 12 0 0,-69 36 0 0,-25 34 0 0,-25 37 0 0,-45 96 0 0,-1 47 1 0,46-12-2 0,38-36 1 0,46-24 0 0,25-46-2 0,-2-25-43 0,-22-12-87 0</inkml:trace>
  <inkml:trace contextRef="#ctx0" brushRef="#br0">9467 9477 82 0,'-13'-23'12'0,"3"11"13"0,33-24 16 0,-11 36-21 0,-1 94-9 0,2 14-1 0,-26-11-2 0,-57-15-4 0,-49 1-3 0,-12-22-46 0,70-38-92 0</inkml:trace>
  <inkml:trace contextRef="#ctx0" brushRef="#br0">7848 8727 53 0,'0'-12'8'0,"-25"-59"-3"0,14 35 31 0,-25 61-10 0,-24 93 2 0,-34 95-15 0,9 86-4 0,51-37-3 0,68-95-2 0,51-49-2 0,34-47 1 0,12-71-23 0,22-58-138 0</inkml:trace>
  <inkml:trace contextRef="#ctx0" brushRef="#br0">11170 8704 94 0,'0'0'1'0,"-36"-37"3"0,72 74 6 0,24 93 9 0,10 97-2 0,-21 23-10 0,-62 0 4 0,-93-119 4 0,-37-47-5 0,24-37-5 0,83-35-3 0,48-60-40 0,35 24-88 0</inkml:trace>
  <inkml:trace contextRef="#ctx0" brushRef="#br0">10408 10727 95 0,'-13'-23'17'0,"-44"-13"-12"0,78 36 1 0,88 0 7 0,45 0-5 0,37 0-1 0,-85 0 0 0,-93 0 2 0,-84 0-3 0,-96 0-3 0,-25 12 2 0,28 12-3 0,127-24 0 0,95 0 1 0,121-11 0 0,48 11-7 0,-60 0 5 0,-131 0 0 0,-121 0 1 0,-92 11-1 0,-38 1 3 0,108-12-3 0,118 0-1 0,109 0 0 0,71 0-4 0,-36 0 4 0,-108 0 1 0,-94 0 0 0,-97 0-1 0,14-12 5 0,94 1-4 0,119 11-4 0,36 11 1 0,-11 1-5 0,-50-24-163 0</inkml:trace>
  <inkml:trace contextRef="#ctx0" brushRef="#br0">6157 14574 24 0,'-12'-13'20'0,"-12"-11"-4"0,12 13-6 0,0-25-1 0,0-1 5 0,-24-9-4 0,0-2-1 0,-35 12-5 0,-12 1-2 0,-24 11 0 0,-48-13 1 0,-11 3-1 0,-13-3-1 0,-12 14-1 0,-23 12 0 0,0-14 2 0,-24 25-2 0,-25 0 0 0,2 25-3 0,-2-2 4 0,-11 25 0 0,25-1 1 0,34 11 0 0,12 3-1 0,24 22-1 0,37 1 2 0,10 23-1 0,50 12 0 0,34 0 0 0,48-1-1 0,23 3 0 0,26 9 0 0,34-11 0 0,24-24 0 0,24 1 2 0,36 0-1 0,35-14 1 0,0-10-3 0,25 0 4 0,23-25-2 0,24-12-1 0,0 1-1 0,12-24 3 0,-12-12-3 0,0-36-1 0,-1-11 2 0,-22-25 0 0,-37 25 1 0,-12-2 0 0,-11-10 1 0,-24 13 0 0,-36-27 0 0,-37 25 0 0,-46-11-1 0,-24-24 0 0,-12-12 2 0,0-12 0 0,-12-1 2 0,-24 13 2 0,-12 1 0 0,-11-14-3 0,-1 11 1 0,-23 3 1 0,-14 23 0 0,-33-13-3 0,-25 13-1 0,-35 23-2 0,-60 1 0 0,-96 35-25 0,-118 37-107 0,368-25 93 0</inkml:trace>
  <inkml:trace contextRef="#ctx0" brushRef="#br0">22673 7965 2 0,'0'0'4'0,"0"-35"10"0,0-1 5 0,24-12 1 0,24 23-6 0,23 15-4 0,-11 57-4 0,-24 25-4 0,-36-1 3 0,-24 0 0 0,-12-23-1 0,0-12-2 0,24-24 0 0,12-36-1 0,36-12 0 0,12-23-1 0,23 11-1 0,12-11 0 0,-12 11 2 0,-58 0-1 0,-26 2 1 0,2 33 0 0,-25 26 0 0,12 58-1 0,1 0 0 0,23-12-1 0,23-23 1 0,25-24 0 0,0-1 1 0,-1-45 0 0,-23 21-1 0,-24 13-16 0,0 47-74 0</inkml:trace>
  <inkml:trace contextRef="#ctx0" brushRef="#br0">23686 7406 36 0,'0'0'0'0,"0"-60"24"0,0 24 2 0,0 13-1 0,-13 11-11 0,2 12-7 0,-1 12-4 0,24 11 1 0,-1 25-1 0,-11 13 0 0,0 33 2 0,-23 25-2 0,23 12-3 0,-11 11 2 0,11 2 0 0,-13 34-2 0,1 2 4 0,12 33-4 0,12 13 0 0,12 24 4 0,-1-1 1 0,2 38-3 0,9 35 1 0,15-1-1 0,-13-47 2 0,-1-25 2 0,-23-46 2 0,-1 0-3 0,-11-13-2 0,13-35-1 0,-13-73-2 0,0-57 3 0,0-37-1 0,0-35-16 0,-13-13-54 0,13-35-49 0</inkml:trace>
  <inkml:trace contextRef="#ctx0" brushRef="#br0">24114 7846 36 0,'0'-12'3'0,"0"-59"27"0,12 35-6 0,0 25-7 0,12 45-5 0,-12 50-5 0,-12 0-3 0,25-37-1 0,-2-23 0 0,24-24-1 0,13-47 0 0,-13-24-1 0,-24 11 0 0,-10-1-1 0,-1 27 1 0,-12 9-1 0,0 25 1 0,0 25 0 0,0 70 1 0,11 36 0 0,2 47-1 0,-1-23 1 0,-1-36 1 0,-47-48 3 0,0-47 1 0,-10-60-1 0,34-47-3 0,12 12-3 0,47 24-2 0,25-24 2 0,-1-2-8 0,-24 37-32 0,-47 24-79 0</inkml:trace>
  <inkml:trace contextRef="#ctx0" brushRef="#br0">22625 8656 37 0,'-23'0'12'0,"-120"36"22"0,143-36-11 0,12 0-5 0,-1 0-1 0,14-12-10 0,70 12-3 0,107-47-4 0,143-24-5 0,96 10 5 0,59 1-1 0,-35 1-1 0,-97 34 9 0,-117-9-3 0,-132 10 5 0,-83 0 12 0,-36 12-5 0,-12 1-12 0,-24 11-4 0,13 11-23 0,-25 60-139 0</inkml:trace>
  <inkml:trace contextRef="#ctx0" brushRef="#br0">22864 9119 8 0,'12'-11'5'0,"0"-24"22"0,0 10 6 0,12-9-6 0,-24 9-4 0,0 13-12 0,0-1-4 0,0 38-6 0,0 71 1 0,23 11 2 0,-11-12-1 0,-12-37 0 0,-12-21 2 0,12-49-2 0,-23-71 2 0,11-48-6 0,12 48 1 0,12 35 0 0,-12 37 0 0,23 11-1 0,-11 34 1 0,12 14 0 0,-24 12 0 0,-13-24 0 0,38-25-43 0,-1-22-60 0</inkml:trace>
  <inkml:trace contextRef="#ctx0" brushRef="#br0">24305 8906 50 0,'0'-24'17'0,"-13"1"20"0,13 10-6 0,-23 13-21 0,-13 72-3 0,13-1-2 0,12 1-3 0,22-14 0 0,24 3 0 0,49-38-1 0,-14-11 1 0,-9-47 0 0,-2-13-1 0,-34-11 1 0,-14-13-1 0,-22 1 1 0,-26 23 3 0,-22 12 2 0,-13 24-3 0,-12 37-3 0,-9 9-9 0,20 37-111 0,73-46 71 0</inkml:trace>
  <inkml:trace contextRef="#ctx0" brushRef="#br0">22900 9965 12 0,'-12'0'8'0,"0"0"9"0,12 0 2 0,0-11-1 0,0-1-1 0,0 12-8 0,0-11-3 0,12-2-2 0,24-24 2 0,10 26-4 0,3 22 0 0,-13 2-3 0,-12 35 2 0,-13-1 2 0,-11 13 0 0,-24 11 0 0,0-23 0 0,1 0 0 0,-13-2-1 0,12 4 0 0,-1-27 0 0,38-23-1 0,23 0 0 0,47-12-1 0,13-12 0 0,-13 0 1 0,-23 11 0 0,-37 2-1 0,-23 11 1 0,12 0-37 0,24 0-60 0</inkml:trace>
  <inkml:trace contextRef="#ctx0" brushRef="#br0">24412 9835 31 0,'12'-36'27'0,"-1"13"6"0,-11 23-6 0,0 0-6 0,-11 0-8 0,-14 23-6 0,-11 36-1 0,14 14-3 0,10-2 1 0,12 13-3 0,34-26 1 0,27-22-2 0,-1-36 2 0,11-48 1 0,-35-35-1 0,-13-24-3 0,-46 0 4 0,-37 59 4 0,0 48-3 0,1 23-5 0,-12 48-43 0,47-34-76 0</inkml:trace>
  <inkml:trace contextRef="#ctx0" brushRef="#br0">22934 10906 7 0,'-10'-24'14'0,"-14"11"4"0,0-8 3 0,0 21-3 0,24-13-4 0,0-11-5 0,36 24-6 0,35 12 0 0,-11 34-3 0,-37 15 3 0,-46 10 4 0,-37 2 1 0,1-2-3 0,23-37-1 0,24-21-1 0,12-1 0 0,0-12-1 0,24 0 3 0,12 0 0 0,35-12-3 0,1-1-1 0,-25 2-1 0,-36 11-2 0,-11 0-51 0,13 0-37 0</inkml:trace>
  <inkml:trace contextRef="#ctx0" brushRef="#br0">23376 10978 94 0,'0'0'0'0,"-59"-12"30"0,36 12-13 0,23 0-14 0,46 24-6 0,14-1-79 0,-48-23 25 0</inkml:trace>
  <inkml:trace contextRef="#ctx0" brushRef="#br0">23458 10930 43 0,'0'0'12'0,"-22"0"14"0,57 12-8 0,24 24-9 0,-11-1-7 0,-48 1 0 0,-59 12 0 0,-36-13-26 0,35-22-64 0</inkml:trace>
  <inkml:trace contextRef="#ctx0" brushRef="#br0">23424 10859 54 0,'0'-36'24'0,"23"11"0"0,37-9-20 0,47 9-19 0,-23 25-71 0</inkml:trace>
  <inkml:trace contextRef="#ctx0" brushRef="#br0">24412 10739 77 0,'-13'0'16'0,"-10"0"21"0,0 59-17 0,11 2-16 0,47 10-3 0,24-35-1 0,1-24 2 0,0-24 0 0,-24-48 1 0,-13-23 3 0,-23-13 4 0,-59 62 5 0,-12 34-10 0,-14 23-6 0,49 48-105 0,36-60 42 0</inkml:trace>
  <inkml:trace contextRef="#ctx0" brushRef="#br0">23805 11763 10 0,'-12'-11'6'0,"0"-13"9"0,48-12 1 0,-14 12 1 0,-9 24 1 0,-36 36 21 0,23 35-31 0,10 95-4 0,39 49 0 0,-1 35 0 0,-37-58 3 0,2-37-1 0,-13-13-2 0,0-47 0 0,0-35 2 0,0-49-1 0,0 1-4 0,0-24 2 0,0 1-7 0,0-26-120 0,-13 37 85 0</inkml:trace>
  <inkml:trace contextRef="#ctx0" brushRef="#br0">22970 12240 3 0,'0'-23'12'0,"13"-2"6"0,-1 37 2 0,-12 35-2 0,-25 13-6 0,25-12-6 0,61 11-5 0,21 0 0 0,-21 12 6 0,-50-10 2 0,-22-14-4 0,-61-23-4 0,-24-48-56 0,49-11 0 0</inkml:trace>
  <inkml:trace contextRef="#ctx0" brushRef="#br0">22876 12322 27 0,'0'0'0'0,"58"-59"28"0,74 0-2 0,-1-1-16 0,-47 37-11 0,-48 35-82 0</inkml:trace>
  <inkml:trace contextRef="#ctx0" brushRef="#br0">24435 12085 77 0,'0'-23'19'0,"0"-2"28"0,-11 13-20 0,-1 60-21 0,12 46-4 0,23 14 0 0,-23-11 2 0,0-51 3 0,-11-21-3 0,11-25 2 0,-12-50-4 0,-1-55 2 0,13-39-2 0,25 85-1 0,-14 36-1 0,2 57 0 0,-1 50-1 0,-1-13 1 0,-11-34-2 0,-11-37-43 0,11 0-78 0</inkml:trace>
  <inkml:trace contextRef="#ctx0" brushRef="#br0">23829 12990 29 0,'-24'71'11'0,"24"132"6"0,34-25-6 0,2-47-5 0,-23-36-5 0,-26-59-72 0</inkml:trace>
  <inkml:trace contextRef="#ctx0" brushRef="#br1">2727 15383 78 0,'-12'0'2'0,"-36"-36"3"0,37 12 6 0,70 0 7 0,120 1-8 0,24 23-3 0,0 12-4 0,-73-12 1 0,-82-12 0 0,-60 12 8 0,-107 0-8 0,-120 35 0 0,-95 13-1 0,-9-12 1 0,92-36 3 0,155 0 3 0,119-12-6 0,120-1-5 0,108 2-1 0,94-1 0 0,13 1 0 0,-84 11 2 0,-132 11 0 0,-130 1 1 0,-83-1 1 0,-108 2-2 0,-84-1 2 0,-33 0 1 0,22-12-1 0,107 0 0 0,143 0-2 0,97 0 1 0,127-12-3 0,87 0 0 0,11-1 0 0,-84 2 2 0,-119 11 0 0,-84 0 1 0,-57 0-2 0,-14 24-154 0</inkml:trace>
  <inkml:trace contextRef="#ctx0" brushRef="#br1">2250 11870 58 0,'-82'-11'10'0,"-61"11"0"0,36 11-1 0,71-11 3 0,215 0 22 0,35 0-24 0,36-11-2 0,-24 11-2 0,-107-12-2 0,-107 24 1 0,-131 11-2 0,-83-11-1 0,-48 1-1 0,35-13 1 0,96-13-2 0,72-11 3 0,130 13-4 0,96-12 3 0,60-2-1 0,-3 0 0 0,-57 25-3 0,-119 0 4 0,-108 13-1 0,-118 11 1 0,-61 12 0 0,1-13-2 0,58-11 0 0,98-12 1 0,106 0 2 0,107-12-3 0,83 0 2 0,12-11-2 0,-36 23 0 0,-142 0 1 0,-120 12 2 0,-130 23-3 0,-60 25 2 0,24-23-2 0,95-16 1 0,131-21-1 0,131-21 2 0,83-16-3 0,23 13 4 0,-58 12-4 0,-95 1 0 0,-84 11 2 0,-71 0-4 0,-25 0-46 0,72 0-63 0</inkml:trace>
  <inkml:trace contextRef="#ctx0" brushRef="#br1">15135 17501 18 0,'0'0'8'0,"-11"-11"16"0,22-1-7 0,13-11 6 0,-11-2 2 0,-13-9-6 0,-13 9-9 0,2-10-3 0,-13-1-1 0,-1 11 0 0,2-9 0 0,-36 9-2 0,-25 2 0 0,25 11-2 0,12 12 1 0,10 0-4 0,-35 23 0 0,-11 1 0 0,36 0 1 0,-2 12 0 0,15 0 0 0,22-1-3 0,1 13 2 0,-2 12-2 0,13-13 9 0,0 13-3 0,24 11-5 0,-1-11-1 0,13 12 2 0,0-1-1 0,11-24 1 0,36 1 1 0,-11-13 0 0,12-10 0 0,-1-25 3 0,0-25 2 0,1-10-3 0,-13-13 4 0,-11 12-3 0,-25-12-1 0,-11 1 3 0,-12-12 1 0,-12-13-3 0,-24 13 3 0,-11-14-17 0,-13 2 15 0,-12 12-2 0,13 0 0 0,-2 22-1 0,-9 14 0 0,-26 23-1 0,13 12-1 0,-1 12 0 0,12 0-2 0,-12 23 2 0,14 1 0 0,9 23-3 0,26-23 14 0,12 11-13 0,11 25-2 0,11-1 0 0,25 1 0 0,0-1-1 0,22-12 2 0,27-35 1 0,-14-12 2 0,1-12 1 0,-1-12 1 0,11-25 1 0,-10-9 2 0,-12-26-1 0,0 24 1 0,-24-12-1 0,-13 0 0 0,-11-11 0 0,12-12 2 0,-12-13-1 0,-12 1-10 0,-24 12 5 0,-23 24 4 0,-2-3-1 0,-22 4-1 0,-1 21 1 0,2 2-1 0,-14 12-1 0,2 11-1 0,-14 34-2 0,24 3 2 0,13 10-1 0,11 37 0 0,12-26 6 0,25 26-5 0,-1 24-5 0,35-1 0 0,13 0-2 0,36-11 2 0,22-37 3 0,-10-35 4 0,35-12 0 0,12-36-2 0,-24-13 6 0,-24-22-1 0,-35-12 4 0,0-12-5 0,-36-14 4 0,0-8-2 0,-36-16-13 0,-36 27 13 0,-35 11-2 0,0 47-1 0,0 12-1 0,-1 24-3 0,13 24 3 0,12 24-5 0,10 23 0 0,14 23 6 0,36-21-1 0,-1 34-8 0,24 0 5 0,10-24-4 0,27-11 2 0,34-25 5 0,13-34-2 0,23-38 3 0,-13-34 4 0,-22-12-1 0,-25 11-3 0,-23-35 7 0,-24 11-5 0,-35-24-8 0,-49 14 3 0,-24 33 5 0,2 3-2 0,-2 34-2 0,14 35 0 0,-2 14-4 0,0 34 2 0,13 12 1 0,22 13 2 0,26-13 0 0,12 49-8 0,22-1 0 0,37-24 1 0,23-11 0 0,25-37 6 0,11-35 0 0,12-24 2 0,0-24 1 0,-36-12 1 0,-11-11 1 0,-25-12 0 0,-23-25 1 0,-12 1 0 0,-36-24-8 0,-60 36 0 0,-10 11 5 0,9 47-1 0,-9 15-2 0,11 20-1 0,-1 40-1 0,25 32-24 0,23-9-160 0</inkml:trace>
  <inkml:trace contextRef="#ctx0" brushRef="#br1">14766 17419 30 0,'0'-12'7'0,"-12"1"10"0,-11-14 7 0,-1-10-9 0,-24-13 2 0,-36-36-2 0,-22-46-3 0,-49-25-1 0,-12-12 0 0,24 36-5 0,36 48-4 0,12 24 0 0,34 34-2 0,27 25 1 0,-3 25-1 0,14 9-1 0,-13 37 4 0,-11 26 6 0,-1-39-9 0,24-21 3 0,24-24 4 0,0-74-6 0,0-22 2 0,12 12-4 0,24 10 1 0,12-21 2 0,23-2 1 0,-11 37-4 0,-13 47 5 0,0 35 2 0,13 38-5 0,12-15 0 0,-13-34 3 0,1-35-3 0,-60-14 1 0,-36 2-41 0,-11 23-114 0</inkml:trace>
  <inkml:trace contextRef="#ctx0" brushRef="#br1">11980 15859 37 0,'0'-24'16'0,"0"1"21"0,12 33-11 0,-1 63-11 0,2-2-8 0,22-10-3 0,13-50 0 0,1-35-1 0,-3-47-1 0,-10 0 1 0,-24 21 0 0,0 40 1 0,-12-2-2 0,12 59 1 0,-12 49-4 0,0 70 4 0,0 1-5 0,0-48 2 0,-12-35 4 0,-24-37 0 0,0-35 0 0,13-60 4 0,12-47-4 0,34 0-5 0,48-12 4 0,24-36-4 0,0 24-29 0,-47 71-102 0</inkml:trace>
  <inkml:trace contextRef="#ctx0" brushRef="#br1">12480 15895 50 0,'0'0'6'0,"-12"-36"29"0,60 12-5 0,11 1-25 0,13-1-2 0,-1 12-9 0,-35 24-42 0,-36 12-13 0</inkml:trace>
  <inkml:trace contextRef="#ctx0" brushRef="#br1">12516 16027 30 0,'-12'0'6'0,"-35"11"30"0,34-11 0 0,60-24-24 0,25 0-7 0,48-23-3 0,-1-1-14 0,12-12-29 0,-13 1 26 0,-70 0 21 0,-48 34 24 0,-23 25 0 0,-13 36-18 0,47 36-7 0,48-25-3 0,14-22 2 0,-14-50 3 0,-23-58 4 0,-25-1 4 0,-34 61-6 0,-36 23-7 0,-38 47-11 0,27 37-158 0</inkml:trace>
  <inkml:trace contextRef="#ctx0" brushRef="#br1">13623 15002 6 0,'0'-24'11'0,"0"-24"10"0,-25-11 6 0,15 22-4 0,-1 14-6 0,11 0 0 0,11 11-3 0,-11 36-7 0,10 83 1 0,-20 155 0 0,-1 107 2 0,22 59-3 0,12-82-2 0,-23-84 4 0,0-72 1 0,0-60-7 0,-13-69 1 0,3-61 1 0,10-48-3 0,0-24-16 0,-11 13-38 0,11 11-91 0</inkml:trace>
  <inkml:trace contextRef="#ctx0" brushRef="#br1">13873 15431 36 0,'0'-12'4'0,"12"-24"15"0,-12 12 16 0,0 35-14 0,-12 73-10 0,12 12-6 0,36-50-1 0,11-21-1 0,1-50 2 0,0-21-2 0,0-13-2 0,-26-1 1 0,-9 24-1 0,10 24-1 0,-10 48 3 0,-13 83 1 0,0 60-1 0,0 23 0 0,-13-48-1 0,-33-58 3 0,-2-72 3 0,12-60-2 0,12-60-2 0,24-34-2 0,36 11 0 0,46 11-3 0,3 61-25 0,22 36-99 0,-95 11 92 0</inkml:trace>
  <inkml:trace contextRef="#ctx0" brushRef="#br1">14457 15596 52 0,'-12'0'15'0,"0"-23"15"0,24 12-6 0,36-1-17 0,23 12-6 0,-11 0 0 0,-13 0-5 0,-11 12-26 0,-25-1-53 0</inkml:trace>
  <inkml:trace contextRef="#ctx0" brushRef="#br1">14482 15751 12 0,'-13'0'3'0,"-11"0"16"0,12 0 12 0,12 0-2 0,12-11-4 0,25-12-11 0,20 10-8 0,16 13-5 0,-26 0 0 0,25 13-20 0,-13-2-92 0</inkml:trace>
  <inkml:trace contextRef="#ctx0" brushRef="#br1">15017 15419 75 0,'0'0'12'0,"-12"35"32"0,0 73-21 0,12 34-14 0,0-34-4 0,0-48-2 0,0-49-4 0,24-35-41 0,-14-23-69 0</inkml:trace>
  <inkml:trace contextRef="#ctx0" brushRef="#br1">14457 10561 36 0,'-60'-23'8'0,"36"34"0"0,13 1-3 0,11 59 8 0,-12 61-7 0,-1 57 1 0,-46 87-3 0,-12 105-2 0,22 58 0 0,38 37 1 0,-1 1-2 0,35 47-1 0,-10-12 0 0,10 11-1 0,26-58 4 0,-14-50 1 0,1-68-1 0,-13-85 0 0,-23-48 4 0,0-36-4 0,0-36-3 0,0-92-9 0,13-100-88 0</inkml:trace>
  <inkml:trace contextRef="#ctx0" brushRef="#br1">14076 10953 77 0,'-24'-47'5'0,"36"10"-4"0,118 3 1 0,145-26 3 0,117 12 0 0,37 1-3 0,11-1-3 0,-23 1 4 0,-23 23 0 0,-37 24 0 0,-47 0 0 0,-96 36-1 0,-71-1-1 0,-36 26 0 0,-12 21-1 0,-11 37 0 0,-1 36 0 0,0 25 0 0,-34 21-1 0,-49 37 1 0,-25 48 2 0,1 48 2 0,48 22-3 0,1 25-2 0,-14 36 3 0,1 0 1 0,-1 1 3 0,14-3 2 0,-14-34-6 0,13-47 0 0,0-61 2 0,-24-131 6 0,-12-58 0 0,-12-59-6 0,12-13-6 0,-24-49-71 0,25 26-4 0</inkml:trace>
  <inkml:trace contextRef="#ctx0" brushRef="#br1">14886 15859 51 0,'-155'-47'9'0,"24"23"-6"0,24 0 18 0,47 11-3 0,36 13-8 0,24 13-5 0,84-13 2 0,105-13 2 0,169-46-1 0,131 24-1 0,70 24-4 0,-23 22-3 0,-83 12-1 0,-108-11 3 0,-131 0 4 0,-106-12 3 0,-74 0-1 0,-21 0 0 0,-1-12-7 0,-1 0 0 0,14-11-1 0,11-1-9 0,10 12-43 0,-10 0-64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17946 11621 13 0,'0'-11'13'0,"0"-14"-4"0,24 0 1 0,-12-9-1 0,-1-3-4 0,-11 3-1 0,0 21-2 0,-11 1 2 0,-14 0-1 0,2-1 0 0,-1 13 1 0,-1 0-2 0,-9 13 0 0,10 11 0 0,0 23-1 0,-1 24 1 0,2 0-1 0,0 2 1 0,12-2-2 0,11-23 1 0,0-24 0 0,34-24 2 0,25-61-2 0,12-10 0 0,-35 0 1 0,-11 24-2 0,-14 23 1 0,-11 36 0 0,13 13-1 0,-1-4 0 0,-1 29 0 0,13-3 0 0,12 0 0 0,-12-23 0 0,24-12-1 0,11-24 2 0,23-24-1 0,-10-23 0 0,-23 11 1 0,-14-11-1 0,-23 11 1 0,-12 0-1 0,0 25 1 0,-12 11-1 0,-23 12 0 0,-25 47 0 0,-1 25-1 0,39-13 1 0,10-35 0 0,36-11 1 0,22-26-1 0,3-11 0 0,-26-23 1 0,-10 23-1 0,-13 11 1 0,0 26-1 0,0 45-1 0,11 63 1 0,2 45 0 0,-2-11 0 0,-11-24 1 0,-35 0-1 0,-25-36 3 0,-11-35-3 0,-1-60 4 0,13-84-3 0,34-11 1 0,38-12-2 0,46 12 0 0,35 11-1 0,3 0 2 0,21 13-2 0,2 12 3 0,-25 0-3 0,-11-12 2 0,-49 21-2 0,-11-21 2 0,-37 12-1 0,2 36 0 0,-24 11 0 0,-13 72 1 0,-1 35-2 0,15-1 1 0,45-34-1 0,37-24 3 0,12-24-2 0,11-24 1 0,1-24-1 0,-14 1-18 0,-9 23-64 0</inkml:trace>
  <inkml:trace contextRef="#ctx0" brushRef="#br0">19518 10990 27 0,'-12'-71'6'0,"12"-13"3"0,23 60 3 0,-10 72 5 0,-13 130-6 0,-47 167-6 0,-14 203 0 0,13 95 3 0,1 155 2 0,58-60-9 0,25-202 0 0,-11-167 1 0,-25-95 0 0,-48-60-1 0,-35-95 0 0,23-119-23 0,24-119-70 0</inkml:trace>
  <inkml:trace contextRef="#ctx0" brushRef="#br0">20089 11240 24 0,'0'-11'6'0,"-11"-39"19"0,11 50-14 0,0 61 6 0,-48 81-5 0,24 25-4 0,0-24-1 0,24-49-1 0,12-21-1 0,12-25-3 0,24-37 1 0,34-35-3 0,-22-23 1 0,-24-14-6 0,-12 15-30 0,-12 10-44 0</inkml:trace>
  <inkml:trace contextRef="#ctx0" brushRef="#br0">19874 11573 49 0,'-23'-13'7'0,"59"13"1"0,35-23 9 0,26 12-3 0,21 11-6 0,-59-13-3 0,-47 13-3 0,-12 0-7 0,11 0-80 0</inkml:trace>
  <inkml:trace contextRef="#ctx0" brushRef="#br0">20351 11681 4 0,'12'-25'16'0,"0"-21"13"0,0 33-13 0,-12 26-8 0,-12 58-1 0,12 11-4 0,-12 2-1 0,36-24-1 0,0-37 0 0,12-23 1 0,10-60-1 0,3-24 0 0,-13 2 0 0,-1 34 0 0,-23 36 0 0,-12 24 1 0,-12 47 0 0,12 1-1 0,0 12-2 0,23-1-34 0,-23-48-8 0</inkml:trace>
  <inkml:trace contextRef="#ctx0" brushRef="#br0">20851 11775 54 0,'-11'-12'8'0,"22"24"-4"0,-11 12 11 0,-11 13-5 0,-1-3-7 0,-1-10-2 0,13-11 0 0,0-2 0 0,25-47 0 0,-2-10 0 0,1-4 0 0,-12 27-1 0,0-12 1 0,24 11 0 0,11 24 1 0,-24 36 0 0,-10-1 1 0,-13 13 2 0,0-24-1 0,0-24 0 0,36-61-2 0,35 3-1 0,1 45 0 0,-37 38-2 0,-23-2-1 0,-24 0 3 0,12-10-1 0,0-1 0 0,0 0-54 0,0 1-7 0</inkml:trace>
  <inkml:trace contextRef="#ctx0" brushRef="#br0">21959 10966 17 0,'0'-13'3'0,"-12"-21"10"0,0-3 18 0,12 14-5 0,-13 23-15 0,13 10-7 0,0 27-1 0,13 47-1 0,-13 82 1 0,-13 49 1 0,-10 70 3 0,12 71 1 0,-1 50 0 0,1 71-5 0,11 22-4 0,23-22 5 0,0-84 4 0,-12-83-3 0,-11-84 0 0,-11-60-3 0,-12-118 1 0,0-96-19 0,-2-130-121 0</inkml:trace>
  <inkml:trace contextRef="#ctx0" brushRef="#br0">22531 11334 3 0,'11'-34'8'0,"25"-16"14"0,-25 40-1 0,-22 33-11 0,-14 48-4 0,25 0-3 0,25 2-1 0,22-25-1 0,1-37 1 0,13-22-1 0,9-49 0 0,-22-24-1 0,-12 13 1 0,-24 0 0 0,0 35 1 0,-12 36-1 0,0 25 1 0,0 80-2 0,-24 87 3 0,12 57-2 0,0 1-1 0,12-83 3 0,0-60 0 0,-12-71 1 0,-13-96 0 0,-9-59-2 0,22 12-2 0,35 12 1 0,61-12-2 0,11 0 2 0,1 48-5 0,-37 34-6 0,-48 25-40 0,-22 12 8 0</inkml:trace>
  <inkml:trace contextRef="#ctx0" brushRef="#br0">17161 12728 48 0,'-109'-48'6'0,"15"37"-1"0,45-14 1 0,26 2 9 0,10 23-8 0,26-12-5 0,35 12-2 0,59-11 1 0,131-26 0 0,84 1 0 0,94 1 0 0,73-12-1 0,70-3-1 0,13 16 1 0,-36-14 0 0,-12 12 2 0,23 24-1 0,-23 12-1 0,-35-12 0 0,-25 1-1 0,-59 11-3 0,-48-12 4 0,-83 12 1 0,-95 0 5 0,-97 0 9 0,-57 0-9 0,-37 0-1 0,-12 0-7 0,-36 0-36 0,24 0-35 0</inkml:trace>
  <inkml:trace contextRef="#ctx0" brushRef="#br0">14707 15764 7 0,'0'-24'24'0,"11"-12"4"0,-11 1 4 0,-11-1-2 0,-14-1-12 0,14 14-7 0,-25 23-5 0,1 36-3 0,-1 12 1 0,11 12 1 0,2 23-3 0,12 12 0 0,11 0 0 0,23 0-3 0,24-23 4 0,13-13-2 0,23-35 0 0,1-11-1 0,0-26 4 0,-1-24-5 0,-25-9 4 0,-22-26-2 0,-11 14 0 0,-1-15 0 0,-24 14 1 0,-13-1-1 0,-10-11-1 0,-13 24 3 0,1-13 0 0,-25 12-1 0,-11 24-1 0,-13 24 0 0,25 24-1 0,23 24 2 0,0-1-3 0,12 13-8 0,13-12-35 0,22-13-69 0</inkml:trace>
  <inkml:trace contextRef="#ctx0" brushRef="#br0">17148 15585 44 0,'0'0'0'0,"-12"-23"35"0,12 34 3 0,-36 37-20 0,1-12-5 0,11-13-5 0,12 1-4 0,12-11-1 0,0-13 2 0,23-48-1 0,13-12-2 0,0-11 1 0,1 11-1 0,-3 13 2 0,-9 23 1 0,-25 12-3 0,0 12-1 0,11 71-2 0,-11 36 1 0,0 12-3 0,23-23 4 0,2-1-1 0,-13-12-2 0,-12-22 2 0,0-15 1 0,0-10-2 0,0-24 1 0,-24-1 3 0,-12 2-3 0,-11-13 2 0,-1 0-1 0,12 0-1 0,13 0-2 0,11-13 6 0,47 13-3 0,1 0 0 0,36 0 1 0,23 0-5 0,-1-11 5 0,-45 11-3 0,-13 0 3 0,-1 0 0 0,-12 0-3 0,-10 0 0 0,-1-12 3 0,-12 12-2 0,0-24 0 0,-12 0-28 0,12 24-122 0</inkml:trace>
  <inkml:trace contextRef="#ctx0" brushRef="#br0">6287 14168 24 0,'-23'-12'8'0,"-1"-11"1"0,24 12 0 0,0-2 26 0,36 60-11 0,24 37-16 0,11-13-6 0,-12-71 0 0,-11-47 1 0,-23-37 1 0,-2 1-3 0,-12 0 2 0,-11 36-1 0,0 22 1 0,-11 25 2 0,22 36-4 0,25 58-2 0,48 38 1 0,-2-1-1 0,-33-24 4 0,-37-23 9 0,-73-25-2 0,-21-36-6 0,-13-10-3 0,59-49-17 0,24-23-89 0,12 47 66 0</inkml:trace>
  <inkml:trace contextRef="#ctx0" brushRef="#br0">6788 14014 64 0,'0'0'0'0,"0"-36"2"0,83-35 0 0,0 10-1 0,-35 27 0 0,-12 21-13 0,-12 13-44 0</inkml:trace>
  <inkml:trace contextRef="#ctx0" brushRef="#br0">6967 14145 26 0,'-36'11'12'0,"36"-11"-6"0,23-34-3 0,25-39 2 0,12-22 5 0,47-13-3 0,-13 3-3 0,-45 55 3 0,-49 39 9 0,0 11-6 0,-13 61-7 0,13-3-3 0,25-11 0 0,22-34-1 0,13-13 2 0,12-47 1 0,-25-24 0 0,-35 10-1 0,-48 14 1 0,-35 11 3 0,-13 36 2 0,25 48-3 0,10 23-4 0,15 12-8 0,22-23-83 0,36-48 62 0</inkml:trace>
  <inkml:trace contextRef="#ctx0" brushRef="#br0">11361 10643 51 0,'-12'-23'8'0,"12"-25"-5"0,47 25 0 0,-11 23 8 0,-12 60 3 0,12-13-10 0,-1-23 0 0,13-48-1 0,-12-35-1 0,-25-13 0 0,-11-11-1 0,13 35 0 0,-13 24-1 0,0 24 3 0,35 60 0 0,1 23-1 0,0 47 0 0,0 2 1 0,-26-38 3 0,-10-44 5 0,-34-39-3 0,-2-22-6 0,0-14-1 0,1 25-30 0,35-12-76 0</inkml:trace>
  <inkml:trace contextRef="#ctx0" brushRef="#br0">11909 10406 63 0,'0'0'5'0,"-24"-12"16"0,83-36-18 0,0 1-3 0,1 23 0 0,-24 11-5 0,-24 13-15 0,0 13-47 0</inkml:trace>
  <inkml:trace contextRef="#ctx0" brushRef="#br0">11967 10561 41 0,'0'0'0'0,"-58"24"26"0,58-12-19 0,35-48 2 0,1-12 2 0,23 2-7 0,13 9-3 0,-1 13-30 0,-48 12-39 0</inkml:trace>
  <inkml:trace contextRef="#ctx0" brushRef="#br0">12312 10107 55 0,'0'0'0'0,"-46"-34"25"0,70 10-20 0,-2 61 15 0,14 68 1 0,0 3-9 0,-23-24-4 0,-1-50 0 0,-12-21-4 0,0-13-2 0,0-24-63 0,0 24-6 0</inkml:trace>
  <inkml:trace contextRef="#ctx0" brushRef="#br0">4645 8704 18 0,'-25'-24'14'0,"2"-12"11"0,23 36-9 0,12 12-8 0,35 70 11 0,37 39-7 0,-13-16-10 0,-11-21 2 0,-13-47-1 0,-36-26-16 0,-22-22-58 0,0-13 34 0</inkml:trace>
  <inkml:trace contextRef="#ctx0" brushRef="#br0">4620 8596 18 0,'0'-13'8'0,"0"3"12"0,13 20-7 0,58 3 1 0,72 24-6 0,24 10-2 0,-37 11-1 0,-58 3 1 0,-60 10 2 0,-48-11-1 0,-23-1-4 0,-1-23 0 0,13-24-2 0,-1-12-23 0,35 0-73 0</inkml:trace>
  <inkml:trace contextRef="#ctx0" brushRef="#br0">5371 8346 51 0,'-12'0'14'0,"12"61"-2"0,23 33-3 0,14 1-2 0,-14-24 3 0,-12-34-2 0,-11-26-1 0,0-11 3 0,-22-35-7 0,-14-12-1 0,0 10-1 0,0-10 0 0,13-24-1 0,-13 0 1 0,24 10 0 0,0 14 0 0,12 11-2 0,12 0 1 0,0 1 1 0,12 11 0 0,-24 12 0 0,12 0 0 0,11-1-1 0,36-10 0 0,25 12 1 0,-25 34-2 0,-34 25 3 0,-14 11-1 0,-22 13 2 0,-14-37-3 0,25-12 2 0,0-10-3 0,60 24 0 0,12-3-1 0,-36 3 3 0,-59-3 1 0,-38 16 4 0,-10-16-4 0,11-10-3 0,24 0-9 0,13 12-50 0,-1 22-10 0,24-58 55 0</inkml:trace>
  <inkml:trace contextRef="#ctx0" brushRef="#br0">4871 9537 35 0,'-106'84'32'0,"-26"21"-19"0,60-68-8 0,72-49 7 0,95-84-4 0,107-59 3 0,97-71-5 0,46-34 0 0,23-3 2 0,-33 24 2 0,-62 50-2 0,-119 81-2 0,-117 85 0 0,-61 23-4 0,-48 23-26 0,38 1-90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10837 5941 3 0,'-24'-12'7'0,"0"-11"2"0,24 12-5 0,0 11 7 0,12-13-5 0,24-11 1 0,155 0 5 0,-49 24-10 0,24-12-2 0,2 1 0 0,10 11 0 0,-11 11 2 0,-13-11-1 0,-9 0 0 0,-15 0-1 0,-24 23 2 0,1-23-1 0,-35 25 0 0,-24 0 0 0,-12 21 0 0,-12 26 1 0,-12 11-1 0,-2 47 0 0,3 14-1 0,-13 34 1 0,12 36 1 0,-1 25 0 0,14 11-1 0,11 23-1 0,10 3 1 0,15-16-1 0,-2 26 3 0,-11 12-3 0,-24-12 0 0,12-36 2 0,-1 12-2 0,-11-24 0 0,12 0 1 0,-12-24-1 0,0 0 1 0,-14-22 0 0,-10-50 0 0,0-24-3 0,-10-34 4 0,-2-24-1 0,-12-12 0 0,0-1 0 0,-13-10 1 0,14-3-1 0,-36 14 0 0,-36-12 0 0,-36 22 3 0,-12 3 5 0,0-1-4 0,0-13-1 0,48-23 1 0,22 0-3 0,27-12-1 0,10-1-6 0,24-22-22 0,36-49-70 0</inkml:trace>
  <inkml:trace contextRef="#ctx0" brushRef="#br0">14015 7821 31 0,'-46'-46'14'0,"-1"21"-3"0,10 14-6 0,1 11-1 0,0 36 0 0,0 60 3 0,-11 34-3 0,12 25-1 0,23 23 0 0,-1 0 0 0,50-34-2 0,10-49 1 0,12-47 0 0,1-36 0 0,23-35-3 0,1-61-29 0,11-37-35 0</inkml:trace>
  <inkml:trace contextRef="#ctx0" brushRef="#br0">14100 8667 2 0,'0'0'3'0,"0"-34"7"0,22-3 0 0,3-34-4 0,22-36-2 0,2-59 0 0,-14-26-2 0,-12 62 0 0,-23 34 4 0,13 12-2 0,-1 37-2 0,-24 23 1 0,-12 24 2 0,-23 48-1 0,11 46-1 0,12 61 0 0,12 37 0 0,24 10-1 0,35-60-2 0,13-81 1 0,23-72 2 0,1-50-11 0,23-58-63 0</inkml:trace>
  <inkml:trace contextRef="#ctx0" brushRef="#br0">14814 8227 2 0,'0'25'16'0,"24"-2"-7"0,12-12-5 0,-24-34 0 0,-12-38 1 0,-25-10 3 0,14 12-5 0,-12 13 1 0,10 9 0 0,1 24 0 0,0 2-1 0,-12 22 1 0,1 39-1 0,-2 44 0 0,-11 25-3 0,13-12 0 0,10-35 1 0,13-37-1 0,13-35 3 0,23-71-1 0,12-36-2 0,11 34 1 0,-23 27 0 0,0 46 0 0,-13 0-1 0,1 36 1 0,-24 11-1 0,12 13 0 0,0-13 1 0,0-23-1 0,-12 0 1 0,0-24-2 0,12 0-3 0,24-60-40 0,-14 37 6 0</inkml:trace>
  <inkml:trace contextRef="#ctx0" brushRef="#br0">15290 7965 1 0,'24'-35'4'0,"0"-61"10"0,25 37-5 0,-26 47-4 0,-23 12 7 0,-60 58-6 0,-12 26 1 0,36 0-5 0,49-36-2 0,46-13-1 0,14 13 1 0,-27-12-1 0,-35 0 2 0,-22-1 0 0,-35-10 1 0,9-25-2 0,13 11 1 0,12-22-9 0,36-26-12 0,48-47-1 0,11 2 10 0,24-25 11 0,0-1 7 0,-23 13 5 0,-25 35 0 0,-47 49-3 0,-12 11 3 0,-36 82-8 0,1 14-3 0,58-37-1 0,25-22 1 0,22-3-1 0,-34 16 0 0,-23-4 1 0,-72 2 1 0,11-24 1 0,12-12-2 0,24-12-7 0,24-12-29 0,24-1 8 0</inkml:trace>
  <inkml:trace contextRef="#ctx0" brushRef="#br0">16147 7821 13 0,'0'0'0'0,"60"-82"26"0,-11 59-4 0,-26 57-3 0,1 37-14 0,-1 13-5 0,-23-24-27 0,0-36-22 0</inkml:trace>
  <inkml:trace contextRef="#ctx0" brushRef="#br0">16338 7453 27 0,'0'0'4'0,"36"24"-5"0,24-11-19 0,-13-26 10 0</inkml:trace>
  <inkml:trace contextRef="#ctx0" brushRef="#br0">16528 7440 1 0,'60'-46'8'0,"12"-13"4"0,-1-1-10 0,14-24 0 0,-64-35 2 0,-21 24 37 0,-34 95-18 0,-2 155-14 0,12 166-6 0,36 47-5 0,49-45-25 0,-27-121-4 0,-34-141-6 0</inkml:trace>
  <inkml:trace contextRef="#ctx0" brushRef="#br0">16635 7739 41 0,'0'0'0'0,"-34"-60"44"0,57 37-41 0,72-25-1 0,23-11-3 0,-33 34 1 0,9 85 19 0,-69 24-15 0,11 11-2 0,-25-47-31 0,1-38-49 0</inkml:trace>
  <inkml:trace contextRef="#ctx0" brushRef="#br0">17088 7251 25 0,'-11'-48'16'0,"46"36"-55"0</inkml:trace>
  <inkml:trace contextRef="#ctx0" brushRef="#br0">17684 7287 68 0,'-48'-12'24'0,"13"24"-19"0,23 23-5 0,-37 12 0 0,-22 24 0 0,12 38-1 0,35-38 1 0,60-35 0 0,48-36-3 0,70-72-54 0,-93 37 21 0</inkml:trace>
  <inkml:trace contextRef="#ctx0" brushRef="#br0">18434 7180 23 0,'0'-24'12'0,"0"0"-2"0,0 12-9 0,-12 1-2 0,-47-2 5 0,-38 26 7 0,3 10-6 0,11 25-4 0,23-1 1 0,1 13 4 0,10 22-1 0,26 2-3 0,23-36-1 0,12-25 1 0,48-57 1 0,23-37 0 0,12-2-3 0,-23 49 0 0,10 71 1 0,-10-10-1 0,12-24 0 0,11-63 1 0,-11-32 0 0,-25-37-4 0,-11-72-20 0,-2-58 13 0,-21 46 12 0,-25 59 4 0,0 26-3 0,11 58-3 0,-11 60 1 0,-23 84 2 0,10 81-1 0,13 61-3 0,25-21 2 0,35-29-1 0,11-55-1 0,1-62 2 0,-13-59 2 0,1-96 0 0,-1-46-1 0,-12 24-2 0,-22 57 1 0,-13 49 0 0,0 12 0 0,-24 48-1 0,0 23 2 0,12 13-1 0,0-13-1 0,24-59 2 0,11-24-2 0,37-47 2 0,-13-25-1 0,-11 37 0 0,0 36-2 0,-25 45 2 0,13 37-2 0,0-21 2 0,10-29-1 0,3-21 1 0,-26-46 0 0,-10-50 1 0,-37 12-2 0,-12 61 2 0,-47 35-2 0,-12 24 2 0,71-11-2 0,48-25 0 0,71-50-3 0,24 27 0 0,-12 46 2 0,-12 38 2 0,2-49-1 0,21-35 1 0,-36-27-1 0,-57 63 2 0,-14 47 1 0,14-12-3 0,-14-48-29 0,13-60-42 0</inkml:trace>
  <inkml:trace contextRef="#ctx0" brushRef="#br0">20185 6334 38 0,'-12'0'4'0,"-72"36"-14"0,73-25-15 0</inkml:trace>
  <inkml:trace contextRef="#ctx0" brushRef="#br0">18708 6715 105 0,'24'-108'12'0,"202"26"-14"0,108-25 3 0,-25 11-1 0,-166 50-7 0,-131 57-78 0</inkml:trace>
  <inkml:trace contextRef="#ctx0" brushRef="#br0">10349 4442 6 0,'0'0'8'0,"0"-25"7"0,10 25-9 0,15 0-1 0,-14 0 4 0,14 0-1 0,35 12-4 0,11 1-2 0,-48-2-1 0,37 12 10 0,-48 14 0 0,12 10-6 0,0 36-3 0,12 26-1 0,-1 21-1 0,-11 24 1 0,0-23-1 0,0-23 1 0,-24-37 0 0,-36 0 1 0,-48-24 0 0,-23-10 2 0,12-24 2 0,36-13-3 0,34 0-2 0,25 0-1 0,0 0-6 0,37 0-52 0,-3-13 11 0</inkml:trace>
  <inkml:trace contextRef="#ctx0" brushRef="#br0">11230 4715 27 0,'-12'-24'19'0,"0"48"-4"0,24 131-5 0,36 35-7 0,-25-46 0 0,-23-73-2 0,0-48-6 0,-12-23-42 0,-11-12 21 0</inkml:trace>
  <inkml:trace contextRef="#ctx0" brushRef="#br0">11182 4941 4 0,'0'-84'13'0,"12"-21"-4"0,37-16-7 0,-3 50 4 0,-10 35 10 0,-12 59-3 0,23 38-3 0,-11 33-8 0,-25-23 1 0,-58 2-1 0,-36-25 2 0,24-37 3 0,35-22-1 0,24 34-4 0,47 49-1 0,49 22-2 0,-1-10 1 0,-12-13 0 0,-23-11 6 0,-24-24-2 0,-13-11-3 0,-23-25-3 0,-12-37-54 0,12 13 8 0</inkml:trace>
  <inkml:trace contextRef="#ctx0" brushRef="#br0">11778 5133 33 0,'-12'0'16'0,"24"-13"-8"0,59 1-7 0,0-13 1 0,-11-9-2 0,-12-3 2 0,-25-10-2 0,-23 10 1 0,-12 3 0 0,-24 10 3 0,-11 24-2 0,0 47-1 0,-2 37 1 0,13 11 0 0,36-12 2 0,25-24 0 0,22-22-2 0,24-37 0 0,1-24-2 0,24-23-13 0,-1-3-49 0,-83 50 50 0</inkml:trace>
  <inkml:trace contextRef="#ctx0" brushRef="#br0">12480 5036 3 0,'0'0'3'0,"0"-12"8"0,0 0 4 0,0 1 2 0,0-25-8 0,-12 12-6 0,1 0-1 0,11-11-1 0,-13 23 0 0,1-1 3 0,-23 13 0 0,-1 37 0 0,0 34-2 0,1 0 1 0,23-11-2 0,12-12 1 0,24-38-2 0,11-10 1 0,1-34 0 0,-12-14 1 0,11 0-3 0,-10 2 1 0,-14 9 0 0,12 13 1 0,-23 12 1 0,0 12-1 0,0 48 1 0,0 35 0 0,13 35 1 0,-1 37-2 0,12 0-1 0,-12-23 1 0,-1-13 0 0,-34-12 1 0,-13-47-1 0,-11-47 4 0,-13-50-3 0,24-47-2 0,36-23 2 0,36-25-3 0,24-21 1 0,-1-14-5 0,0 96-25 0,-23 47-33 0</inkml:trace>
  <inkml:trace contextRef="#ctx0" brushRef="#br0">12885 5024 5 0,'-13'0'4'0,"13"0"-1"0,0-23 8 0,13-37-7 0,-1-24-2 0,12 25 1 0,11 0-2 0,-23 11 0 0,-12 25 2 0,0 10 2 0,-12 13-3 0,12 24-2 0,-23 12 1 0,-2 22-1 0,14-8 0 0,47-16 0 0,11-21 0 0,13 11 0 0,-1 10-1 0,-48 39 3 0,-11-14-2 0,13-23 0 0,23-36 2 0,35-24-1 0,1-12 0 0,-1-11 0 0,1-25-1 0,-1-11 1 0,-35 1 0 0,-11 32 0 0,-38 39 0 0,-47 22-1 0,-12 50 0 0,25 46 1 0,24 1 0 0,46-37-1 0,49-37 1 0,35-34-1 0,-1-47-8 0,1-24-24 0,-82 59 15 0</inkml:trace>
  <inkml:trace contextRef="#ctx0" brushRef="#br0">14064 4668 0 0,'0'0'0'0,"48"-37"10"0,-48 26 0 0,-36 11 0 0,-36 35-1 0,1 37-4 0,60-13-4 0,22-11-1 0,25-12 0 0,10 22 1 0,-46-8 1 0,-34-4 0 0,-25-10-2 0,10-24 2 0,61-48-2 0,59-35-2 0,25 0 0 0,-1 0 2 0,-12 11 0 0,-12-1 1 0,-22 27-1 0,-37 21 2 0,-48 60 1 0,-12 24-1 0,24-21-2 0,13 21 0 0,46-37 0 0,37-9 1 0,-25 0-1 0,-47-2 1 0,-35 0 0 0,-13-11 0 0,48-36-2 0,71-35-7 0,37-24-8 0,11-1 13 0,-49 50 3 0,-34 34 11 0,-11 58 0 0,-14 14-9 0,1 11-2 0,-12-36-14 0,0-35-23 0</inkml:trace>
  <inkml:trace contextRef="#ctx0" brushRef="#br0">14790 4429 40 0,'-12'0'2'0,"36"72"-1"0,12-1-32 0</inkml:trace>
  <inkml:trace contextRef="#ctx0" brushRef="#br0">15005 4655 3 0,'12'0'27'0,"-2"36"-8"0,3 46-14 0,-1 15-4 0,35-50 0 0,13-23 3 0,0-48 2 0,-37-36 0 0,-23-24-3 0,-47-10 0 0,-13 46 4 0,1 48-4 0,23 24-3 0,23 36 0 0,3-2 0 0,45-8 0 0,12-39 0 0,37-35 1 0,23-23 0 0,-10-14-1 0,-3 27 1 0,-24 21-1 0,-21 37 0 0,-26 24 2 0,-10-12 2 0,-1-1 2 0,-1-10-3 0,2-2-1 0,-2-35 2 0,25-59-1 0,0-13-2 0,23 25 0 0,1 36-1 0,11 23-1 0,1 34 1 0,-25 14 0 0,-23-12 0 0,-12-24 1 0,12-12 4 0,-1-36-1 0,25-47-1 0,24-36-8 0,-13 35-108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5346 5405 0 0,'0'0'0'0,"0"-12"9"0,0 1 8 0,-23 22 2 0,0 1-4 0,-1-12-4 0,0 0-5 0,-12 0-1 0,12-23-3 0,-24 11 1 0,1 12-1 0,-13-24 0 0,1 0 1 0,-12 0 1 0,-1 12-3 0,13-11 1 0,-25-13 0 0,-11 13-1 0,11 10 0 0,1 1 0 0,-12-13 0 0,-1 15 1 0,1-26-1 0,0 24-2 0,-1-1 1 0,-10 2-1 0,-13 11 2 0,11 11 0 0,1 2-1 0,12-1 0 0,0 0 2 0,11 12-2 0,-36-1-1 0,13 1 2 0,-11 23 0 0,-2-10-1 0,13 22 1 0,24 0-1 0,24 1-1 0,11 1 1 0,13-15 0 0,24 26 0 0,11 23 0 0,0-11 0 0,34-13 1 0,26 0-1 0,10 1 1 0,2-26-1 0,-47-33 0 0,82 35 0 0,0-1 0 0,12 0 1 0,24-10-2 0,-11-13 1 0,10-14 2 0,-12 3-2 0,2-1 1 0,-13 0-1 0,24 1 2 0,0-2-2 0,-13-11 1 0,2 0 0 0,-13-11 0 0,-12-14 0 0,0-21-1 0,0-4 0 0,-11-9 2 0,-2 13 1 0,-34-15-2 0,0 14-2 0,-12-13 1 0,11-11 1 0,-23 11 0 0,-24 12 0 0,-12-23 0 0,0 12 0 0,0 0-1 0,0-1 2 0,-12-1-1 0,-36 2 3 0,-35 0-1 0,-1 11-1 0,13 1-2 0,11 0 2 0,-11 22-5 0,10 13-44 0,40 24-42 0</inkml:trace>
  <inkml:trace contextRef="#ctx0" brushRef="#br0">13242 5012 46 0,'-35'-34'9'0,"11"21"4"0,24 13 0 0,0 0-5 0,-12 47 6 0,24 37-4 0,-12 11-3 0,0 0 0 0,12-11 2 0,10-37-3 0,27-34 0 0,34-61 2 0,60-71-2 0,48-36-2 0,59-12-2 0,24-11 3 0,1 46-3 0,-50 14-1 0,-46 34 2 0,-60 37-2 0,-48 23-1 0,-23 24 0 0,-37 13-7 0,2 21-56 0,-13-10-11 0</inkml:trace>
  <inkml:trace contextRef="#ctx0" brushRef="#br0">13195 5322 0 0,'0'-24'2'0,"35"-23"1"0,-12 23 12 0,13 1 3 0,-11 10 2 0,-14 13-7 0,-11 13-1 0,0 46-5 0,0 0 0 0,0 1 1 0,13-12 0 0,-13-1-2 0,11-10 0 0,-11-26 0 0,13-1 3 0,34-44-3 0,60-62-1 0,84-58-1 0,71-37-3 0,12 1 0 0,-48 59 0 0,-49 35 1 0,-57 25 1 0,-72 23 0 0,-12 25-1 0,-25 11-1 0,-22 36-6 0,22-1-133 0</inkml:trace>
  <inkml:trace contextRef="#ctx0" brushRef="#br0">18922 9311 3 0,'0'0'0'0,"0"0"4"0,-35-12 13 0,23 0-7 0,-1 12 7 0,-23 0-9 0,-10 12 2 0,-38 0-4 0,-23 12 0 0,-24-14 1 0,11 15-1 0,14 0-1 0,-13-2-2 0,-1 1-1 0,-22 0 1 0,-13-13-1 0,-1-11 0 0,2 0-1 0,-1 0 2 0,-11-11-2 0,-13 11-1 0,-11-12 1 0,11-13-1 0,0 2 1 0,1 12-1 0,22-2 1 0,14 1-2 0,35 0 2 0,-12-1-1 0,24 13 1 0,-2 0-1 0,27 0 1 0,-2-10-1 0,1 10 1 0,-25 10-1 0,1-10 0 0,0 13 0 0,36-13 2 0,34-23 1 0,25 12 2 0,-11-14-2 0,11-23-1 0,0-11 0 0,0-1 0 0,11-11-1 0,-11-26-1 0,0-21 2 0,0-13 0 0,-11-1-1 0,11-10 0 0,-12 47 0 0,12 1-1 0,12-38 3 0,-1 25-1 0,14 24-2 0,-2 11 1 0,-23-36 0 0,-12-34 0 0,12 11 1 0,-11 36 1 0,11 48-2 0,-12-13-2 0,12-12-1 0,12 12-3 0,-1 13-1 0,1 10 2 0,0 16 1 0,0-4 1 0,12-11-1 0,-12 13 0 0,0-2 0 0,12 13 1 0,11 1 1 0,24 11 0 0,61 11 0 0,-1 1-1 0,24 13 1 0,-1-2 1 0,26-12 0 0,-2 14 0 0,13-25 1 0,11 12-1 0,12-12 0 0,25-12 1 0,-2 12 0 0,3 0-1 0,-39-12 1 0,-21 12 1 0,-25-13-1 0,-24 13-1 0,-12 0 0 0,12 0 1 0,0 0-2 0,0 0 1 0,-12 13 0 0,-35-1 1 0,11 0-1 0,-10 1 0 0,-16-2 0 0,-20-1 0 0,-13 3 1 0,-24-1-1 0,24 0-1 0,11 12 0 0,1 12 1 0,12-1 0 0,11 84-1 0,-36-35 1 0,-10 23 2 0,-13 0 0 0,0 1 2 0,-13 10 1 0,2 1-3 0,11 12-2 0,0 0 2 0,0 0-4 0,-12 1 2 0,12-2 1 0,0-11 1 0,12-12-2 0,-12 13 2 0,-12-26-2 0,12-10 2 0,-11-13-1 0,-2-11-1 0,2-36 2 0,-2 0 2 0,2-11-2 0,-14-13 1 0,-11 0-2 0,-34 0-1 0,-37-13 0 0,-36 13 1 0,11-12-1 0,24 0 0 0,38 12 1 0,46 0-1 0,24 0-1 0,-12 12 2 0,12-12-1 0,0 0 0 0,-47 12-109 0</inkml:trace>
  <inkml:trace contextRef="#ctx0" brushRef="#br0">22507 7287 10 0,'0'0'0'0,"0"-12"5"0,-12-36 5 0,-1 1-8 0,13 10 5 0,13 14 22 0,-1-1-6 0,0 24-6 0,11 0-8 0,13 47-2 0,0 13 1 0,-25 12-1 0,2-1 0 0,10-23-2 0,13-23 3 0,48-62 0 0,94-94-5 0,96-36 3 0,36 0-3 0,-60 37-5 0,-72 34 8 0,-59 37-5 0,-83 34-1 0,-24 14 0 0,-12 11-9 0,-24 24-21 0,-59 34-46 0,47-33 31 0</inkml:trace>
  <inkml:trace contextRef="#ctx0" brushRef="#br0">22531 7180 28 0,'0'0'0'0,"-12"-71"31"0,46 46-3 0,-9 0-8 0,-25 50-10 0,-12 47-2 0,12 23-1 0,12-24-1 0,35-11 1 0,-11-12 0 0,0-38 0 0,1-20 0 0,81-74-2 0,96-71-5 0,71-23 3 0,26 35-2 0,-98 35 4 0,-81 61-4 0,-108 35 2 0,-37 12-1 0,-10 12-3 0,-12 1-14 0,22-2-48 0,50-22-39 0</inkml:trace>
  <inkml:trace contextRef="#ctx0" brushRef="#br0">1526 4166 16 0,'-13'-11'7'0,"-35"11"0"0,0 11 12 0,1-11 6 0,11 0-2 0,13 0-12 0,10 13-6 0,37-1 2 0,83 0 0 0,72 1 0 0,84 10-3 0,69-12-2 0,49 13 4 0,24 0-4 0,-1-1 3 0,-46-10-5 0,-60-13 4 0,-49-13-4 0,-81 13 1 0,-61 0-1 0,-83 13 1 0,-24-13 3 0,-107-13-1 0,-119 2-3 0,-121-1-1 0,-92 24 2 0,-38-12-4 0,1 0 2 0,12-12 1 0,35 1-1 0,95 22 1 0,108-11 1 0,143-11-2 0,83-2 0 0,95 13 1 0,84 13 1 0,95 10-2 0,71 1 4 0,72-24-3 0,58 0 2 0,2 0 0 0,-24 0 0 0,-61 12 0 0,-129 0-2 0,-109 1 0 0,-141-13 2 0,-98-13-1 0,-117 13 0 0,-120-24-4 0,-105 11 4 0,-62 2-4 0,13 11 2 0,58 0 1 0,109 0-1 0,119 11 1 0,129-22 0 0,74 11-2 0,95 11 2 0,118 2 1 0,94-13 0 0,74 12-1 0,46 0 1 0,2 1 1 0,-38-13-2 0,-82 0 3 0,-97-13-3 0,-116-11 0 0,-86-12 1 0,-12-46 0 0,25-2-3 0,0-12 2 0,24-23 1 0,-24-24-1 0,-36-59 1 0,-60 34-1 0,1 74 0 0,23 46 0 0,23 1 1 0,2 35-1 0,11 12-1 0,0 59 0 0,-12 96 2 0,12 58-1 0,12-8-1 0,-1-63 1 0,2-47 0 0,-1-47 1 0,-12-48 2 0,0-48-1 0,0-47 0 0,0-1-1 0,-12-23-1 0,12-23-3 0,-24 10 2 0,12 73 0 0,-12 23 1 0,37-11-1 0,-2 11 1 0,12 12-1 0,2 24 1 0,-14-12 0 0,-22 12 2 0,-48-12-2 0,-37-11 0 0,-71 12 2 0,-60-14-3 0,-105 13 1 0,-37-12 2 0,-48 24-2 0,12 24-2 0,11 13-1 0,85-26 2 0,94-11 0 0,85 23 1 0,35 1-1 0,35 12 1 0,0-12 1 0,37 0 0 0,-1-13-2 0,24 37 2 0,11 35-1 0,14 85-1 0,10 33 2 0,1-34 0 0,11-36 1 0,-22-23 2 0,-14-24-1 0,-11-13-3 0,-11-60 5 0,-14-59 1 0,-22-95-5 0,0-118 1 0,23 34-1 0,24 83-2 0,-25 39 2 0,2-16 0 0,-1 16-3 0,12 55 1 0,12 50 0 0,0 0 0 0,12 25 0 0,24 0 0 0,59-14 1 0,109-11 1 0,92 0 0 0,121 0-1 0,84-24 3 0,-14 12-3 0,-82 24 0 0,-95 12-1 0,-108-1 2 0,-82-23 0 0,-13 0-1 0,-12 0 0 0,-48 0-1 0,-23-11 2 0,-24 11-1 0,0 24-1 0,0 47 1 0,36 60 1 0,-12 72-2 0,-12-14-1 0,-1-34 2 0,2 0 2 0,-13-13-2 0,12-81 1 0,-12-49 1 0,0-60 0 0,-12-23-11 0,-12 59-170 0</inkml:trace>
  <inkml:trace contextRef="#ctx0" brushRef="#br0">21661 15919 68 0,'-71'-24'3'0,"-24"12"7"0,11 12 14 0,48 12-12 0,48 12-7 0,131 0 2 0,179-24-4 0,178-24-1 0,82 24-7 0,-33 35-2 0,-96 1 4 0,-227-12 4 0,-202-11 1 0,-179-26 2 0,-155-24 1 0,-130 3 1 0,-37-3 4 0,-23 37-4 0,24 0-1 0,107 0-4 0,166 25 1 0,168-25-2 0,166 12 0 0,201-36-1 0,169 11-2 0,59 13-2 0,-48 25-5 0,-119-13 7 0,-226-1 1 0,-179-11 4 0,-179 0 1 0,-190-11 1 0,-107 11 6 0,-573 59 1 0,693-34-9 0,201-14-1 0,191-11-2 0,202-36 1 0,227-23-2 0,141 35-3 0,39 24-7 0,-73 24 6 0,-181-1 0 0,-247-12 5 0,-203-11 2 0,-227-11 4 0,-178-1-1 0,-72 12 9 0,60 0-9 0,118 12-1 0,180-12-2 0,226-12 1 0,226-11-6 0,190-13 1 0,84 24-7 0,-37 24 3 0,-93-1 2 0,-168 2 4 0,-177-1 1 0,-86-24 0 0,-59-1 1 0,-11-10 0 0,47 12-2 0,25 11-72 0,23 0 30 0</inkml:trace>
  <inkml:trace contextRef="#ctx0" brushRef="#br0">2561 17288 61 0,'-109'-24'17'0,"15"60"-15"0,70-12 2 0,108-12 2 0,225-12 2 0,180-12 4 0,94 0 0 0,-71 12-7 0,-155 12-6 0,-154-12 0 0,-120 0 0 0,-83 0 6 0,-132-24-1 0,-188-12 2 0,-158 24-3 0,-21 24-3 0,129 24 0 0,204-24 1 0,189-12 0 0,156-12-1 0,155 0 0 0,654-12 0 0,-536 12-5 0,-165 24 0 0,-168 12 2 0,-108 0 3 0,-47-12 3 0,-34-12-2 0,-2 0-28 0,12 0-78 0</inkml:trace>
  <inkml:trace contextRef="#ctx0" brushRef="#br0">8431 16002 2 0,'0'-12'0'0,"-35"-1"7"0,-12 2 4 0,-26 11 2 0,37 0-3 0,13 0-1 0,82-12 1 0,108-11-5 0,131 11 0 0,95-12 1 0,24 24-1 0,-24 0-5 0,-119-12 2 0,-108 1 0 0,-119-2 0 0,-83 1 0 0,-58 0-1 0,-84 12-14 0,-13 12-30 0,96 0 8 0</inkml:trace>
  <inkml:trace contextRef="#ctx0" brushRef="#br0">8276 16050 14 0,'0'0'0'0,"-166"-23"9"0,47 46-6 0,23 0 5 0,73 2-2 0,46-14 1 0,73 1-2 0,106-24 2 0,132-47 7 0,118 23-6 0,1 12-2 0,-84 24-2 0,-95 0-1 0,-120-13 1 0,-106 2 4 0,-36-1 7 0,-24 1-9 0,-12-13-2 0,-11 11-3 0,10-10-1 0,25-13-44 0,0 24-18 0</inkml:trace>
  <inkml:trace contextRef="#ctx0" brushRef="#br0">10622 9001 73 0,'-12'0'5'0,"1"0"-3"0,22 24 17 0,-11-35 1 0,0-39-5 0,0-32-6 0,0-49-3 0,0-37-2 0,0 74 3 0,-11 58-3 0,-1 24-3 0,24 72 0 0,35 131-2 0,13-24 1 0,-24-37 3 0,-36-46 3 0,-25-61 4 0,2-58-5 0,-37-72-1 0,-36 12-2 0,-34 47 0 0,-13 48-1 0,35 11-1 0,85 1 0 0,59-12-1 0,83-23 0 0,72-37 0 0,23 13-2 0,-59 10 2 0,-108 37 2 0,-82 37-1 0,-96 81 2 0,-48 24 1 0,48-21 0 0,60-62-4 0,47-23 2 0,0-24-4 0,24-1-44 0,12 1-78 0</inkml:trace>
  <inkml:trace contextRef="#ctx0" brushRef="#br0">9526 14679 36 0,'0'0'14'0,"13"25"18"0,-1 23-9 0,-24-12-7 0,-12-24 0 0,-1-49-3 0,2-68-6 0,10-63-3 0,26-24-2 0,-1 62 0 0,12 59 0 0,-12 46 3 0,24 50-8 0,35 71 3 0,24 34 1 0,-11 13 1 0,-37-35 0 0,-35-49 3 0,-12-47-2 0,-23-36 2 0,-61-23-1 0,-59 10-3 0,-47 3 0 0,22 21-2 0,61 13 2 0,60 13-1 0,71-13 0 0,59-25 0 0,84-23 0 0,83-47 0 0,-60 37-1 0,-70-3 1 0,-84 38 0 0,-60 34 1 0,-119 96-1 0,-61 72 1 0,74 0-1 0,71-25 0 0,23-47 0 0,12-59 1 0,12-60 3 0,12-83-21 0,0 58-128 0</inkml:trace>
  <inkml:trace contextRef="#ctx0" brushRef="#br0">23149 14788 12 0,'0'-12'15'0,"-11"12"5"0,11 0 8 0,11-47-9 0,25-74-9 0,12-34-5 0,24-46 0 0,10-25-2 0,-11 35-1 0,-10 13 2 0,-2-14-1 0,-35 98 2 0,-36 46 3 0,-48 72-5 0,-58 71 2 0,-37 72-3 0,47-24-1 0,49-60 1 0,35-59 0 0,24-37 0 0,36-46 0 0,36-12-1 0,11 0 1 0,47-38-3 0,26 51 1 0,-60 58-2 0,-37 48 3 0,-12-1-2 0,-35-23 1 0,-12-1-10 0,0-10-78 0,0-13 42 0</inkml:trace>
  <inkml:trace contextRef="#ctx0" brushRef="#br0">23412 12443 71 0,'24'-60'21'0,"11"24"16"0,-23 24-13 0,-12 70-10 0,24 51-6 0,-12-2-2 0,12-47-2 0,11-37 0 0,13-46-1 0,24-73-1 0,11-11-1 0,-25 24-1 0,-22 22 1 0,-23 27 0 0,-1 21 0 0,-12 73 0 0,-12 82 1 0,-24 121 0 0,-11 47-1 0,23-84-1 0,0-71 4 0,-24-50-1 0,-35-68 1 0,35-74 0 0,25-81-2 0,82-72-2 0,84 23 1 0,-12 48 0 0,-24 24 0 0,-35 1-5 0,-25 33-31 0,-35 38-138 0</inkml:trace>
  <inkml:trace contextRef="#ctx0" brushRef="#br0">23626 11560 48 0,'0'-59'38'0,"24"36"0"0,-24 23-6 0,-36 95-13 0,-23 72-6 0,34-48-2 0,2-12-3 0,10-71-4 0,13-36 2 0,13-95-4 0,23-37 0 0,-24 25-2 0,11 36 0 0,-11 0 2 0,24 23-2 0,-12 12 2 0,12 24-1 0,-1 60 1 0,25 59 1 0,23 12 0 0,0-48-2 0,-35-35 2 0,-36-24 1 0,-24-36-4 0,-12-12-7 0,-11 25-107 0,35 11 36 0</inkml:trace>
  <inkml:trace contextRef="#ctx0" brushRef="#br0">10170 10239 13 0,'12'-35'20'0,"-12"-12"16"0,-12-13 4 0,-1 12-6 0,2 12-14 0,11 12-9 0,0 12-8 0,11 12-1 0,-11 72 2 0,0 23-2 0,0 96-1 0,0 35 1 0,-23 82 3 0,12 15 0 0,-2-14 0 0,26 13-2 0,34-36-1 0,-11-36 0 0,-1-61-1 0,-35-34 1 0,-35-59 2 0,-1-71-4 0,12-62-21 0,12-94-63 0,35 0-16 0</inkml:trace>
  <inkml:trace contextRef="#ctx0" brushRef="#br0">9978 10073 68 0,'-58'-37'4'0,"22"14"0"0,36 12 19 0,24-2-2 0,59 1-9 0,96 0-5 0,82 1-4 0,73-1-5 0,24-12 4 0,-38 24-3 0,-45-12 1 0,-13 0 1 0,12-24 2 0,-12 25-2 0,-60-13 2 0,-84 11 2 0,-93 13 5 0,-37 0 3 0,12 0-10 0,0 25-3 0,23 21 1 0,2 27-1 0,-14 46 0 0,-11 70 0 0,-23 50 0 0,23 58-1 0,0 37 3 0,-13 0 1 0,2 23 0 0,11-24-2 0,0-59 1 0,24-35 1 0,-12-13 0 0,-1-84-2 0,-11-58 1 0,-36-108-36 0,13-71-105 0</inkml:trace>
  <inkml:trace contextRef="#ctx0" brushRef="#br0">10468 12799 52 0,'-84'0'4'0,"25"0"4"0,11 0 23 0,24-12-7 0,-11 12-5 0,10 0-4 0,14 12-5 0,22 0-6 0,73-12 0 0,95 0-1 0,107-24-4 0,106 24 3 0,25 0-3 0,-24-13 4 0,-47 3-2 0,-61 10 3 0,-70-11 2 0,-72-2 1 0,-72 1-1 0,-47 0 3 0,-12-1-6 0,-12 13-3 0,0-11-15 0,36-25-164 0</inkml:trace>
  <inkml:trace contextRef="#ctx0" brushRef="#br0">13302 9835 61 0,'-13'-59'20'0,"-10"-25"16"0,23 47 3 0,0 62-27 0,12 105 1 0,-1 37-4 0,-11-12-6 0,-11-59-1 0,-1-25-1 0,35-47-53 0,13-60-73 0</inkml:trace>
  <inkml:trace contextRef="#ctx0" brushRef="#br0">13588 9881 108 0,'0'-11'3'0,"0"-36"10"0,10 59 4 0,-10 71 0 0,-21 12-9 0,8 12-4 0,1-11-1 0,48-50-1 0,10-21 1 0,3-61 0 0,-25-35-1 0,-36-12 0 0,-13-25-1 0,14 13-1 0,-14 36 1 0,-21 47-1 0,-2 24 0 0,0 34 0 0,13 4 0 0,58-4 1 0,49-10-1 0,23-24 0 0,24-35 1 0,-12-14-1 0,-35 3 1 0,-36 9 0 0,-25 0 3 0,-22 62-2 0,-14 34-1 0,25 1-1 0,13-13 0 0,58 1 0 0,1-36 2 0,-13-37 0 0,-23-46 0 0,-24-12 1 0,-24-25-1 0,-37 25 4 0,-33 58-4 0,-25 13-3 0,23 50-18 0,48 8-70 0,36-34 14 0</inkml:trace>
  <inkml:trace contextRef="#ctx0" brushRef="#br0">13242 10585 77 0,'-47'0'9'0,"-84"35"8"0,84-35 23 0,70 0-24 0,96-11-8 0,95-13-2 0,60 0-3 0,12 24 1 0,-48 0-2 0,-95 0 0 0,-84-12-1 0,-47 12-2 0,-47-11-39 0,-85 22-93 0</inkml:trace>
  <inkml:trace contextRef="#ctx0" brushRef="#br0">13314 10775 52 0,'-25'0'13'0,"-188"48"-2"0,117-48 18 0,84 0-9 0,72-25-13 0,119-9-3 0,94-3 11 0,49 26-6 0,-48 11-3 0,-96-12 1 0,-131 12-2 0,-47-11 1 0,-47-2-6 0,23 1-47 0,13 12-41 0</inkml:trace>
  <inkml:trace contextRef="#ctx0" brushRef="#br0">10265 11966 43 0,'0'-12'21'0,"-24"-12"-8"0,12 1 14 0,-11-2-4 0,10 2-2 0,-23 11-7 0,-11 1-7 0,0 11-1 0,23 0-1 0,-1 11 0 0,25-11-3 0,13 0 2 0,23 0-2 0,47 0 1 0,48 0-4 0,48 0 2 0,59-11-2 0,36 11 3 0,1 11-1 0,-14 1-4 0,1-1 4 0,-25 1 0 0,-22-12 0 0,-60 0-3 0,-48 0 3 0,-12 0 0 0,-35 12-1 0,-24-12 0 0,-24 0 1 0,11 0-1 0,13 13 0 0,12-2 1 0,-24-11-1 0,-24 0 1 0,-72 0 0 0,-47 0 0 0,-36-11-2 0,-71 11 3 0,-49-13-2 0,-34 13 0 0,12 0 1 0,47 13 0 0,12-2 0 0,35-11 1 0,48 12 0 0,35-12-1 0,50 11 0 0,-14-11-1 0,25 0 0 0,23 0 0 0,24 0 0 0,35 0 0 0,85-11 1 0,47-1-1 0,83 1-4 0,23 11 2 0,26 0 2 0,-25-13-3 0,-12 13 3 0,-12 0 0 0,-46 13 1 0,-38-13-3 0,-12 0 2 0,-23-13 1 0,-11 13-1 0,-25 0 1 0,-47-12-1 0,-12 12 0 0,-13-12 4 0,13 12 0 0,-12 0-3 0,12 0-1 0,-1 0 0 0,-10 0 0 0,10 0 3 0,-34 0-23 0,-37-11-143 0</inkml:trace>
  <inkml:trace contextRef="#ctx0" brushRef="#br0">11206 11037 79 0,'0'0'7'0,"0"-24"9"0,0 12 12 0,12-11-11 0,0-2-2 0,-12-9-5 0,0-16-4 0,13 4-3 0,-13-2 0 0,-13 0-1 0,-23 37 1 0,12-12-1 0,-12 10-2 0,13 13 1 0,-1 0 0 0,-24 13-2 0,13-2 2 0,-1 12-1 0,23 1-1 0,13 12 2 0,0 0 0 0,25 0-3 0,-1-1 3 0,23 1-1 0,0 0 0 0,1-1 0 0,0 13 0 0,-12 11-1 0,-12-22 2 0,-24 10 1 0,-11-10-1 0,-2-16 2 0,1-8-1 0,-24-1-2 0,0-12 2 0,-35-12-2 0,24-22 1 0,34-16 0 0,13 3 0 0,36 0-2 0,11-1 1 0,37 24 0 0,23 1-2 0,0-1 1 0,-35 24 1 0,-36-13 1 0,-13-10-1 0,-11-1 0 0,-12 12 0 0,-12 12 1 0,-11 0-1 0,-2 25 0 0,2 22 1 0,23 11-1 0,-13-8-1 0,26 8 2 0,10-22-2 0,13-12 1 0,0-24 0 0,12-13 1 0,0 2-1 0,-25-25 2 0,1-11-1 0,-24 11-1 0,12 11 0 0,-12-9 1 0,12 10-1 0,-24 0 0 0,0 1 1 0,-12 10-1 0,12-11 0 0,-11 11 0 0,-1 13 1 0,1-10-1 0,-2 20-1 0,-34 3-15 0,11 24-129 0,35-14 104 0</inkml:trace>
  <inkml:trace contextRef="#ctx0" brushRef="#br0">11039 12288 37 0,'-24'-37'29'0,"0"14"0"0,24-1-13 0,24 0 0 0,12 11-1 0,11-10-4 0,13 12 0 0,0 22-6 0,-12 12-2 0,-14 14-2 0,-34 70 3 0,-34-59-2 0,22-48-2 0,-48 47 3 0,0-10-1 0,37-3 0 0,-13-21-1 0,0-1 2 0,12-12 0 0,24 0 0 0,13 0-2 0,46 12-1 0,12-1 2 0,14-11-1 0,-28 0 3 0,-21-11 0 0,-23-1-1 0,-13 12-3 0,12 0-141 0,-12 0 92 0</inkml:trace>
  <inkml:trace contextRef="#ctx0" brushRef="#br0">11515 12251 29 0,'24'-11'24'0,"0"-12"24"0,-36 10-16 0,-24 37-12 0,-11 36-10 0,22-1-3 0,25-13-2 0,13 15-2 0,94-38-1 0,-59-34 0 0,11-12-1 0,-35-14 0 0,-12 3 3 0,0-3-2 0,-24 1 0 0,0-23-1 0,0 36 3 0,-12-2-2 0,-12 25 2 0,2 0-2 0,9 25-1 0,25-25-1 0,-24 23-5 0,12 12-33 0,0 1-105 0</inkml:trace>
  <inkml:trace contextRef="#ctx0" brushRef="#br0">11885 10335 31 0,'-12'0'3'0,"-48"-23"8"0,35 10 21 0,38-11-16 0,46 0-3 0,37 1-4 0,23 11-3 0,131-24 8 0,-214 24-7 0,-36 1-2 0,-36-2-3 0,-11 13-1 0,-1 0-1 0,0 13 1 0,25-13-1 0,-1 34 0 0,12 62 3 0,0 23 6 0,0 0 2 0,12-35-2 0,0-25-4 0,0-23-3 0,-12-13-5 0,0-23-29 0,24-11-118 0</inkml:trace>
  <inkml:trace contextRef="#ctx0" brushRef="#br0">12312 10538 48 0,'-10'-25'9'0,"-2"13"10"0,34-11 5 0,3-13-6 0,-1 36-4 0,12 0-7 0,-13 46-2 0,14 4-2 0,-26-3 0 0,-11 0 3 0,-24 1 1 0,0-24-3 0,1-12-2 0,-1-12 0 0,-1-12-1 0,14-24 0 0,11 0 0 0,11-11 0 0,61 0-1 0,-12-3 1 0,-13 29 4 0,-22 8 3 0,-14 1-3 0,13 12-3 0,-12 0-2 0,12 0-3 0,-12 0-47 0,-12 0-79 0</inkml:trace>
  <inkml:trace contextRef="#ctx0" brushRef="#br0">12242 12121 7 0,'-24'0'6'0,"11"-12"7"0,13-1 12 0,-11 13-3 0,-1 0-4 0,12-11-8 0,23 11-6 0,50-12 0 0,33-12 0 0,1 12 3 0,-35 0-3 0,-48 12-1 0,-36 0 3 0,-23 0-5 0,-37 12 0 0,24-12-1 0,12 12 1 0,25 1-1 0,-1 21 2 0,12 37 7 0,0 13 2 0,0 0 1 0,0-36-1 0,0-25-5 0,-13-11-4 0,2 0-3 0,-14-12-22 0,25 0-78 0,0-12 52 0</inkml:trace>
  <inkml:trace contextRef="#ctx0" brushRef="#br0">12468 12406 63 0,'-11'-13'19'0,"22"13"3"0,12 0-11 0,13 0-8 0,-11-10 1 0,-2-1 1 0,1-2-3 0,0-11 0 0,-12 0-2 0,0 1 1 0,-12-2 0 0,12 13 1 0,-12 1-1 0,-12-1 0 0,0 12-1 0,-12-11 1 0,0 11 1 0,0 11 1 0,13 1-2 0,-1-12 1 0,-12 23 0 0,12 2 5 0,-1-2-2 0,13 13 0 0,13-11 1 0,-1 21-1 0,-1-34-1 0,25 1-2 0,12-13 0 0,0-13-1 0,11 1 1 0,-12-13-2 0,-10 15 3 0,-14-1-6 0,1 11 4 0,-24 0-22 0,0-13-118 0</inkml:trace>
  <inkml:trace contextRef="#ctx0" brushRef="#br0">11075 12133 28 0,'-429'-167'0'0,"285"83"-24"0</inkml:trace>
  <inkml:trace contextRef="#ctx0" brushRef="#br0">12647 12669 51 0,'-12'0'3'0,"-24"-37"-1"0,12 26 28 0,1-12 5 0,11-2-15 0,12 25-9 0,59-12-7 0,96-12 0 0,83 1-3 0,48 23 1 0,-24 0 0 0,-72-12 0 0,-94 0-3 0,-73-1 3 0,-23-21-18 0,-23 9-45 0,-26-10 6 0,-9 11 50 0,22-13 26 0,23 14 18 0,2 23-10 0,35 23-11 0,47 38-9 0,24 22-1 0,-47-24-1 0,-107-11 1 0,-109 11-7 0,50-11-20 0,106-25-94 0</inkml:trace>
  <inkml:trace contextRef="#ctx0" brushRef="#br0">14505 12263 50 0,'0'0'7'0,"-12"-12"9"0,35 1 14 0,13-25-16 0,-13-1-9 0,-10-9 0 0,-13 10 2 0,-24 0-4 0,-1 12-1 0,-9 1 0 0,-2 23-1 0,-12 0 0 0,-11 10 0 0,-13 51-1 0,1 33 1 0,23-10 0 0,35-13 3 0,38-34-1 0,22-24 0 0,24-50-1 0,13 13-1 0,-12-24 0 0,-13 36 1 0,-36 12 5 0,2 71 1 0,-25 25-2 0,-12 23-1 0,-1-35 0 0,2-25-4 0,-1-36 1 0,12-23-20 0,0-11-59 0,0 11 5 0</inkml:trace>
  <inkml:trace contextRef="#ctx0" brushRef="#br0">14993 12204 44 0,'12'-48'11'0,"-24"36"18"0,-24 35-11 0,-12 38-4 0,25 10-5 0,34-11-3 0,37-13-5 0,24 1 0 0,-26 12 0 0,-57-13 6 0,-48-10-3 0,-25-14-2 0,13-12-10 0,35-45-45 0,24-16-23 0</inkml:trace>
  <inkml:trace contextRef="#ctx0" brushRef="#br0">14861 12180 54 0,'0'-36'12'0,"48"-23"13"0,36 36-17 0,11 23-9 0,-35 0-85 0</inkml:trace>
  <inkml:trace contextRef="#ctx0" brushRef="#br0">15469 11978 67 0,'0'-12'10'0,"0"0"-2"0,-12 36 13 0,-1 35-13 0,13-23-4 0,61-13 0 0,10-34 0 0,-11-49 2 0,-37 13 6 0,-70 23-6 0,-24 24-6 0,23 12-16 0,36 13-64 0,12-25 39 0</inkml:trace>
  <inkml:trace contextRef="#ctx0" brushRef="#br0">15993 11847 75 0,'0'0'0'0,"24"-48"9"0,-24 60 12 0,-24 71-5 0,-59 96 0 0,-25 47 5 0,13-59-8 0,47-35-10 0,12-38-5 0,13-33-31 0,23-61-81 0</inkml:trace>
  <inkml:trace contextRef="#ctx0" brushRef="#br0">15945 12430 52 0,'12'-37'40'0,"-12"62"-31"0,0 34 7 0,0 1-11 0,11-12-3 0,50-35 3 0,10-50 2 0,-35-34 5 0,-36 11 7 0,-61 13-6 0,-21 23-11 0,11 37-10 0,11 45-74 0,48-45 22 0</inkml:trace>
  <inkml:trace contextRef="#ctx0" brushRef="#br0">14707 12096 25 0,'0'0'12'0,"-12"-23"2"0,48-1 16 0,47 0-17 0,72 11-4 0,11 13-1 0,-95 0-3 0,1-10 9 0,-83-1-7 0,-25 11-6 0,24 0 1 0,-1 0-4 0,-45 11 3 0,-38 12-4 0,13-11 3 0,23 0 0 0,25 1 2 0,35-2-3 0,12 1 3 0,-1 24-1 0,-11 10 2 0,-11 15 1 0,-14-1 0 0,2-13-1 0,12-23 1 0,11-11-3 0,0-13-1 0,11-13 2 0,-11 13-1 0,23-12-1 0,13 12-1 0,36 36 1 0,-24 11 0 0,-38-11 0 0,-20 0 3 0,-26 10 1 0,-12-9-2 0,24-24-2 0,12-26-76 0,24 1-1 0</inkml:trace>
  <inkml:trace contextRef="#ctx0" brushRef="#br0">16886 12335 69 0,'0'-13'2'0,"0"-21"5"0,36-3 12 0,11 26-7 0,-23 82 0 0,-12 36 1 0,-12-23-5 0,24-49 2 0,24-58-1 0,59-73-3 0,60-11-1 0,22 13 3 0,-33 10-2 0,-74 0 0 0,-21-11-8 0,-25 23-9 0,-13 60-32 0,-58 49-77 0</inkml:trace>
  <inkml:trace contextRef="#ctx0" brushRef="#br0">17029 12311 52 0,'-36'0'29'0,"23"36"-21"0,13 47 15 0,36 12-16 0,0-47 1 0,48-60 3 0,59-95-4 0,60-48 13 0,59 23-7 0,-60 38-2 0,-95 33-4 0,-83 3-10 0,-12-2-99 0,-12 60 37 0</inkml:trace>
  <inkml:trace contextRef="#ctx0" brushRef="#br0">10538 12335 78 0,'0'0'4'0,"0"-13"4"0,-11 26 13 0,-72 24-4 0,-60 9-7 0,-35 2-3 0,-13-24-2 0,12 0-1 0,36-1-3 0,59-23 2 0,73-12 0 0,47 1-2 0,46-26 0 0,14-34 0 0,-36 24 1 0,-48 35 4 0,-60 37-4 0,-59 80 2 0,12 3 0 0,83-37-3 0,70-35 0 0,86-36-39 0,-73-36-80 0</inkml:trace>
  <inkml:trace contextRef="#ctx0" brushRef="#br0">8217 12347 88 0,'-60'-25'4'0,"49"14"4"0,22-1-3 0,85 12-1 0,0 60 6 0,-62 58 1 0,-34 14-2 0,-11-38-7 0,11-10-2 0,-23-24-28 0,-2-36-66 0</inkml:trace>
  <inkml:trace contextRef="#ctx0" brushRef="#br0">8146 12644 70 0,'-12'-35'8'0,"35"-1"1"0,96-12-5 0,36 13 1 0,-37 22 1 0,-82 2 2 0,-47 59 5 0,11 47-12 0,11-1-1 0,25-44 2 0,0-50 9 0,-1-73-1 0,-35-22-4 0,-11 35-3 0,-13 37-12 0,1 35-122 0</inkml:trace>
  <inkml:trace contextRef="#ctx0" brushRef="#br0">8884 12347 124 0,'-24'-59'10'0,"12"34"4"0,73 13-32 0,-27 49-79 0</inkml:trace>
  <inkml:trace contextRef="#ctx0" brushRef="#br0">9277 12062 62 0,'0'-50'57'0,"-12"50"-33"0,-12 84 1 0,-24 131-7 0,-11 47-7 0,23-71-8 0,11-72 0 0,25-48-15 0,-10-23-72 0,20-48-3 0</inkml:trace>
  <inkml:trace contextRef="#ctx0" brushRef="#br0">9313 12740 87 0,'-12'-12'36'0,"-48"-13"-9"0,48 14 9 0,12 11-39 0,12 24-115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19005 9180 30 0,'-11'0'1'0,"11"-24"-1"0,59 0 0 0,-11 0 2 0,-12-11 1 0,11-37 2 0,1-36-2 0,-24-22-1 0,-12-37 0 0,-12 36-1 0,-12 23 1 0,-12 14 1 0,12 33-2 0,12 15 1 0,-13 21 0 0,13 14 2 0,0 11-3 0,-11 72 0 0,11 47-1 0,-12 82 0 0,12 86 1 0,0 22 1 0,12-11-1 0,-1-83 1 0,14-60 0 0,-1-50-1 0,0-68 0 0,10-74 4 0,-9-105-3 0,-1-60 0 0,-37-11-1 0,-45 33 0 0,-14 50 0 0,-11 34 0 0,-1 37-1 0,49 59 0 0,-1 59-1 0,36 48 1 0,36-13 0 0,35-21-1 0,36-50 1 0,36-58 1 0,0-49-1 0,-24-23 0 0,-35 24 1 0,-25 11-1 0,-47 1 1 0,-1 59 0 0,-11 12 0 0,-23 60-1 0,-1 59 1 0,24-12-2 0,24 0 0 0,35-59 2 0,12-48-1 0,13-48 2 0,13-59 0 0,-27-12-1 0,2 0 0 0,-1-13 1 0,-12-10-2 0,-23 58 1 0,-24 50 2 0,-24 21 1 0,0 1-1 0,12 0-2 0,0 12 0 0,-12 24-1 0,0 35 0 0,1 25 0 0,-1-25 0 0,12-35 1 0,0-48 2 0,0-47-1 0,12-47-1 0,-12 10 0 0,0 48 1 0,0 13-2 0,0 11 0 0,0 36 0 0,11 36-1 0,-11 95-1 0,-11 58 2 0,-1 37-1 0,24-46 1 0,35-61 0 0,1-48 0 0,0-47 1 0,35-71 1 0,11-74-1 0,2 3 0 0,-24 10-1 0,-13 3 1 0,-35 21-1 0,-24 72 1 0,-12 58-1 0,12 63-1 0,72-2 0 0,34 24 0 0,-57-47 1 0,-73-37 3 0,-83-23-1 0,-49-36-14 0,26-97-60 0,117 75 40 0</inkml:trace>
  <inkml:trace contextRef="#ctx0" brushRef="#br0">20506 8394 98 0,'-24'-12'8'0,"-24"-71"4"0,156 11-11 0,118 26-3 0,-23 9 2 0,-121 13-20 0,-93 12-65 0</inkml:trace>
  <inkml:trace contextRef="#ctx0" brushRef="#br0">19851 8192 122 0,'-95'-11'12'0,"-24"-2"-8"0,59 13-3 0,191-12-43 0,-95 12-22 0</inkml:trace>
  <inkml:trace contextRef="#ctx0" brushRef="#br0">22019 8525 75 0,'0'-36'16'0,"10"96"5"0,3 47 0 0,-1 12-9 0,-12-12-2 0,-12-59-3 0,-1-35 4 0,3-74-3 0,33-46-6 0,25-12-1 0,-1 46-1 0,13 27 0 0,0 34 1 0,-1 70-2 0,-23 39 1 0,-36-26 2 0,-36-11 2 0,12-49 1 0,24-34 0 0,24-72-4 0,48-1 0 0,11 37-1 0,-23 35-1 0,-25 82 0 0,-23 39 1 0,-1-14-1 0,14-12-9 0,11-23-60 0,-25-48-32 0</inkml:trace>
  <inkml:trace contextRef="#ctx0" brushRef="#br0">22912 8512 32 0,'0'0'0'0,"12"-23"36"0,-12 59-24 0,10 12-4 0,3-1-2 0,10-47-2 0,49-58-2 0,-12-39 1 0,-13 14 3 0,-22 47 0 0,-14 72-2 0,-11 94 0 0,-36 62-1 0,13-3 1 0,-24 26 1 0,10 12 0 0,1-49-4 0,-11-107 2 0,12-94 4 0,11-156-3 0,24-118-5 0,83 94-1 0,83 96-6 0,2 70-52 0,-121 37-7 0</inkml:trace>
  <inkml:trace contextRef="#ctx0" brushRef="#br0">20768 10561 87 0,'-47'-83'15'0,"71"35"-14"0,-1-36 3 0,-35 0 8 0,-23 61-2 0,-25 46-7 0,-47 85-1 0,35-24 0 0,1 23-2 0,35-12-1 0,36-24 1 0,36-59 2 0,59-71-2 0,60-72 0 0,-12-24 0 0,-72 0 1 0,-35 2 0 0,-24-15 0 0,-12 37 0 0,0 120 0 0,-12 116 0 0,-12 75 8 0,12 21-3 0,24-46-2 0,-12-23-4 0,0-61 0 0,0-48-35 0,12-57-64 0</inkml:trace>
  <inkml:trace contextRef="#ctx0" brushRef="#br0">21541 10442 40 0,'0'0'0'0,"36"-36"10"0,0 0-9 0,-36-22 11 0,-23-26 5 0,-1 0-4 0,-12 26-9 0,-11 21 2 0,-84 85 2 0,59 46-6 0,13 50 0 0,11-25-1 0,35-24 0 0,26-59 0 0,46-49 1 0,25-81-1 0,11 10 1 0,-35 25-2 0,-26 47 1 0,-34 47-1 0,0 13 1 0,25 0-1 0,22-35 0 0,37-13 1 0,23-37-1 0,1-35 0 0,-49-58 0 0,13-49 0 0,-37-35-1 0,1 59 1 0,-13 71 1 0,-23 61-1 0,-36 23 0 0,-22 59 1 0,10 85-1 0,11 57 0 0,26 26-1 0,35-48 1 0,36-61-1 0,35-81 2 0,36-50 0 0,24-58-1 0,-36-37 1 0,-48-10 0 0,-23 22 0 0,-37 0 0 0,-11 49 0 0,-23 23 0 0,-13 13-1 0,1 11 0 0,11 23 1 0,-1 13-1 0,-11 12 0 0,13 23 0 0,0-12-1 0,-1 12 2 0,12-10-1 0,12-14 1 0,24-23 0 0,47-48 1 0,1-34-1 0,-1 45-1 0,-12 37 0 0,-23 23 0 0,12-23 0 0,-12-12 0 0,-13-35-38 0,-23-14-52 0</inkml:trace>
  <inkml:trace contextRef="#ctx0" brushRef="#br0">21613 9894 59 0,'-83'-36'44'0,"119"25"-42"0,143-37 0 0,83 12-4 0,23 12-92 0</inkml:trace>
  <inkml:trace contextRef="#ctx0" brushRef="#br0">23673 9489 58 0,'-59'-47'22'0,"35"142"-19"0,36 73-2 0,-12 8 3 0,-12-55 6 0,-12-74-6 0,24-60 2 0,48-92-6 0,47 68-2 0,1 108 1 0,-62 37 2 0,-80-13 1 0,-61-72 5 0,35-46-3 0,48-59-3 0,36 21-3 0,25 61-1 0,33 11 3 0,38 2-2 0,11-49 3 0,12-23-1 0,-12-14-1 0,-72 15 1 0,-35 34 0 0,-71 12 0 0,-13 48 0 0,1 22 0 0,35 26 2 0,36-13-2 0,36-10 2 0,23-51-2 0,49-31 1 0,23-29-2 0,-37-9 1 0,-22 0-2 0,-24-1 2 0,-12-11 1 0,-13 10-1 0,1 40 0 0,-24 8 1 0,-47 37-1 0,11 36 0 0,59 22-1 0,49 25 3 0,0-11 1 0,-72-50-3 0,-96-33 1 0,-11-26-1 0,83-92-7 0,96-87-31 0,59-81 8 0,-13 94 39 0,-45 132 14 0,-26 81-4 0,-35 134-11 0,-1 11-7 0,2-24 0 0,-26-84-21 0,2-58-67 0</inkml:trace>
  <inkml:trace contextRef="#ctx0" brushRef="#br0">25007 9608 36 0,'0'0'0'0,"-23"-47"64"0,58 11-32 0,107-23-24 0,1-1-12 0,-94 36-104 0</inkml:trace>
  <inkml:trace contextRef="#ctx0" brushRef="#br0">16041 12335 26 0,'0'-13'7'0,"0"13"-8"0,23 0 1 0,1 0 0 0,24 13 1 0,11-1-16 0,2 0 8 0,-2 12 7 0,0-14 3 0,13 3-2 0,-1-13-2 0,-11 12 2 0,-25 0 7 0,37 1-5 0,47 34-18 0,-95-47 4 0</inkml:trace>
  <inkml:trace contextRef="#ctx0" brushRef="#br0">17065 12609 4 0,'35'12'14'0,"26"-1"-6"0,32 26-11 0,14-26-10 0,1 25 12 0,-37-12 15 0,13 0 0 0,36-1-9 0,-1 1-43 0</inkml:trace>
  <inkml:trace contextRef="#ctx0" brushRef="#br0">18125 12918 16 0,'35'0'29'0,"61"0"-18"0,35 11-10 0,23 26-18 0,-58-1-1 0,-37-1 23 0,48-11 9 0,48 12-12 0,36 22-18 0,-26 15 7 0,-57-14 9 0,-60-47 8 0,0-1-29 0</inkml:trace>
  <inkml:trace contextRef="#ctx0" brushRef="#br0">20434 12383 24 0,'-11'-48'17'0,"11"1"-5"0,24 10 7 0,-24 14 2 0,12 23-4 0,-12-11-5 0,11 11-1 0,-11 0 1 0,12 0-8 0,-12 0 0 0,0 11 1 0,11 36-1 0,14 13-1 0,-13-2 1 0,0-8 0 0,12 21 0 0,-12 13 0 0,0-13-1 0,-2-12 0 0,-10 0-1 0,13-35 0 0,-13 0 0 0,0-24-2 0,0 23 1 0,0-10-1 0,0-1 0 0,0-12 1 0,0 23-1 0,0-11 0 0,0 12 0 0,0-12 0 0,0-12 0 0,0 0 1 0,0 0 0 0,0-36 1 0,0-35-2 0,0-36 0 0,0-1 0 0,-13 1 0 0,3-12 2 0,-2 24 0 0,0 35-3 0,12 13 1 0,0 10-1 0,0 14 1 0,12 12 0 0,0-1 0 0,11 24-1 0,13 35 1 0,23 24-2 0,12 13 3 0,1 11-4 0,-12-23 4 0,0-26-2 0,-25-9 0 0,12-24 1 0,2-13 1 0,9-61-2 0,-9-10 3 0,-14-12 0 0,-11-25 0 0,13 13-5 0,10 24 4 0,12 24-1 0,-11 47 1 0,-24 82-1 0,-2 96 0 0,-9 25-1 0,10-59 5 0,2-49-3 0,-1-48 1 0,-24-34 0 0,0-13-2 0,-13-60-14 0,-10-1-32 0,23 2-90 0</inkml:trace>
  <inkml:trace contextRef="#ctx0" brushRef="#br0">22210 12144 84 0,'-25'-35'6'0,"50"-1"0"0,9-12 18 0,-45 25-4 0,-12 23-12 0,-26-11-3 0,-22 22-1 0,-12 36-1 0,11 25-2 0,25 11 0 0,11 1-1 0,24-25 0 0,37-13 0 0,32 4-1 0,40-3 1 0,21 24-3 0,-58-23 4 0,-60-13 3 0,-83 1 6 0,-36 0 0 0,12-12-6 0,47-11-3 0,36-13-1 0,12-13-14 0,36-11-34 0,36-12-68 0</inkml:trace>
  <inkml:trace contextRef="#ctx0" brushRef="#br0">22638 11954 93 0,'-13'-24'9'0,"13"-12"10"0,25 60-2 0,-25 60 0 0,-25 47-2 0,14-1-7 0,-1-10 0 0,-1-26-3 0,13-34-1 0,13-12 1 0,23-35-3 0,11-2-1 0,13-35-1 0,-1 0 1 0,-11-23-12 0,-12 10-18 0,-12 3-55 0,-12 9 9 0</inkml:trace>
  <inkml:trace contextRef="#ctx0" brushRef="#br0">22614 12288 83 0,'-95'-25'19'0,"118"-10"-20"0,85-26 1 0,10 15 0 0,2 21-4 0,-74 2-30 0,-68 12-21 0</inkml:trace>
  <inkml:trace contextRef="#ctx0" brushRef="#br0">22709 12025 7 0,'0'0'0'0,"-84"-23"50"0,73-25-14 0,82-12-9 0,60-11-21 0,12 23-5 0,-47 25-6 0,-61 23-20 0,-70 34-70 0</inkml:trace>
  <inkml:trace contextRef="#ctx0" brushRef="#br0">19935 13668 135 0,'-48'0'8'0,"-166"0"6"0,178-11-12 0,72-26 14 0,83-22-1 0,131-24-6 0,119 11-7 0,131-24-2 0,48 14 2 0,-36-1-1 0,-60 11 2 0,-94 24 3 0,-120 2-5 0,-108 21 0 0,-105 25-2 0,-86 0-16 0,-69 12-47 0,-85 47-59 0</inkml:trace>
  <inkml:trace contextRef="#ctx0" brushRef="#br0">20125 13645 69 0,'0'0'0'0,"-274"59"16"0,84 1-14 0,58-25 19 0,61-22 8 0,95-26-18 0,82-22-6 0,146-38 2 0,127-32-3 0,110-3-5 0,71 1 2 0,48-12 0 0,-13 22-1 0,-47 3-2 0,-143 46 7 0,-131 1 7 0,-120 35 0 0,-95 0-5 0,-34 12-4 0,-25-13-1 0,-25 2-5 0,-34-1-26 0,-36 12-130 0</inkml:trace>
  <inkml:trace contextRef="#ctx0" brushRef="#br0">21352 14122 10 0,'0'0'15'0,"0"-25"2"0,-13 13 7 0,13-12-9 0,0 12-4 0,13-23-4 0,10-1-2 0,25 0-2 0,-12 11 0 0,10 15 0 0,3 20-2 0,-26 27 0 0,2 23 0 0,-25 11 2 0,-25 0-1 0,-11 13 0 0,-34-13 0 0,22-11 1 0,0-12 0 0,12-14-1 0,25-21-1 0,11-1 0 0,36-12 1 0,35-36 0 0,35 1-1 0,-10-1 0 0,-24 13 0 0,-25 10 1 0,-23 13-1 0,-12 0-1 0,-12 13-22 0,0 10-88 0</inkml:trace>
  <inkml:trace contextRef="#ctx0" brushRef="#br0">22150 14001 40 0,'0'0'2'0,"-24"-47"18"0,12 47 7 0,-24 24-12 0,0 47-10 0,36 2-3 0,12 9 0 0,24-22 0 0,24-13-1 0,23-35 1 0,-12-37-1 0,-11-9 0 0,-1-26 1 0,-36 1-1 0,-10 11 0 0,-13-11 0 0,0 22 0 0,-13-10 1 0,-23 23 2 0,-22 1-1 0,-2 12 0 0,-11-2 1 0,11 13-3 0,0 24 0 0,13 11 0 0,12 24-1 0,-1 25-13 0,24 47-102 0</inkml:trace>
  <inkml:trace contextRef="#ctx0" brushRef="#br0">21626 15014 35 0,'0'-12'11'0,"11"-48"16"0,13-23 11 0,-12 35-6 0,-24 13-8 0,-12 47-12 0,13 59-6 0,22 72-2 0,36-12-2 0,-22-24 1 0,-14-36 2 0,-22-23-2 0,-1-24-1 0,-1-12-12 0,2-12-79 0,11 0 5 0</inkml:trace>
  <inkml:trace contextRef="#ctx0" brushRef="#br0">22029 15038 118 0,'0'-12'4'0,"0"0"35"0,0 12-3 0,0-25-18 0,13 25-8 0,-13 0-16 0,-13 25-84 0,13-25-12 0</inkml:trace>
  <inkml:trace contextRef="#ctx0" brushRef="#br0">22495 14884 45 0,'0'-13'24'0,"12"13"11"0,0-12-11 0,0 0-16 0,-1-35-2 0,-11 10-2 0,0-10-2 0,0 0 0 0,-35 11 1 0,-13 0-1 0,-1 36 0 0,3 0-1 0,10 36-1 0,12 10 0 0,0 15 0 0,36-1 0 0,24-13 1 0,24-10-3 0,23 9 1 0,-23-10 1 0,-25 12 0 0,-12-2-1 0,-23 15 1 0,-47-1 2 0,-13-13-1 0,13-35 0 0,-12-12 2 0,11-48 1 0,24-11-2 0,24-1 0 0,48-24 0 0,10 37-3 0,3 12 2 0,-13-13-1 0,-25 23 0 0,-23 14-8 0,0 35-154 0</inkml:trace>
  <inkml:trace contextRef="#ctx0" brushRef="#br0">21173 15073 28 0,'-13'0'27'0,"13"-13"12"0,0 3-7 0,0-2-14 0,13-12-9 0,23-1-6 0,-1-9 0 0,-11 9 1 0,-24 2 1 0,-12 11 0 0,-35-12-2 0,-2 12 0 0,3 12 0 0,-15 25 0 0,14 21-1 0,12 13-1 0,-1 25 0 0,24-24-1 0,36-12 0 0,23-37 1 0,25-46 0 0,-1-37 1 0,-12 13-2 0,-34 35 6 0,-25 48-2 0,0 83 2 0,0 59-1 0,11-24 2 0,-11-33-3 0,0-38 0 0,0-23-1 0,-11-37 0 0,11-11-1 0,-25-34 1 0,25 9-4 0,-23 13-3 0,-1 12-17 0,12 12-16 0,12-12-124 0</inkml:trace>
  <inkml:trace contextRef="#ctx0" brushRef="#br0">21196 15050 59 0,'0'0'0'0,"0"-61"28"0,-11 61-6 0,-50 25-6 0,-33 21-12 0,-13-21-1 0,83-72 1 0,72-36-2 0,47 23-2 0,12 36-1 0,-24 119 3 0,-47 24 3 0,-60-23 5 0,-71-25-4 0,-24-47-2 0,60-96-2 0,59-22-1 0,119 10-2 0,83 47 0 0,60 50-1 0,-71 58 1 0,-132 13 1 0,-202-1 2 0,-119 13-1 0,-13-73 2 0,168-71-1 0,143-59-3 0,155 0 0 0,119 48 0 0,58 71-1 0,-129 71-1 0,-215-12 6 0,-214 1 3 0,-192-37-2 0,-153-189 3 0,571-25-6 0,214 12-2 0,106 60 0 0,50 82-1 0,-132 122-1 0,-179 11 1 0,-180-3 6 0,-211 3 1 0,-145-36-2 0,143-60 0 0,228-72-1 0,200-35-2 0,144 11-1 0,71 60-1 0,-47 72 1 0,-168 59-2 0,-153-11 3 0,-167-25 4 0,-168 0-1 0,73-59 4 0,249-107-6 0,202-23-2 0,120 81-3 0,-12 85 2 0,-144 35-1 0,-188-11 4 0,-216-12-1 0,-48-37-6 0,239-46-148 0</inkml:trace>
  <inkml:trace contextRef="#ctx0" brushRef="#br0">23113 14478 57 0,'-11'-25'34'0,"35"121"-4"0,-12 107-6 0,-24-13-12 0,-1-47-8 0,2-71-4 0,-1-37-16 0,12-70-66 0,12 11 24 0</inkml:trace>
  <inkml:trace contextRef="#ctx0" brushRef="#br0">23639 14679 27 0,'0'-21'4'0,"0"-4"17"0,0 0 4 0,-13 2-15 0,13-13-3 0,-12-10-3 0,0 9-1 0,-24 13 1 0,0 24-1 0,-11 0-1 0,11 36 1 0,-11 23-1 0,-13 25-1 0,25 11 0 0,35-35 0 0,23-48 0 0,49-37 0 0,35-46-1 0,-36 58-1 0,-35 86 4 0,-24 46 4 0,-24-1-4 0,-24-34-1 0,13-36-11 0,11-12-47 0,12-36-11 0</inkml:trace>
  <inkml:trace contextRef="#ctx0" brushRef="#br0">23875 14800 37 0,'0'0'0'0,"85"-60"36"0,-38 24-2 0,-47 24-18 0,-23 12-18 0,-14 37-54 0,26-14-4 0</inkml:trace>
  <inkml:trace contextRef="#ctx0" brushRef="#br0">24448 14716 76 0,'-13'-37'37'0,"13"-21"-8"0,25 11-14 0,10-13-9 0,-11 12 1 0,-24 1 1 0,-48 23-2 0,-24 11-1 0,-10 50-3 0,10 10-1 0,26 13-1 0,46 11 0 0,82-10-1 0,36 21 0 0,-46 12 1 0,-59 2 0 0,-85-37 0 0,-48-22 4 0,38-61 4 0,58-60-5 0,94-34-3 0,62 10-14 0,-36 49-77 0,-73 47 1 0</inkml:trace>
  <inkml:trace contextRef="#ctx0" brushRef="#br0">17814 5751 22 0,'0'0'0'0,"-11"-36"27"0,-1 11-8 0,-12 14-4 0,12 11 1 0,-11 0-5 0,12 48-2 0,-2-24-5 0,13 11-1 0,24-23-1 0,-12-12 1 0,11-12 0 0,-12-11 0 0,-11 0 1 0,0-2 3 0,-11 25-3 0,-12-12 0 0,-13 12-2 0,12 12-2 0,12 13-29 0,36 9-82 0</inkml:trace>
  <inkml:trace contextRef="#ctx0" brushRef="#br0">18266 5822 12 0,'0'0'7'0,"13"-11"18"0,-13-2 7 0,-13 13 3 0,3-12-13 0,10 12-13 0,0 0-6 0,0 12 0 0,-12 12 0 0,12-1 0 0,-12 14 0 0,0-13-2 0,48-24 2 0,-1-11-1 0,1-2-1 0,-25-24 0 0,-11 14 3 0,0-1 2 0,-23 0-4 0,10 24-3 0,2 12-26 0,-1 36-52 0,12-24 21 0</inkml:trace>
  <inkml:trace contextRef="#ctx0" brushRef="#br0">18803 5953 63 0,'0'0'0'0,"-23"-12"38"0,-13 0-8 0,12-1-13 0,12 13-7 0,0 13-4 0,-1 24-2 0,2-3-4 0,11 3 0 0,11-26 1 0,14 1 1 0,11-47-1 0,10 10-2 0,-46 2 3 0,0-1 1 0,0 0-5 0,-10 24-32 0,-2 12-82 0</inkml:trace>
  <inkml:trace contextRef="#ctx0" brushRef="#br0">18208 5441 55 0,'0'0'14'0,"-48"-24"-1"0,48 12 5 0,-12 12-2 0,0 25-5 0,12 9-7 0,24-9-1 0,12-25 1 0,0-25 4 0,-12-9 6 0,-24 21-7 0,0 1-6 0,-12 24-27 0,24 24-108 0</inkml:trace>
  <inkml:trace contextRef="#ctx0" brushRef="#br0">18637 5585 55 0,'0'0'0'0,"0"-25"11"0,0 13 24 0,0 12-11 0,-24 24-10 0,24 12-10 0,13-12 0 0,33-24-1 0,-10-13 2 0,-12-10 6 0,-24-13-2 0,-12 11-6 0,-12 25-5 0,11 25-53 0,13 11-45 0</inkml:trace>
  <inkml:trace contextRef="#ctx0" brushRef="#br0">19196 5895 87 0,'-12'-25'13'0,"12"0"-1"0,12 25-3 0,-12 0 3 0,-25 25-5 0,25 0-3 0,36-14-1 0,0-22 2 0,-11-14 0 0,-13 0 6 0,-24 14-9 0,-13 11-20 0,2 36-102 0</inkml:trace>
  <inkml:trace contextRef="#ctx0" brushRef="#br0">19303 6310 47 0,'-35'-13'38'0,"23"3"-17"0,12 10-10 0,-13 0 0 0,2 0 2 0,-1 10-12 0,12-10 4 0,0-10-2 0,0-14 5 0,0 12 0 0,-24 0-3 0,-1 12-4 0,15 24 0 0,20-11 0 0,26-13 0 0,-23 11-1 0,-13-11-1 0,0 0-156 0</inkml:trace>
  <inkml:trace contextRef="#ctx0" brushRef="#br0">19731 6167 46 0,'-11'-12'45'0,"-14"-11"-15"0,15 35-16 0,-26 11-6 0,36 2-1 0,0-25 0 0,36-37-2 0,-13 14 5 0,-23-1-2 0,-35 24-7 0,11 24-13 0,24 11-134 0</inkml:trace>
  <inkml:trace contextRef="#ctx0" brushRef="#br0">19661 6573 87 0,'-12'0'6'0,"-12"-25"12"0,24 25-13 0,-12 12 8 0,0 24-6 0,24-12-4 0,0-12 3 0,24-37-1 0,-12-22 5 0,-24 12 4 0,-12 23-10 0,-12 12-5 0,12 47-57 0,12-11-49 0</inkml:trace>
  <inkml:trace contextRef="#ctx0" brushRef="#br0">19970 6751 39 0,'-12'0'15'0,"12"0"5"0,0 11 11 0,-23 26-13 0,23 10-10 0,0-23-2 0,35-11-1 0,1-13 1 0,13-37 3 0,-38-10 8 0,-11 23-7 0,-11 11-11 0,-14 26-66 0,13-1-37 0</inkml:trace>
  <inkml:trace contextRef="#ctx0" brushRef="#br0">20066 6489 45 0,'-11'-12'28'0,"11"37"-8"0,0-14-6 0,23-11-4 0,-12-24-1 0,1 24-6 0,-35 0-5 0,0 36-62 0,10-13 8 0</inkml:trace>
  <inkml:trace contextRef="#ctx0" brushRef="#br0">20327 7072 51 0,'0'0'16'0,"-11"12"31"0,11-12-10 0,0 12-20 0,0 1-10 0,11-13-2 0,-11-13 0 0,0 13 9 0,12 0-11 0,36-24-30 0,-35 36-130 0</inkml:trace>
  <inkml:trace contextRef="#ctx0" brushRef="#br0">20506 6799 53 0,'-13'0'28'0,"13"0"17"0,-23 0-5 0,12 0-25 0,-1 23-13 0,12-12-1 0,0-11 3 0,12-11 1 0,-12-12 1 0,-12 11 2 0,-12 0-4 0,12 12-3 0,24 0-14 0,12 24-93 0,-24-13 45 0</inkml:trace>
  <inkml:trace contextRef="#ctx0" brushRef="#br0">17732 5464 68 0,'-36'-11'7'0,"24"-1"3"0,-12 1 20 0,0 45-6 0,12-9-12 0,36-13-3 0,24-12-1 0,-12-24 1 0,-24 0 2 0,-12 24-8 0,-12 0-3 0,12 11-30 0,0 14-109 0</inkml:trace>
  <inkml:trace contextRef="#ctx0" brushRef="#br0">16731 5822 72 0,'-35'-11'33'0,"23"11"-10"0,12 11-5 0,0 1-2 0,12-24-2 0,11-24-2 0,-11 24-2 0,-24 12-5 0,-11 12-3 0,23-12 1 0,-12-12-2 0,12 12-2 0,-24 48-70 0,12-25-35 0</inkml:trace>
  <inkml:trace contextRef="#ctx0" brushRef="#br0">20672 7251 48 0,'13'-12'26'0,"-13"0"14"0,-13-1-12 0,2 13-11 0,22-23-9 0,25 12-10 0,-23 22 9 0,-37 49-3 0,-1-36 2 0,38-24-3 0,34-48-7 0,-47 48-117 0,-11 0 75 0</inkml:trace>
  <inkml:trace contextRef="#ctx0" brushRef="#br0">16017 19038 255 0,'24'0'0'0,"10"-143"0"0,-34-35 0 0,72-381 0 0</inkml:trace>
  <inkml:trace contextRef="#ctx0" brushRef="#br0">16456 5215 16 0,'-46'-11'30'0,"22"-2"-11"0,12 1 1 0,12 12-3 0,-12 0-12 0,-1 12 1 0,13-12 2 0,0 0 3 0,13 13-2 0,11-2-2 0,24 1-4 0,23 12 1 0,1-12 0 0,22 11 0 0,2 0 0 0,23 2 0 0,-12 11-2 0,24-13 0 0,-1 14-2 0,-10-3 1 0,23 3 2 0,12-3 1 0,24 3-2 0,11 10-3 0,13 1 1 0,-25-12 1 0,1 12 0 0,0-13-1 0,10 1-2 0,13 24 2 0,-10-13 0 0,-37 1 1 0,12-12-1 0,35 11-3 0,0 25 3 0,13-25 1 0,-13 0-3 0,-11-10 1 0,-1 10 0 0,1 13 2 0,-25-12-3 0,-35-14 3 0,-71 3-4 0,-24-24 6 0,-24-13 0 0,0 11-4 0,-12-11 3 0,0 12 0 0,-12-1-16 0,-12 13-124 0</inkml:trace>
  <inkml:trace contextRef="#ctx0" brushRef="#br0">16541 5560 16 0,'0'0'0'0,"-24"-25"33"0,24 25-20 0,0-10 5 0,0 10-7 0,11 0-6 0,25 0 0 0,24 0 1 0,23 0-1 0,13 0 0 0,10 10 0 0,-35 3-2 0,1-1 0 0,12-12-1 0,-12 0-1 0,-1 12-2 0,1 12 3 0,-13-12-1 0,13 12 1 0,22 0-1 0,14 10 0 0,-14-9-1 0,-9-13 1 0,-14 12 0 0,24 23-1 0,-11-11 0 0,11 12-1 0,12-14 1 0,-11 16 3 0,10-3-2 0,3 0-2 0,-15-11 1 0,1 12 0 0,-12-25 1 0,-12 2-2 0,1-2 2 0,-12 13-2 0,10 0 1 0,15-1 0 0,-2 13 1 0,0 0 0 0,-10-1-1 0,-14 1-1 0,118 71 0 0,-34-23 0 0,13-2 3 0,11 13-1 0,-25 2-1 0,-22-27-3 0,-37 1 3 0,11 12-1 0,26 1 0 0,-36-25 3 0,-61-46 1 0,-23-14 13 0,12-22-5 0,0 11-21 0,-12-13-121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8991 6370 39 0,'-119'0'14'0,"0"0"-6"0,71-12 29 0,35-12-23 0,13 12-9 0,25 0-3 0,70 12 1 0,96-13 1 0,130-8 1 0,120 8-1 0,71 13 3 0,-13 24-5 0,-69-14 0 0,-85-10-2 0,-118 0 2 0,-109 0 0 0,-105 0-1 0,-13-10 8 0,-36-1-6 0,-107-14-3 0,-191 13 1 0,-71-1 1 0,-71 26-1 0,-25-1 0 0,50 24 1 0,93-13-2 0,73 1 2 0,70-24 0 0,84 0-1 0,24-24-3 0,95 11 4 0,48-8-4 0,71 21 3 0,119-25 0 0,120 13-3 0,117 12-1 0,86-13 4 0,22 13-3 0,-47 0 3 0,-119 13-3 0,-143-13 3 0,-95 0-3 0,-73 0 1 0,-81 0 2 0,-37 12 2 0,-95-12 0 0,-132 12-2 0,-130-24-1 0,-118 12 1 0,-61 25 3 0,24 9-5 0,108-10 4 0,81 0-1 0,110-12-2 0,58-1 0 0,96 2 2 0,71-13-3 0,60-13 0 0,95-10 1 0,155-13-2 0,130-10 1 0,107 21-1 0,38 0 2 0,10 14-2 0,-83 11 0 0,-107 0 2 0,-119 0-2 0,-84 0 3 0,-94-12-1 0,-72 1 2 0,-24-2-1 0,0 1-1 0,-12 12-18 0,0 0-100 0</inkml:trace>
  <inkml:trace contextRef="#ctx0" brushRef="#br0">6228 8215 6 0,'-13'-23'17'0,"3"12"2"0,-14-2 6 0,0 1-2 0,-24 24-6 0,-12-12-3 0,24 24 0 0,25-14-5 0,11 3 0 0,47-1-2 0,49-12-1 0,71 0 0 0,60 0-3 0,9 0 1 0,27 0-1 0,-13 0-1 0,-12 0 0 0,-35 0 1 0,-48 0-2 0,-48-12 0 0,-48 12 1 0,-59 0 1 0,-12-13 0 0,-59 3-2 0,-48 10-1 0,-60 10 1 0,-46 3-1 0,-38 11 3 0,13-11-3 0,12 10 1 0,35-12 3 0,37 2-3 0,47-1 0 0,23-12-1 0,13 0 0 0,47 0 1 0,12-12-1 0,24 12 1 0,0-13-1 0,47 13-2 0,37-11 2 0,59-1 0 0,47-12 0 0,37 12-2 0,0 12 1 0,-1 0 1 0,-24 0-2 0,-23 0 1 0,-26 0 1 0,-21 0 1 0,-24 0-2 0,-25 0 1 0,-35 0 1 0,-25 0-1 0,-11 0 1 0,-12 0-2 0,0 0-12 0,-12 12-132 0</inkml:trace>
  <inkml:trace contextRef="#ctx0" brushRef="#br0">16147 16228 10 0,'0'-35'17'0,"0"-1"8"0,0-12 1 0,13 12-5 0,-13 24-1 0,0 12-11 0,-13 12 0 0,13 0-4 0,0 12 1 0,0 36-4 0,-11 24 4 0,-1-2-1 0,-1 2-1 0,13-24 1 0,0-1 1 0,-11-13 0 0,-1-9 0 0,12-13 0 0,0-12-8 0,0-12 5 0,0 0-2 0,0-12 1 0,-13 1-16 0,2-26-52 0,11 24-38 0</inkml:trace>
  <inkml:trace contextRef="#ctx0" brushRef="#br0">15886 16121 24 0,'-24'-23'18'0,"12"23"15"0,12-13-7 0,72-11-4 0,59 13-8 0,35 11-7 0,-47 0-1 0,-71 0 3 0,-48-23-3 0,0 10-4 0,0 13-25 0,48 24-98 0</inkml:trace>
  <inkml:trace contextRef="#ctx0" brushRef="#br0">16660 16157 37 0,'-72'-36'22'0,"37"24"10"0,46 12-10 0,85-11-1 0,35-2-9 0,-24 13-4 0,-47 0-2 0,-38-24 0 0,-22-10-3 0,-34 9-1 0,-14 25-2 0,12 48 0 0,1 59-2 0,11 12 1 0,-12 13 1 0,0-38-1 0,-11-12 2 0,-2-32 5 0,2-27-3 0,36-23 9 0,58-12-7 0,84-12-8 0,60 12 1 0,-60 0 2 0,-72-1 1 0,-47 3 4 0,-12-14-4 0,0 12-43 0,24 12-95 0</inkml:trace>
  <inkml:trace contextRef="#ctx0" brushRef="#br0">18256 10442 57 0,'-36'-25'19'0,"12"25"-17"0,48-11 16 0,58-1 7 0,86 12-5 0,-12 0-13 0,-86 0-5 0,-58 0 1 0,-71-11-2 0,-37-2 0 0,1 1 0 0,59 60 2 0,12 59 1 0,48-11 2 0,-12-12 0 0,-12-50-1 0,-12 3-3 0,12-26-19 0,36 1-114 0</inkml:trace>
  <inkml:trace contextRef="#ctx0" brushRef="#br0">19243 10406 95 0,'0'0'0'0,"-36"-23"11"0,72-2 2 0,48 2 5 0,-25-13-3 0,-34 24 3 0,-37 37-9 0,-37 93 0 0,-9 37-2 0,34-24-3 0,24-36-6 0,24-12-21 0,23-71-41 0,0-59-33 0</inkml:trace>
  <inkml:trace contextRef="#ctx0" brushRef="#br0">19588 10417 64 0,'0'-23'26'0,"0"-25"26"0,0 85-31 0,0 93-8 0,0 25-8 0,0-36-5 0,-11-24-4 0,-1-47-57 0,1-48-35 0</inkml:trace>
  <inkml:trace contextRef="#ctx0" brushRef="#br0">19184 10335 84 0,'-23'-84'15'0,"58"37"-9"0,83 0 21 0,50 34-13 0,23 37-11 0,-37 24-13 0,-82 11-61 0,-48-35 14 0</inkml:trace>
  <inkml:trace contextRef="#ctx0" brushRef="#br0">19089 10882 61 0,'-95'24'31'0,"-1"23"-5"0,109-34 4 0,165-37-15 0,132 12-3 0,-1 24-1 0,-118-12-2 0,-132-60-12 0,-118 47-167 0</inkml:trace>
  <inkml:trace contextRef="#ctx0" brushRef="#br0">22376 14001 66 0,'0'0'0'0,"-36"-47"25"0,48 35 6 0,59 0-14 0,72 24-11 0,12 0-4 0,-72 1 0 0,-83-26 3 0,-59-24-2 0,-25 16 1 0,48 32-2 0,25 83-1 0,22 50 2 0,-11-37 1 0,-11-36-1 0,-14-46-2 0,14-2-44 0,22-12-74 0</inkml:trace>
  <inkml:trace contextRef="#ctx0" brushRef="#br0">23197 14049 86 0,'0'-35'21'0,"-12"35"13"0,-11 83-11 0,10 47-15 0,38 2-7 0,-14-38-4 0,1-33-32 0,48-61-26 0,0-107-8 0</inkml:trace>
  <inkml:trace contextRef="#ctx0" brushRef="#br0">23458 14168 32 0,'36'-71'38'0,"0"23"21"0,-23 71-33 0,-13 85-13 0,0 23-11 0,-24 0-2 0,-1-36-10 0,14-24-56 0,22-46-15 0</inkml:trace>
  <inkml:trace contextRef="#ctx0" brushRef="#br0">23639 14038 77 0,'0'-12'7'0,"34"-13"23"0,-9 73 2 0,-25 71-16 0,0 36-12 0,-12-25-3 0,-1-57-2 0,2-38-53 0,-1-22-40 0</inkml:trace>
  <inkml:trace contextRef="#ctx0" brushRef="#br0">22959 14001 104 0,'0'-11'4'0,"-12"-12"18"0,144 10 2 0,129 37-16 0,49-1-8 0,-72-10 2 0,-95-13-3 0,-107 0-24 0,-96 35-104 0</inkml:trace>
  <inkml:trace contextRef="#ctx0" brushRef="#br0">23031 14537 88 0,'-107'12'21'0,"23"24"19"0,144-13-17 0,214-23-18 0,142 13-7 0,-82 11 2 0,-120-24 6 0,-130-12 0 0,-73-24-4 0,-22 24-42 0,-12 12-66 0</inkml:trace>
  <inkml:trace contextRef="#ctx0" brushRef="#br0">18148 11501 48 0,'-12'-35'17'0,"-24"-1"-6"0,25 36 11 0,-1-12 2 0,83-1-10 0,119 2-2 0,144 11-5 0,71 0-2 0,-12 11-3 0,-119 14 4 0,-119 0-2 0,-84-25-2 0,-35 0 0 0,-24-13-3 0,-12 13-14 0,-60 13-33 0,-35-2-45 0</inkml:trace>
  <inkml:trace contextRef="#ctx0" brushRef="#br0">18422 11549 67 0,'-71'-48'12'0,"-14"25"0"0,134 0 2 0,177-2 6 0,95 13-6 0,37 36-4 0,-60 0-6 0,-85-1 1 0,-81-11 0 0,-37-35-4 0,-23 11-114 0</inkml:trace>
  <inkml:trace contextRef="#ctx0" brushRef="#br0">18529 11442 2 0,'0'0'9'0,"-12"-24"3"0,12 0-3 0,-11 12-1 0,11-11-5 0,-12-13-2 0,-1-12 0 0,2 2 3 0,-25 21 4 0,0-11-2 0,-11-12-2 0,-2 2-3 0,3-4 1 0,10 16 0 0,-24 10 2 0,-11 0-1 0,-25 24-3 0,1 0 1 0,24 0 0 0,-12 0 0 0,-13 11-1 0,-23 2 0 0,23 11 0 0,14-1 0 0,22 13 0 0,-23 0 3 0,-1 24-4 0,-11-1 2 0,24 0-2 0,11-11 2 0,-1 0-1 0,3 11 0 0,-2 24 0 0,12-24 0 0,25 2 0 0,-13 22-1 0,12-12 1 0,0 24 1 0,13 26-2 0,11-16 1 0,0-9 0 0,11 0-1 0,26 22 1 0,10 1-1 0,1-12 1 0,23 1-1 0,-1 10 1 0,2-22 0 0,-1 11 0 0,37-13 0 0,-12-10 0 0,11-13 1 0,-1-10 0 0,26-14 0 0,11 0 1 0,-1-10-1 0,-10-13-1 0,-12-14 1 0,10 3 1 0,1-47 0 0,36-3 0 0,95-47 0 0,-167 37-1 0,0-13 0 0,0-11 0 0,-11-48 1 0,11 12-1 0,-35 12 1 0,-26-1 0 0,-34 0 0 0,13-9 0 0,-1-16-2 0,-12 3 1 0,0 10 0 0,-25 1 0 0,-33-25 0 0,22 2 0 0,12 34-1 0,-11 14 0 0,-49-25 2 0,-24-1-2 0,1 24 3 0,25 13-2 0,10 24 0 0,-47-11-1 0,-48-15 1 0,47 37 2 0,14 1 0 0,23 11-2 0,-13 0 0 0,61 11-1 0,35 26-19 0,35 35-80 0</inkml:trace>
  <inkml:trace contextRef="#ctx0" brushRef="#br0">17636 13871 37 0,'-60'-36'32'0,"-23"24"-28"0,59-24-2 0,-35-10 3 0,-24-4 8 0,-36-8-4 0,-1 11-5 0,-10-13-1 0,-12 12-2 0,-14 24 1 0,-12 1-2 0,-21 10 2 0,-3 13-1 0,3 24 1 0,-3 36-2 0,26 11 2 0,0 24-1 0,46 24-1 0,14 24-1 0,10 24 0 0,25 13 1 0,35 21-1 0,24 0 0 0,60 15-1 0,46 10 1 0,26-11-1 0,-1-26 1 0,24 3-1 0,35-37 1 0,13-13 2 0,12-24-1 0,11-22-2 0,-12-37 5 0,0-34-2 0,0-25 2 0,2-48 1 0,-2-23-1 0,-12-37 0 0,-23 0 1 0,-36 3-1 0,-23-27-1 0,-37-35 1 0,-24 1 1 0,-23-13-1 0,-24-11 0 0,-60-25 0 0,1 13-1 0,-12 23 1 0,-12 35-1 0,-49-9 2 0,-47-25-1 0,49 34 7 0,47 62-3 0,24 21-4 0,-2 14-2 0,13 34-4 0,48 73-67 0,13-49 1 0</inkml:trace>
  <inkml:trace contextRef="#ctx0" brushRef="#br0">22364 14109 51 0,'-48'-60'9'0,"-11"37"-4"0,-48-25-2 0,-24 24 3 0,-23 12 4 0,-38 12-3 0,-22 0-3 0,-1-12-2 0,13 12-1 0,-25 24 0 0,25 48 0 0,0 11 1 0,35 35-2 0,-11 14 0 0,22 35 0 0,26-1-1 0,45 26 0 0,27-16 2 0,46 16-3 0,36 10 1 0,35-23 0 0,36-12 1 0,48-48 2 0,48-48 1 0,35-47-1 0,60-36-3 0,25-24 2 0,-15 1 0 0,2-24-1 0,0-37 0 0,-24-11 1 0,-48-24 0 0,-59 0 2 0,-36-36-1 0,-47 0 0 0,-50-22 1 0,-34 57-1 0,-59-35 2 0,-61-47 1 0,-23 36 7 0,-23 34 0 0,-60 37-6 0,-60 11-4 0,-35 49-1 0,-2 71-3 0,-33 95-74 0,296-83 16 0</inkml:trace>
  <inkml:trace contextRef="#ctx0" brushRef="#br0">18017 12156 1 0,'-12'0'2'0,"-11"0"-1"0,23 0 5 0,-12 0 8 0,-1 11 8 0,2-11 2 0,-1 0-5 0,-1 0-6 0,13 0-8 0,0 0-2 0,-23 25 1 0,10-13-1 0,3 1-1 0,10-13-2 0,-12 11 1 0,12-11 0 0,0 12 3 0,-12 11-1 0,12-11-1 0,0 12-2 0,12-12 1 0,10-1-1 0,14-22 2 0,0-25-1 0,-11-11 1 0,-25 11-1 0,0 11 1 0,-12 14 1 0,-24 11-2 0,12 11 0 0,-11 14 0 0,23 11 0 0,12-1-1 0,12-10 0 0,11-14 0 0,0 1 0 0,2-12 0 0,-1-23 2 0,-24-25-1 0,0 0 0 0,-13 23 0 0,-10 14 0 0,-1 11 0 0,-11 36-1 0,23 0 0 0,0-1 0 0,24 1 0 0,10 0 0 0,3-24 1 0,11-24-1 0,-12-35 1 0,-12-13 0 0,-24 24 2 0,-12 24 2 0,-12 12-2 0,1 12-3 0,23 13-4 0,47 9-58 0,1-22-21 0</inkml:trace>
  <inkml:trace contextRef="#ctx0" brushRef="#br0">16601 14561 84 0,'-13'0'9'0,"-58"-12"16"0,35 24-8 0,11 1-2 0,-9 34-6 0,10 11-4 0,24-21-3 0,12-1 0 0,0-25 0 0,12-11 0 0,-1-23 0 0,0-38 1 0,-10 15 0 0,-13-2 3 0,-13 24 0 0,-23 12 0 0,2 12-3 0,-2 25-1 0,-1 22-2 0,26-10 0 0,11-3 0 0,24 3 0 0,24-37 0 0,-2-25 1 0,3-10-1 0,-26-13 1 0,-23 1 0 0,-11 22 1 0,-14 25-1 0,-11 25 0 0,2 22-1 0,22-23 0 0,12-11 0 0,24-26 0 0,23-11 1 0,-23-12-1 0,-24 0 1 0,-13 24 0 0,-23 12 0 0,14 24-2 0,-2 12-29 0,83 36-126 0</inkml:trace>
  <inkml:trace contextRef="#ctx0" brushRef="#br0">21375 14692 76 0,'-47'-13'29'0,"24"3"-5"0,10-1-5 0,1 11-6 0,12 11-7 0,0 12-4 0,36-11-1 0,-13 0 1 0,2-12-1 0,10-24-1 0,-23-10 3 0,-12-3 0 0,-36 24 5 0,0 2-4 0,-11 22-1 0,-1 14-1 0,25 11-1 0,23-1 0 0,0 1-1 0,35-13 0 0,14-23 0 0,-15-11 2 0,14-25-1 0,-36-1-2 0,-12 16 3 0,-24 8 2 0,1 13-1 0,-1 13-5 0,1 33 2 0,23 2 1 0,11-37-1 0,12-11 2 0,-10-23-2 0,-13-1-29 0,0 24-103 0</inkml:trace>
  <inkml:trace contextRef="#ctx0" brushRef="#br0">17957 12228 3 0,'0'0'6'0,"0"0"25"0,0 12-17 0,0-12-8 0,0 0 2 0,0 0 17 0,0 0-17 0,0 0-4 0,0 0-2 0,0 0 0 0,0 11-1 0,0-11 5 0,0 0 1 0,0 0-6 0,0 0-2 0,0 0 5 0,0 0-1 0,0 0 0 0,0 0-3 0,0 0 1 0,-11-23 0 0,11-25 0 0,36 1-1 0,-1-13 0 0,14-11 1 0,-15-13-2 0,2 13 3 0,-12 23 2 0,0 1 0 0,-12 23-2 0,-12 11 0 0,0 13 0 0,0 0-1 0,-12 0-1 0,0 25 1 0,0 34-1 0,-35 12 0 0,-13 13 2 0,12 24-2 0,0-26 1 0,25-9-1 0,10-39 0 0,13-34 2 0,0-11-1 0,0-25 0 0,36-35-1 0,0 0 1 0,12-25-1 0,0 12-1 0,-24 25 1 0,-1 35 0 0,-23 24 1 0,-11 0-1 0,11 0 0 0,0-13-1 0,23-10-30 0,13 23-83 0</inkml:trace>
  <inkml:trace contextRef="#ctx0" brushRef="#br0">17982 12228 54 0,'-12'12'5'0,"-1"-1"5"0,26-11 1 0,-13 0 13 0,-13-11-8 0,-10-49-7 0,-13-11-3 0,-11-47-5 0,-26-14 2 0,3 1-1 0,-14 24 0 0,25 35 0 0,34 36-1 0,-9 24-1 0,21-11 1 0,13 11-1 0,0 12 1 0,13 12-2 0,46 59 2 0,24 61-2 0,-10 57-2 0,-3-22 3 0,-34-71 3 0,-12-62-1 0,-24-21 3 0,-24-49 1 0,-25-71-6 0,-45-71 2 0,-1 0 1 0,59 70-3 0,23 61-1 0,13 34 2 0,13 13-4 0,10 47-11 0,37 14-39 0,-24-14-29 0</inkml:trace>
  <inkml:trace contextRef="#ctx0" brushRef="#br0">17648 12288 28 0,'-24'-13'7'0,"-83"-58"14"0,12 23 2 0,12 48-11 0,11 11-6 0,13 2-1 0,-1-1-1 0,24-12 2 0,36 0-5 0,12 25-1 0,48-14 0 0,35 1-1 0,48-24 0 0,24 1 2 0,-12-2-1 0,-72 13 2 0,-47 0 2 0,-36 13 4 0,-49-26-4 0,-21 13-2 0,-2 36-2 0,-11 12 0 0,34-1 0 0,26-35 0 0,46-12 0 0,49-25-1 0,37-22 1 0,-16 0 0 0,-32-1 1 0,-51 35-1 0,-20 13-28 0,10 37-61 0</inkml:trace>
  <inkml:trace contextRef="#ctx0" brushRef="#br0">17946 12393 84 0,'-48'73'3'0,"60"82"-4"0,35 35 11 0,-22-11 4 0,-25-72 1 0,0-59-8 0,0-38-3 0,0-20 0 0,-12-62-2 0,-12-35 0 0,24-60-2 0,-12-11 1 0,-1 11-1 0,26 12 2 0,-1 48-3 0,-12 95 3 0,0 36-3 0,-12 71 1 0,-12 60-2 0,24-11 3 0,0-62-3 0,0-59 4 0,-12-23-2 0,-1-59-18 0,26 13-94 0</inkml:trace>
  <inkml:trace contextRef="#ctx0" brushRef="#br0">18256 12466 25 0,'-36'-36'19'0,"24"12"18"0,0 11-13 0,48 3-18 0,59 20-4 0,59 27 2 0,14-13-4 0,9-12 2 0,-34 12-3 0,-59-12 5 0,-60-12 3 0,-71-12 1 0,-61-24-5 0,-82-35-1 0,-13-13 0 0,25 73 0 0,47 22-3 0,24 25 1 0,47-12 2 0,60-24-3 0,72-24-2 0,94 0 1 0,24 24 2 0,-34 24-1 0,-25 0 0 0,-48-24 1 0,-36 0 0 0,-23 0 1 0,-24-12 1 0,-24 0-1 0,1-12 0 0,-13-12-23 0,12 36-81 0</inkml:trace>
  <inkml:trace contextRef="#ctx0" brushRef="#br0">16588 14597 1 0,'-24'0'14'0,"-12"-12"8"0,0-24-3 0,13 24 6 0,23 12-10 0,0 37-5 0,12-3-6 0,-1 16-1 0,14 8-1 0,-1-22 0 0,-1-36 1 0,-10-36 2 0,-13-22-2 0,-13 21 1 0,-23 13 4 0,-11 35-4 0,12 14-2 0,23 0 0 0,0-25-2 0,36-13 1 0,11-24-1 0,-11 26 1 0,-24-1-1 0,0 12-6 0,12-11-58 0,12-2-12 0</inkml:trace>
  <inkml:trace contextRef="#ctx0" brushRef="#br0">16648 14359 10 0,'0'0'0'0,"-24"23"6"0,12 2 7 0,12-25 21 0,-24 23-6 0,-11 50-3 0,10-50-15 0,14 12-2 0,-14-22-1 0,14 10-2 0,-1-12-2 0,-1 14 0 0,3-25 2 0,10 0-2 0,10-48-1 0,15-23 0 0,22-48-1 0,37-24 0 0,11-24 2 0,25-1-3 0,-13 15 2 0,0-2-1 0,13-12 0 0,-2 12 0 0,-36 23 1 0,-10 27 1 0,12-3-1 0,0 13-1 0,-13 1 0 0,-35 10 1 0,0 24 0 0,-13 12-1 0,13 1 0 0,-25-1 2 0,2 25-2 0,-13-2 1 0,-13 25-1 0,-23 12-1 0,-10 48 0 0,-26 11 1 0,-12 12-1 0,1-11 0 0,23-14 0 0,13-21 0 0,35-13 0 0,12-35 0 0,36-26 1 0,23-34-1 0,12-13 0 0,25 0 0 0,-48 26 0 0,-11 34 0 0,-14 35 1 0,-12 49-1 0,-11 12 1 0,0-1 1 0,-11-11 0 0,-25-1-1 0,12-11-7 0,0-24-40 0,48 23-99 0</inkml:trace>
  <inkml:trace contextRef="#ctx0" brushRef="#br0">16434 14204 53 0,'-12'-48'5'0,"24"-23"22"0,0 24 12 0,-2 35-18 0,15 47-9 0,-1 60-5 0,-24 37-1 0,-24 10 1 0,-1-23-1 0,15-47-4 0,20-48 0 0,51-24-2 0,23-24 0 0,-14-23 1 0,-22-1-11 0,12 25-115 0,-48 23 81 0</inkml:trace>
  <inkml:trace contextRef="#ctx0" brushRef="#br0">16779 14692 23 0,'0'-34'28'0,"12"9"9"0,-36 13-6 0,-12 12-8 0,1 0-12 0,35 0-8 0,23 0 1 0,61 12 0 0,93 0-1 0,97 1-2 0,73-38 1 0,57 25-1 0,25 0-1 0,24 0 0 0,-1 12 1 0,-11-12-1 0,-84 24 1 0,-107-1-1 0,-144-11 1 0,-69 0 3 0,-13-12-2 0,0 13-2 0,11-13 1 0,-23 0-1 0,12 0 1 0,-1 0-1 0,2 0 1 0,-14-25 0 0,-34 0 0 0,-62-9 0 0,-33 22 1 0,23-13-1 0,47 25 2 0,60-11-1 0,60 11-1 0,47 24-2 0,0 24 0 0,-1-1 1 0,-46 0 1 0,-48-22 8 0,-71-2 0 0,-60-23-7 0,-144 23-22 0,-22 27-139 0</inkml:trace>
  <inkml:trace contextRef="#ctx0" brushRef="#br0">16980 14395 63 0,'0'-24'12'0,"13"-12"17"0,-13 24 4 0,0 37-19 0,-71 46-4 0,-60 36-1 0,0-36-1 0,72-35-3 0,35-11-3 0,24-14-1 0,47 12-1 0,48 25 1 0,48 12-2 0,-36 11 0 0,-60-12 4 0,-34-23 3 0,-13-13-2 0,0-10-1 0,-24-13-40 0,-1 0-110 0</inkml:trace>
  <inkml:trace contextRef="#ctx0" brushRef="#br0">2370 4870 28 0,'0'0'0'0,"-143"-13"18"0,108 2 6 0,23-1 2 0,24 12 7 0,35 12-22 0,25-12-3 0,35 0-2 0,48 11-2 0,23-11-1 0,1 13-1 0,10-26 1 0,15 13 3 0,-2-11-1 0,13 11-1 0,-2 11-3 0,2-11 4 0,12-23-4 0,11 12 1 0,24-2 1 0,-24 13-1 0,0 0-2 0,0 0 0 0,-13-12 3 0,3 12-2 0,-26 0-2 0,0 0 2 0,-23 0 1 0,-13 12-3 0,-10-12 1 0,-13 0 0 0,-12 13 0 0,-1-13-2 0,13 0 3 0,-23 0-2 0,11 11 1 0,-1 12 0 0,0-23 1 0,-9 0 0 0,-14 0 0 0,-24-11-4 0,-23-1 5 0,-25 1 3 0,13-2-1 0,-12 1-1 0,-12 0-1 0,-24-1-3 0,0 13-44 0,23 0-71 0</inkml:trace>
  <inkml:trace contextRef="#ctx0" brushRef="#br0">10134 5154 46 0,'-59'-34'33'0,"11"22"-15"0,60-13-4 0,59 14 5 0,96-1-3 0,83 24-8 0,106-1-3 0,61-22 1 0,-11 11-4 0,-61 11 1 0,-118-11-3 0,-121-11 5 0,-106-12 1 0,-154-14-2 0,-145 26-2 0,-81 11-2 0,-37 0 3 0,25 0-2 0,70 0 1 0,131 11-1 0,119 13-1 0,97-11-1 0,118 10 2 0,131-35 0 0,107-12-3 0,46 0 0 0,-21 13 2 0,-84 11-1 0,-109 0 0 0,-129-12 1 0,-107-12 1 0,-144 12 1 0,-131 12-1 0,-47 12-1 0,12 12 5 0,82-1-4 0,85 1-2 0,130-24 2 0,119 13-1 0,119-13-2 0,73-13 2 0,-1-11-2 0,-97 13 3 0,-116 11 0 0,-97 35-18 0,-35 12-125 0</inkml:trace>
  <inkml:trace contextRef="#ctx0" brushRef="#br0">14278 5120 8 0,'0'0'0'0,"23"-37"23"0,-23 26-16 0,0-1 26 0,-11 1 1 0,-12-2-12 0,23 1-8 0,0 0-4 0,-13 1-2 0,13 11-1 0,-11-12-2 0,11 12-1 0,0 0 0 0,35 0 0 0,13-11-3 0,23 11 2 0,25 0-1 0,35-13-1 0,23 1 1 0,37-13 0 0,23 14-1 0,24 11-1 0,24 0 1 0,0 11 0 0,12-11-1 0,12 0 1 0,0 0 0 0,23 0-1 0,1-11 0 0,12 11 0 0,12-23 0 0,11 11-1 0,0 0 2 0,-48-1-5 0,-23 2 4 0,-24 11-1 0,-47 0-1 0,-25 11 1 0,-58 2 2 0,-50-13-1 0,-45 0 1 0,-50 0-1 0,-68 0 1 0,-99 0-2 0,-94 0 5 0,-84-13-3 0,-69 13 3 0,-50-11-4 0,-12-1 2 0,14 12-2 0,-1 12 1 0,34 12 0 0,62 11-1 0,71-23-1 0,59-1 0 0,60-11 2 0,70 13-1 0,61-13 2 0,35 12-3 0,36-12 0 0,12 0 1 0,36 0 0 0,47 0 0 0,107-12-1 0,72-1 1 0,48 13 1 0,48-11-1 0,70-1-1 0,36 12 0 0,-12 0 0 0,-34 23 0 0,-62-10 1 0,-34-1 0 0,-13 0-4 0,-11-24 4 0,-24 0-2 0,-36 12 0 0,-37-13 2 0,-70 13 0 0,-59 0 0 0,-48 0 0 0,-24 0 1 0,-24 0-1 0,1-11 1 0,-26 11-1 0,1 0 0 0,13-12 1 0,-1 12-9 0,12 12-78 0,-1-1 28 0</inkml:trace>
  <inkml:trace contextRef="#ctx0" brushRef="#br0">22173 5060 60 0,'-59'-48'26'0,"-1"25"-15"0,-23 23-6 0,11 0 12 0,1 0 1 0,11 0-11 0,48 12-3 0,108-1 3 0,117-11-4 0,145 0-3 0,95 0-2 0,35 24 0 0,-71 23-3 0,-108-10 6 0,-154-13-1 0,-155-14 0 0,-119-20 3 0,-132-26-2 0,-81 11 2 0,-49-9-2 0,-13 9 5 0,36 2-5 0,74 23 3 0,105 0-2 0,84 0-2 0,108 0 0 0,105 11 1 0,143-11-3 0,120 0 0 0,73 0-3 0,22 24 3 0,-60 12-2 0,-106 0 4 0,-143-11-1 0,-120-25 2 0,-94-13 1 0,-38-24-1 0,-22 14 0 0,73 12-19 0,34 22-104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14850 9477 50 0,'-23'-11'3'0,"-26"-1"1"0,14 12 21 0,23 0-6 0,24 0-13 0,47 23 4 0,84-23-3 0,36-11 0 0,47-1-3 0,-35 0-2 0,-60 12-2 0,-84-13 2 0,-36 13 1 0,-11-23-1 0,-47-1-2 0,0 0 1 0,-25 1 0 0,25 12-1 0,23-2 1 0,12 1-1 0,36 24 0 0,22 22 0 0,15 27-1 0,-14-1 1 0,-34-26 1 0,-49-9 1 0,-36 0-1 0,-23-2-1 0,70 0-44 0,38-23-24 0</inkml:trace>
  <inkml:trace contextRef="#ctx0" brushRef="#br0">16446 9240 111 0,'-48'-37'9'0,"-24"133"-9"0,72 71 1 0,12-25 5 0,-1-45 1 0,-11-51-2 0,0-21 2 0,-34-85-1 0,9-106-4 0,38-49 0 0,-13 107-1 0,12 61-1 0,-1 36 0 0,1 34-1 0,36 48 0 0,0 36 0 0,10 0 1 0,-33-59 0 0,-14-36 1 0,14-60 2 0,10-83-2 0,37 0 1 0,-13 84-2 0,-23 36 0 0,0 34 0 0,-11 72-1 0,21 36 1 0,-22 24 0 0,-12-60 0 0,-1-24-1 0,14-34-30 0,-13-37-73 0</inkml:trace>
  <inkml:trace contextRef="#ctx0" brushRef="#br0">17410 9596 48 0,'0'0'7'0,"0"-35"-3"0,48-13 1 0,-24-11 7 0,-37 11 2 0,-23-13-3 0,13 27-6 0,-1 22-2 0,-11 12-1 0,-37 46 1 0,-12 27 1 0,25 9-3 0,35 2 0 0,24-13-1 0,36-34 3 0,11-37 0 0,25-60 0 0,12 1-2 0,-49 36 1 0,-24 10-1 0,2 26 0 0,23 21-1 0,-13-10 1 0,25 0 0 0,0-12 1 0,23-48 0 0,1-47 0 0,23-72 0 0,-35 36-2 0,-38 24 2 0,-22 12-1 0,0 58 0 0,-10 38-3 0,-14 82 1 0,12 48 0 0,12 24 0 0,36-37 0 0,35-46 1 0,24-72 1 0,12-72 1 0,11-95-1 0,-33-71 1 0,-49 60-2 0,-49 70 0 0,2 50 2 0,-14 21-2 0,14 50-2 0,-1 80-1 0,-1 50 3 0,13 0-1 0,0-13 1 0,0-58 0 0,0-47 1 0,13-50 2 0,23-45-1 0,11-15-1 0,13 14 0 0,-12 23-1 0,-25 24 0 0,1 12 0 0,0 25 0 0,-24 34 0 0,12 12 0 0,0-23 0 0,24 0 1 0,10-37 1 0,27-35 2 0,-3-47-2 0,-9 0-1 0,-13 0-1 0,-14 21 1 0,-21 16 0 0,-1 22 1 0,-1 12-2 0,-11 25 0 0,0 21 1 0,13 26-1 0,22-1 2 0,-11-11-1 0,-24-49 3 0,-59 1-3 0,-97-35-37 0,14-13-90 0</inkml:trace>
  <inkml:trace contextRef="#ctx0" brushRef="#br0">17839 9203 117 0,'0'-11'3'0,"24"-25"3"0,213-1-9 0,-46 26-88 0</inkml:trace>
  <inkml:trace contextRef="#ctx0" brushRef="#br0">19399 9192 127 0,'-24'-23'2'0,"-131"-14"-86"0</inkml:trace>
  <inkml:trace contextRef="#ctx0" brushRef="#br0">6074 4905 51 0,'-61'-11'4'0,"27"-1"10"0,21 12 11 0,49-12-15 0,83-1 4 0,72 13-5 0,95 25-4 0,23 21-2 0,-24-33-1 0,-82-26 1 0,-107-21 4 0,-84-26-2 0,-71-11-2 0,-37 35-1 0,36 11-1 0,84 38-1 0,35 70-1 0,14 13 1 0,-50-25 1 0,-59-12 2 0,-35 0-4 0,10 12-91 0,61-71 44 0</inkml:trace>
  <inkml:trace contextRef="#ctx0" brushRef="#br0">7991 4620 106 0,'13'-12'4'0,"-2"95"0"0,-11 49 12 0,-24 34-6 0,12-59-1 0,0-49-1 0,12-58 1 0,12-94-4 0,24-72-5 0,10 11 2 0,-10 71-2 0,-23 37 1 0,11 47-2 0,-1 94-1 0,24 38 2 0,2-13-1 0,-37-60 5 0,-1-47-1 0,1-95-2 0,0-85 2 0,48 26-2 0,-12 95-1 0,-1 71 0 0,1 95 0 0,-2 11-1 0,-10-22 2 0,-11-24-2 0,-14-61-29 0,2-94-43 0,10 11 2 0</inkml:trace>
  <inkml:trace contextRef="#ctx0" brushRef="#br0">8764 4691 11 0,'25'-23'19'0,"10"-25"35"0,-23 36-26 0,12 72-13 0,12 58-2 0,-23 13-1 0,-13 1 3 0,-13-27-7 0,1-32-3 0,60-25-1 0,83-48-3 0,58-48 1 0,3 12-1 0,-85 12 0 0,-95 11 2 0,-24 3-2 0,0-1-37 0,24 11-75 0</inkml:trace>
  <inkml:trace contextRef="#ctx0" brushRef="#br0">11349 13871 10 0,'12'-12'17'0,"23"-1"15"0,-11-10-11 0,-1 12-2 0,2-2-4 0,-14 1 0 0,2 0-1 0,-13 1-4 0,12-1-3 0,-24 12-4 0,-12-11-1 0,-24 11 2 0,-23 11-2 0,-1 12 0 0,13 1 0 0,-1 12-1 0,0 12-1 0,24-1 0 0,25-10 0 0,58 10 0 0,49-12-1 0,10 49-1 0,-21-1 2 0,-74-11 0 0,-46-49 7 0,-72-11 2 0,-1-47-4 0,49 11-2 0,23 12-4 0,47 24-36 0,38 22-81 0</inkml:trace>
  <inkml:trace contextRef="#ctx0" brushRef="#br0">11611 14038 48 0,'0'-12'8'0,"11"-24"27"0,2 24-4 0,-13 48-18 0,-13 22-6 0,2 15-4 0,11-14-2 0,24-11 0 0,11-23 0 0,25-50 1 0,-2-34 0 0,-9 11-2 0,-37 25 2 0,12-2 2 0,-12 37-3 0,12 24-1 0,-13 12 0 0,25-14 1 0,11-9-2 0,1-25 2 0,24-36-1 0,-1-24 0 0,-11 1 0 0,-24 11 3 0,-24 25 2 0,-12 35-1 0,0 227 1 0,0-74-2 0,0-33-1 0,-12-37 0 0,12-60 0 0,-12-47 2 0,12-119-3 0,24-107-2 0,11 60 0 0,1 82 2 0,11 73-1 0,37 82-4 0,-36 49 3 0,-48-37 1 0,-95-24 2 0,-14-35-1 0,27-12-7 0,70 25-97 0,12-25 44 0</inkml:trace>
  <inkml:trace contextRef="#ctx0" brushRef="#br0">13278 14204 49 0,'-36'0'11'0,"1"23"28"0,-1-23-7 0,36 0-15 0,71-34-10 0,72-37-1 0,70-13 2 0,-21 24-3 0,-49-11 3 0,-61 23 1 0,-33 1-3 0,-37 22 0 0,-24 2-4 0,-83 23-1 0,23 11-1 0,97 13-1 0,81 36 0 0,-12 11 1 0,-81 0 0 0,-96-23 0 0,-13-12-19 0,85-12-75 0,35-24 15 0</inkml:trace>
  <inkml:trace contextRef="#ctx0" brushRef="#br0">14612 13728 86 0,'-12'0'7'0,"0"13"26"0,-1 58-16 0,13 13-11 0,13-13-3 0,-13-37 0 0,-13-21 2 0,2-85-2 0,-1-35-1 0,12 0-1 0,12-12 0 0,48-12 0 0,23 36-1 0,0 72-1 0,-35 94 2 0,-59 47 0 0,-109 1 0 0,-23-46 1 0,107-62-2 0,72-11 1 0,46 60-1 0,15 35-1 0,-26 24-1 0,-24-36-12 0,-22-36-24 0,22-58-25 0,-11-25 9 0</inkml:trace>
  <inkml:trace contextRef="#ctx0" brushRef="#br0">15052 13978 9 0,'0'0'0'0,"0"-24"56"0,0 12-23 0,24 24-19 0,59-24-8 0,13-23-1 0,-61-26-1 0,-47 2-1 0,-83 47 1 0,0 60-1 0,47 36-3 0,60 23-1 0,71-24 1 0,13-47 0 0,-1-47 1 0,23-39-2 0,-11-21 4 0,1 0-3 0,-60 24 1 0,-48-1 0 0,-71 48-1 0,11 72 0 0,84 59 0 0,83 11-2 0,-48-24 2 0,-118-57 0 0,-72-49-13 0,84-72-60 0,177-58 43 0,-34 70 97 0,-37 12-21 0,-47 36-41 0,-12 24-130 0</inkml:trace>
  <inkml:trace contextRef="#ctx0" brushRef="#br0">13004 15085 43 0,'0'0'0'0,"-36"-47"57"0,1 35-11 0,23 12-26 0,35 47-11 0,73 24 1 0,47 25-4 0,23 0-1 0,-11-37-2 0,-25-23 0 0,-57-26 4 0,-61-56 2 0,-24-38-5 0,-25 25-1 0,14 35 2 0,46 36-4 0,26 71-2 0,-27 1 2 0,-56-13 2 0,-85-24-3 0,35-10-41 0,72-37-119 0</inkml:trace>
  <inkml:trace contextRef="#ctx0" brushRef="#br0">14671 15002 107 0,'-25'-36'27'0,"-46"59"12"0,-35 61-25 0,34 35-10 0,48 12-5 0,72-35 3 0,47-37-1 0,13-59 1 0,11-83 1 0,12-47-2 0,-36 9 1 0,-71-9 1 0,-24 46-1 0,-24 49-3 0,-24 70 1 0,13 85-1 0,23 34 2 0,35-35-1 0,25-35-1 0,0-50-14 0,-1-9-70 0,-11-37 4 0</inkml:trace>
  <inkml:trace contextRef="#ctx0" brushRef="#br0">15433 15336 47 0,'11'-13'18'0,"14"-34"23"0,-13-14-11 0,-24 15-9 0,-13 21-9 0,2 25-5 0,-24 13 0 0,11 45-2 0,-35 26-3 0,35-13-1 0,36-34 0 0,71-25 2 0,14-72-1 0,-15 37-1 0,-46 23 5 0,-24 59 2 0,0-13-6 0,12 4-2 0,0-16-30 0,24-34-93 0,-13 0 78 0</inkml:trace>
  <inkml:trace contextRef="#ctx0" brushRef="#br0">15862 15181 57 0,'12'-48'35'0,"0"25"27"0,-36-2-36 0,-47 73-13 0,23 47-9 0,71 0-2 0,73-11-2 0,-36-25 0 0,-72-23 4 0,-72-24 1 0,-12-12-7 0,73-36-26 0,107-11-109 0,-73 23 105 0</inkml:trace>
  <inkml:trace contextRef="#ctx0" brushRef="#br0">16124 15228 53 0,'23'-47'41'0,"2"23"28"0,-37 24-44 0,-12 71-14 0,35 37-8 0,14-25-2 0,-50-36 0 0,-58-35-7 0,48-49-42 0,153-45-59 0,50 46 91 0,-61 36 96 0,-95 24-22 0,-72-24-50 0,35 0-124 0</inkml:trace>
  <inkml:trace contextRef="#ctx0" brushRef="#br0">16862 15359 48 0,'-35'0'17'0,"-49"0"38"0,37-12-7 0,22 1-22 0,25-2-14 0,84 1-5 0,107-11-3 0,58 0-1 0,2 23-2 0,-73-13 2 0,-70 1 3 0,-85 0 0 0,-23-1-2 0,-11-21-3 0,-37-14 0 0,-24 12 0 0,24 12-2 0,25 11 2 0,35 26-1 0,83 58-1 0,-11 13-1 0,-61-24 1 0,-69-1 2 0,-74-47-5 0,12 12-35 0,73-12-125 0</inkml:trace>
  <inkml:trace contextRef="#ctx0" brushRef="#br0">18387 14823 41 0,'0'-12'7'0,"-13"-70"19"0,37 45 19 0,0 61-23 0,-12 94-7 0,-24 62-5 0,-12-25-3 0,13-48 0 0,22-72-4 0,25-23 2 0,47-24-2 0,1-11-1 0,23 0-1 0,-25-2-1 0,-46 0-16 0,0 2-85 0,-23 23 30 0</inkml:trace>
  <inkml:trace contextRef="#ctx0" brushRef="#br0">19053 15144 69 0,'0'-11'12'0,"-12"-1"30"0,12 24-26 0,0 36-11 0,24 11-4 0,0-23 0 0,24-24 1 0,-14-35 1 0,-21-50 1 0,-13-9-2 0,-35 22-1 0,-25 24 0 0,24 36-1 0,13 24 0 0,-2 11-1 0,38 13 1 0,34-12 0 0,49-12 0 0,23-24 1 0,23-24 0 0,-35-12 0 0,-48 12 0 0,-46-23 2 0,-13 11-1 0,0 11-1 0,0 14 1 0,-13-1-1 0,-10 12 0 0,0 12 0 0,-13-1-1 0,12 26 0 0,24 22-1 0,24 48 0 0,-12 24 0 0,-24-59 9 0,-36-48 2 0,1-12-7 0,22-24-9 0,38-37-56 0,34 15-45 0</inkml:trace>
  <inkml:trace contextRef="#ctx0" brushRef="#br0">19923 14918 62 0,'12'-59'34'0,"11"34"14"0,-23 62-32 0,-12 106-4 0,1 0-1 0,11-35-6 0,-12-50-1 0,-1-45 2 0,2-73-2 0,11-72-1 0,11-57-3 0,37 22 0 0,-12 71 0 0,59 49-1 0,1 81 0 0,-62 39 0 0,-68-2 1 0,-96-23 0 0,33-24-1 0,97 11 1 0,72 73-1 0,83 46 1 0,-1-10-1 0,-46-61 0 0,-85-71 1 0,-11-24 2 0,-1-24-7 0,2 36-55 0,-1 0-55 0</inkml:trace>
  <inkml:trace contextRef="#ctx0" brushRef="#br0">18481 15954 4 0,'0'0'4'0,"-11"-48"18"0,35 14 3 0,-12 9 15 0,-12 13-10 0,0 72-15 0,-12 35-8 0,-1-12-3 0,2-47 0 0,11-24 1 0,0-12 2 0,11 0-7 0,-11 0 0 0,0 11 0 0,0-11 0 0,0 0 0 0,0 0 1 0,0 13-1 0,0-13-1 0,0 0 0 0,0 0 1 0,0 12-1 0,0-12 2 0,-11 0-1 0,11-36 1 0,0 0 0 0,0 24-6 0,0 12-28 0,11 0-11 0,-11-35 13 0,0-26 28 0,0-10 13 0,0 12 24 0,0 34 3 0,25 3-20 0,34 10-7 0,25 36-1 0,-1 59-2 0,-47 24-1 0,-24 12-1 0,-60-59 1 0,-35-25-1 0,-13-23-4 0,37-24-2 0,46-1-28 0,61 3-62 0,-24 10 28 0</inkml:trace>
  <inkml:trace contextRef="#ctx0" brushRef="#br0">19207 15943 54 0,'25'-48'45'0,"-14"25"13"0,-11 34-30 0,-11 96-10 0,-14 24-13 0,25-36-2 0,0-24-6 0,0-46-29 0,-11-25-51 0,22-25 10 0</inkml:trace>
  <inkml:trace contextRef="#ctx0" brushRef="#br0">19149 15966 68 0,'-84'-47'40'0,"72"0"4"0,108 10-28 0,130 14-4 0,-13 11 2 0,-81 12-3 0,-132-24-5 0,-59 12-16 0,23 36-99 0,36-12 43 0</inkml:trace>
  <inkml:trace contextRef="#ctx0" brushRef="#br0">18565 16621 23 0,'0'0'3'0,"12"-47"24"0,0 23 8 0,0 36-10 0,-12 60-3 0,-12 22-9 0,0 1-8 0,12-11-3 0,0-48 1 0,0-36 1 0,12-36 0 0,12-48-1 0,23 0-1 0,13 26 0 0,0-2-3 0,-14 36-1 0,-33 24 3 0,-49 24 0 0,-47 48 4 0,46-1-6 0,37-12 0 0,61-22 1 0,10-14 1 0,1-35-8 0,-13 1-55 0,-11-2-44 0</inkml:trace>
  <inkml:trace contextRef="#ctx0" brushRef="#br0">19125 16752 40 0,'0'-13'17'0,"0"-10"39"0,0 46-25 0,12 50-15 0,-12-2-6 0,0-35-3 0,-12-36-4 0,0-48 0 0,-12-11-1 0,36-25 0 0,12 37 0 0,0 11-2 0,-2 12-5 0,3 24 6 0,-1 24 4 0,-1 47-6 0,2-11 1 0,34-24 0 0,-11-36 1 0,11-73 1 0,-23-32 2 0,-36 45-8 0,0 60-7 0,0 35-44 0,25 13-57 0</inkml:trace>
  <inkml:trace contextRef="#ctx0" brushRef="#br0">19731 16693 71 0,'0'-12'33'0,"-11"24"13"0,11 34-23 0,0 4-18 0,11-16 0 0,-11-22-1 0,0-35-1 0,-11-37 0 0,-1-11-2 0,12 11-2 0,23 23-1 0,13 3 3 0,0 46 1 0,-12 60 5 0,12 10-6 0,11-9 0 0,25-50-2 0,12-59 5 0,-13-72 0 0,-23-10-7 0,-48 81 4 0,-12 26-7 0,0 59-62 0,-1 11-57 0</inkml:trace>
  <inkml:trace contextRef="#ctx0" brushRef="#br0">18768 17288 72 0,'0'-24'25'0,"0"35"0"0,12 85-14 0,-12 11-10 0,-12-47 7 0,-12-13-7 0,24-35-19 0,-12-47-9 0,12-60 17 0,0-1 15 0,12 0 4 0,12 25 14 0,11 12-5 0,-23 47-9 0,35 154 3 0,2-34-15 0,22-24 1 0,-12-50 1 0,-11-68 8 0,-12-74 3 0,-12-70-1 0,-24 106-5 0,-12 72-4 0,0 48-25 0,48 59-118 0</inkml:trace>
  <inkml:trace contextRef="#ctx0" brushRef="#br0">19422 17371 47 0,'0'-12'6'0,"12"-47"40"0,0 34-3 0,-12 38-28 0,0 70 0 0,-12 13-12 0,0-25 1 0,12-47 7 0,0-12-9 0,0-35-10 0,12-38 7 0,-12 26 7 0,0-1-5 0,0-12 3 0,0-11-3 0,12 22 1 0,-12 3-2 0,12 21 2 0,-12-22-1 0,12 12 1 0,-12-2-4 0,25 13 3 0,9-12-1 0,2 1 3 0,12 11-2 0,0 0-1 0,-1 36-1 0,-11 47 0 0,-49 0 0 0,-57-11-1 0,-14-36 2 0,49-12 0 0,35-24-1 0,35 12 0 0,37 34-1 0,-13 39 0 0,-47-14 0 0,-47-23-1 0,-73-12 8 0,1-24 2 0,36 0-2 0,47-12-3 0,24 0-6 0,36-24-38 0,-13 25-112 0</inkml:trace>
  <inkml:trace contextRef="#ctx0" brushRef="#br0">19005 17848 3 0,'0'0'3'0,"13"-24"1"0,10 11 14 0,25 2 5 0,-24-1 9 0,0 1-8 0,-24-2-11 0,0 1-1 0,0 12-7 0,-24-12-1 0,-24 24 0 0,-12 13 0 0,-23 9-6 0,12-9 1 0,35-2 1 0,11-11-2 0,50 24 0 0,58 12-3 0,1 11 1 0,-13-11-1 0,-59-24 10 0,-59-12 3 0,-36-24-4 0,-1-12 2 0,23 12-18 0,39 12-64 0,22 0 14 0</inkml:trace>
  <inkml:trace contextRef="#ctx0" brushRef="#br0">19434 17848 39 0,'0'-37'34'0,"-12"26"5"0,1 47-31 0,-1 71-9 0,12-13 2 0,35-57 10 0,13-61 10 0,-12-83-3 0,11 12-10 0,-24 47-20 0,14 36-80 0,-13 12 19 0</inkml:trace>
  <inkml:trace contextRef="#ctx0" brushRef="#br0">19767 17871 65 0,'-11'11'29'0,"-25"73"11"0,11 0-29 0,15-36 1 0,10-25-7 0,10-11-1 0,-10-95-2 0,13 11 5 0,23 1-1 0,12 35-3 0,11 13-1 0,-11 23-3 0,-24 59 1 0,-12 24 0 0,-12-36 0 0,-12-22 2 0,-1-37 4 0,49-60 1 0,24-11 0 0,12 36-6 0,-25 47-1 0,1 47-6 0,-24 24 1 0,-13-11 3 0,-11-24-1 0,11-24-1 0,-11-12-36 0,0-24-85 0</inkml:trace>
  <inkml:trace contextRef="#ctx0" brushRef="#br0">21173 18062 22 0,'-24'-12'15'0,"-11"-12"1"0,23 12 7 0,24 24-6 0,34-1-4 0,50-11-6 0,59 0-6 0,36 0 4 0,-73-11-1 0,-93-1 9 0,-37-36-6 0,-48 25-1 0,37 23-10 0,23 35 2 0,23 24-4 0,-23-22-4 0,-23-13-93 0,23-24 80 0</inkml:trace>
  <inkml:trace contextRef="#ctx0" brushRef="#br0">22423 17777 23 0,'12'0'9'0,"24"-50"29"0,12 16-5 0,-36 22-19 0,-12 0-2 0,-24-12 3 0,-1-24-2 0,-11 36-4 0,13 1-3 0,-12 34-5 0,-25 61-3 0,12-1 1 0,37-36 0 0,-1 1-1 0,12 25-2 0,-13-2 7 0,13-48 2 0,0 1-2 0,13-24-3 0,-13 12 1 0,0 0 3 0,-13-12-4 0,13 12 5 0,-11-12-1 0,-1 12-4 0,12-2-1 0,23-10 2 0,37 0-1 0,24-10-6 0,10 10 2 0,-34-12-27 0,-49 0-49 0,-11 12 13 0</inkml:trace>
  <inkml:trace contextRef="#ctx0" brushRef="#br0">22244 17907 57 0,'-11'-12'11'0,"11"-24"2"0,59 25 6 0,84-13-18 0,0 11-16 0,-60 2-70 0</inkml:trace>
  <inkml:trace contextRef="#ctx0" brushRef="#br0">22423 17717 34 0,'0'-12'9'0,"-23"-24"16"0,23 0 8 0,82 12-29 0,74 0-14 0,-26 24-83 0</inkml:trace>
  <inkml:trace contextRef="#ctx0" brushRef="#br0">22804 17824 58 0,'0'-13'31'0,"0"26"-8"0,0 58-5 0,0 12-10 0,0-47 2 0,-11-24-4 0,-1-48 3 0,12-47-2 0,35 12-5 0,25 59-4 0,-24 36 0 0,-1 60-5 0,-23 10 2 0,-12-58-2 0,-12 0-88 0,12-26 45 0</inkml:trace>
  <inkml:trace contextRef="#ctx0" brushRef="#br0">23245 17882 29 0,'0'0'11'0,"-12"-23"25"0,0 23-12 0,-12 0-18 0,-35 48-6 0,34 11-4 0,50 1-1 0,-14-24 10 0,2 10 2 0,-37-9 0 0,-24-37-14 0,-11-47-75 0,59 35 56 0</inkml:trace>
  <inkml:trace contextRef="#ctx0" brushRef="#br0">23447 18003 15 0,'11'0'33'0,"2"-13"-3"0,-13 1-17 0,23-11-9 0,2-25 0 0,-14 23 6 0,-47 14-4 0,-34 59-6 0,10 23-5 0,24-11 4 0,36-24 6 0,23-1-8 0,38-23 4 0,34-37-3 0,12-46-1 0,-59 48 6 0,-24-1-2 0,-1 24 0 0,-11 13-2 0,-12 10 0 0,-12 1 0 0,-11-12 7 0,10 0 0 0,-10 0-10 0,35-24 4 0,12-25 0 0,22 3 4 0,3-3-2 0,-1 14 0 0,-13 12-3 0,-11 22-1 0,-12 12 1 0,-24 14 0 0,-1-26 3 0,13 1 0 0,25-35 0 0,11 23-1 0,-25 0-4 0,13 23-9 0,0-12-21 0,12-34 3 0,0-25 26 0,11-70 8 0,38 10 2 0,-51 61 11 0,-34 94 1 0,-47 72-10 0,11 0-7 0,36-83 2 0,12-47 1 0,59-37 1 0,-35 36-7 0,-49 47-3 0,-44 24 9 0,-4-22-1 0,2-13-9 0,47-85 1 0,83 27 1 0,1 21 2 0,-1 1 0 0,11 0 6 0,3-72-2 0,11-58 9 0,-2-13-7 0,-70 108 6 0,-60 118-5 0,-71 84 0 0,12 0-9 0,70-60 4 0,74-72 3 0,58-46 6 0,24-48 2 0,-95 47-5 0,-84 60-8 0,12 12 5 0,84-25 6 0,166-46-31 0,-23-14-105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57D200"/>
      <inkml:brushProperty name="antiAliased" value="0"/>
    </inkml:brush>
  </inkml:definitions>
  <inkml:trace contextRef="#ctx0" brushRef="#br0">7765 8037 62 0,'0'0'0'0,"-96"-107"8"0,49 59 0 0,47 37 9 0,22 105 12 0,-9 216-10 0,-26 190-12 0,26-48-2 0,23-129 3 0,-13-97-2 0,-34-96-3 0,-1-59 2 0,12-154-40 0,36-106-94 0</inkml:trace>
  <inkml:trace contextRef="#ctx0" brushRef="#br0">7574 7918 88 0,'-60'-60'11'0,"37"48"3"0,35 0 0 0,71-11 0 0,143-25-2 0,143-24-10 0,84 13-1 0,22 22 0 0,-81 3 2 0,-132 22-1 0,-95-24 3 0,-36 0 0 0,-1 12-1 0,2 24-1 0,-26 0 1 0,-10 24-3 0,-49 12 2 0,-34 12-4 0,-1 59 2 0,-24 46 0 0,-12 75-1 0,-1 46 3 0,2 36 1 0,10-50 2 0,13-34 0 0,-11-58-1 0,-24-37 0 0,-1-60-3 0,11-35 0 0,14-36-10 0,-1-71-129 0,12 59 82 0</inkml:trace>
  <inkml:trace contextRef="#ctx0" brushRef="#br0">7622 10049 123 0,'0'0'0'0,"-48"-36"9"0,36 36-3 0,48-24 11 0,95-11-7 0,131-38-2 0,107 2-6 0,71 12 3 0,12 13-1 0,-58-4 0 0,-96 16 0 0,-96-3 2 0,-59 14 2 0,-48-1-1 0,-35 0-5 0,-13 11-3 0,13 2-35 0,-48 11-94 0</inkml:trace>
  <inkml:trace contextRef="#ctx0" brushRef="#br0">12491 7608 60 0,'-82'-36'19'0,"34"48"-13"0,60-1 9 0,72-11 8 0,94-11-3 0,143-12-7 0,72 11-8 0,-1 12 1 0,-57 0 1 0,-110 0 1 0,-93-12-4 0,-60-12 0 0,-13-12-3 0,-35-1-16 0,-24 27-59 0,-24-1-18 0</inkml:trace>
  <inkml:trace contextRef="#ctx0" brushRef="#br0">14015 7239 100 0,'-11'-12'10'0,"-120"-24"6"0,71 36 8 0,60 12-7 0,60 12-6 0,59 13-2 0,47 9-4 0,26 13-1 0,-26 2-3 0,-36-38 1 0,-69 1 2 0,-61-11 3 0,-61 34 2 0,3 0-4 0,-14 1 0 0,-23 23 0 0,-25 13-2 0,13-13-2 0,48-35 0 0,36-25 1 0,23-11 0 0,0-34-19 0,35-3-185 0</inkml:trace>
  <inkml:trace contextRef="#ctx0" brushRef="#br0">19495 9108 64 0,'-73'-47'23'0,"50"47"-20"0,70-36 5 0,49-12 3 0,57 14-3 0,51-3-4 0,34 13 0 0,25 12-1 0,-2-12-2 0,-59 0 2 0,-48 1 3 0,-81 12-1 0,-49 11 3 0,-24-13 2 0,-24-11-6 0,-24 0-2 0,-23-23-2 0,-13 0 2 0,-11-13-2 0,11 24 0 0,12 24 1 0,36-1-2 0,14 13 1 0,10-11 3 0,12 22-6 0,47 2 3 0,37 24 0 0,47-16 1 0,1 4-1 0,-39 11 1 0,-44 0 0 0,-37 11 3 0,-36 14 4 0,-36 10-2 0,-23 13-2 0,23-26-2 0,1 2-3 0,-1 23-26 0,0-12-126 0</inkml:trace>
  <inkml:trace contextRef="#ctx0" brushRef="#br0">21709 8001 38 0,'0'-71'6'0,"11"23"7"0,14 24 7 0,10 48-8 0,-11 83-3 0,0 60-6 0,-24-24 2 0,-12-48 2 0,-12-24-1 0,0-47-2 0,12-48 3 0,60-71-6 0,47-36-2 0,35-11 2 0,-9 21-2 0,-50 39 3 0,-48 34-2 0,-23 36 1 0,-47 72 1 0,-36 35-4 0,-2 36 3 0,39-36 0 0,46-35 0 0,71-24 1 0,36-36-1 0,1-25-2 0,-13 2-4 0,-49-1-39 0,-33 24-42 0</inkml:trace>
  <inkml:trace contextRef="#ctx0" brushRef="#br0">22650 7894 1 0,'0'-12'5'0,"11"-12"10"0,25 0 15 0,-24 72-4 0,-12 46-13 0,0 14-5 0,0-36 0 0,-12-13-1 0,0-35-3 0,0-24-2 0,-11 13 0 0,11-2-1 0,-1-11 0 0,13 0 0 0,0 0 0 0,0 0-1 0,0 0 1 0,0-11 0 0,0 11-1 0,0 0 0 0,0 0 1 0,-11 0-1 0,-1 0 1 0,12 0-1 0,-13 0 1 0,13-13-1 0,0 1 1 0,0-13-1 0,0-9 1 0,0 10 0 0,0-23-1 0,25-1 0 0,-14 12 0 0,2 12 1 0,-13 0-1 0,0 1 0 0,0-14 1 0,0 14-2 0,0 12 2 0,0-14-2 0,0 13 2 0,0-1-1 0,0 13 0 0,0-10 1 0,0 10-2 0,12-11 1 0,-1 11-1 0,1 21 2 0,12 29-2 0,0 21 2 0,12 0-1 0,0-12 1 0,-25-34-2 0,12-25 6 0,-10-48-4 0,-1-71 2 0,36 10-3 0,-1 38-1 0,-11 60-1 0,0 47 2 0,0 71-2 0,-25-13 3 0,-11 2-1 0,-11-24-1 0,-2-1-38 0,26-47-57 0</inkml:trace>
  <inkml:trace contextRef="#ctx0" brushRef="#br0">23257 8060 59 0,'0'0'5'0,"-24"0"-1"0,48 0 3 0,36-47 0 0,-13-13-2 0,1-11-2 0,-24 10-1 0,-36 51 5 0,-48 33-1 0,-10 61 0 0,33-1-2 0,37 0-2 0,48-36 0 0,23-34-1 0,36-49-1 0,12-35-30 0,11-24-36 0,-69 58 43 0</inkml:trace>
  <inkml:trace contextRef="#ctx0" brushRef="#br0">23936 7821 2 0,'11'-21'17'0,"-11"-4"12"0,0-11-12 0,-23 0-1 0,-13 24-3 0,0 24-8 0,-47 48 0 0,-13 35-1 0,25-11 0 0,47-13-3 0,24-35 0 0,36-36 2 0,36-48-1 0,11-11-2 0,-23-1 1 0,-50 49 0 0,-10 11 0 0,0 0 0 0,0 23 0 0,13 13 0 0,-13-13 0 0,12 0-1 0,24-10 1 0,0-26-1 0,12 2 0 0,-1-24 0 0,1-13-1 0,-13 37 1 0,-11-2 0 0,0 37 0 0,-12 36 0 0,-12-13 1 0,-24-10 0 0,12-26 2 0,0-47-1 0,12-35 0 0,48-25-3 0,0 49 2 0,-37 35-2 0,48 12-1 0,2 36 2 0,-26 24-1 0,-24-1 2 0,-11-24-1 0,-11 13-2 0,-1-24-20 0,12-35-10 0,59-62-8 0,13 2 24 0,12-11 14 0,-13-15 14 0,-35 39 9 0,-48 58 6 0,-36 34-13 0,1 50-9 0,70 11-2 0,49-11-1 0,-1-25 2 0,-48-23 4 0,-69-13 6 0,-62 14-17 0,-47 22 5 0,72-34-12 0,58 9-57 0,25-34 18 0</inkml:trace>
  <inkml:trace contextRef="#ctx0" brushRef="#br0">22827 8964 55 0,'-23'-58'5'0,"12"22"-3"0,-1 36 11 0,-48 48 3 0,-36 107-5 0,-10 35-5 0,69-11-4 0,50-48-1 0,45-83 0 0,39-48 0 0,10-84 1 0,-12-35 0 0,-35 25-2 0,-48 69 6 0,-36 37 1 0,0 72-4 0,0 21-2 0,12-21-2 0,-1-24-24 0,13-12-81 0</inkml:trace>
  <inkml:trace contextRef="#ctx0" brushRef="#br0">22734 9418 52 0,'-25'-12'11'0,"37"-12"-10"0,94-23 0 0,50-37-1 0,-26 2-1 0,-34-2 10 0,-72 60 19 0,-24 48-11 0,-12 83-3 0,0 0-5 0,12-11-5 0,0-25-1 0,0-24-1 0,-12-71 2 0,0-83-2 0,36-12-2 0,12 0-2 0,0 36 1 0,11 36 2 0,-11 34 0 0,12 73 0 0,-13 23 1 0,-11-12 0 0,-24-23-1 0,0-37 1 0,12-70 0 0,24-60-4 0,35 37 2 0,-22 57-2 0,-2 50 2 0,-1 57 0 0,-21 14 2 0,-1-14-2 0,-24-11-19 0,0-34-34 0,24-61-32 0</inkml:trace>
  <inkml:trace contextRef="#ctx0" brushRef="#br0">24079 8954 55 0,'11'-11'12'0,"13"-14"8"0,0 84 0 0,0 25-2 0,-12-1-2 0,-24-24-7 0,-12-11-4 0,12-25-2 0,-12-57-1 0,12-37-1 0,1-13-1 0,11 0 1 0,35 1-1 0,1 11-1 0,24 60 0 0,-14 60 2 0,-21 47 5 0,-25 1 0 0,0-13 0 0,11-47-2 0,-11-25-2 0,13-58 0 0,11-36-1 0,0-13 0 0,11 25-1 0,25-1 0 0,11 26-1 0,-12 80 1 0,-23 87 0 0,-24 21 2 0,-35-35 4 0,11-25 1 0,-1-45-4 0,13-24-1 0,-11-26-1 0,-1-24-31 0,12-34-94 0,12 60 81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 /><Relationship Id="rId1" Type="http://schemas.openxmlformats.org/officeDocument/2006/relationships/notesMaster" Target="../notesMasters/notesMaster1.xml" 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 /><Relationship Id="rId1" Type="http://schemas.openxmlformats.org/officeDocument/2006/relationships/notesMaster" Target="../notesMasters/notesMaster1.xml" 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 /><Relationship Id="rId1" Type="http://schemas.openxmlformats.org/officeDocument/2006/relationships/notesMaster" Target="../notesMasters/notesMaster1.xml" 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 /><Relationship Id="rId1" Type="http://schemas.openxmlformats.org/officeDocument/2006/relationships/notesMaster" Target="../notesMasters/notesMaster1.xml" 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 /><Relationship Id="rId1" Type="http://schemas.openxmlformats.org/officeDocument/2006/relationships/notesMaster" Target="../notesMasters/notesMaster1.xml" 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 /><Relationship Id="rId1" Type="http://schemas.openxmlformats.org/officeDocument/2006/relationships/notesMaster" Target="../notesMasters/notesMaster1.xml" 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2" name="Google Shape;1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8" name="Google Shape;1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6" name="Google Shape;111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3" name="Google Shape;1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0" name="Google Shape;1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7" name="Google Shape;1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143" name="Google Shape;1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50" name="Google Shape;1150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/>
          </a:p>
          <a:p>
            <a:pPr marL="800100" lvl="1" indent="-342900" algn="l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Machine Learning, Tom Mitchell</a:t>
            </a:r>
            <a:endParaRPr/>
          </a:p>
          <a:p>
            <a:pPr marL="800100" lvl="1" indent="-342900" algn="l" rtl="0">
              <a:lnSpc>
                <a:spcPct val="15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Read Chapter 1, 2 – Introduction to Machine Learning, 2</a:t>
            </a:r>
            <a:r>
              <a:rPr lang="en-US" sz="1800" baseline="30000"/>
              <a:t>nd</a:t>
            </a:r>
            <a:r>
              <a:rPr lang="en-US" sz="1800"/>
              <a:t> edition, Ethem Alpaydin</a:t>
            </a:r>
            <a:endParaRPr/>
          </a:p>
        </p:txBody>
      </p:sp>
      <p:sp>
        <p:nvSpPr>
          <p:cNvPr id="1151" name="Google Shape;1151;p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Lecture-1</a:t>
            </a:r>
            <a:endParaRPr/>
          </a:p>
        </p:txBody>
      </p:sp>
      <p:sp>
        <p:nvSpPr>
          <p:cNvPr id="1152" name="Google Shape;1152;p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158" name="Google Shape;1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e037327a4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e037327a48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g2e037327a48_0_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622ac80d2b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174" name="Google Shape;1174;g2622ac80d2b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180" name="Google Shape;1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2622ac80d2b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190" name="Google Shape;1190;g2622ac80d2b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198" name="Google Shape;1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208" name="Google Shape;12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213" name="Google Shape;12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237" name="Google Shape;12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245" name="Google Shape;124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254" name="Google Shape;1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262" name="Google Shape;12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270" name="Google Shape;12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278" name="Google Shape;12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288" name="Google Shape;128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1" name="Google Shape;13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316" name="Google Shape;13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327" name="Google Shape;132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9" name="Google Shape;133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344" name="Google Shape;134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5" name="Google Shape;135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2" name="Google Shape;137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8" name="Google Shape;138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405" name="Google Shape;140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450" name="Google Shape;14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534" name="Google Shape;153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528" name="Google Shape;152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574" name="Google Shape;157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80" name="Google Shape;1580;p34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581" name="Google Shape;1581;p34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609" name="Google Shape;160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757" name="Google Shape;175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842" name="Google Shape;184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849" name="Google Shape;184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55" name="Google Shape;1855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6" name="Google Shape;1856;p3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Lecture-1</a:t>
            </a:r>
            <a:endParaRPr/>
          </a:p>
        </p:txBody>
      </p:sp>
      <p:sp>
        <p:nvSpPr>
          <p:cNvPr id="1857" name="Google Shape;1857;p3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4" name="Google Shape;186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1" name="Google Shape;187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878" name="Google Shape;187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884" name="Google Shape;188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899" name="Google Shape;189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892" name="Google Shape;189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906" name="Google Shape;19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916" name="Google Shape;191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22" name="Google Shape;1922;p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923" name="Google Shape;1923;p4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Lecture-1</a:t>
            </a:r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4" name="Google Shape;1924;p4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/>
          </a:p>
        </p:txBody>
      </p:sp>
      <p:sp>
        <p:nvSpPr>
          <p:cNvPr id="1930" name="Google Shape;193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5" name="Google Shape;193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1" name="Google Shape;194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5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7" name="Google Shape;194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5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5" name="Google Shape;195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5" name="Google Shape;197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4.xml" 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4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5.xml" 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5.xml" 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 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6.xml" 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6.xml" 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7.xml" 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7.xml" 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 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7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7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57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5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57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5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7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7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57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5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57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7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" name="Google Shape;34;p58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5" name="Google Shape;35;p5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" name="Google Shape;36;p5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" name="Google Shape;37;p5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8" name="Google Shape;38;p5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5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0" name="Google Shape;40;p5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5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5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3" name="Google Shape;43;p5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4" name="Google Shape;44;p5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" name="Google Shape;45;p5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5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7" name="Google Shape;47;p5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59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2" name="Google Shape;52;p5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" name="Google Shape;53;p5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" name="Google Shape;54;p5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55" name="Google Shape;55;p5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5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57" name="Google Shape;57;p5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" name="Google Shape;58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9" name="Google Shape;59;p5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0" name="Google Shape;60;p5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1" name="Google Shape;61;p5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" name="Google Shape;62;p5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5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4" name="Google Shape;64;p5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5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1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" name="Google Shape;69;p81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" name="Google Shape;70;p81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1" name="Google Shape;71;p81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1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1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1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82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2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8" name="Google Shape;78;p82" descr="Picture 7.png"/>
          <p:cNvPicPr preferRelativeResize="0"/>
          <p:nvPr/>
        </p:nvPicPr>
        <p:blipFill rotWithShape="1">
          <a:blip r:embed="rId3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2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" name="Google Shape;80;p82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" name="Google Shape;81;p82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" name="Google Shape;82;p82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82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2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83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8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8" name="Google Shape;88;p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91" name="Google Shape;91;p8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2" name="Google Shape;92;p8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3" name="Google Shape;93;p8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4" name="Google Shape;94;p8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95" name="Google Shape;95;p8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7" name="Google Shape;97;p83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8" name="Google Shape;98;p83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8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1" name="Google Shape;101;p8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8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3" name="Google Shape;103;p8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4" name="Google Shape;104;p8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5" name="Google Shape;105;p8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8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7" name="Google Shape;107;p8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8" name="Google Shape;108;p8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4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84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2" name="Google Shape;112;p84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84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4" name="Google Shape;114;p84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8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7" name="Google Shape;117;p8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" name="Google Shape;119;p8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0" name="Google Shape;120;p8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1" name="Google Shape;121;p8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2" name="Google Shape;122;p8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3" name="Google Shape;123;p8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24" name="Google Shape;124;p85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8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5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8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9" name="Google Shape;129;p8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0" name="Google Shape;130;p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8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2" name="Google Shape;132;p8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3" name="Google Shape;133;p8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4" name="Google Shape;134;p8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" name="Google Shape;135;p8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6" name="Google Shape;136;p8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6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9" name="Google Shape;139;p86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8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8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3" name="Google Shape;143;p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4" name="Google Shape;144;p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5" name="Google Shape;145;p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6" name="Google Shape;146;p8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7" name="Google Shape;147;p8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8" name="Google Shape;148;p8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9" name="Google Shape;149;p8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0" name="Google Shape;150;p8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7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87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87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5" name="Google Shape;155;p87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8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8" name="Google Shape;158;p8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9" name="Google Shape;159;p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0" name="Google Shape;160;p8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1" name="Google Shape;161;p8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62" name="Google Shape;162;p8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3" name="Google Shape;163;p8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4" name="Google Shape;164;p8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65" name="Google Shape;165;p8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8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89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71" name="Google Shape;171;p89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2" name="Google Shape;172;p89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3" name="Google Shape;173;p89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74" name="Google Shape;174;p89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9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89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0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0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90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90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3" name="Google Shape;183;p90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0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0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90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1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p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61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08" name="Google Shape;208;p61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62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12" name="Google Shape;212;p6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3" name="Google Shape;213;p6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" name="Google Shape;214;p6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215" name="Google Shape;215;p62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6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17" name="Google Shape;217;p6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8" name="Google Shape;218;p6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9" name="Google Shape;219;p6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20" name="Google Shape;220;p6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21" name="Google Shape;221;p6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2" name="Google Shape;222;p6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" name="Google Shape;223;p6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24" name="Google Shape;224;p6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6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4_Title and Content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8" name="Google Shape;228;p67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29" name="Google Shape;229;p6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6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6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2" name="Google Shape;232;p67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6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34" name="Google Shape;234;p6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6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6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6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38" name="Google Shape;238;p6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6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6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6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6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" name="Google Shape;245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46" name="Google Shape;246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47" name="Google Shape;247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8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8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2" name="Google Shape;252;p8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3" name="Google Shape;253;p8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2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" name="Google Shape;256;p9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92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58" name="Google Shape;258;p92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3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" name="Google Shape;261;p9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93"/>
          <p:cNvSpPr txBox="1">
            <a:spLocks noGrp="1"/>
          </p:cNvSpPr>
          <p:nvPr>
            <p:ph type="ft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3" name="Google Shape;263;p93"/>
          <p:cNvSpPr txBox="1">
            <a:spLocks noGrp="1"/>
          </p:cNvSpPr>
          <p:nvPr>
            <p:ph type="sldNum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9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7" name="Google Shape;267;p9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8" name="Google Shape;268;p9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69" name="Google Shape;269;p9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2" name="Google Shape;272;p9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3" name="Google Shape;273;p9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4" name="Google Shape;274;p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75" name="Google Shape;275;p9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76" name="Google Shape;276;p9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9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0" name="Google Shape;280;p9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81" name="Google Shape;281;p9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2" name="Google Shape;282;p9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83" name="Google Shape;283;p9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84" name="Google Shape;284;p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85" name="Google Shape;285;p9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88" name="Google Shape;288;p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89" name="Google Shape;289;p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9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93" name="Google Shape;293;p9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4" name="Google Shape;294;p9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95" name="Google Shape;295;p9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296" name="Google Shape;296;p9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9" name="Google Shape;299;p9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9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01" name="Google Shape;301;p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02" name="Google Shape;302;p9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03" name="Google Shape;303;p9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10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10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08" name="Google Shape;308;p10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09" name="Google Shape;309;p10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2" name="Google Shape;312;p10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10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4" name="Google Shape;314;p10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15" name="Google Shape;315;p10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64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325" name="Google Shape;325;p6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6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6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p64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6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330" name="Google Shape;330;p6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6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6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34" name="Google Shape;334;p6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6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p6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6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2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2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102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02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2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p10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10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1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1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0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8" name="Google Shape;358;p10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0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0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0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4" name="Google Shape;364;p10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10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0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10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0" name="Google Shape;370;p10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1" name="Google Shape;371;p10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10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10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10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7" name="Google Shape;377;p10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78" name="Google Shape;378;p10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9" name="Google Shape;379;p10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80" name="Google Shape;380;p1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1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1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0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0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0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0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10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0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1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5" name="Google Shape;395;p1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96" name="Google Shape;396;p1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1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1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03" name="Google Shape;403;p1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1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9" name="Google Shape;409;p1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1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1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1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5" name="Google Shape;415;p1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1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1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66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427" name="Google Shape;427;p6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6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6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0" name="Google Shape;430;p66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32" name="Google Shape;432;p6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6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6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6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36" name="Google Shape;436;p6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6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6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9" name="Google Shape;439;p6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6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1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11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1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1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14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0" name="Google Shape;450;p11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1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4" name="Google Shape;454;p1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1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1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1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1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1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1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1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6" name="Google Shape;466;p1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2" name="Google Shape;472;p1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3" name="Google Shape;473;p1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1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1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1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9" name="Google Shape;479;p1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0" name="Google Shape;480;p1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1" name="Google Shape;481;p1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2" name="Google Shape;482;p1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1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1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1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1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1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1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7" name="Google Shape;497;p1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98" name="Google Shape;498;p1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1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1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05" name="Google Shape;505;p1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1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1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1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1" name="Google Shape;511;p1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1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1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1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7" name="Google Shape;517;p1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1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8" name="Google Shape;528;p69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29" name="Google Shape;529;p6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6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6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2" name="Google Shape;532;p69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3" name="Google Shape;533;p6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534" name="Google Shape;534;p6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6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6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7" name="Google Shape;537;p6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38" name="Google Shape;538;p6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6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6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1" name="Google Shape;541;p6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2" name="Google Shape;542;p6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26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26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6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6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8" name="Google Shape;548;p12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12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26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26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2" name="Google Shape;552;p126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2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12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6" name="Google Shape;556;p1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1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1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1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2" name="Google Shape;562;p1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1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1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2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12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8" name="Google Shape;568;p1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1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1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4" name="Google Shape;574;p13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5" name="Google Shape;575;p1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13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1" name="Google Shape;581;p13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2" name="Google Shape;582;p13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3" name="Google Shape;583;p1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4" name="Google Shape;584;p1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1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1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1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1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91" name="Google Shape;591;p1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1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95" name="Google Shape;595;p1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1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9" name="Google Shape;599;p1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0" name="Google Shape;600;p1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1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1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1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7" name="Google Shape;607;p1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1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1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1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3" name="Google Shape;613;p1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1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p1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p1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9" name="Google Shape;619;p1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1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1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0" name="Google Shape;630;p71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31" name="Google Shape;631;p7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7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7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34" name="Google Shape;634;p7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5" name="Google Shape;635;p7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36" name="Google Shape;636;p7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7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7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9" name="Google Shape;639;p7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40" name="Google Shape;640;p7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7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7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3" name="Google Shape;643;p7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4" name="Google Shape;644;p7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7" name="Google Shape;647;p72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48" name="Google Shape;648;p7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7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7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1" name="Google Shape;651;p72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2" name="Google Shape;652;p7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53" name="Google Shape;653;p7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7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7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6" name="Google Shape;656;p7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57" name="Google Shape;657;p7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7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7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0" name="Google Shape;660;p7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1" name="Google Shape;661;p7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4" name="Google Shape;664;p7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65" name="Google Shape;665;p7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7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7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8" name="Google Shape;668;p73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9" name="Google Shape;669;p7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70" name="Google Shape;670;p7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7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7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3" name="Google Shape;673;p7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74" name="Google Shape;674;p7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7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7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7" name="Google Shape;677;p7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8" name="Google Shape;678;p7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5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15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82" name="Google Shape;682;p1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3" name="Google Shape;683;p1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4" name="Google Shape;684;p1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1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8" name="Google Shape;688;p1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9" name="Google Shape;689;p1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1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5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15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94" name="Google Shape;694;p1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1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6" name="Google Shape;696;p1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9" name="Google Shape;699;p1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00" name="Google Shape;700;p15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01" name="Google Shape;701;p1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1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1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7" name="Google Shape;707;p1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08" name="Google Shape;708;p15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9" name="Google Shape;709;p15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10" name="Google Shape;710;p1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1" name="Google Shape;711;p1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1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5" name="Google Shape;715;p1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1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7" name="Google Shape;717;p1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1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1" name="Google Shape;721;p1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5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15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25" name="Google Shape;725;p15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26" name="Google Shape;726;p1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1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8" name="Google Shape;728;p1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5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15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2" name="Google Shape;732;p15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3" name="Google Shape;733;p1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4" name="Google Shape;734;p1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1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15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9" name="Google Shape;739;p1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0" name="Google Shape;740;p1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1" name="Google Shape;741;p1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6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16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5" name="Google Shape;745;p1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7" name="Google Shape;747;p1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6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61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61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61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3" name="Google Shape;753;p161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161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61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61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7" name="Google Shape;757;p161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6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0" name="Google Shape;760;p162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761" name="Google Shape;761;p16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16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16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64" name="Google Shape;764;p162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5" name="Google Shape;765;p16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66" name="Google Shape;766;p16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16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16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9" name="Google Shape;769;p16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70" name="Google Shape;770;p16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16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16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3" name="Google Shape;773;p16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4" name="Google Shape;774;p16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6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7" name="Google Shape;777;p163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778" name="Google Shape;778;p16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16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16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81" name="Google Shape;781;p163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2" name="Google Shape;782;p163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83" name="Google Shape;783;p16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16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16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6" name="Google Shape;786;p163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87" name="Google Shape;787;p16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16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16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0" name="Google Shape;790;p16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1" name="Google Shape;791;p16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6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4" name="Google Shape;794;p164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795" name="Google Shape;795;p16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16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16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98" name="Google Shape;798;p16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9" name="Google Shape;799;p164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00" name="Google Shape;800;p16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1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16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3" name="Google Shape;803;p164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04" name="Google Shape;804;p16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16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16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7" name="Google Shape;807;p16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8" name="Google Shape;808;p16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65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1" name="Google Shape;811;p165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12" name="Google Shape;812;p16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16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16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15" name="Google Shape;815;p165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6" name="Google Shape;816;p165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17" name="Google Shape;817;p16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16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16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0" name="Google Shape;820;p165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21" name="Google Shape;821;p16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16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16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4" name="Google Shape;824;p16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5" name="Google Shape;825;p16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Content">
  <p:cSld name="8_Title and Content"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6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8" name="Google Shape;828;p166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29" name="Google Shape;829;p16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16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16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2" name="Google Shape;832;p16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3" name="Google Shape;833;p16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34" name="Google Shape;834;p16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16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6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7" name="Google Shape;837;p16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38" name="Google Shape;838;p16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16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16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1" name="Google Shape;841;p16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2" name="Google Shape;842;p16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Content">
  <p:cSld name="9_Title and Content"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6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5" name="Google Shape;845;p167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46" name="Google Shape;846;p16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16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16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49" name="Google Shape;849;p16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0" name="Google Shape;850;p16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51" name="Google Shape;851;p16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16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16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4" name="Google Shape;854;p16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55" name="Google Shape;855;p16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16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16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8" name="Google Shape;858;p16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9" name="Google Shape;859;p16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6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2" name="Google Shape;862;p168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63" name="Google Shape;863;p16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16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16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6" name="Google Shape;866;p16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7" name="Google Shape;867;p16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68" name="Google Shape;868;p16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16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16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1" name="Google Shape;871;p16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72" name="Google Shape;872;p16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16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16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5" name="Google Shape;875;p16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6" name="Google Shape;876;p16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and Content">
  <p:cSld name="11_Title and Content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6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9" name="Google Shape;879;p169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80" name="Google Shape;880;p16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16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16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83" name="Google Shape;883;p16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4" name="Google Shape;884;p16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5" name="Google Shape;885;p16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16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16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8" name="Google Shape;888;p16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89" name="Google Shape;889;p16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16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16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2" name="Google Shape;892;p16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3" name="Google Shape;893;p16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and Content">
  <p:cSld name="12_Title and Content"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7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6" name="Google Shape;896;p170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897" name="Google Shape;897;p17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17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17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00" name="Google Shape;900;p17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17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02" name="Google Shape;902;p17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17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7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5" name="Google Shape;905;p17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06" name="Google Shape;906;p17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17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7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9" name="Google Shape;909;p17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0" name="Google Shape;910;p17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>
  <p:cSld name="13_Title and Content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7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3" name="Google Shape;913;p171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914" name="Google Shape;914;p17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17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17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17" name="Google Shape;917;p17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8" name="Google Shape;918;p17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19" name="Google Shape;919;p17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7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7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2" name="Google Shape;922;p17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23" name="Google Shape;923;p17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7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7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ahoma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6" name="Google Shape;926;p17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7" name="Google Shape;927;p17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4_Title and Content"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7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0" name="Google Shape;930;p172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931" name="Google Shape;931;p17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7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17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34" name="Google Shape;934;p172" descr="Picture 7.png"/>
          <p:cNvPicPr preferRelativeResize="0"/>
          <p:nvPr/>
        </p:nvPicPr>
        <p:blipFill rotWithShape="1">
          <a:blip r:embed="rId2">
            <a:alphaModFix/>
          </a:blip>
          <a:srcRect l="1923" b="5332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5" name="Google Shape;935;p172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36" name="Google Shape;936;p17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17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17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9" name="Google Shape;939;p172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40" name="Google Shape;940;p17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7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7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3" name="Google Shape;943;p17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4" name="Google Shape;944;p17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3" name="Google Shape;953;p76"/>
          <p:cNvGrpSpPr/>
          <p:nvPr/>
        </p:nvGrpSpPr>
        <p:grpSpPr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954" name="Google Shape;954;p7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7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7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57" name="Google Shape;957;p76" descr="Picture 7.png"/>
          <p:cNvPicPr preferRelativeResize="0"/>
          <p:nvPr/>
        </p:nvPicPr>
        <p:blipFill rotWithShape="1">
          <a:blip r:embed="rId2">
            <a:alphaModFix/>
          </a:blip>
          <a:srcRect l="1923" b="5333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8" name="Google Shape;958;p7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59" name="Google Shape;959;p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2" name="Google Shape;962;p7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963" name="Google Shape;963;p7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7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7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6" name="Google Shape;966;p7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7" name="Google Shape;967;p7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38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138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38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138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3" name="Google Shape;973;p138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38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138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7" name="Google Shape;977;p138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3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0" name="Google Shape;980;p13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81" name="Google Shape;981;p1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1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6" name="Google Shape;986;p1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7" name="Google Shape;987;p1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989" name="Google Shape;989;p1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4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14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3" name="Google Shape;993;p1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994" name="Google Shape;994;p1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995" name="Google Shape;995;p1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1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99" name="Google Shape;999;p14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00" name="Google Shape;1000;p1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01" name="Google Shape;1001;p1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02" name="Google Shape;1002;p1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14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06" name="Google Shape;1006;p14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07" name="Google Shape;1007;p14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08" name="Google Shape;1008;p14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09" name="Google Shape;1009;p1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10" name="Google Shape;1010;p1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1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4" name="Google Shape;1014;p1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15" name="Google Shape;1015;p1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16" name="Google Shape;1016;p1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19" name="Google Shape;1019;p1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20" name="Google Shape;1020;p1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3" name="Google Shape;1023;p14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4" name="Google Shape;1024;p14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25" name="Google Shape;1025;p1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26" name="Google Shape;1026;p1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27" name="Google Shape;1027;p1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4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0" name="Google Shape;1030;p14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1" name="Google Shape;1031;p14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2" name="Google Shape;1032;p1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33" name="Google Shape;1033;p1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34" name="Google Shape;1034;p1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7" name="Google Shape;1037;p14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8" name="Google Shape;1038;p1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39" name="Google Shape;1039;p1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40" name="Google Shape;1040;p1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4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3" name="Google Shape;1043;p14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4" name="Google Shape;1044;p1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45" name="Google Shape;1045;p1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46" name="Google Shape;1046;p1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78"/>
          <p:cNvSpPr txBox="1">
            <a:spLocks noGrp="1"/>
          </p:cNvSpPr>
          <p:nvPr>
            <p:ph type="title"/>
          </p:nvPr>
        </p:nvSpPr>
        <p:spPr>
          <a:xfrm>
            <a:off x="1963229" y="90170"/>
            <a:ext cx="5217541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4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73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4" name="Google Shape;1064;p17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7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7" name="Google Shape;1067;p17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75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0" name="Google Shape;1070;p175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2400" cy="46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7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7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5" name="Google Shape;1075;p17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7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8" name="Google Shape;1078;p17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79" name="Google Shape;1079;p17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7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2" name="Google Shape;1082;p17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3" name="Google Shape;1083;p17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84" name="Google Shape;1084;p17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5" name="Google Shape;1085;p17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8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8" name="Google Shape;1088;p18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89" name="Google Shape;1089;p18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18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2" name="Google Shape;1092;p18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93" name="Google Shape;1093;p18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18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6" name="Google Shape;1096;p182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8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9" name="Google Shape;1099;p18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 /><Relationship Id="rId13" Type="http://schemas.openxmlformats.org/officeDocument/2006/relationships/slideLayout" Target="../slideLayouts/slideLayout27.xml" /><Relationship Id="rId3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21.xml" /><Relationship Id="rId12" Type="http://schemas.openxmlformats.org/officeDocument/2006/relationships/slideLayout" Target="../slideLayouts/slideLayout26.xml" /><Relationship Id="rId17" Type="http://schemas.openxmlformats.org/officeDocument/2006/relationships/image" Target="../media/image3.png" /><Relationship Id="rId2" Type="http://schemas.openxmlformats.org/officeDocument/2006/relationships/slideLayout" Target="../slideLayouts/slideLayout16.xml" /><Relationship Id="rId16" Type="http://schemas.openxmlformats.org/officeDocument/2006/relationships/theme" Target="../theme/theme2.xml" /><Relationship Id="rId1" Type="http://schemas.openxmlformats.org/officeDocument/2006/relationships/slideLayout" Target="../slideLayouts/slideLayout15.xml" /><Relationship Id="rId6" Type="http://schemas.openxmlformats.org/officeDocument/2006/relationships/slideLayout" Target="../slideLayouts/slideLayout20.xml" /><Relationship Id="rId11" Type="http://schemas.openxmlformats.org/officeDocument/2006/relationships/slideLayout" Target="../slideLayouts/slideLayout25.xml" /><Relationship Id="rId5" Type="http://schemas.openxmlformats.org/officeDocument/2006/relationships/slideLayout" Target="../slideLayouts/slideLayout19.xml" /><Relationship Id="rId15" Type="http://schemas.openxmlformats.org/officeDocument/2006/relationships/slideLayout" Target="../slideLayouts/slideLayout29.xml" /><Relationship Id="rId10" Type="http://schemas.openxmlformats.org/officeDocument/2006/relationships/slideLayout" Target="../slideLayouts/slideLayout24.xml" /><Relationship Id="rId4" Type="http://schemas.openxmlformats.org/officeDocument/2006/relationships/slideLayout" Target="../slideLayouts/slideLayout18.xml" /><Relationship Id="rId9" Type="http://schemas.openxmlformats.org/officeDocument/2006/relationships/slideLayout" Target="../slideLayouts/slideLayout23.xml" /><Relationship Id="rId14" Type="http://schemas.openxmlformats.org/officeDocument/2006/relationships/slideLayout" Target="../slideLayouts/slideLayout28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 /><Relationship Id="rId13" Type="http://schemas.openxmlformats.org/officeDocument/2006/relationships/slideLayout" Target="../slideLayouts/slideLayout42.xml" /><Relationship Id="rId3" Type="http://schemas.openxmlformats.org/officeDocument/2006/relationships/slideLayout" Target="../slideLayouts/slideLayout32.xml" /><Relationship Id="rId7" Type="http://schemas.openxmlformats.org/officeDocument/2006/relationships/slideLayout" Target="../slideLayouts/slideLayout36.xml" /><Relationship Id="rId12" Type="http://schemas.openxmlformats.org/officeDocument/2006/relationships/slideLayout" Target="../slideLayouts/slideLayout41.xml" /><Relationship Id="rId2" Type="http://schemas.openxmlformats.org/officeDocument/2006/relationships/slideLayout" Target="../slideLayouts/slideLayout31.xml" /><Relationship Id="rId1" Type="http://schemas.openxmlformats.org/officeDocument/2006/relationships/slideLayout" Target="../slideLayouts/slideLayout30.xml" /><Relationship Id="rId6" Type="http://schemas.openxmlformats.org/officeDocument/2006/relationships/slideLayout" Target="../slideLayouts/slideLayout35.xml" /><Relationship Id="rId11" Type="http://schemas.openxmlformats.org/officeDocument/2006/relationships/slideLayout" Target="../slideLayouts/slideLayout40.xml" /><Relationship Id="rId5" Type="http://schemas.openxmlformats.org/officeDocument/2006/relationships/slideLayout" Target="../slideLayouts/slideLayout34.xml" /><Relationship Id="rId10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33.xml" /><Relationship Id="rId9" Type="http://schemas.openxmlformats.org/officeDocument/2006/relationships/slideLayout" Target="../slideLayouts/slideLayout38.xml" /><Relationship Id="rId14" Type="http://schemas.openxmlformats.org/officeDocument/2006/relationships/theme" Target="../theme/theme3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 /><Relationship Id="rId13" Type="http://schemas.openxmlformats.org/officeDocument/2006/relationships/slideLayout" Target="../slideLayouts/slideLayout55.xml" /><Relationship Id="rId3" Type="http://schemas.openxmlformats.org/officeDocument/2006/relationships/slideLayout" Target="../slideLayouts/slideLayout45.xml" /><Relationship Id="rId7" Type="http://schemas.openxmlformats.org/officeDocument/2006/relationships/slideLayout" Target="../slideLayouts/slideLayout49.xml" /><Relationship Id="rId12" Type="http://schemas.openxmlformats.org/officeDocument/2006/relationships/slideLayout" Target="../slideLayouts/slideLayout54.xml" /><Relationship Id="rId2" Type="http://schemas.openxmlformats.org/officeDocument/2006/relationships/slideLayout" Target="../slideLayouts/slideLayout44.xml" /><Relationship Id="rId1" Type="http://schemas.openxmlformats.org/officeDocument/2006/relationships/slideLayout" Target="../slideLayouts/slideLayout43.xml" /><Relationship Id="rId6" Type="http://schemas.openxmlformats.org/officeDocument/2006/relationships/slideLayout" Target="../slideLayouts/slideLayout48.xml" /><Relationship Id="rId11" Type="http://schemas.openxmlformats.org/officeDocument/2006/relationships/slideLayout" Target="../slideLayouts/slideLayout53.xml" /><Relationship Id="rId5" Type="http://schemas.openxmlformats.org/officeDocument/2006/relationships/slideLayout" Target="../slideLayouts/slideLayout47.xml" /><Relationship Id="rId10" Type="http://schemas.openxmlformats.org/officeDocument/2006/relationships/slideLayout" Target="../slideLayouts/slideLayout52.xml" /><Relationship Id="rId4" Type="http://schemas.openxmlformats.org/officeDocument/2006/relationships/slideLayout" Target="../slideLayouts/slideLayout46.xml" /><Relationship Id="rId9" Type="http://schemas.openxmlformats.org/officeDocument/2006/relationships/slideLayout" Target="../slideLayouts/slideLayout51.xml" /><Relationship Id="rId14" Type="http://schemas.openxmlformats.org/officeDocument/2006/relationships/theme" Target="../theme/theme4.xml" 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 /><Relationship Id="rId13" Type="http://schemas.openxmlformats.org/officeDocument/2006/relationships/slideLayout" Target="../slideLayouts/slideLayout68.xml" /><Relationship Id="rId3" Type="http://schemas.openxmlformats.org/officeDocument/2006/relationships/slideLayout" Target="../slideLayouts/slideLayout58.xml" /><Relationship Id="rId7" Type="http://schemas.openxmlformats.org/officeDocument/2006/relationships/slideLayout" Target="../slideLayouts/slideLayout62.xml" /><Relationship Id="rId12" Type="http://schemas.openxmlformats.org/officeDocument/2006/relationships/slideLayout" Target="../slideLayouts/slideLayout67.xml" /><Relationship Id="rId2" Type="http://schemas.openxmlformats.org/officeDocument/2006/relationships/slideLayout" Target="../slideLayouts/slideLayout57.xml" /><Relationship Id="rId1" Type="http://schemas.openxmlformats.org/officeDocument/2006/relationships/slideLayout" Target="../slideLayouts/slideLayout56.xml" /><Relationship Id="rId6" Type="http://schemas.openxmlformats.org/officeDocument/2006/relationships/slideLayout" Target="../slideLayouts/slideLayout61.xml" /><Relationship Id="rId11" Type="http://schemas.openxmlformats.org/officeDocument/2006/relationships/slideLayout" Target="../slideLayouts/slideLayout66.xml" /><Relationship Id="rId5" Type="http://schemas.openxmlformats.org/officeDocument/2006/relationships/slideLayout" Target="../slideLayouts/slideLayout60.xml" /><Relationship Id="rId10" Type="http://schemas.openxmlformats.org/officeDocument/2006/relationships/slideLayout" Target="../slideLayouts/slideLayout65.xml" /><Relationship Id="rId4" Type="http://schemas.openxmlformats.org/officeDocument/2006/relationships/slideLayout" Target="../slideLayouts/slideLayout59.xml" /><Relationship Id="rId9" Type="http://schemas.openxmlformats.org/officeDocument/2006/relationships/slideLayout" Target="../slideLayouts/slideLayout64.xml" /><Relationship Id="rId14" Type="http://schemas.openxmlformats.org/officeDocument/2006/relationships/theme" Target="../theme/theme5.xml" 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 /><Relationship Id="rId13" Type="http://schemas.openxmlformats.org/officeDocument/2006/relationships/slideLayout" Target="../slideLayouts/slideLayout81.xml" /><Relationship Id="rId18" Type="http://schemas.openxmlformats.org/officeDocument/2006/relationships/slideLayout" Target="../slideLayouts/slideLayout86.xml" /><Relationship Id="rId26" Type="http://schemas.openxmlformats.org/officeDocument/2006/relationships/slideLayout" Target="../slideLayouts/slideLayout94.xml" /><Relationship Id="rId3" Type="http://schemas.openxmlformats.org/officeDocument/2006/relationships/slideLayout" Target="../slideLayouts/slideLayout71.xml" /><Relationship Id="rId21" Type="http://schemas.openxmlformats.org/officeDocument/2006/relationships/slideLayout" Target="../slideLayouts/slideLayout89.xml" /><Relationship Id="rId7" Type="http://schemas.openxmlformats.org/officeDocument/2006/relationships/slideLayout" Target="../slideLayouts/slideLayout75.xml" /><Relationship Id="rId12" Type="http://schemas.openxmlformats.org/officeDocument/2006/relationships/slideLayout" Target="../slideLayouts/slideLayout80.xml" /><Relationship Id="rId17" Type="http://schemas.openxmlformats.org/officeDocument/2006/relationships/slideLayout" Target="../slideLayouts/slideLayout85.xml" /><Relationship Id="rId25" Type="http://schemas.openxmlformats.org/officeDocument/2006/relationships/slideLayout" Target="../slideLayouts/slideLayout93.xml" /><Relationship Id="rId2" Type="http://schemas.openxmlformats.org/officeDocument/2006/relationships/slideLayout" Target="../slideLayouts/slideLayout70.xml" /><Relationship Id="rId16" Type="http://schemas.openxmlformats.org/officeDocument/2006/relationships/slideLayout" Target="../slideLayouts/slideLayout84.xml" /><Relationship Id="rId20" Type="http://schemas.openxmlformats.org/officeDocument/2006/relationships/slideLayout" Target="../slideLayouts/slideLayout88.xml" /><Relationship Id="rId1" Type="http://schemas.openxmlformats.org/officeDocument/2006/relationships/slideLayout" Target="../slideLayouts/slideLayout69.xml" /><Relationship Id="rId6" Type="http://schemas.openxmlformats.org/officeDocument/2006/relationships/slideLayout" Target="../slideLayouts/slideLayout74.xml" /><Relationship Id="rId11" Type="http://schemas.openxmlformats.org/officeDocument/2006/relationships/slideLayout" Target="../slideLayouts/slideLayout79.xml" /><Relationship Id="rId24" Type="http://schemas.openxmlformats.org/officeDocument/2006/relationships/slideLayout" Target="../slideLayouts/slideLayout92.xml" /><Relationship Id="rId5" Type="http://schemas.openxmlformats.org/officeDocument/2006/relationships/slideLayout" Target="../slideLayouts/slideLayout73.xml" /><Relationship Id="rId15" Type="http://schemas.openxmlformats.org/officeDocument/2006/relationships/slideLayout" Target="../slideLayouts/slideLayout83.xml" /><Relationship Id="rId23" Type="http://schemas.openxmlformats.org/officeDocument/2006/relationships/slideLayout" Target="../slideLayouts/slideLayout91.xml" /><Relationship Id="rId10" Type="http://schemas.openxmlformats.org/officeDocument/2006/relationships/slideLayout" Target="../slideLayouts/slideLayout78.xml" /><Relationship Id="rId19" Type="http://schemas.openxmlformats.org/officeDocument/2006/relationships/slideLayout" Target="../slideLayouts/slideLayout87.xml" /><Relationship Id="rId4" Type="http://schemas.openxmlformats.org/officeDocument/2006/relationships/slideLayout" Target="../slideLayouts/slideLayout72.xml" /><Relationship Id="rId9" Type="http://schemas.openxmlformats.org/officeDocument/2006/relationships/slideLayout" Target="../slideLayouts/slideLayout77.xml" /><Relationship Id="rId14" Type="http://schemas.openxmlformats.org/officeDocument/2006/relationships/slideLayout" Target="../slideLayouts/slideLayout82.xml" /><Relationship Id="rId22" Type="http://schemas.openxmlformats.org/officeDocument/2006/relationships/slideLayout" Target="../slideLayouts/slideLayout90.xml" /><Relationship Id="rId27" Type="http://schemas.openxmlformats.org/officeDocument/2006/relationships/theme" Target="../theme/theme6.xml" 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 /><Relationship Id="rId13" Type="http://schemas.openxmlformats.org/officeDocument/2006/relationships/slideLayout" Target="../slideLayouts/slideLayout107.xml" /><Relationship Id="rId3" Type="http://schemas.openxmlformats.org/officeDocument/2006/relationships/slideLayout" Target="../slideLayouts/slideLayout97.xml" /><Relationship Id="rId7" Type="http://schemas.openxmlformats.org/officeDocument/2006/relationships/slideLayout" Target="../slideLayouts/slideLayout101.xml" /><Relationship Id="rId12" Type="http://schemas.openxmlformats.org/officeDocument/2006/relationships/slideLayout" Target="../slideLayouts/slideLayout106.xml" /><Relationship Id="rId2" Type="http://schemas.openxmlformats.org/officeDocument/2006/relationships/slideLayout" Target="../slideLayouts/slideLayout96.xml" /><Relationship Id="rId1" Type="http://schemas.openxmlformats.org/officeDocument/2006/relationships/slideLayout" Target="../slideLayouts/slideLayout95.xml" /><Relationship Id="rId6" Type="http://schemas.openxmlformats.org/officeDocument/2006/relationships/slideLayout" Target="../slideLayouts/slideLayout100.xml" /><Relationship Id="rId11" Type="http://schemas.openxmlformats.org/officeDocument/2006/relationships/slideLayout" Target="../slideLayouts/slideLayout105.xml" /><Relationship Id="rId5" Type="http://schemas.openxmlformats.org/officeDocument/2006/relationships/slideLayout" Target="../slideLayouts/slideLayout99.xml" /><Relationship Id="rId10" Type="http://schemas.openxmlformats.org/officeDocument/2006/relationships/slideLayout" Target="../slideLayouts/slideLayout104.xml" /><Relationship Id="rId4" Type="http://schemas.openxmlformats.org/officeDocument/2006/relationships/slideLayout" Target="../slideLayouts/slideLayout98.xml" /><Relationship Id="rId9" Type="http://schemas.openxmlformats.org/officeDocument/2006/relationships/slideLayout" Target="../slideLayouts/slideLayout103.xml" /><Relationship Id="rId14" Type="http://schemas.openxmlformats.org/officeDocument/2006/relationships/theme" Target="../theme/theme7.xml" 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5.xml" /><Relationship Id="rId13" Type="http://schemas.openxmlformats.org/officeDocument/2006/relationships/slideLayout" Target="../slideLayouts/slideLayout120.xml" /><Relationship Id="rId3" Type="http://schemas.openxmlformats.org/officeDocument/2006/relationships/slideLayout" Target="../slideLayouts/slideLayout110.xml" /><Relationship Id="rId7" Type="http://schemas.openxmlformats.org/officeDocument/2006/relationships/slideLayout" Target="../slideLayouts/slideLayout114.xml" /><Relationship Id="rId12" Type="http://schemas.openxmlformats.org/officeDocument/2006/relationships/slideLayout" Target="../slideLayouts/slideLayout119.xml" /><Relationship Id="rId2" Type="http://schemas.openxmlformats.org/officeDocument/2006/relationships/slideLayout" Target="../slideLayouts/slideLayout109.xml" /><Relationship Id="rId1" Type="http://schemas.openxmlformats.org/officeDocument/2006/relationships/slideLayout" Target="../slideLayouts/slideLayout108.xml" /><Relationship Id="rId6" Type="http://schemas.openxmlformats.org/officeDocument/2006/relationships/slideLayout" Target="../slideLayouts/slideLayout113.xml" /><Relationship Id="rId11" Type="http://schemas.openxmlformats.org/officeDocument/2006/relationships/slideLayout" Target="../slideLayouts/slideLayout118.xml" /><Relationship Id="rId5" Type="http://schemas.openxmlformats.org/officeDocument/2006/relationships/slideLayout" Target="../slideLayouts/slideLayout112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17.xml" /><Relationship Id="rId4" Type="http://schemas.openxmlformats.org/officeDocument/2006/relationships/slideLayout" Target="../slideLayouts/slideLayout111.xml" /><Relationship Id="rId9" Type="http://schemas.openxmlformats.org/officeDocument/2006/relationships/slideLayout" Target="../slideLayouts/slideLayout116.xml" /><Relationship Id="rId14" Type="http://schemas.openxmlformats.org/officeDocument/2006/relationships/theme" Target="../theme/theme8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4" name="Google Shape;194;p60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60" descr="Picture 7.png"/>
          <p:cNvPicPr preferRelativeResize="0"/>
          <p:nvPr/>
        </p:nvPicPr>
        <p:blipFill rotWithShape="1">
          <a:blip r:embed="rId17">
            <a:alphaModFix/>
          </a:blip>
          <a:srcRect l="1923" b="5334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60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97" name="Google Shape;197;p6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" name="Google Shape;198;p6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9" name="Google Shape;199;p60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0" name="Google Shape;200;p60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01" name="Google Shape;201;p6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2" name="Google Shape;202;p6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" name="Google Shape;203;p60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8" name="Google Shape;318;p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9" name="Google Shape;319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0" name="Google Shape;320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1" name="Google Shape;321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0" name="Google Shape;420;p6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1" name="Google Shape;421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2" name="Google Shape;422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3" name="Google Shape;423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6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3" name="Google Shape;523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4" name="Google Shape;524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5" name="Google Shape;525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4" name="Google Shape;624;p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5" name="Google Shape;625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26" name="Google Shape;626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627" name="Google Shape;627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7" name="Google Shape;947;p7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8" name="Google Shape;948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9" name="Google Shape;949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0" name="Google Shape;950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7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9" name="Google Shape;1049;p77"/>
          <p:cNvSpPr txBox="1"/>
          <p:nvPr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0" name="Google Shape;1050;p77" descr="Picture 7.png"/>
          <p:cNvPicPr preferRelativeResize="0"/>
          <p:nvPr/>
        </p:nvPicPr>
        <p:blipFill rotWithShape="1">
          <a:blip r:embed="rId15">
            <a:alphaModFix/>
          </a:blip>
          <a:srcRect l="1923" b="5333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1" name="Google Shape;1051;p77"/>
          <p:cNvGrpSpPr/>
          <p:nvPr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52" name="Google Shape;1052;p7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3" name="Google Shape;1053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4" name="Google Shape;1054;p7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55" name="Google Shape;1055;p77"/>
          <p:cNvGrpSpPr/>
          <p:nvPr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56" name="Google Shape;1056;p77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7" name="Google Shape;1057;p7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8" name="Google Shape;1058;p77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5.xml" /><Relationship Id="rId4" Type="http://schemas.openxmlformats.org/officeDocument/2006/relationships/image" Target="../media/image9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5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5.xml" /><Relationship Id="rId4" Type="http://schemas.openxmlformats.org/officeDocument/2006/relationships/image" Target="../media/image10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6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0.xml" /><Relationship Id="rId5" Type="http://schemas.openxmlformats.org/officeDocument/2006/relationships/image" Target="../media/image12.png" /><Relationship Id="rId4" Type="http://schemas.openxmlformats.org/officeDocument/2006/relationships/customXml" Target="../ink/ink5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0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0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0.xml" /><Relationship Id="rId5" Type="http://schemas.openxmlformats.org/officeDocument/2006/relationships/image" Target="../media/image15.png" /><Relationship Id="rId4" Type="http://schemas.openxmlformats.org/officeDocument/2006/relationships/image" Target="../media/image14.jp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30.xml" /><Relationship Id="rId4" Type="http://schemas.openxmlformats.org/officeDocument/2006/relationships/image" Target="../media/image17.jp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30.xml" /><Relationship Id="rId5" Type="http://schemas.openxmlformats.org/officeDocument/2006/relationships/image" Target="../media/image20.jpg" /><Relationship Id="rId4" Type="http://schemas.openxmlformats.org/officeDocument/2006/relationships/image" Target="../media/image19.pn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30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30.xml" /><Relationship Id="rId4" Type="http://schemas.openxmlformats.org/officeDocument/2006/relationships/image" Target="../media/image21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30.xml" /><Relationship Id="rId5" Type="http://schemas.openxmlformats.org/officeDocument/2006/relationships/image" Target="../media/image23.png" /><Relationship Id="rId4" Type="http://schemas.openxmlformats.org/officeDocument/2006/relationships/customXml" Target="../ink/ink7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30.xml" /><Relationship Id="rId4" Type="http://schemas.openxmlformats.org/officeDocument/2006/relationships/image" Target="../media/image25.jp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30.xml" /><Relationship Id="rId5" Type="http://schemas.openxmlformats.org/officeDocument/2006/relationships/image" Target="../media/image27.png" /><Relationship Id="rId4" Type="http://schemas.openxmlformats.org/officeDocument/2006/relationships/customXml" Target="../ink/ink8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30.xml" /><Relationship Id="rId5" Type="http://schemas.openxmlformats.org/officeDocument/2006/relationships/image" Target="../media/image29.png" /><Relationship Id="rId4" Type="http://schemas.openxmlformats.org/officeDocument/2006/relationships/customXml" Target="../ink/ink9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30.xml" /><Relationship Id="rId5" Type="http://schemas.openxmlformats.org/officeDocument/2006/relationships/image" Target="../media/image31.png" /><Relationship Id="rId4" Type="http://schemas.openxmlformats.org/officeDocument/2006/relationships/customXml" Target="../ink/ink10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43.xml" /><Relationship Id="rId6" Type="http://schemas.openxmlformats.org/officeDocument/2006/relationships/image" Target="../media/image34.png" /><Relationship Id="rId5" Type="http://schemas.openxmlformats.org/officeDocument/2006/relationships/customXml" Target="../ink/ink11.xml" /><Relationship Id="rId4" Type="http://schemas.openxmlformats.org/officeDocument/2006/relationships/image" Target="../media/image33.jpg" 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 /><Relationship Id="rId3" Type="http://schemas.openxmlformats.org/officeDocument/2006/relationships/image" Target="../media/image35.jpg" /><Relationship Id="rId7" Type="http://schemas.openxmlformats.org/officeDocument/2006/relationships/image" Target="../media/image39.jp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43.xml" /><Relationship Id="rId6" Type="http://schemas.openxmlformats.org/officeDocument/2006/relationships/image" Target="../media/image38.png" /><Relationship Id="rId5" Type="http://schemas.openxmlformats.org/officeDocument/2006/relationships/image" Target="../media/image37.png" /><Relationship Id="rId10" Type="http://schemas.openxmlformats.org/officeDocument/2006/relationships/image" Target="../media/image41.png" /><Relationship Id="rId4" Type="http://schemas.openxmlformats.org/officeDocument/2006/relationships/image" Target="../media/image36.png" /><Relationship Id="rId9" Type="http://schemas.openxmlformats.org/officeDocument/2006/relationships/customXml" Target="../ink/ink1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7.xml" 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 /><Relationship Id="rId3" Type="http://schemas.openxmlformats.org/officeDocument/2006/relationships/image" Target="../media/image42.jpg" /><Relationship Id="rId7" Type="http://schemas.openxmlformats.org/officeDocument/2006/relationships/image" Target="../media/image45.jp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5.xml" /><Relationship Id="rId6" Type="http://schemas.openxmlformats.org/officeDocument/2006/relationships/slide" Target="slide3.xml" /><Relationship Id="rId5" Type="http://schemas.openxmlformats.org/officeDocument/2006/relationships/image" Target="../media/image44.jpg" /><Relationship Id="rId4" Type="http://schemas.openxmlformats.org/officeDocument/2006/relationships/image" Target="../media/image43.jpg" /><Relationship Id="rId9" Type="http://schemas.openxmlformats.org/officeDocument/2006/relationships/image" Target="../media/image46.png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5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7.xml" 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 /><Relationship Id="rId3" Type="http://schemas.openxmlformats.org/officeDocument/2006/relationships/image" Target="../media/image48.jpg" /><Relationship Id="rId7" Type="http://schemas.openxmlformats.org/officeDocument/2006/relationships/customXml" Target="../ink/ink14.xml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56.xml" /><Relationship Id="rId6" Type="http://schemas.openxmlformats.org/officeDocument/2006/relationships/image" Target="../media/image51.png" /><Relationship Id="rId5" Type="http://schemas.openxmlformats.org/officeDocument/2006/relationships/image" Target="../media/image50.jpg" /><Relationship Id="rId4" Type="http://schemas.openxmlformats.org/officeDocument/2006/relationships/image" Target="../media/image49.jpg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69.xml" /><Relationship Id="rId4" Type="http://schemas.openxmlformats.org/officeDocument/2006/relationships/image" Target="../media/image53.png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70.xml" /><Relationship Id="rId4" Type="http://schemas.openxmlformats.org/officeDocument/2006/relationships/image" Target="../media/image54.png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71.xml" 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 /><Relationship Id="rId13" Type="http://schemas.openxmlformats.org/officeDocument/2006/relationships/customXml" Target="../ink/ink17.xml" /><Relationship Id="rId3" Type="http://schemas.openxmlformats.org/officeDocument/2006/relationships/image" Target="../media/image55.png" /><Relationship Id="rId7" Type="http://schemas.openxmlformats.org/officeDocument/2006/relationships/image" Target="../media/image59.png" /><Relationship Id="rId12" Type="http://schemas.openxmlformats.org/officeDocument/2006/relationships/image" Target="../media/image64.png" /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56.xml" /><Relationship Id="rId6" Type="http://schemas.openxmlformats.org/officeDocument/2006/relationships/image" Target="../media/image58.png" /><Relationship Id="rId11" Type="http://schemas.openxmlformats.org/officeDocument/2006/relationships/image" Target="../media/image63.png" /><Relationship Id="rId5" Type="http://schemas.openxmlformats.org/officeDocument/2006/relationships/image" Target="../media/image57.png" /><Relationship Id="rId10" Type="http://schemas.openxmlformats.org/officeDocument/2006/relationships/image" Target="../media/image62.png" /><Relationship Id="rId4" Type="http://schemas.openxmlformats.org/officeDocument/2006/relationships/image" Target="../media/image56.png" /><Relationship Id="rId9" Type="http://schemas.openxmlformats.org/officeDocument/2006/relationships/image" Target="../media/image61.png" /><Relationship Id="rId14" Type="http://schemas.openxmlformats.org/officeDocument/2006/relationships/image" Target="../media/image65.png" 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 /><Relationship Id="rId13" Type="http://schemas.openxmlformats.org/officeDocument/2006/relationships/image" Target="../media/image66.png" /><Relationship Id="rId18" Type="http://schemas.openxmlformats.org/officeDocument/2006/relationships/image" Target="../media/image71.png" /><Relationship Id="rId3" Type="http://schemas.openxmlformats.org/officeDocument/2006/relationships/image" Target="../media/image55.png" /><Relationship Id="rId21" Type="http://schemas.openxmlformats.org/officeDocument/2006/relationships/customXml" Target="../ink/ink18.xml" /><Relationship Id="rId7" Type="http://schemas.openxmlformats.org/officeDocument/2006/relationships/image" Target="../media/image59.png" /><Relationship Id="rId12" Type="http://schemas.openxmlformats.org/officeDocument/2006/relationships/image" Target="../media/image64.png" /><Relationship Id="rId17" Type="http://schemas.openxmlformats.org/officeDocument/2006/relationships/image" Target="../media/image70.png" /><Relationship Id="rId2" Type="http://schemas.openxmlformats.org/officeDocument/2006/relationships/notesSlide" Target="../notesSlides/notesSlide33.xml" /><Relationship Id="rId16" Type="http://schemas.openxmlformats.org/officeDocument/2006/relationships/image" Target="../media/image69.png" /><Relationship Id="rId20" Type="http://schemas.openxmlformats.org/officeDocument/2006/relationships/image" Target="../media/image73.png" /><Relationship Id="rId1" Type="http://schemas.openxmlformats.org/officeDocument/2006/relationships/slideLayout" Target="../slideLayouts/slideLayout56.xml" /><Relationship Id="rId6" Type="http://schemas.openxmlformats.org/officeDocument/2006/relationships/image" Target="../media/image58.png" /><Relationship Id="rId11" Type="http://schemas.openxmlformats.org/officeDocument/2006/relationships/image" Target="../media/image63.png" /><Relationship Id="rId5" Type="http://schemas.openxmlformats.org/officeDocument/2006/relationships/image" Target="../media/image57.png" /><Relationship Id="rId15" Type="http://schemas.openxmlformats.org/officeDocument/2006/relationships/image" Target="../media/image68.png" /><Relationship Id="rId10" Type="http://schemas.openxmlformats.org/officeDocument/2006/relationships/image" Target="../media/image62.png" /><Relationship Id="rId19" Type="http://schemas.openxmlformats.org/officeDocument/2006/relationships/image" Target="../media/image72.png" /><Relationship Id="rId4" Type="http://schemas.openxmlformats.org/officeDocument/2006/relationships/image" Target="../media/image56.png" /><Relationship Id="rId9" Type="http://schemas.openxmlformats.org/officeDocument/2006/relationships/image" Target="../media/image61.png" /><Relationship Id="rId14" Type="http://schemas.openxmlformats.org/officeDocument/2006/relationships/image" Target="../media/image67.png" /><Relationship Id="rId22" Type="http://schemas.openxmlformats.org/officeDocument/2006/relationships/image" Target="../media/image74.png" 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 /><Relationship Id="rId13" Type="http://schemas.openxmlformats.org/officeDocument/2006/relationships/image" Target="../media/image81.png" /><Relationship Id="rId18" Type="http://schemas.openxmlformats.org/officeDocument/2006/relationships/image" Target="../media/image84.png" /><Relationship Id="rId3" Type="http://schemas.openxmlformats.org/officeDocument/2006/relationships/image" Target="../media/image75.png" /><Relationship Id="rId7" Type="http://schemas.openxmlformats.org/officeDocument/2006/relationships/image" Target="../media/image57.png" /><Relationship Id="rId12" Type="http://schemas.openxmlformats.org/officeDocument/2006/relationships/image" Target="../media/image63.png" /><Relationship Id="rId17" Type="http://schemas.openxmlformats.org/officeDocument/2006/relationships/image" Target="../media/image71.png" /><Relationship Id="rId2" Type="http://schemas.openxmlformats.org/officeDocument/2006/relationships/notesSlide" Target="../notesSlides/notesSlide34.xml" /><Relationship Id="rId16" Type="http://schemas.openxmlformats.org/officeDocument/2006/relationships/image" Target="../media/image83.png" /><Relationship Id="rId20" Type="http://schemas.openxmlformats.org/officeDocument/2006/relationships/image" Target="../media/image85.png" /><Relationship Id="rId1" Type="http://schemas.openxmlformats.org/officeDocument/2006/relationships/slideLayout" Target="../slideLayouts/slideLayout56.xml" /><Relationship Id="rId6" Type="http://schemas.openxmlformats.org/officeDocument/2006/relationships/image" Target="../media/image76.png" /><Relationship Id="rId11" Type="http://schemas.openxmlformats.org/officeDocument/2006/relationships/image" Target="../media/image80.png" /><Relationship Id="rId5" Type="http://schemas.openxmlformats.org/officeDocument/2006/relationships/image" Target="../media/image59.png" /><Relationship Id="rId15" Type="http://schemas.openxmlformats.org/officeDocument/2006/relationships/image" Target="../media/image69.png" /><Relationship Id="rId10" Type="http://schemas.openxmlformats.org/officeDocument/2006/relationships/image" Target="../media/image79.png" /><Relationship Id="rId19" Type="http://schemas.openxmlformats.org/officeDocument/2006/relationships/customXml" Target="../ink/ink19.xml" /><Relationship Id="rId4" Type="http://schemas.openxmlformats.org/officeDocument/2006/relationships/image" Target="../media/image56.png" /><Relationship Id="rId9" Type="http://schemas.openxmlformats.org/officeDocument/2006/relationships/image" Target="../media/image78.png" /><Relationship Id="rId14" Type="http://schemas.openxmlformats.org/officeDocument/2006/relationships/image" Target="../media/image82.png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56.xml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 /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56.xml" /><Relationship Id="rId4" Type="http://schemas.openxmlformats.org/officeDocument/2006/relationships/image" Target="../media/image86.png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 /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5.xml" /><Relationship Id="rId6" Type="http://schemas.openxmlformats.org/officeDocument/2006/relationships/image" Target="../media/image89.png" /><Relationship Id="rId5" Type="http://schemas.openxmlformats.org/officeDocument/2006/relationships/customXml" Target="../ink/ink21.xml" /><Relationship Id="rId4" Type="http://schemas.openxmlformats.org/officeDocument/2006/relationships/image" Target="../media/image88.png" 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 /><Relationship Id="rId3" Type="http://schemas.openxmlformats.org/officeDocument/2006/relationships/image" Target="../media/image90.png" /><Relationship Id="rId7" Type="http://schemas.openxmlformats.org/officeDocument/2006/relationships/image" Target="../media/image94.png" /><Relationship Id="rId12" Type="http://schemas.openxmlformats.org/officeDocument/2006/relationships/image" Target="../media/image98.png" /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56.xml" /><Relationship Id="rId6" Type="http://schemas.openxmlformats.org/officeDocument/2006/relationships/image" Target="../media/image93.png" /><Relationship Id="rId11" Type="http://schemas.openxmlformats.org/officeDocument/2006/relationships/customXml" Target="../ink/ink22.xml" /><Relationship Id="rId5" Type="http://schemas.openxmlformats.org/officeDocument/2006/relationships/image" Target="../media/image92.png" /><Relationship Id="rId10" Type="http://schemas.openxmlformats.org/officeDocument/2006/relationships/image" Target="../media/image97.png" /><Relationship Id="rId4" Type="http://schemas.openxmlformats.org/officeDocument/2006/relationships/image" Target="../media/image91.png" /><Relationship Id="rId9" Type="http://schemas.openxmlformats.org/officeDocument/2006/relationships/image" Target="../media/image96.png" 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 /><Relationship Id="rId13" Type="http://schemas.openxmlformats.org/officeDocument/2006/relationships/image" Target="../media/image56.png" /><Relationship Id="rId18" Type="http://schemas.openxmlformats.org/officeDocument/2006/relationships/image" Target="../media/image61.png" /><Relationship Id="rId3" Type="http://schemas.openxmlformats.org/officeDocument/2006/relationships/image" Target="../media/image99.png" /><Relationship Id="rId21" Type="http://schemas.openxmlformats.org/officeDocument/2006/relationships/customXml" Target="../ink/ink23.xml" /><Relationship Id="rId7" Type="http://schemas.openxmlformats.org/officeDocument/2006/relationships/image" Target="../media/image103.png" /><Relationship Id="rId12" Type="http://schemas.openxmlformats.org/officeDocument/2006/relationships/image" Target="../media/image108.png" /><Relationship Id="rId17" Type="http://schemas.openxmlformats.org/officeDocument/2006/relationships/image" Target="../media/image111.png" /><Relationship Id="rId2" Type="http://schemas.openxmlformats.org/officeDocument/2006/relationships/notesSlide" Target="../notesSlides/notesSlide39.xml" /><Relationship Id="rId16" Type="http://schemas.openxmlformats.org/officeDocument/2006/relationships/image" Target="../media/image63.png" /><Relationship Id="rId20" Type="http://schemas.openxmlformats.org/officeDocument/2006/relationships/image" Target="../media/image113.png" /><Relationship Id="rId1" Type="http://schemas.openxmlformats.org/officeDocument/2006/relationships/slideLayout" Target="../slideLayouts/slideLayout56.xml" /><Relationship Id="rId6" Type="http://schemas.openxmlformats.org/officeDocument/2006/relationships/image" Target="../media/image102.png" /><Relationship Id="rId11" Type="http://schemas.openxmlformats.org/officeDocument/2006/relationships/image" Target="../media/image107.png" /><Relationship Id="rId5" Type="http://schemas.openxmlformats.org/officeDocument/2006/relationships/image" Target="../media/image101.png" /><Relationship Id="rId15" Type="http://schemas.openxmlformats.org/officeDocument/2006/relationships/image" Target="../media/image110.png" /><Relationship Id="rId10" Type="http://schemas.openxmlformats.org/officeDocument/2006/relationships/image" Target="../media/image106.png" /><Relationship Id="rId19" Type="http://schemas.openxmlformats.org/officeDocument/2006/relationships/image" Target="../media/image112.png" /><Relationship Id="rId4" Type="http://schemas.openxmlformats.org/officeDocument/2006/relationships/image" Target="../media/image100.png" /><Relationship Id="rId9" Type="http://schemas.openxmlformats.org/officeDocument/2006/relationships/image" Target="../media/image105.png" /><Relationship Id="rId14" Type="http://schemas.openxmlformats.org/officeDocument/2006/relationships/image" Target="../media/image109.png" /><Relationship Id="rId22" Type="http://schemas.openxmlformats.org/officeDocument/2006/relationships/image" Target="../media/image114.png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 /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56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 /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56.xml" /><Relationship Id="rId4" Type="http://schemas.openxmlformats.org/officeDocument/2006/relationships/image" Target="../media/image116.png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 /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15.xml" /><Relationship Id="rId5" Type="http://schemas.openxmlformats.org/officeDocument/2006/relationships/image" Target="../media/image118.png" /><Relationship Id="rId4" Type="http://schemas.openxmlformats.org/officeDocument/2006/relationships/customXml" Target="../ink/ink25.xml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.xml" /><Relationship Id="rId2" Type="http://schemas.openxmlformats.org/officeDocument/2006/relationships/notesSlide" Target="../notesSlides/notesSlide43.xml" /><Relationship Id="rId1" Type="http://schemas.openxmlformats.org/officeDocument/2006/relationships/slideLayout" Target="../slideLayouts/slideLayout15.xml" /><Relationship Id="rId5" Type="http://schemas.openxmlformats.org/officeDocument/2006/relationships/image" Target="../media/image119.png" /><Relationship Id="rId4" Type="http://schemas.openxmlformats.org/officeDocument/2006/relationships/image" Target="../media/image45.jpg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 /><Relationship Id="rId2" Type="http://schemas.openxmlformats.org/officeDocument/2006/relationships/notesSlide" Target="../notesSlides/notesSlide44.xml" /><Relationship Id="rId1" Type="http://schemas.openxmlformats.org/officeDocument/2006/relationships/slideLayout" Target="../slideLayouts/slideLayout15.xml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 /><Relationship Id="rId2" Type="http://schemas.openxmlformats.org/officeDocument/2006/relationships/notesSlide" Target="../notesSlides/notesSlide45.xml" /><Relationship Id="rId1" Type="http://schemas.openxmlformats.org/officeDocument/2006/relationships/slideLayout" Target="../slideLayouts/slideLayout18.xml" 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 /><Relationship Id="rId2" Type="http://schemas.openxmlformats.org/officeDocument/2006/relationships/notesSlide" Target="../notesSlides/notesSlide46.xml" /><Relationship Id="rId1" Type="http://schemas.openxmlformats.org/officeDocument/2006/relationships/slideLayout" Target="../slideLayouts/slideLayout95.xml" 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 /><Relationship Id="rId2" Type="http://schemas.openxmlformats.org/officeDocument/2006/relationships/notesSlide" Target="../notesSlides/notesSlide47.xml" /><Relationship Id="rId1" Type="http://schemas.openxmlformats.org/officeDocument/2006/relationships/slideLayout" Target="../slideLayouts/slideLayout95.xml" 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 /><Relationship Id="rId2" Type="http://schemas.openxmlformats.org/officeDocument/2006/relationships/notesSlide" Target="../notesSlides/notesSlide48.xml" /><Relationship Id="rId1" Type="http://schemas.openxmlformats.org/officeDocument/2006/relationships/slideLayout" Target="../slideLayouts/slideLayout95.xml" 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 /><Relationship Id="rId2" Type="http://schemas.openxmlformats.org/officeDocument/2006/relationships/notesSlide" Target="../notesSlides/notesSlide49.xml" /><Relationship Id="rId1" Type="http://schemas.openxmlformats.org/officeDocument/2006/relationships/slideLayout" Target="../slideLayouts/slideLayout95.xml" /><Relationship Id="rId4" Type="http://schemas.openxmlformats.org/officeDocument/2006/relationships/image" Target="../media/image126.png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 /><Relationship Id="rId1" Type="http://schemas.openxmlformats.org/officeDocument/2006/relationships/slideLayout" Target="../slideLayouts/slideLayout108.xml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 /><Relationship Id="rId1" Type="http://schemas.openxmlformats.org/officeDocument/2006/relationships/slideLayout" Target="../slideLayouts/slideLayout108.xml" 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 /><Relationship Id="rId2" Type="http://schemas.openxmlformats.org/officeDocument/2006/relationships/notesSlide" Target="../notesSlides/notesSlide52.xml" /><Relationship Id="rId1" Type="http://schemas.openxmlformats.org/officeDocument/2006/relationships/slideLayout" Target="../slideLayouts/slideLayout109.xml" 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 /><Relationship Id="rId2" Type="http://schemas.openxmlformats.org/officeDocument/2006/relationships/notesSlide" Target="../notesSlides/notesSlide53.xml" /><Relationship Id="rId1" Type="http://schemas.openxmlformats.org/officeDocument/2006/relationships/slideLayout" Target="../slideLayouts/slideLayout15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 /><Relationship Id="rId1" Type="http://schemas.openxmlformats.org/officeDocument/2006/relationships/slideLayout" Target="../slideLayouts/slideLayout15.xml" 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 /><Relationship Id="rId2" Type="http://schemas.openxmlformats.org/officeDocument/2006/relationships/notesSlide" Target="../notesSlides/notesSlide55.xml" /><Relationship Id="rId1" Type="http://schemas.openxmlformats.org/officeDocument/2006/relationships/slideLayout" Target="../slideLayouts/slideLayout15.xml" /><Relationship Id="rId4" Type="http://schemas.openxmlformats.org/officeDocument/2006/relationships/image" Target="../media/image130.png" 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56.xml" /><Relationship Id="rId1" Type="http://schemas.openxmlformats.org/officeDocument/2006/relationships/slideLayout" Target="../slideLayouts/slideLayout19.xml" /><Relationship Id="rId5" Type="http://schemas.openxmlformats.org/officeDocument/2006/relationships/hyperlink" Target="https://www.softwaretestinghelp.com/machine-learning-tools/" TargetMode="External" /><Relationship Id="rId4" Type="http://schemas.openxmlformats.org/officeDocument/2006/relationships/hyperlink" Target="http://www.cs.princeton.edu/courses/archive/spr08/cos511/" TargetMode="External" 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 /><Relationship Id="rId1" Type="http://schemas.openxmlformats.org/officeDocument/2006/relationships/slideLayout" Target="../slideLayouts/slideLayout1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"/>
          <p:cNvSpPr txBox="1"/>
          <p:nvPr/>
        </p:nvSpPr>
        <p:spPr>
          <a:xfrm>
            <a:off x="800100" y="3456720"/>
            <a:ext cx="7875900" cy="206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b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AIML CZG565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M1 : Introduction</a:t>
            </a:r>
            <a:endParaRPr sz="2400" b="1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1"/>
          <p:cNvSpPr txBox="1"/>
          <p:nvPr/>
        </p:nvSpPr>
        <p:spPr>
          <a:xfrm>
            <a:off x="2267640" y="5410080"/>
            <a:ext cx="626616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800" b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Dr.</a:t>
            </a:r>
            <a:r>
              <a:rPr lang="en-US" sz="1800" b="1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Neha Vinayak</a:t>
            </a:r>
          </a:p>
          <a:p>
            <a:pPr marL="0" marR="0" lvl="0" indent="0" algn="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8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neha.vinayak@pilani.bits-pilani.ac.in</a:t>
            </a:r>
            <a:endParaRPr sz="18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2"/>
          <p:cNvSpPr txBox="1">
            <a:spLocks noGrp="1"/>
          </p:cNvSpPr>
          <p:nvPr>
            <p:ph type="title" idx="4294967295"/>
          </p:nvPr>
        </p:nvSpPr>
        <p:spPr>
          <a:xfrm>
            <a:off x="173059" y="429320"/>
            <a:ext cx="79263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/>
              <a:t>Machine Learning</a:t>
            </a:r>
            <a:endParaRPr sz="2400"/>
          </a:p>
        </p:txBody>
      </p:sp>
      <p:sp>
        <p:nvSpPr>
          <p:cNvPr id="1111" name="Google Shape;1111;p2"/>
          <p:cNvSpPr txBox="1"/>
          <p:nvPr/>
        </p:nvSpPr>
        <p:spPr>
          <a:xfrm>
            <a:off x="349344" y="3228400"/>
            <a:ext cx="8642400" cy="3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775" rIns="0" bIns="0" anchor="t" anchorCtr="0">
            <a:spAutoFit/>
          </a:bodyPr>
          <a:lstStyle/>
          <a:p>
            <a:pPr marL="133281" marR="39100" lvl="0" indent="-12529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content for these slides has been obtained from books and various other  source on the Internet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281" marR="0" lvl="0" indent="-125292" algn="l" rtl="0">
              <a:lnSpc>
                <a:spcPct val="150000"/>
              </a:lnSpc>
              <a:spcBef>
                <a:spcPts val="3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hereby acknowledge all the contributors for their material and inputs.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281" marR="0" lvl="0" indent="-125292" algn="l" rtl="0">
              <a:lnSpc>
                <a:spcPct val="150000"/>
              </a:lnSpc>
              <a:spcBef>
                <a:spcPts val="37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have provided source information wherever necessary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281" marR="0" lvl="0" indent="-125290" algn="l" rtl="0">
              <a:lnSpc>
                <a:spcPct val="150000"/>
              </a:lnSpc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 have added and modified the content flow to suit the requirements of the course and for ease of class presentation</a:t>
            </a: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3281" marR="0" lvl="0" indent="-125292" algn="l" rtl="0">
              <a:lnSpc>
                <a:spcPct val="150000"/>
              </a:lnSpc>
              <a:spcBef>
                <a:spcPts val="374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Students are requested to refer to the textbook and detailed content of this presentation deck over canvas</a:t>
            </a: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2"/>
          <p:cNvSpPr txBox="1"/>
          <p:nvPr/>
        </p:nvSpPr>
        <p:spPr>
          <a:xfrm>
            <a:off x="2400519" y="1752600"/>
            <a:ext cx="5698928" cy="28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0" anchor="t" anchorCtr="0">
            <a:spAutoFit/>
          </a:bodyPr>
          <a:lstStyle/>
          <a:p>
            <a:pPr marL="840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C1572"/>
                </a:solidFill>
                <a:latin typeface="Arial"/>
                <a:ea typeface="Arial"/>
                <a:cs typeface="Arial"/>
                <a:sym typeface="Arial"/>
              </a:rPr>
              <a:t>Disclaimer and Acknowledgement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3" name="Google Shape;111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2646" y="2039765"/>
            <a:ext cx="1087204" cy="1188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"/>
          <p:cNvSpPr txBox="1"/>
          <p:nvPr/>
        </p:nvSpPr>
        <p:spPr>
          <a:xfrm>
            <a:off x="152400" y="379262"/>
            <a:ext cx="8229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 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"/>
          <p:cNvSpPr txBox="1"/>
          <p:nvPr/>
        </p:nvSpPr>
        <p:spPr>
          <a:xfrm>
            <a:off x="0" y="1447788"/>
            <a:ext cx="89154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 of course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5650" marR="0" lvl="1" indent="-24765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the basic concepts and techniques of Machine Learning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5650" marR="0" lvl="1" indent="-24765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Gain experience in basics of doing independent study and research in the field of Machine Learning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5650" marR="0" lvl="1" indent="-24765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skills of using recent machine learning software tools to evaluate learning algorithms and model selection for solving practical problems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3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of this course 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 Mathematical Foundations of ML algorithms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Structured Data Analytics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IID (Independent &amp; Identically Distributed Data)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93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Topics not expected of this course 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Unstructured Data Analytics 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Series/Sequence Data Analytics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04800" algn="l" rtl="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 Learning 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"/>
          <p:cNvSpPr txBox="1"/>
          <p:nvPr/>
        </p:nvSpPr>
        <p:spPr>
          <a:xfrm>
            <a:off x="3810000" y="6553200"/>
            <a:ext cx="1828800" cy="280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 November 2023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FB339D-3B23-ABF5-B945-B414D42070FD}"/>
                  </a:ext>
                </a:extLst>
              </p14:cNvPr>
              <p14:cNvContentPartPr/>
              <p14:nvPr/>
            </p14:nvContentPartPr>
            <p14:xfrm>
              <a:off x="664560" y="2078640"/>
              <a:ext cx="4822920" cy="3305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FB339D-3B23-ABF5-B945-B414D42070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5200" y="2069280"/>
                <a:ext cx="4841640" cy="3324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5" name="Google Shape;1125;p4"/>
          <p:cNvGraphicFramePr/>
          <p:nvPr/>
        </p:nvGraphicFramePr>
        <p:xfrm>
          <a:off x="457200" y="1295400"/>
          <a:ext cx="6825125" cy="5168600"/>
        </p:xfrm>
        <a:graphic>
          <a:graphicData uri="http://schemas.openxmlformats.org/drawingml/2006/table">
            <a:tbl>
              <a:tblPr>
                <a:noFill/>
                <a:tableStyleId>{83F1B17C-1CFA-4683-A1D9-5A5DE0014663}</a:tableStyleId>
              </a:tblPr>
              <a:tblGrid>
                <a:gridCol w="115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M1 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Introduction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Workflow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Models for Regression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Models for Classification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 Tree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M6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Instance Based Learning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Support Vector Machine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M8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Bayesian Learning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M9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 Ensemble Learning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M10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Unsupervised Learning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M11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Model Evaluation/Comparison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925" marR="34925" marT="34925" marB="34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26" name="Google Shape;1126;p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Course Plan</a:t>
            </a:r>
            <a:endParaRPr/>
          </a:p>
        </p:txBody>
      </p:sp>
      <p:sp>
        <p:nvSpPr>
          <p:cNvPr id="1127" name="Google Shape;1127;p4"/>
          <p:cNvSpPr/>
          <p:nvPr/>
        </p:nvSpPr>
        <p:spPr>
          <a:xfrm>
            <a:off x="304800" y="1295400"/>
            <a:ext cx="6553200" cy="481263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DC800E-1C99-1165-A94C-CE9FF0C5D6B1}"/>
                  </a:ext>
                </a:extLst>
              </p14:cNvPr>
              <p14:cNvContentPartPr/>
              <p14:nvPr/>
            </p14:nvContentPartPr>
            <p14:xfrm>
              <a:off x="1436400" y="2503440"/>
              <a:ext cx="6190560" cy="402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DC800E-1C99-1165-A94C-CE9FF0C5D6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7040" y="2494080"/>
                <a:ext cx="6209280" cy="404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"/>
          <p:cNvSpPr txBox="1">
            <a:spLocks noGrp="1"/>
          </p:cNvSpPr>
          <p:nvPr>
            <p:ph type="title"/>
          </p:nvPr>
        </p:nvSpPr>
        <p:spPr>
          <a:xfrm>
            <a:off x="395536" y="468858"/>
            <a:ext cx="61206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400" b="1"/>
              <a:t>Text books and Reference book(s)</a:t>
            </a:r>
            <a:endParaRPr sz="2400"/>
          </a:p>
        </p:txBody>
      </p:sp>
      <p:graphicFrame>
        <p:nvGraphicFramePr>
          <p:cNvPr id="1133" name="Google Shape;1133;p5"/>
          <p:cNvGraphicFramePr/>
          <p:nvPr>
            <p:extLst>
              <p:ext uri="{D42A27DB-BD31-4B8C-83A1-F6EECF244321}">
                <p14:modId xmlns:p14="http://schemas.microsoft.com/office/powerpoint/2010/main" val="3952937122"/>
              </p:ext>
            </p:extLst>
          </p:nvPr>
        </p:nvGraphicFramePr>
        <p:xfrm>
          <a:off x="152400" y="1438882"/>
          <a:ext cx="8839200" cy="561075"/>
        </p:xfrm>
        <a:graphic>
          <a:graphicData uri="http://schemas.openxmlformats.org/drawingml/2006/table">
            <a:tbl>
              <a:tblPr>
                <a:noFill/>
                <a:tableStyleId>{225C9C8F-3D08-4C27-B036-69A9FDC1A868}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T1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34750" marT="34750" marB="347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Tom M. Mitchell: Machine Learning, The McGraw-Hill Companies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34750" marT="34750" marB="347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34" name="Google Shape;1134;p5"/>
          <p:cNvGraphicFramePr/>
          <p:nvPr>
            <p:extLst>
              <p:ext uri="{D42A27DB-BD31-4B8C-83A1-F6EECF244321}">
                <p14:modId xmlns:p14="http://schemas.microsoft.com/office/powerpoint/2010/main" val="904857628"/>
              </p:ext>
            </p:extLst>
          </p:nvPr>
        </p:nvGraphicFramePr>
        <p:xfrm>
          <a:off x="152400" y="1831141"/>
          <a:ext cx="8884925" cy="4922170"/>
        </p:xfrm>
        <a:graphic>
          <a:graphicData uri="http://schemas.openxmlformats.org/drawingml/2006/table">
            <a:tbl>
              <a:tblPr>
                <a:noFill/>
                <a:tableStyleId>{225C9C8F-3D08-4C27-B036-69A9FDC1A868}</a:tableStyleId>
              </a:tblPr>
              <a:tblGrid>
                <a:gridCol w="61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0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R1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R2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R3</a:t>
                      </a:r>
                      <a:endParaRPr sz="1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34750" marT="34750" marB="347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Christopher M. Bishop: Pattern Recognition &amp; Machine Learning, Springer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P. Tan, et al. Introduction to Data Mining, Pearson</a:t>
                      </a:r>
                      <a:endParaRPr sz="1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C.J.C. BURGES: A Tutorial on Support Vector Machines for Pattern Recognition, Kluwer Academic Publishers, Boston. 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dk1"/>
                          </a:solidFill>
                        </a:rPr>
                        <a:t>Evaluation scheme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755650" marR="0" lvl="1" indent="-285750" algn="l" rtl="0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–"/>
                      </a:pPr>
                      <a:r>
                        <a:rPr lang="en-US" sz="1800" b="1" u="none" strike="noStrike" cap="none" dirty="0">
                          <a:solidFill>
                            <a:srgbClr val="FF0000"/>
                          </a:solidFill>
                        </a:rPr>
                        <a:t>Quiz (10% - Best of 2 quizzes)</a:t>
                      </a:r>
                      <a:endParaRPr sz="1800" b="1" u="none" strike="noStrike" cap="none" dirty="0">
                        <a:solidFill>
                          <a:srgbClr val="FF0000"/>
                        </a:solidFill>
                      </a:endParaRPr>
                    </a:p>
                    <a:p>
                      <a:pPr marL="755650" marR="0" lvl="1" indent="-285750" algn="l" rtl="0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–"/>
                      </a:pPr>
                      <a:r>
                        <a:rPr lang="en-US" sz="1800" b="1" u="none" strike="noStrike" cap="none" dirty="0">
                          <a:solidFill>
                            <a:srgbClr val="FF0000"/>
                          </a:solidFill>
                        </a:rPr>
                        <a:t>Assignment (20% - 2 Assignments) </a:t>
                      </a:r>
                      <a:endParaRPr sz="1800" b="1" u="none" strike="noStrike" cap="none" dirty="0">
                        <a:solidFill>
                          <a:srgbClr val="FF0000"/>
                        </a:solidFill>
                      </a:endParaRPr>
                    </a:p>
                    <a:p>
                      <a:pPr marL="755650" marR="0" lvl="1" indent="-285750" algn="l" rtl="0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–"/>
                      </a:pPr>
                      <a:r>
                        <a:rPr lang="en-US" sz="1800" b="1" u="none" strike="noStrike" cap="none" dirty="0">
                          <a:solidFill>
                            <a:srgbClr val="FF0000"/>
                          </a:solidFill>
                        </a:rPr>
                        <a:t>Mid-semester exam (30%) Closed Book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755650" marR="0" lvl="1" indent="-285750" algn="l" rtl="0">
                        <a:lnSpc>
                          <a:spcPct val="150000"/>
                        </a:lnSpc>
                        <a:spcBef>
                          <a:spcPts val="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Char char="–"/>
                      </a:pPr>
                      <a:r>
                        <a:rPr lang="en-US" sz="1800" b="1" u="none" strike="noStrike" cap="none" dirty="0">
                          <a:solidFill>
                            <a:srgbClr val="FF0000"/>
                          </a:solidFill>
                        </a:rPr>
                        <a:t>Comprehensive exam (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</a:rPr>
                        <a:t>40%) Open Book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28450" marR="34750" marT="34750" marB="347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B5D029-2762-3B26-691E-E6F549B8DDE5}"/>
                  </a:ext>
                </a:extLst>
              </p14:cNvPr>
              <p14:cNvContentPartPr/>
              <p14:nvPr/>
            </p14:nvContentPartPr>
            <p14:xfrm>
              <a:off x="3408120" y="4354560"/>
              <a:ext cx="5676480" cy="2246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B5D029-2762-3B26-691E-E6F549B8DD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8760" y="4345200"/>
                <a:ext cx="5695200" cy="226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6"/>
          <p:cNvSpPr txBox="1">
            <a:spLocks noGrp="1"/>
          </p:cNvSpPr>
          <p:nvPr>
            <p:ph type="title"/>
          </p:nvPr>
        </p:nvSpPr>
        <p:spPr>
          <a:xfrm>
            <a:off x="395536" y="468858"/>
            <a:ext cx="61206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Pre-requisites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algebra: vector/matrix manipulations, properties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Calculus: partial derivatives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Probability: common distributions; Bayes Rule</a:t>
            </a:r>
            <a:endParaRPr/>
          </a:p>
          <a:p>
            <a:pPr marL="35560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Statistics: mean/median/mode; maximum likelihood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"/>
          <p:cNvSpPr txBox="1"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Lab Plan 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46" name="Google Shape;1146;p7"/>
          <p:cNvGraphicFramePr/>
          <p:nvPr/>
        </p:nvGraphicFramePr>
        <p:xfrm>
          <a:off x="502569" y="1424693"/>
          <a:ext cx="7269825" cy="3804750"/>
        </p:xfrm>
        <a:graphic>
          <a:graphicData uri="http://schemas.openxmlformats.org/drawingml/2006/table">
            <a:tbl>
              <a:tblPr>
                <a:noFill/>
                <a:tableStyleId>{225C9C8F-3D08-4C27-B036-69A9FDC1A868}</a:tableStyleId>
              </a:tblPr>
              <a:tblGrid>
                <a:gridCol w="102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Lab No.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Lab Objective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End to End Machine Learning</a:t>
                      </a:r>
                      <a:endParaRPr sz="1400" u="none" strike="noStrike" cap="none"/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Linear Regression and Gradient Descent Algorithm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 Regression Classifier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 Tree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Naïve Bayes Classifier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 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47" name="Google Shape;1147;p7"/>
          <p:cNvSpPr txBox="1"/>
          <p:nvPr/>
        </p:nvSpPr>
        <p:spPr>
          <a:xfrm>
            <a:off x="541918" y="5418639"/>
            <a:ext cx="845918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Labs not graded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of the Lab recordings available at CSIS virtual labs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Webinars will be conducted for lab sessions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Labs will be conducted in Python</a:t>
            </a: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6C5EB0-A635-EEAC-D333-342D0FFFF941}"/>
                  </a:ext>
                </a:extLst>
              </p14:cNvPr>
              <p14:cNvContentPartPr/>
              <p14:nvPr/>
            </p14:nvContentPartPr>
            <p14:xfrm>
              <a:off x="4137120" y="424440"/>
              <a:ext cx="4959720" cy="3214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6C5EB0-A635-EEAC-D333-342D0FFFF9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7760" y="415080"/>
                <a:ext cx="4978440" cy="323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"/>
          <p:cNvSpPr txBox="1">
            <a:spLocks noGrp="1"/>
          </p:cNvSpPr>
          <p:nvPr>
            <p:ph type="body" idx="1"/>
          </p:nvPr>
        </p:nvSpPr>
        <p:spPr>
          <a:xfrm>
            <a:off x="304800" y="17526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0577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800"/>
              <a:t>What is Machine Learning? </a:t>
            </a:r>
            <a:endParaRPr/>
          </a:p>
          <a:p>
            <a:pPr marL="514350" lvl="0" indent="-505776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800"/>
              <a:t>Why Machine Learning is important? </a:t>
            </a:r>
            <a:endParaRPr/>
          </a:p>
          <a:p>
            <a:pPr marL="514350" lvl="0" indent="-505776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800"/>
              <a:t>Types of Machine Learning</a:t>
            </a:r>
            <a:endParaRPr/>
          </a:p>
          <a:p>
            <a:pPr marL="514350" lvl="0" indent="-505776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800"/>
              <a:t>Application Areas</a:t>
            </a:r>
            <a:endParaRPr/>
          </a:p>
          <a:p>
            <a:pPr marL="514350" lvl="0" indent="-505776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800"/>
              <a:t>Issues in Machine Learning </a:t>
            </a:r>
            <a:endParaRPr sz="1800"/>
          </a:p>
          <a:p>
            <a:pPr marL="514350" lvl="0" indent="-505776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n-US" sz="1800"/>
              <a:t>Demo Case study 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Font typeface="Arial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Font typeface="Arial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Font typeface="Arial"/>
              <a:buNone/>
            </a:pPr>
            <a:endParaRPr sz="1800"/>
          </a:p>
          <a:p>
            <a:pPr marL="514350" lvl="0" indent="-4000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ct val="100000"/>
              <a:buFont typeface="Arial"/>
              <a:buNone/>
            </a:pPr>
            <a:endParaRPr sz="1800"/>
          </a:p>
        </p:txBody>
      </p:sp>
      <p:sp>
        <p:nvSpPr>
          <p:cNvPr id="1155" name="Google Shape;1155;p8"/>
          <p:cNvSpPr txBox="1">
            <a:spLocks noGrp="1"/>
          </p:cNvSpPr>
          <p:nvPr>
            <p:ph type="body" idx="2"/>
          </p:nvPr>
        </p:nvSpPr>
        <p:spPr>
          <a:xfrm>
            <a:off x="304800" y="469631"/>
            <a:ext cx="6324600" cy="50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Agenda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9" descr="AI vs. Machine Learning vs. Data Science for Industry - Braincub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950" y="515375"/>
            <a:ext cx="7700676" cy="60161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E57B07-000B-5175-0B46-130C1BD651C9}"/>
                  </a:ext>
                </a:extLst>
              </p14:cNvPr>
              <p14:cNvContentPartPr/>
              <p14:nvPr/>
            </p14:nvContentPartPr>
            <p14:xfrm>
              <a:off x="673560" y="3064320"/>
              <a:ext cx="6987600" cy="1616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E57B07-000B-5175-0B46-130C1BD651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200" y="3054960"/>
                <a:ext cx="7006320" cy="163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e037327a48_0_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vs DS vs ML</a:t>
            </a:r>
            <a:endParaRPr/>
          </a:p>
        </p:txBody>
      </p:sp>
      <p:sp>
        <p:nvSpPr>
          <p:cNvPr id="1167" name="Google Shape;1167;g2e037327a48_0_6"/>
          <p:cNvSpPr/>
          <p:nvPr/>
        </p:nvSpPr>
        <p:spPr>
          <a:xfrm>
            <a:off x="2192975" y="2259425"/>
            <a:ext cx="3163200" cy="3017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g2e037327a48_0_6"/>
          <p:cNvSpPr/>
          <p:nvPr/>
        </p:nvSpPr>
        <p:spPr>
          <a:xfrm>
            <a:off x="2544750" y="3276600"/>
            <a:ext cx="2226600" cy="19998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g2e037327a48_0_6"/>
          <p:cNvSpPr/>
          <p:nvPr/>
        </p:nvSpPr>
        <p:spPr>
          <a:xfrm>
            <a:off x="4373600" y="2875225"/>
            <a:ext cx="2226600" cy="1999800"/>
          </a:xfrm>
          <a:prstGeom prst="ellipse">
            <a:avLst/>
          </a:prstGeom>
          <a:solidFill>
            <a:srgbClr val="FCB01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alibri"/>
                <a:ea typeface="Calibri"/>
                <a:cs typeface="Calibri"/>
                <a:sym typeface="Calibri"/>
              </a:rPr>
              <a:t>DATA SCIENCE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g2e037327a48_0_6"/>
          <p:cNvSpPr txBox="1"/>
          <p:nvPr/>
        </p:nvSpPr>
        <p:spPr>
          <a:xfrm>
            <a:off x="3017000" y="2698000"/>
            <a:ext cx="12804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g2e037327a48_0_6"/>
          <p:cNvSpPr txBox="1"/>
          <p:nvPr/>
        </p:nvSpPr>
        <p:spPr>
          <a:xfrm>
            <a:off x="7137100" y="2777750"/>
            <a:ext cx="3256200" cy="1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Collection, preparation and analysis of data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622ac80d2b_1_19"/>
          <p:cNvSpPr txBox="1">
            <a:spLocks noGrp="1"/>
          </p:cNvSpPr>
          <p:nvPr>
            <p:ph type="body" idx="2"/>
          </p:nvPr>
        </p:nvSpPr>
        <p:spPr>
          <a:xfrm>
            <a:off x="754900" y="2209800"/>
            <a:ext cx="7391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None/>
            </a:pPr>
            <a:r>
              <a:rPr lang="en-US">
                <a:solidFill>
                  <a:srgbClr val="C00000"/>
                </a:solidFill>
              </a:rPr>
              <a:t>Common Use Cases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177" name="Google Shape;1177;g2622ac80d2b_1_19"/>
          <p:cNvSpPr txBox="1"/>
          <p:nvPr/>
        </p:nvSpPr>
        <p:spPr>
          <a:xfrm>
            <a:off x="4889700" y="3748800"/>
            <a:ext cx="4254300" cy="26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Calibri"/>
              <a:buAutoNum type="arabicPeriod"/>
            </a:pPr>
            <a:r>
              <a:rPr lang="en-US" sz="1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Applications in Smartphones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Calibri"/>
              <a:buAutoNum type="arabicPeriod"/>
            </a:pPr>
            <a:r>
              <a:rPr lang="en-US" sz="1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Transportation Optimization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Calibri"/>
              <a:buAutoNum type="arabicPeriod"/>
            </a:pPr>
            <a:r>
              <a:rPr lang="en-US" sz="1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Popular Web Services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Calibri"/>
              <a:buAutoNum type="arabicPeriod"/>
            </a:pPr>
            <a:r>
              <a:rPr lang="en-US" sz="1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Sales and Marketing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Calibri"/>
              <a:buAutoNum type="arabicPeriod"/>
            </a:pPr>
            <a:r>
              <a:rPr lang="en-US" sz="1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Calibri"/>
              <a:buAutoNum type="arabicPeriod"/>
            </a:pPr>
            <a:r>
              <a:rPr lang="en-US" sz="19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Financial Domain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Common Use cases - Security &amp; Transaction Domain</a:t>
            </a:r>
            <a:endParaRPr sz="2000">
              <a:solidFill>
                <a:srgbClr val="C00000"/>
              </a:solidFill>
            </a:endParaRPr>
          </a:p>
        </p:txBody>
      </p:sp>
      <p:pic>
        <p:nvPicPr>
          <p:cNvPr id="1183" name="Google Shape;118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447775"/>
            <a:ext cx="4419639" cy="27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10"/>
          <p:cNvSpPr txBox="1"/>
          <p:nvPr/>
        </p:nvSpPr>
        <p:spPr>
          <a:xfrm>
            <a:off x="513475" y="4178875"/>
            <a:ext cx="11985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Sentiment analysis on Product review of Mobile phone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10"/>
          <p:cNvSpPr txBox="1"/>
          <p:nvPr/>
        </p:nvSpPr>
        <p:spPr>
          <a:xfrm>
            <a:off x="5414225" y="1447775"/>
            <a:ext cx="3924900" cy="45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▪"/>
            </a:pPr>
            <a:r>
              <a:rPr lang="en-US" sz="1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Self-Driving Cars</a:t>
            </a:r>
            <a:endParaRPr sz="18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Fraud Detection in Banking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Email Filtering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Calibri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Dynamic Pricing in Travel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Derived Applications: </a:t>
            </a:r>
            <a:endParaRPr sz="1800" b="1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&gt; Cyber Security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&gt; Video Surveillance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&gt; Object Detection 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6" name="Google Shape;1186;p10" descr="self_driving_cars_machine_learni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6825" y="4241650"/>
            <a:ext cx="3677626" cy="206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10" descr="uber_surge_prici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75978" y="4946675"/>
            <a:ext cx="3450650" cy="147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622ac80d2b_1_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Common Use cases - Customer Support Systems</a:t>
            </a:r>
            <a:endParaRPr sz="2000">
              <a:solidFill>
                <a:srgbClr val="C00000"/>
              </a:solidFill>
            </a:endParaRPr>
          </a:p>
        </p:txBody>
      </p:sp>
      <p:pic>
        <p:nvPicPr>
          <p:cNvPr id="1193" name="Google Shape;1193;g2622ac80d2b_1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447800"/>
            <a:ext cx="3026833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g2622ac80d2b_1_2"/>
          <p:cNvSpPr txBox="1"/>
          <p:nvPr/>
        </p:nvSpPr>
        <p:spPr>
          <a:xfrm>
            <a:off x="3978901" y="3001425"/>
            <a:ext cx="4245900" cy="3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Apple’s Siri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Google Assistant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Amazon’s Alexa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Google Duplex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Microsoft’s Cortana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Samsung’s Bixby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Derived Applications: </a:t>
            </a:r>
            <a:endParaRPr sz="1800" b="1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&gt; Customer Support Query (Voice vs Text)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&gt; Chatbots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5" name="Google Shape;1195;g2622ac80d2b_1_2" descr="voice assistant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35088" y="1385025"/>
            <a:ext cx="4600816" cy="172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Common Use cases - Recommendation Engines</a:t>
            </a:r>
            <a:endParaRPr sz="2000">
              <a:solidFill>
                <a:srgbClr val="C00000"/>
              </a:solidFill>
            </a:endParaRPr>
          </a:p>
        </p:txBody>
      </p:sp>
      <p:grpSp>
        <p:nvGrpSpPr>
          <p:cNvPr id="1201" name="Google Shape;1201;p11"/>
          <p:cNvGrpSpPr/>
          <p:nvPr/>
        </p:nvGrpSpPr>
        <p:grpSpPr>
          <a:xfrm>
            <a:off x="276225" y="1447800"/>
            <a:ext cx="4218214" cy="5233294"/>
            <a:chOff x="272716" y="776702"/>
            <a:chExt cx="4377559" cy="5614294"/>
          </a:xfrm>
        </p:grpSpPr>
        <p:pic>
          <p:nvPicPr>
            <p:cNvPr id="1202" name="Google Shape;1202;p11"/>
            <p:cNvPicPr preferRelativeResize="0"/>
            <p:nvPr/>
          </p:nvPicPr>
          <p:blipFill rotWithShape="1">
            <a:blip r:embed="rId3">
              <a:alphaModFix/>
            </a:blip>
            <a:srcRect l="5000" t="14425" r="55834" b="35178"/>
            <a:stretch/>
          </p:blipFill>
          <p:spPr>
            <a:xfrm>
              <a:off x="304800" y="3354665"/>
              <a:ext cx="4197281" cy="3036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3" name="Google Shape;1203;p11"/>
            <p:cNvPicPr preferRelativeResize="0"/>
            <p:nvPr/>
          </p:nvPicPr>
          <p:blipFill rotWithShape="1">
            <a:blip r:embed="rId4">
              <a:alphaModFix/>
            </a:blip>
            <a:srcRect l="3333" t="27766" r="55833" b="29249"/>
            <a:stretch/>
          </p:blipFill>
          <p:spPr>
            <a:xfrm>
              <a:off x="272716" y="776702"/>
              <a:ext cx="4377559" cy="2590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4" name="Google Shape;1204;p11"/>
          <p:cNvSpPr txBox="1"/>
          <p:nvPr/>
        </p:nvSpPr>
        <p:spPr>
          <a:xfrm>
            <a:off x="4974800" y="1447775"/>
            <a:ext cx="3924900" cy="53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E-commerce sites like Amazon and Flipkart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Book sites like Goodreads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Movie services like IMDb and Netflix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Hospitality sites like MakeMyTrip, Booking.com, etc.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Retail services like StitchFix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Food aggregators like Zomato and Uber Eats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Derived Applications: </a:t>
            </a:r>
            <a:endParaRPr sz="1800" b="1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&gt; Personalized Marketing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&gt; Personalized Banking</a:t>
            </a: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5" name="Google Shape;1205;p11" descr="linkedin_recommend_machine_learni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775" y="3801075"/>
            <a:ext cx="4893800" cy="27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2"/>
          <p:cNvSpPr txBox="1">
            <a:spLocks noGrp="1"/>
          </p:cNvSpPr>
          <p:nvPr>
            <p:ph type="body" idx="2"/>
          </p:nvPr>
        </p:nvSpPr>
        <p:spPr>
          <a:xfrm>
            <a:off x="914400" y="3048000"/>
            <a:ext cx="7391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None/>
            </a:pPr>
            <a:r>
              <a:rPr lang="en-US">
                <a:solidFill>
                  <a:srgbClr val="C00000"/>
                </a:solidFill>
              </a:rPr>
              <a:t>ML – What, When, Where ?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What is Machine Learning (ML)?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216" name="Google Shape;1216;p13"/>
          <p:cNvSpPr/>
          <p:nvPr/>
        </p:nvSpPr>
        <p:spPr>
          <a:xfrm>
            <a:off x="54733" y="1364188"/>
            <a:ext cx="4307400" cy="54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science (and art) of programming computers so they can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 from data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general definition 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Field of study that gives computers the ability to learn without being explicitly programmed  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Engineering-oriented definition 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Algorithms that improve their performance P at some task T with experience E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well-defined learning task is given by &lt;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E&gt;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7" name="Google Shape;1217;p13"/>
          <p:cNvGrpSpPr/>
          <p:nvPr/>
        </p:nvGrpSpPr>
        <p:grpSpPr>
          <a:xfrm>
            <a:off x="3810000" y="1371600"/>
            <a:ext cx="5618328" cy="1776577"/>
            <a:chOff x="20472" y="4726583"/>
            <a:chExt cx="5618328" cy="1776577"/>
          </a:xfrm>
        </p:grpSpPr>
        <p:sp>
          <p:nvSpPr>
            <p:cNvPr id="1218" name="Google Shape;1218;p13"/>
            <p:cNvSpPr txBox="1"/>
            <p:nvPr/>
          </p:nvSpPr>
          <p:spPr>
            <a:xfrm>
              <a:off x="20472" y="5410200"/>
              <a:ext cx="1270677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rmAutofit/>
            </a:bodyPr>
            <a:lstStyle/>
            <a:p>
              <a:pPr marL="12700" marR="5080" lvl="0" indent="365125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Data</a:t>
              </a:r>
              <a:endPara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12700" marR="5080" lvl="0" indent="365125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12700" marR="5080" lvl="0" indent="365125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Program</a:t>
              </a:r>
              <a:endPara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grpSp>
          <p:nvGrpSpPr>
            <p:cNvPr id="1219" name="Google Shape;1219;p13"/>
            <p:cNvGrpSpPr/>
            <p:nvPr/>
          </p:nvGrpSpPr>
          <p:grpSpPr>
            <a:xfrm>
              <a:off x="1371600" y="4726583"/>
              <a:ext cx="4267200" cy="1776577"/>
              <a:chOff x="1371600" y="4726583"/>
              <a:chExt cx="4267200" cy="1776577"/>
            </a:xfrm>
          </p:grpSpPr>
          <p:sp>
            <p:nvSpPr>
              <p:cNvPr id="1220" name="Google Shape;1220;p13"/>
              <p:cNvSpPr/>
              <p:nvPr/>
            </p:nvSpPr>
            <p:spPr>
              <a:xfrm>
                <a:off x="1371600" y="5553075"/>
                <a:ext cx="668458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127000" extrusionOk="0">
                    <a:moveTo>
                      <a:pt x="787400" y="0"/>
                    </a:moveTo>
                    <a:lnTo>
                      <a:pt x="787400" y="50800"/>
                    </a:lnTo>
                    <a:lnTo>
                      <a:pt x="0" y="50800"/>
                    </a:lnTo>
                    <a:lnTo>
                      <a:pt x="0" y="76200"/>
                    </a:lnTo>
                    <a:lnTo>
                      <a:pt x="787400" y="76200"/>
                    </a:lnTo>
                    <a:lnTo>
                      <a:pt x="787400" y="127000"/>
                    </a:lnTo>
                    <a:lnTo>
                      <a:pt x="914400" y="63500"/>
                    </a:lnTo>
                    <a:lnTo>
                      <a:pt x="7874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rm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endParaRPr sz="6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21" name="Google Shape;1221;p13"/>
              <p:cNvSpPr/>
              <p:nvPr/>
            </p:nvSpPr>
            <p:spPr>
              <a:xfrm>
                <a:off x="1371600" y="6067425"/>
                <a:ext cx="668458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127000" extrusionOk="0">
                    <a:moveTo>
                      <a:pt x="787400" y="0"/>
                    </a:moveTo>
                    <a:lnTo>
                      <a:pt x="787400" y="50800"/>
                    </a:lnTo>
                    <a:lnTo>
                      <a:pt x="0" y="50800"/>
                    </a:lnTo>
                    <a:lnTo>
                      <a:pt x="0" y="76200"/>
                    </a:lnTo>
                    <a:lnTo>
                      <a:pt x="787400" y="76200"/>
                    </a:lnTo>
                    <a:lnTo>
                      <a:pt x="787400" y="127000"/>
                    </a:lnTo>
                    <a:lnTo>
                      <a:pt x="914400" y="63500"/>
                    </a:lnTo>
                    <a:lnTo>
                      <a:pt x="7874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rm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endParaRPr sz="6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22" name="Google Shape;1222;p13"/>
              <p:cNvSpPr/>
              <p:nvPr/>
            </p:nvSpPr>
            <p:spPr>
              <a:xfrm>
                <a:off x="3989726" y="5848350"/>
                <a:ext cx="557048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127000" extrusionOk="0">
                    <a:moveTo>
                      <a:pt x="635000" y="0"/>
                    </a:moveTo>
                    <a:lnTo>
                      <a:pt x="635000" y="50800"/>
                    </a:lnTo>
                    <a:lnTo>
                      <a:pt x="0" y="50800"/>
                    </a:lnTo>
                    <a:lnTo>
                      <a:pt x="0" y="76200"/>
                    </a:lnTo>
                    <a:lnTo>
                      <a:pt x="635000" y="76200"/>
                    </a:lnTo>
                    <a:lnTo>
                      <a:pt x="635000" y="127000"/>
                    </a:lnTo>
                    <a:lnTo>
                      <a:pt x="762000" y="63500"/>
                    </a:lnTo>
                    <a:lnTo>
                      <a:pt x="6350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rm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endParaRPr sz="6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23" name="Google Shape;1223;p13"/>
              <p:cNvSpPr txBox="1"/>
              <p:nvPr/>
            </p:nvSpPr>
            <p:spPr>
              <a:xfrm>
                <a:off x="4593787" y="5715000"/>
                <a:ext cx="1045013" cy="384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2700" rIns="0" bIns="0" anchor="t" anchorCtr="0">
                <a:normAutofit/>
              </a:bodyPr>
              <a:lstStyle/>
              <a:p>
                <a:pPr marL="127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Output</a:t>
                </a:r>
                <a:endParaRPr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24" name="Google Shape;1224;p13"/>
              <p:cNvSpPr txBox="1"/>
              <p:nvPr/>
            </p:nvSpPr>
            <p:spPr>
              <a:xfrm>
                <a:off x="2057400" y="5257800"/>
                <a:ext cx="2029521" cy="1245360"/>
              </a:xfrm>
              <a:prstGeom prst="rect">
                <a:avLst/>
              </a:prstGeom>
              <a:solidFill>
                <a:srgbClr val="4F81BD"/>
              </a:solidFill>
              <a:ln w="254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3175" rIns="0" bIns="0" anchor="t" anchorCtr="0">
                <a:norm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Helvetica Neue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Computer</a:t>
                </a:r>
                <a:endParaRPr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25" name="Google Shape;1225;p13"/>
              <p:cNvSpPr txBox="1"/>
              <p:nvPr/>
            </p:nvSpPr>
            <p:spPr>
              <a:xfrm>
                <a:off x="1818671" y="4726583"/>
                <a:ext cx="29034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Helvetica Neue"/>
                  <a:buNone/>
                </a:pPr>
                <a:r>
                  <a:rPr lang="en-US" sz="1800" b="1" i="0" u="none" strike="noStrike" cap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Traditional programming</a:t>
                </a:r>
                <a:endParaRPr sz="1800" b="1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</p:grpSp>
      <p:grpSp>
        <p:nvGrpSpPr>
          <p:cNvPr id="1226" name="Google Shape;1226;p13"/>
          <p:cNvGrpSpPr/>
          <p:nvPr/>
        </p:nvGrpSpPr>
        <p:grpSpPr>
          <a:xfrm>
            <a:off x="3505200" y="4343400"/>
            <a:ext cx="6071276" cy="1775136"/>
            <a:chOff x="5486400" y="4701864"/>
            <a:chExt cx="6071276" cy="1775136"/>
          </a:xfrm>
        </p:grpSpPr>
        <p:sp>
          <p:nvSpPr>
            <p:cNvPr id="1227" name="Google Shape;1227;p13"/>
            <p:cNvSpPr txBox="1"/>
            <p:nvPr/>
          </p:nvSpPr>
          <p:spPr>
            <a:xfrm>
              <a:off x="7648267" y="5231640"/>
              <a:ext cx="2029521" cy="1245360"/>
            </a:xfrm>
            <a:prstGeom prst="rect">
              <a:avLst/>
            </a:prstGeom>
            <a:solidFill>
              <a:srgbClr val="4F81BD"/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175" rIns="0" bIns="0" anchor="t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Computer</a:t>
              </a:r>
              <a:endPara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8" name="Google Shape;1228;p13"/>
            <p:cNvSpPr/>
            <p:nvPr/>
          </p:nvSpPr>
          <p:spPr>
            <a:xfrm>
              <a:off x="6952431" y="5553358"/>
              <a:ext cx="695836" cy="103780"/>
            </a:xfrm>
            <a:custGeom>
              <a:avLst/>
              <a:gdLst/>
              <a:ahLst/>
              <a:cxnLst/>
              <a:rect l="l" t="t" r="r" b="b"/>
              <a:pathLst>
                <a:path w="914400" h="127000" extrusionOk="0">
                  <a:moveTo>
                    <a:pt x="787400" y="0"/>
                  </a:moveTo>
                  <a:lnTo>
                    <a:pt x="787400" y="50800"/>
                  </a:lnTo>
                  <a:lnTo>
                    <a:pt x="0" y="50800"/>
                  </a:lnTo>
                  <a:lnTo>
                    <a:pt x="0" y="76200"/>
                  </a:lnTo>
                  <a:lnTo>
                    <a:pt x="787400" y="76200"/>
                  </a:lnTo>
                  <a:lnTo>
                    <a:pt x="787400" y="127000"/>
                  </a:lnTo>
                  <a:lnTo>
                    <a:pt x="914400" y="63500"/>
                  </a:lnTo>
                  <a:lnTo>
                    <a:pt x="787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9" name="Google Shape;1229;p13"/>
            <p:cNvSpPr/>
            <p:nvPr/>
          </p:nvSpPr>
          <p:spPr>
            <a:xfrm>
              <a:off x="6952431" y="6113770"/>
              <a:ext cx="695836" cy="103780"/>
            </a:xfrm>
            <a:custGeom>
              <a:avLst/>
              <a:gdLst/>
              <a:ahLst/>
              <a:cxnLst/>
              <a:rect l="l" t="t" r="r" b="b"/>
              <a:pathLst>
                <a:path w="914400" h="127000" extrusionOk="0">
                  <a:moveTo>
                    <a:pt x="787400" y="0"/>
                  </a:moveTo>
                  <a:lnTo>
                    <a:pt x="787400" y="50800"/>
                  </a:lnTo>
                  <a:lnTo>
                    <a:pt x="0" y="50800"/>
                  </a:lnTo>
                  <a:lnTo>
                    <a:pt x="0" y="76200"/>
                  </a:lnTo>
                  <a:lnTo>
                    <a:pt x="787400" y="76200"/>
                  </a:lnTo>
                  <a:lnTo>
                    <a:pt x="787400" y="127001"/>
                  </a:lnTo>
                  <a:lnTo>
                    <a:pt x="914400" y="63500"/>
                  </a:lnTo>
                  <a:lnTo>
                    <a:pt x="7874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0" name="Google Shape;1230;p13"/>
            <p:cNvSpPr/>
            <p:nvPr/>
          </p:nvSpPr>
          <p:spPr>
            <a:xfrm>
              <a:off x="9677788" y="5763620"/>
              <a:ext cx="579863" cy="103780"/>
            </a:xfrm>
            <a:custGeom>
              <a:avLst/>
              <a:gdLst/>
              <a:ahLst/>
              <a:cxnLst/>
              <a:rect l="l" t="t" r="r" b="b"/>
              <a:pathLst>
                <a:path w="762000" h="127000" extrusionOk="0">
                  <a:moveTo>
                    <a:pt x="635000" y="0"/>
                  </a:moveTo>
                  <a:lnTo>
                    <a:pt x="635000" y="50800"/>
                  </a:lnTo>
                  <a:lnTo>
                    <a:pt x="0" y="50800"/>
                  </a:lnTo>
                  <a:lnTo>
                    <a:pt x="0" y="76200"/>
                  </a:lnTo>
                  <a:lnTo>
                    <a:pt x="635000" y="76200"/>
                  </a:lnTo>
                  <a:lnTo>
                    <a:pt x="635000" y="127000"/>
                  </a:lnTo>
                  <a:lnTo>
                    <a:pt x="762000" y="6350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1" name="Google Shape;1231;p13"/>
            <p:cNvSpPr txBox="1"/>
            <p:nvPr/>
          </p:nvSpPr>
          <p:spPr>
            <a:xfrm>
              <a:off x="5486400" y="5429514"/>
              <a:ext cx="1295400" cy="85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rmAutofit fontScale="85000" lnSpcReduction="20000"/>
            </a:bodyPr>
            <a:lstStyle/>
            <a:p>
              <a:pPr marL="12700" marR="5080" lvl="0" indent="365125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Data</a:t>
              </a:r>
              <a:endPara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marL="12700" marR="5080" lvl="0" indent="365125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12700" marR="5080" lvl="0" indent="365125"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Output</a:t>
              </a:r>
              <a:endPara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2" name="Google Shape;1232;p13"/>
            <p:cNvSpPr txBox="1"/>
            <p:nvPr/>
          </p:nvSpPr>
          <p:spPr>
            <a:xfrm>
              <a:off x="10287000" y="5600594"/>
              <a:ext cx="1270676" cy="4192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rm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Program</a:t>
              </a:r>
              <a:endParaRPr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3" name="Google Shape;1233;p13"/>
            <p:cNvSpPr txBox="1"/>
            <p:nvPr/>
          </p:nvSpPr>
          <p:spPr>
            <a:xfrm>
              <a:off x="7700269" y="4701864"/>
              <a:ext cx="1928733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Machine Learning</a:t>
              </a:r>
              <a:endPara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234" name="Google Shape;1234;p13"/>
          <p:cNvSpPr txBox="1"/>
          <p:nvPr/>
        </p:nvSpPr>
        <p:spPr>
          <a:xfrm>
            <a:off x="5591298" y="6217662"/>
            <a:ext cx="2436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Slide credit: Pedro Domingos</a:t>
            </a:r>
            <a:endParaRPr sz="1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BFC849-F601-0BFB-6CFA-47EDBE2D4341}"/>
                  </a:ext>
                </a:extLst>
              </p14:cNvPr>
              <p14:cNvContentPartPr/>
              <p14:nvPr/>
            </p14:nvContentPartPr>
            <p14:xfrm>
              <a:off x="608400" y="2177280"/>
              <a:ext cx="8574840" cy="4651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BFC849-F601-0BFB-6CFA-47EDBE2D43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9040" y="2167920"/>
                <a:ext cx="8593560" cy="466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1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Defining the Learning Tasks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240" name="Google Shape;1240;p14"/>
          <p:cNvSpPr/>
          <p:nvPr/>
        </p:nvSpPr>
        <p:spPr>
          <a:xfrm>
            <a:off x="274320" y="1905000"/>
            <a:ext cx="8936867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1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T: Recognizing hand-written words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P: Percentage of words correctly classified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E: Database of human labelled images of handwritten words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2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T: Categorize email messages as spam or legitimate.  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P: Percentage of email messages correctly classified.  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E: Database of emails, some with human-given labels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14"/>
          <p:cNvSpPr/>
          <p:nvPr/>
        </p:nvSpPr>
        <p:spPr>
          <a:xfrm>
            <a:off x="112907" y="1339334"/>
            <a:ext cx="8839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86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 on task T, with respect to  performance metric P, based on experience 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2" name="Google Shape;124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5896" y="3471783"/>
            <a:ext cx="3885291" cy="194474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F8124E-ABEB-7DA5-ACEB-F188061D987F}"/>
                  </a:ext>
                </a:extLst>
              </p14:cNvPr>
              <p14:cNvContentPartPr/>
              <p14:nvPr/>
            </p14:nvContentPartPr>
            <p14:xfrm>
              <a:off x="184320" y="2704680"/>
              <a:ext cx="759240" cy="1586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F8124E-ABEB-7DA5-ACEB-F188061D98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960" y="2695320"/>
                <a:ext cx="777960" cy="160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Defining the Learning Tasks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248" name="Google Shape;1248;p15"/>
          <p:cNvSpPr/>
          <p:nvPr/>
        </p:nvSpPr>
        <p:spPr>
          <a:xfrm>
            <a:off x="274320" y="1905000"/>
            <a:ext cx="8936867" cy="5493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3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Playing Checkers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Percent of games won against opponents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Games Played against itself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4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Drive on public four-lane highways using vision sensors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Average distance travelled before an error (as judged by human)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sequence of images and steering commands recorded while observing a human driver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15"/>
          <p:cNvSpPr/>
          <p:nvPr/>
        </p:nvSpPr>
        <p:spPr>
          <a:xfrm>
            <a:off x="112907" y="1339334"/>
            <a:ext cx="8839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86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 on task T, with respect to  performance metric P, based on experience 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15"/>
          <p:cNvSpPr/>
          <p:nvPr/>
        </p:nvSpPr>
        <p:spPr>
          <a:xfrm>
            <a:off x="6324927" y="2743200"/>
            <a:ext cx="2627180" cy="187978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1" name="Google Shape;1251;p15"/>
          <p:cNvSpPr/>
          <p:nvPr/>
        </p:nvSpPr>
        <p:spPr>
          <a:xfrm>
            <a:off x="4742753" y="3134536"/>
            <a:ext cx="2244852" cy="17000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Traditional Approach - Spam Filtering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257" name="Google Shape;1257;p16"/>
          <p:cNvSpPr/>
          <p:nvPr/>
        </p:nvSpPr>
        <p:spPr>
          <a:xfrm>
            <a:off x="274320" y="1905000"/>
            <a:ext cx="8677787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a detection algorithm for frequently appearing patterns in spams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and update the detection rules until it is good enough.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Challenge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Detection algorithm likely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be a long list of complex rules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 to maintain.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8" name="Google Shape;1258;p16"/>
          <p:cNvSpPr/>
          <p:nvPr/>
        </p:nvSpPr>
        <p:spPr>
          <a:xfrm>
            <a:off x="112906" y="1339334"/>
            <a:ext cx="90310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86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Spam typically uses words or phrases such as “4U,” “credit card,” “free,” and “amazing”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259" name="Google Shape;125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3606" y="3419921"/>
            <a:ext cx="5145208" cy="29718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CBDEA28-33AB-46CA-C9F3-54CB22B7EA9A}"/>
                  </a:ext>
                </a:extLst>
              </p14:cNvPr>
              <p14:cNvContentPartPr/>
              <p14:nvPr/>
            </p14:nvContentPartPr>
            <p14:xfrm>
              <a:off x="5500080" y="4753800"/>
              <a:ext cx="1101960" cy="570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CBDEA28-33AB-46CA-C9F3-54CB22B7EA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90720" y="4744440"/>
                <a:ext cx="1120680" cy="58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ML Approach - Spam Filtering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265" name="Google Shape;1265;p17"/>
          <p:cNvSpPr/>
          <p:nvPr/>
        </p:nvSpPr>
        <p:spPr>
          <a:xfrm>
            <a:off x="112906" y="5638800"/>
            <a:ext cx="8677787" cy="45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program is much shorter, easier to maintain, and most likely more accurate.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6" name="Google Shape;1266;p17"/>
          <p:cNvSpPr/>
          <p:nvPr/>
        </p:nvSpPr>
        <p:spPr>
          <a:xfrm>
            <a:off x="112906" y="1339334"/>
            <a:ext cx="90310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86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Automatically learns phrases that are good predictors of spam by detecting unusually frequent patterns of words in spams compared to “ham”s</a:t>
            </a:r>
            <a:endParaRPr sz="1800" b="0" i="0" u="none" strike="noStrike" cap="none">
              <a:solidFill>
                <a:srgbClr val="1508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67" name="Google Shape;126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2250132"/>
            <a:ext cx="5174731" cy="31242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A07994-F683-3530-0F5B-E0AC11E07F75}"/>
                  </a:ext>
                </a:extLst>
              </p14:cNvPr>
              <p14:cNvContentPartPr/>
              <p14:nvPr/>
            </p14:nvContentPartPr>
            <p14:xfrm>
              <a:off x="1860840" y="2078640"/>
              <a:ext cx="3373560" cy="339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A07994-F683-3530-0F5B-E0AC11E07F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1480" y="2069280"/>
                <a:ext cx="3392280" cy="341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ML Approach - Spam Filtering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273" name="Google Shape;1273;p18"/>
          <p:cNvSpPr/>
          <p:nvPr/>
        </p:nvSpPr>
        <p:spPr>
          <a:xfrm>
            <a:off x="112906" y="5638800"/>
            <a:ext cx="8677787" cy="45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program is much shorter, easier to maintain, and most likely more accurate.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4" name="Google Shape;1274;p18"/>
          <p:cNvSpPr/>
          <p:nvPr/>
        </p:nvSpPr>
        <p:spPr>
          <a:xfrm>
            <a:off x="112906" y="1339334"/>
            <a:ext cx="90310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0860"/>
              </a:buClr>
              <a:buSzPts val="1800"/>
              <a:buFont typeface="Helvetica Neue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Automatically learns phrases that are good predictors of spam by detecting unusually frequent patterns of words in spams compared to “ham”s</a:t>
            </a:r>
            <a:endParaRPr sz="1800" b="0" i="0" u="none" strike="noStrike" cap="none">
              <a:solidFill>
                <a:srgbClr val="1508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75" name="Google Shape;127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1520" y="2471112"/>
            <a:ext cx="5977720" cy="27432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6D01D81-70E7-D8F2-86F7-53CA3B847363}"/>
                  </a:ext>
                </a:extLst>
              </p14:cNvPr>
              <p14:cNvContentPartPr/>
              <p14:nvPr/>
            </p14:nvContentPartPr>
            <p14:xfrm>
              <a:off x="4355640" y="2224440"/>
              <a:ext cx="1479240" cy="2422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6D01D81-70E7-D8F2-86F7-53CA3B8473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6280" y="2215080"/>
                <a:ext cx="1497960" cy="244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Applications - Perspectives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281" name="Google Shape;1281;p19"/>
          <p:cNvSpPr/>
          <p:nvPr/>
        </p:nvSpPr>
        <p:spPr>
          <a:xfrm>
            <a:off x="457200" y="1524000"/>
            <a:ext cx="830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Object Categorization					Sequence Prediction	</a:t>
            </a:r>
            <a:endParaRPr sz="18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9"/>
          <p:cNvSpPr/>
          <p:nvPr/>
        </p:nvSpPr>
        <p:spPr>
          <a:xfrm>
            <a:off x="30480" y="4191000"/>
            <a:ext cx="4572000" cy="211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Diagnosis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Speech – Text Processing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3" name="Google Shape;128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170331"/>
            <a:ext cx="2763485" cy="1832555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9"/>
          <p:cNvSpPr/>
          <p:nvPr/>
        </p:nvSpPr>
        <p:spPr>
          <a:xfrm>
            <a:off x="5105400" y="4495800"/>
            <a:ext cx="2286000" cy="1447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19"/>
          <p:cNvSpPr/>
          <p:nvPr/>
        </p:nvSpPr>
        <p:spPr>
          <a:xfrm>
            <a:off x="4572000" y="1654379"/>
            <a:ext cx="4572000" cy="211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Research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System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Management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B96E09-16E8-F27C-7EDF-4D236FABCF52}"/>
                  </a:ext>
                </a:extLst>
              </p14:cNvPr>
              <p14:cNvContentPartPr/>
              <p14:nvPr/>
            </p14:nvContentPartPr>
            <p14:xfrm>
              <a:off x="73080" y="1410120"/>
              <a:ext cx="8346600" cy="3605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B96E09-16E8-F27C-7EDF-4D236FABCF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720" y="1400760"/>
                <a:ext cx="8365320" cy="362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Applications - Perspectives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291" name="Google Shape;1291;p20"/>
          <p:cNvSpPr/>
          <p:nvPr/>
        </p:nvSpPr>
        <p:spPr>
          <a:xfrm>
            <a:off x="457200" y="1524000"/>
            <a:ext cx="8305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Planning	                   					Problem Solving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20"/>
          <p:cNvSpPr/>
          <p:nvPr/>
        </p:nvSpPr>
        <p:spPr>
          <a:xfrm>
            <a:off x="-45911" y="1708666"/>
            <a:ext cx="4572000" cy="211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Navigation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20"/>
          <p:cNvSpPr/>
          <p:nvPr/>
        </p:nvSpPr>
        <p:spPr>
          <a:xfrm>
            <a:off x="4572000" y="1654379"/>
            <a:ext cx="4572000" cy="170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Pattern Recognition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4" name="Google Shape;1294;p20"/>
          <p:cNvGrpSpPr/>
          <p:nvPr/>
        </p:nvGrpSpPr>
        <p:grpSpPr>
          <a:xfrm>
            <a:off x="3505200" y="3357409"/>
            <a:ext cx="4267166" cy="3429076"/>
            <a:chOff x="152400" y="1219200"/>
            <a:chExt cx="7303040" cy="5170500"/>
          </a:xfrm>
        </p:grpSpPr>
        <p:sp>
          <p:nvSpPr>
            <p:cNvPr id="1295" name="Google Shape;1295;p20"/>
            <p:cNvSpPr/>
            <p:nvPr/>
          </p:nvSpPr>
          <p:spPr>
            <a:xfrm>
              <a:off x="152400" y="1219200"/>
              <a:ext cx="5791200" cy="2209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20"/>
            <p:cNvSpPr/>
            <p:nvPr/>
          </p:nvSpPr>
          <p:spPr>
            <a:xfrm>
              <a:off x="2010117" y="1787525"/>
              <a:ext cx="3275329" cy="1562735"/>
            </a:xfrm>
            <a:custGeom>
              <a:avLst/>
              <a:gdLst/>
              <a:ahLst/>
              <a:cxnLst/>
              <a:rect l="l" t="t" r="r" b="b"/>
              <a:pathLst>
                <a:path w="3275329" h="1562735" extrusionOk="0">
                  <a:moveTo>
                    <a:pt x="0" y="0"/>
                  </a:moveTo>
                  <a:lnTo>
                    <a:pt x="1165439" y="1162918"/>
                  </a:lnTo>
                  <a:lnTo>
                    <a:pt x="1392065" y="1384957"/>
                  </a:lnTo>
                  <a:lnTo>
                    <a:pt x="1578622" y="1562722"/>
                  </a:lnTo>
                  <a:lnTo>
                    <a:pt x="1838164" y="1496739"/>
                  </a:lnTo>
                  <a:lnTo>
                    <a:pt x="1937543" y="1469979"/>
                  </a:lnTo>
                  <a:lnTo>
                    <a:pt x="2019596" y="1446634"/>
                  </a:lnTo>
                  <a:lnTo>
                    <a:pt x="2086526" y="1426152"/>
                  </a:lnTo>
                  <a:lnTo>
                    <a:pt x="2161954" y="1395994"/>
                  </a:lnTo>
                  <a:lnTo>
                    <a:pt x="2171153" y="1381774"/>
                  </a:lnTo>
                  <a:lnTo>
                    <a:pt x="2167542" y="1371633"/>
                  </a:lnTo>
                  <a:lnTo>
                    <a:pt x="2176056" y="1363052"/>
                  </a:lnTo>
                  <a:lnTo>
                    <a:pt x="2199499" y="1359454"/>
                  </a:lnTo>
                  <a:lnTo>
                    <a:pt x="2266097" y="1359454"/>
                  </a:lnTo>
                  <a:lnTo>
                    <a:pt x="2377326" y="1335924"/>
                  </a:lnTo>
                  <a:lnTo>
                    <a:pt x="2430530" y="1319983"/>
                  </a:lnTo>
                  <a:lnTo>
                    <a:pt x="2466974" y="1303980"/>
                  </a:lnTo>
                  <a:lnTo>
                    <a:pt x="2508927" y="1272874"/>
                  </a:lnTo>
                  <a:lnTo>
                    <a:pt x="2524112" y="1258309"/>
                  </a:lnTo>
                  <a:lnTo>
                    <a:pt x="2541887" y="1244764"/>
                  </a:lnTo>
                  <a:lnTo>
                    <a:pt x="2567089" y="1232509"/>
                  </a:lnTo>
                  <a:lnTo>
                    <a:pt x="2615171" y="1217595"/>
                  </a:lnTo>
                  <a:lnTo>
                    <a:pt x="2662209" y="1207162"/>
                  </a:lnTo>
                  <a:lnTo>
                    <a:pt x="2708899" y="1197404"/>
                  </a:lnTo>
                  <a:lnTo>
                    <a:pt x="2755937" y="1184512"/>
                  </a:lnTo>
                  <a:lnTo>
                    <a:pt x="2804020" y="1164678"/>
                  </a:lnTo>
                  <a:lnTo>
                    <a:pt x="2844303" y="1145607"/>
                  </a:lnTo>
                  <a:lnTo>
                    <a:pt x="3002629" y="1076259"/>
                  </a:lnTo>
                  <a:lnTo>
                    <a:pt x="3056541" y="1051636"/>
                  </a:lnTo>
                  <a:lnTo>
                    <a:pt x="3105341" y="1027528"/>
                  </a:lnTo>
                  <a:lnTo>
                    <a:pt x="3145624" y="1004697"/>
                  </a:lnTo>
                  <a:lnTo>
                    <a:pt x="3200381" y="971161"/>
                  </a:lnTo>
                  <a:lnTo>
                    <a:pt x="3241378" y="944705"/>
                  </a:lnTo>
                  <a:lnTo>
                    <a:pt x="3274999" y="897191"/>
                  </a:lnTo>
                  <a:lnTo>
                    <a:pt x="3265524" y="870093"/>
                  </a:lnTo>
                  <a:lnTo>
                    <a:pt x="3197518" y="817815"/>
                  </a:lnTo>
                  <a:lnTo>
                    <a:pt x="3139808" y="798639"/>
                  </a:lnTo>
                  <a:lnTo>
                    <a:pt x="3070963" y="791821"/>
                  </a:lnTo>
                  <a:lnTo>
                    <a:pt x="3017948" y="788945"/>
                  </a:lnTo>
                  <a:lnTo>
                    <a:pt x="2788855" y="779237"/>
                  </a:lnTo>
                  <a:lnTo>
                    <a:pt x="2750235" y="776884"/>
                  </a:lnTo>
                  <a:lnTo>
                    <a:pt x="2722227" y="771746"/>
                  </a:lnTo>
                  <a:lnTo>
                    <a:pt x="2714165" y="763514"/>
                  </a:lnTo>
                  <a:lnTo>
                    <a:pt x="2715714" y="753362"/>
                  </a:lnTo>
                  <a:lnTo>
                    <a:pt x="2716536" y="742464"/>
                  </a:lnTo>
                  <a:lnTo>
                    <a:pt x="2674658" y="723125"/>
                  </a:lnTo>
                  <a:lnTo>
                    <a:pt x="2614580" y="715888"/>
                  </a:lnTo>
                  <a:lnTo>
                    <a:pt x="2564723" y="714168"/>
                  </a:lnTo>
                  <a:lnTo>
                    <a:pt x="2514595" y="713406"/>
                  </a:lnTo>
                  <a:lnTo>
                    <a:pt x="2453703" y="709040"/>
                  </a:lnTo>
                  <a:lnTo>
                    <a:pt x="2313080" y="692120"/>
                  </a:lnTo>
                  <a:lnTo>
                    <a:pt x="2253316" y="684099"/>
                  </a:lnTo>
                  <a:lnTo>
                    <a:pt x="2192271" y="675257"/>
                  </a:lnTo>
                  <a:lnTo>
                    <a:pt x="2133045" y="665813"/>
                  </a:lnTo>
                  <a:lnTo>
                    <a:pt x="2078736" y="655991"/>
                  </a:lnTo>
                  <a:lnTo>
                    <a:pt x="2032443" y="646010"/>
                  </a:lnTo>
                  <a:lnTo>
                    <a:pt x="1997265" y="636092"/>
                  </a:lnTo>
                  <a:lnTo>
                    <a:pt x="1997265" y="501713"/>
                  </a:lnTo>
                  <a:lnTo>
                    <a:pt x="2194953" y="373722"/>
                  </a:lnTo>
                  <a:lnTo>
                    <a:pt x="0" y="0"/>
                  </a:lnTo>
                  <a:close/>
                </a:path>
                <a:path w="3275329" h="1562735" extrusionOk="0">
                  <a:moveTo>
                    <a:pt x="2266097" y="1359454"/>
                  </a:moveTo>
                  <a:lnTo>
                    <a:pt x="2199499" y="1359454"/>
                  </a:lnTo>
                  <a:lnTo>
                    <a:pt x="2226211" y="1361136"/>
                  </a:lnTo>
                  <a:lnTo>
                    <a:pt x="2259462" y="1360897"/>
                  </a:lnTo>
                  <a:lnTo>
                    <a:pt x="2266097" y="1359454"/>
                  </a:lnTo>
                  <a:close/>
                </a:path>
              </a:pathLst>
            </a:custGeom>
            <a:solidFill>
              <a:srgbClr val="FF0000">
                <a:alpha val="4196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20"/>
            <p:cNvSpPr/>
            <p:nvPr/>
          </p:nvSpPr>
          <p:spPr>
            <a:xfrm>
              <a:off x="4336839" y="2179375"/>
              <a:ext cx="433704" cy="132714"/>
            </a:xfrm>
            <a:custGeom>
              <a:avLst/>
              <a:gdLst/>
              <a:ahLst/>
              <a:cxnLst/>
              <a:rect l="l" t="t" r="r" b="b"/>
              <a:pathLst>
                <a:path w="433704" h="132714" extrusionOk="0">
                  <a:moveTo>
                    <a:pt x="346164" y="131847"/>
                  </a:moveTo>
                  <a:lnTo>
                    <a:pt x="345044" y="132322"/>
                  </a:lnTo>
                  <a:lnTo>
                    <a:pt x="345930" y="132120"/>
                  </a:lnTo>
                  <a:lnTo>
                    <a:pt x="346164" y="131847"/>
                  </a:lnTo>
                  <a:close/>
                </a:path>
                <a:path w="433704" h="132714" extrusionOk="0">
                  <a:moveTo>
                    <a:pt x="411537" y="52446"/>
                  </a:moveTo>
                  <a:lnTo>
                    <a:pt x="144419" y="52446"/>
                  </a:lnTo>
                  <a:lnTo>
                    <a:pt x="187300" y="57142"/>
                  </a:lnTo>
                  <a:lnTo>
                    <a:pt x="234543" y="65830"/>
                  </a:lnTo>
                  <a:lnTo>
                    <a:pt x="278516" y="76212"/>
                  </a:lnTo>
                  <a:lnTo>
                    <a:pt x="330126" y="95850"/>
                  </a:lnTo>
                  <a:lnTo>
                    <a:pt x="342663" y="117019"/>
                  </a:lnTo>
                  <a:lnTo>
                    <a:pt x="346476" y="124696"/>
                  </a:lnTo>
                  <a:lnTo>
                    <a:pt x="348178" y="129497"/>
                  </a:lnTo>
                  <a:lnTo>
                    <a:pt x="346164" y="131847"/>
                  </a:lnTo>
                  <a:lnTo>
                    <a:pt x="350832" y="129865"/>
                  </a:lnTo>
                  <a:lnTo>
                    <a:pt x="369913" y="124338"/>
                  </a:lnTo>
                  <a:lnTo>
                    <a:pt x="397713" y="115668"/>
                  </a:lnTo>
                  <a:lnTo>
                    <a:pt x="422786" y="104096"/>
                  </a:lnTo>
                  <a:lnTo>
                    <a:pt x="433687" y="89860"/>
                  </a:lnTo>
                  <a:lnTo>
                    <a:pt x="425852" y="70040"/>
                  </a:lnTo>
                  <a:lnTo>
                    <a:pt x="411537" y="52446"/>
                  </a:lnTo>
                  <a:close/>
                </a:path>
                <a:path w="433704" h="132714" extrusionOk="0">
                  <a:moveTo>
                    <a:pt x="101724" y="1634"/>
                  </a:moveTo>
                  <a:lnTo>
                    <a:pt x="71750" y="5990"/>
                  </a:lnTo>
                  <a:lnTo>
                    <a:pt x="43472" y="18389"/>
                  </a:lnTo>
                  <a:lnTo>
                    <a:pt x="16693" y="36473"/>
                  </a:lnTo>
                  <a:lnTo>
                    <a:pt x="0" y="54799"/>
                  </a:lnTo>
                  <a:lnTo>
                    <a:pt x="1976" y="67927"/>
                  </a:lnTo>
                  <a:lnTo>
                    <a:pt x="21980" y="68412"/>
                  </a:lnTo>
                  <a:lnTo>
                    <a:pt x="102333" y="54862"/>
                  </a:lnTo>
                  <a:lnTo>
                    <a:pt x="144419" y="52446"/>
                  </a:lnTo>
                  <a:lnTo>
                    <a:pt x="411537" y="52446"/>
                  </a:lnTo>
                  <a:lnTo>
                    <a:pt x="405890" y="45506"/>
                  </a:lnTo>
                  <a:lnTo>
                    <a:pt x="379112" y="22180"/>
                  </a:lnTo>
                  <a:lnTo>
                    <a:pt x="350832" y="5990"/>
                  </a:lnTo>
                  <a:lnTo>
                    <a:pt x="211284" y="5990"/>
                  </a:lnTo>
                  <a:lnTo>
                    <a:pt x="174766" y="4538"/>
                  </a:lnTo>
                  <a:lnTo>
                    <a:pt x="137155" y="2118"/>
                  </a:lnTo>
                  <a:lnTo>
                    <a:pt x="101724" y="1634"/>
                  </a:lnTo>
                  <a:close/>
                </a:path>
                <a:path w="433704" h="132714" extrusionOk="0">
                  <a:moveTo>
                    <a:pt x="320241" y="0"/>
                  </a:moveTo>
                  <a:lnTo>
                    <a:pt x="284878" y="665"/>
                  </a:lnTo>
                  <a:lnTo>
                    <a:pt x="247605" y="3993"/>
                  </a:lnTo>
                  <a:lnTo>
                    <a:pt x="211284" y="5990"/>
                  </a:lnTo>
                  <a:lnTo>
                    <a:pt x="350832" y="5990"/>
                  </a:lnTo>
                  <a:lnTo>
                    <a:pt x="320241" y="0"/>
                  </a:lnTo>
                  <a:close/>
                </a:path>
              </a:pathLst>
            </a:custGeom>
            <a:solidFill>
              <a:srgbClr val="FF0000">
                <a:alpha val="4196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20"/>
            <p:cNvSpPr/>
            <p:nvPr/>
          </p:nvSpPr>
          <p:spPr>
            <a:xfrm>
              <a:off x="3597465" y="2462745"/>
              <a:ext cx="1699895" cy="890270"/>
            </a:xfrm>
            <a:custGeom>
              <a:avLst/>
              <a:gdLst/>
              <a:ahLst/>
              <a:cxnLst/>
              <a:rect l="l" t="t" r="r" b="b"/>
              <a:pathLst>
                <a:path w="1699895" h="890270" extrusionOk="0">
                  <a:moveTo>
                    <a:pt x="0" y="890058"/>
                  </a:moveTo>
                  <a:lnTo>
                    <a:pt x="49672" y="876870"/>
                  </a:lnTo>
                  <a:lnTo>
                    <a:pt x="97573" y="864162"/>
                  </a:lnTo>
                  <a:lnTo>
                    <a:pt x="142476" y="851933"/>
                  </a:lnTo>
                  <a:lnTo>
                    <a:pt x="183155" y="840184"/>
                  </a:lnTo>
                  <a:lnTo>
                    <a:pt x="218382" y="828495"/>
                  </a:lnTo>
                  <a:lnTo>
                    <a:pt x="249113" y="816686"/>
                  </a:lnTo>
                  <a:lnTo>
                    <a:pt x="277390" y="805117"/>
                  </a:lnTo>
                  <a:lnTo>
                    <a:pt x="305259" y="794147"/>
                  </a:lnTo>
                  <a:lnTo>
                    <a:pt x="360859" y="774485"/>
                  </a:lnTo>
                  <a:lnTo>
                    <a:pt x="409919" y="759618"/>
                  </a:lnTo>
                  <a:lnTo>
                    <a:pt x="448622" y="752905"/>
                  </a:lnTo>
                  <a:lnTo>
                    <a:pt x="466133" y="750986"/>
                  </a:lnTo>
                  <a:lnTo>
                    <a:pt x="484054" y="748109"/>
                  </a:lnTo>
                  <a:lnTo>
                    <a:pt x="526572" y="738038"/>
                  </a:lnTo>
                  <a:lnTo>
                    <a:pt x="562549" y="725090"/>
                  </a:lnTo>
                  <a:lnTo>
                    <a:pt x="566569" y="718317"/>
                  </a:lnTo>
                  <a:lnTo>
                    <a:pt x="563094" y="711183"/>
                  </a:lnTo>
                  <a:lnTo>
                    <a:pt x="564797" y="703331"/>
                  </a:lnTo>
                  <a:lnTo>
                    <a:pt x="621577" y="685283"/>
                  </a:lnTo>
                  <a:lnTo>
                    <a:pt x="674221" y="674265"/>
                  </a:lnTo>
                  <a:lnTo>
                    <a:pt x="732238" y="662817"/>
                  </a:lnTo>
                  <a:lnTo>
                    <a:pt x="785580" y="652412"/>
                  </a:lnTo>
                  <a:lnTo>
                    <a:pt x="824199" y="644525"/>
                  </a:lnTo>
                  <a:lnTo>
                    <a:pt x="845867" y="640328"/>
                  </a:lnTo>
                  <a:lnTo>
                    <a:pt x="850364" y="639729"/>
                  </a:lnTo>
                  <a:lnTo>
                    <a:pt x="851591" y="637691"/>
                  </a:lnTo>
                  <a:lnTo>
                    <a:pt x="863447" y="629179"/>
                  </a:lnTo>
                  <a:lnTo>
                    <a:pt x="891792" y="610356"/>
                  </a:lnTo>
                  <a:lnTo>
                    <a:pt x="928859" y="585059"/>
                  </a:lnTo>
                  <a:lnTo>
                    <a:pt x="968106" y="559763"/>
                  </a:lnTo>
                  <a:lnTo>
                    <a:pt x="1002990" y="540940"/>
                  </a:lnTo>
                  <a:lnTo>
                    <a:pt x="1054779" y="529910"/>
                  </a:lnTo>
                  <a:lnTo>
                    <a:pt x="1078012" y="529251"/>
                  </a:lnTo>
                  <a:lnTo>
                    <a:pt x="1103290" y="525595"/>
                  </a:lnTo>
                  <a:lnTo>
                    <a:pt x="1130274" y="517742"/>
                  </a:lnTo>
                  <a:lnTo>
                    <a:pt x="1157804" y="507851"/>
                  </a:lnTo>
                  <a:lnTo>
                    <a:pt x="1187515" y="496282"/>
                  </a:lnTo>
                  <a:lnTo>
                    <a:pt x="1221040" y="483394"/>
                  </a:lnTo>
                  <a:lnTo>
                    <a:pt x="1259674" y="468647"/>
                  </a:lnTo>
                  <a:lnTo>
                    <a:pt x="1302258" y="451743"/>
                  </a:lnTo>
                  <a:lnTo>
                    <a:pt x="1346751" y="433399"/>
                  </a:lnTo>
                  <a:lnTo>
                    <a:pt x="1391110" y="414337"/>
                  </a:lnTo>
                  <a:lnTo>
                    <a:pt x="1437510" y="393896"/>
                  </a:lnTo>
                  <a:lnTo>
                    <a:pt x="1486500" y="371657"/>
                  </a:lnTo>
                  <a:lnTo>
                    <a:pt x="1533586" y="348698"/>
                  </a:lnTo>
                  <a:lnTo>
                    <a:pt x="1574270" y="326099"/>
                  </a:lnTo>
                  <a:lnTo>
                    <a:pt x="1608880" y="302780"/>
                  </a:lnTo>
                  <a:lnTo>
                    <a:pt x="1639678" y="278622"/>
                  </a:lnTo>
                  <a:lnTo>
                    <a:pt x="1683290" y="237860"/>
                  </a:lnTo>
                  <a:lnTo>
                    <a:pt x="1699639" y="219157"/>
                  </a:lnTo>
                  <a:lnTo>
                    <a:pt x="1698822" y="212863"/>
                  </a:lnTo>
                  <a:lnTo>
                    <a:pt x="1656033" y="169283"/>
                  </a:lnTo>
                  <a:lnTo>
                    <a:pt x="1609150" y="138112"/>
                  </a:lnTo>
                  <a:lnTo>
                    <a:pt x="1569358" y="127562"/>
                  </a:lnTo>
                  <a:lnTo>
                    <a:pt x="1547621" y="125524"/>
                  </a:lnTo>
                  <a:lnTo>
                    <a:pt x="1521930" y="122767"/>
                  </a:lnTo>
                  <a:lnTo>
                    <a:pt x="1493383" y="118330"/>
                  </a:lnTo>
                  <a:lnTo>
                    <a:pt x="1462518" y="113175"/>
                  </a:lnTo>
                  <a:lnTo>
                    <a:pt x="1426474" y="108020"/>
                  </a:lnTo>
                  <a:lnTo>
                    <a:pt x="1382390" y="103584"/>
                  </a:lnTo>
                  <a:lnTo>
                    <a:pt x="1334840" y="101159"/>
                  </a:lnTo>
                  <a:lnTo>
                    <a:pt x="1276544" y="99533"/>
                  </a:lnTo>
                  <a:lnTo>
                    <a:pt x="1216294" y="97967"/>
                  </a:lnTo>
                  <a:lnTo>
                    <a:pt x="1162882" y="95727"/>
                  </a:lnTo>
                  <a:lnTo>
                    <a:pt x="1125100" y="92075"/>
                  </a:lnTo>
                  <a:lnTo>
                    <a:pt x="1109497" y="84282"/>
                  </a:lnTo>
                  <a:lnTo>
                    <a:pt x="1115831" y="73851"/>
                  </a:lnTo>
                  <a:lnTo>
                    <a:pt x="1122438" y="62941"/>
                  </a:lnTo>
                  <a:lnTo>
                    <a:pt x="1072348" y="48001"/>
                  </a:lnTo>
                  <a:lnTo>
                    <a:pt x="1023369" y="43029"/>
                  </a:lnTo>
                  <a:lnTo>
                    <a:pt x="967620" y="38610"/>
                  </a:lnTo>
                  <a:lnTo>
                    <a:pt x="912010" y="34558"/>
                  </a:lnTo>
                  <a:lnTo>
                    <a:pt x="863447" y="30691"/>
                  </a:lnTo>
                  <a:lnTo>
                    <a:pt x="810504" y="26315"/>
                  </a:lnTo>
                  <a:lnTo>
                    <a:pt x="760422" y="22539"/>
                  </a:lnTo>
                  <a:lnTo>
                    <a:pt x="716064" y="19002"/>
                  </a:lnTo>
                  <a:lnTo>
                    <a:pt x="680292" y="15345"/>
                  </a:lnTo>
                  <a:lnTo>
                    <a:pt x="654535" y="11509"/>
                  </a:lnTo>
                  <a:lnTo>
                    <a:pt x="636683" y="7672"/>
                  </a:lnTo>
                  <a:lnTo>
                    <a:pt x="624282" y="3836"/>
                  </a:lnTo>
                  <a:lnTo>
                    <a:pt x="614879" y="0"/>
                  </a:lnTo>
                </a:path>
              </a:pathLst>
            </a:custGeom>
            <a:noFill/>
            <a:ln w="38100" cap="flat" cmpd="sng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20"/>
            <p:cNvSpPr/>
            <p:nvPr/>
          </p:nvSpPr>
          <p:spPr>
            <a:xfrm>
              <a:off x="4671936" y="2172233"/>
              <a:ext cx="122100" cy="1527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20"/>
            <p:cNvSpPr txBox="1"/>
            <p:nvPr/>
          </p:nvSpPr>
          <p:spPr>
            <a:xfrm>
              <a:off x="1221739" y="2611120"/>
              <a:ext cx="21234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Laser Terrain Mapping</a:t>
              </a:r>
              <a:endParaRPr sz="9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01" name="Google Shape;1301;p20"/>
            <p:cNvSpPr/>
            <p:nvPr/>
          </p:nvSpPr>
          <p:spPr>
            <a:xfrm>
              <a:off x="152400" y="3505200"/>
              <a:ext cx="4805400" cy="26877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0"/>
            <p:cNvSpPr txBox="1"/>
            <p:nvPr/>
          </p:nvSpPr>
          <p:spPr>
            <a:xfrm>
              <a:off x="2921952" y="5392420"/>
              <a:ext cx="7023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33CC33"/>
                  </a:solidFill>
                  <a:latin typeface="Arial"/>
                  <a:ea typeface="Arial"/>
                  <a:cs typeface="Arial"/>
                  <a:sym typeface="Arial"/>
                </a:rPr>
                <a:t>Stanley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20"/>
            <p:cNvSpPr/>
            <p:nvPr/>
          </p:nvSpPr>
          <p:spPr>
            <a:xfrm>
              <a:off x="595312" y="3916362"/>
              <a:ext cx="2247900" cy="238125"/>
            </a:xfrm>
            <a:custGeom>
              <a:avLst/>
              <a:gdLst/>
              <a:ahLst/>
              <a:cxnLst/>
              <a:rect l="l" t="t" r="r" b="b"/>
              <a:pathLst>
                <a:path w="2247900" h="238125" extrusionOk="0">
                  <a:moveTo>
                    <a:pt x="0" y="238125"/>
                  </a:moveTo>
                  <a:lnTo>
                    <a:pt x="2247900" y="238125"/>
                  </a:lnTo>
                  <a:lnTo>
                    <a:pt x="22479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20"/>
            <p:cNvSpPr/>
            <p:nvPr/>
          </p:nvSpPr>
          <p:spPr>
            <a:xfrm>
              <a:off x="457200" y="6172200"/>
              <a:ext cx="4268700" cy="2175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20"/>
            <p:cNvSpPr txBox="1"/>
            <p:nvPr/>
          </p:nvSpPr>
          <p:spPr>
            <a:xfrm>
              <a:off x="5946140" y="3677920"/>
              <a:ext cx="15093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Adaptive Vision</a:t>
              </a:r>
              <a:endParaRPr sz="9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06" name="Google Shape;1306;p20"/>
            <p:cNvSpPr txBox="1"/>
            <p:nvPr/>
          </p:nvSpPr>
          <p:spPr>
            <a:xfrm>
              <a:off x="612140" y="3525520"/>
              <a:ext cx="2813100" cy="93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Learning from Human Drivers</a:t>
              </a:r>
              <a:endParaRPr sz="9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       </a:t>
              </a:r>
              <a:r>
                <a:rPr lang="en-US" sz="900" b="0" i="0" u="none" strike="noStrike" cap="none">
                  <a:solidFill>
                    <a:srgbClr val="4BACC6"/>
                  </a:solidFill>
                  <a:latin typeface="Arial"/>
                  <a:ea typeface="Arial"/>
                  <a:cs typeface="Arial"/>
                  <a:sym typeface="Arial"/>
                </a:rPr>
                <a:t>  Steve</a:t>
              </a:r>
              <a:r>
                <a:rPr lang="en-US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 sz="11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7" name="Google Shape;1307;p20"/>
            <p:cNvSpPr/>
            <p:nvPr/>
          </p:nvSpPr>
          <p:spPr>
            <a:xfrm>
              <a:off x="3273102" y="2918847"/>
              <a:ext cx="2657400" cy="2160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08" name="Google Shape;1308;p2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8923" y="4011861"/>
            <a:ext cx="2844745" cy="203831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26ADCB-D625-CD67-C6E3-C9E2820C006C}"/>
                  </a:ext>
                </a:extLst>
              </p14:cNvPr>
              <p14:cNvContentPartPr/>
              <p14:nvPr/>
            </p14:nvContentPartPr>
            <p14:xfrm>
              <a:off x="416160" y="1860120"/>
              <a:ext cx="8175240" cy="176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26ADCB-D625-CD67-C6E3-C9E2820C006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6800" y="1850760"/>
                <a:ext cx="8193960" cy="19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21"/>
          <p:cNvSpPr txBox="1">
            <a:spLocks noGrp="1"/>
          </p:cNvSpPr>
          <p:nvPr>
            <p:ph type="body" idx="2"/>
          </p:nvPr>
        </p:nvSpPr>
        <p:spPr>
          <a:xfrm>
            <a:off x="1524000" y="25908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Why ML</a:t>
            </a:r>
            <a:endParaRPr sz="4800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22"/>
          <p:cNvSpPr txBox="1">
            <a:spLocks noGrp="1"/>
          </p:cNvSpPr>
          <p:nvPr>
            <p:ph type="title"/>
          </p:nvPr>
        </p:nvSpPr>
        <p:spPr>
          <a:xfrm>
            <a:off x="304352" y="459221"/>
            <a:ext cx="7431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When Do We Use Machine Learning?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22"/>
          <p:cNvSpPr txBox="1"/>
          <p:nvPr/>
        </p:nvSpPr>
        <p:spPr>
          <a:xfrm>
            <a:off x="276548" y="1286831"/>
            <a:ext cx="8178175" cy="534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85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 is used when: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302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expertise does not exist (navigating on Mars)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19050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19050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19050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30200" algn="l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Humans can’t explain their expertise (Biometrics)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1905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1905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1905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must be customized (personalized medicine)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1905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Learning isn’t always useful: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12800" marR="0" lvl="0" indent="-3429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no need to “learn” to calculate payroll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1905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22"/>
          <p:cNvSpPr txBox="1"/>
          <p:nvPr/>
        </p:nvSpPr>
        <p:spPr>
          <a:xfrm>
            <a:off x="8503595" y="6422075"/>
            <a:ext cx="3282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endParaRPr sz="12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21" name="Google Shape;132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7600" y="3214714"/>
            <a:ext cx="1524616" cy="118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22"/>
          <p:cNvPicPr preferRelativeResize="0"/>
          <p:nvPr/>
        </p:nvPicPr>
        <p:blipFill rotWithShape="1">
          <a:blip r:embed="rId4">
            <a:alphaModFix/>
          </a:blip>
          <a:srcRect b="-2527"/>
          <a:stretch/>
        </p:blipFill>
        <p:spPr>
          <a:xfrm>
            <a:off x="7467600" y="1659552"/>
            <a:ext cx="1524616" cy="118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67600" y="4588300"/>
            <a:ext cx="1524615" cy="118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22">
            <a:hlinkClick r:id="rId6" action="ppaction://hlinksldjump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14907" y="6141720"/>
            <a:ext cx="365760" cy="36576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53C815-C386-4B24-6448-1067B370D339}"/>
                  </a:ext>
                </a:extLst>
              </p14:cNvPr>
              <p14:cNvContentPartPr/>
              <p14:nvPr/>
            </p14:nvContentPartPr>
            <p14:xfrm>
              <a:off x="81720" y="1783080"/>
              <a:ext cx="5864760" cy="3750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53C815-C386-4B24-6448-1067B370D3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360" y="1773720"/>
                <a:ext cx="5883480" cy="3769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23"/>
          <p:cNvSpPr txBox="1">
            <a:spLocks noGrp="1"/>
          </p:cNvSpPr>
          <p:nvPr>
            <p:ph type="title"/>
          </p:nvPr>
        </p:nvSpPr>
        <p:spPr>
          <a:xfrm>
            <a:off x="358590" y="1412377"/>
            <a:ext cx="6804210" cy="3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609725" marR="5080" lvl="0" indent="-1597660" algn="l" rtl="0">
              <a:lnSpc>
                <a:spcPct val="113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It is very hard to say what makes a 2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23"/>
          <p:cNvSpPr/>
          <p:nvPr/>
        </p:nvSpPr>
        <p:spPr>
          <a:xfrm>
            <a:off x="827087" y="1919799"/>
            <a:ext cx="6814683" cy="41083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1" name="Google Shape;1331;p23"/>
          <p:cNvSpPr/>
          <p:nvPr/>
        </p:nvSpPr>
        <p:spPr>
          <a:xfrm>
            <a:off x="845016" y="2558851"/>
            <a:ext cx="5219700" cy="827404"/>
          </a:xfrm>
          <a:custGeom>
            <a:avLst/>
            <a:gdLst/>
            <a:ahLst/>
            <a:cxnLst/>
            <a:rect l="l" t="t" r="r" b="b"/>
            <a:pathLst>
              <a:path w="5219700" h="827404" extrusionOk="0">
                <a:moveTo>
                  <a:pt x="0" y="0"/>
                </a:moveTo>
                <a:lnTo>
                  <a:pt x="5219702" y="0"/>
                </a:lnTo>
                <a:lnTo>
                  <a:pt x="5219702" y="827088"/>
                </a:lnTo>
                <a:lnTo>
                  <a:pt x="0" y="827088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2" name="Google Shape;1332;p23"/>
          <p:cNvSpPr/>
          <p:nvPr/>
        </p:nvSpPr>
        <p:spPr>
          <a:xfrm>
            <a:off x="2209800" y="4356416"/>
            <a:ext cx="1368425" cy="827404"/>
          </a:xfrm>
          <a:custGeom>
            <a:avLst/>
            <a:gdLst/>
            <a:ahLst/>
            <a:cxnLst/>
            <a:rect l="l" t="t" r="r" b="b"/>
            <a:pathLst>
              <a:path w="1368425" h="827404" extrusionOk="0">
                <a:moveTo>
                  <a:pt x="0" y="0"/>
                </a:moveTo>
                <a:lnTo>
                  <a:pt x="1368430" y="0"/>
                </a:lnTo>
                <a:lnTo>
                  <a:pt x="1368430" y="827088"/>
                </a:lnTo>
                <a:lnTo>
                  <a:pt x="0" y="827088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3" name="Google Shape;1333;p23"/>
          <p:cNvSpPr/>
          <p:nvPr/>
        </p:nvSpPr>
        <p:spPr>
          <a:xfrm>
            <a:off x="827087" y="3529012"/>
            <a:ext cx="720725" cy="827404"/>
          </a:xfrm>
          <a:custGeom>
            <a:avLst/>
            <a:gdLst/>
            <a:ahLst/>
            <a:cxnLst/>
            <a:rect l="l" t="t" r="r" b="b"/>
            <a:pathLst>
              <a:path w="720725" h="827404" extrusionOk="0">
                <a:moveTo>
                  <a:pt x="0" y="0"/>
                </a:moveTo>
                <a:lnTo>
                  <a:pt x="720725" y="0"/>
                </a:lnTo>
                <a:lnTo>
                  <a:pt x="720725" y="827087"/>
                </a:lnTo>
                <a:lnTo>
                  <a:pt x="0" y="827087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34" name="Google Shape;1334;p23"/>
          <p:cNvSpPr txBox="1"/>
          <p:nvPr/>
        </p:nvSpPr>
        <p:spPr>
          <a:xfrm>
            <a:off x="78753" y="6570550"/>
            <a:ext cx="26208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Slide credit: Geoffrey Hinton</a:t>
            </a:r>
            <a:endParaRPr sz="1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5" name="Google Shape;1335;p23"/>
          <p:cNvSpPr txBox="1"/>
          <p:nvPr/>
        </p:nvSpPr>
        <p:spPr>
          <a:xfrm>
            <a:off x="78753" y="320057"/>
            <a:ext cx="9144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 recognition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23"/>
          <p:cNvSpPr/>
          <p:nvPr/>
        </p:nvSpPr>
        <p:spPr>
          <a:xfrm>
            <a:off x="7171765" y="1745777"/>
            <a:ext cx="720725" cy="827404"/>
          </a:xfrm>
          <a:custGeom>
            <a:avLst/>
            <a:gdLst/>
            <a:ahLst/>
            <a:cxnLst/>
            <a:rect l="l" t="t" r="r" b="b"/>
            <a:pathLst>
              <a:path w="720725" h="827404" extrusionOk="0">
                <a:moveTo>
                  <a:pt x="0" y="0"/>
                </a:moveTo>
                <a:lnTo>
                  <a:pt x="720725" y="0"/>
                </a:lnTo>
                <a:lnTo>
                  <a:pt x="720725" y="827088"/>
                </a:lnTo>
                <a:lnTo>
                  <a:pt x="0" y="827088"/>
                </a:lnTo>
                <a:lnTo>
                  <a:pt x="0" y="0"/>
                </a:ln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24"/>
          <p:cNvSpPr txBox="1">
            <a:spLocks noGrp="1"/>
          </p:cNvSpPr>
          <p:nvPr>
            <p:ph type="body" idx="2"/>
          </p:nvPr>
        </p:nvSpPr>
        <p:spPr>
          <a:xfrm>
            <a:off x="1524000" y="25908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Types of  ML</a:t>
            </a:r>
            <a:endParaRPr sz="4800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2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Types : Inputs: Based on level of supervision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347" name="Google Shape;1347;p25"/>
          <p:cNvSpPr/>
          <p:nvPr/>
        </p:nvSpPr>
        <p:spPr>
          <a:xfrm>
            <a:off x="304800" y="1325880"/>
            <a:ext cx="90310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508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348" name="Google Shape;1348;p25"/>
          <p:cNvGraphicFramePr/>
          <p:nvPr/>
        </p:nvGraphicFramePr>
        <p:xfrm>
          <a:off x="304800" y="1619012"/>
          <a:ext cx="8229600" cy="1010940"/>
        </p:xfrm>
        <a:graphic>
          <a:graphicData uri="http://schemas.openxmlformats.org/drawingml/2006/table">
            <a:tbl>
              <a:tblPr>
                <a:noFill/>
                <a:tableStyleId>{225C9C8F-3D08-4C27-B036-69A9FDC1A868}</a:tableStyleId>
              </a:tblPr>
              <a:tblGrid>
                <a:gridCol w="286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Feedback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No Feedback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Delayed Feedback (rewards/penalty)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Supervised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Unsupervised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Reinforcement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49" name="Google Shape;1349;p25" descr="Related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4262" y="4595000"/>
            <a:ext cx="214312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0" name="Google Shape;1350;p25" descr="Related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2658449"/>
            <a:ext cx="2562225" cy="17811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51" name="Google Shape;1351;p25" descr="Related 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2800" y="2688380"/>
            <a:ext cx="2533650" cy="18097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52" name="Google Shape;1352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2200" y="2722385"/>
            <a:ext cx="2466975" cy="18573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12305B-03FC-7CC0-437B-E1BA5BADF457}"/>
                  </a:ext>
                </a:extLst>
              </p14:cNvPr>
              <p14:cNvContentPartPr/>
              <p14:nvPr/>
            </p14:nvContentPartPr>
            <p14:xfrm>
              <a:off x="287280" y="869760"/>
              <a:ext cx="8081280" cy="5508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12305B-03FC-7CC0-437B-E1BA5BADF4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7920" y="860400"/>
                <a:ext cx="8100000" cy="552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26"/>
          <p:cNvSpPr/>
          <p:nvPr/>
        </p:nvSpPr>
        <p:spPr>
          <a:xfrm>
            <a:off x="304800" y="5032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- Examples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26"/>
          <p:cNvSpPr/>
          <p:nvPr/>
        </p:nvSpPr>
        <p:spPr>
          <a:xfrm>
            <a:off x="2133600" y="2227263"/>
            <a:ext cx="1752600" cy="16589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26"/>
          <p:cNvSpPr/>
          <p:nvPr/>
        </p:nvSpPr>
        <p:spPr>
          <a:xfrm>
            <a:off x="3886200" y="2819400"/>
            <a:ext cx="1676400" cy="236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26"/>
          <p:cNvSpPr/>
          <p:nvPr/>
        </p:nvSpPr>
        <p:spPr>
          <a:xfrm>
            <a:off x="533400" y="4953000"/>
            <a:ext cx="12192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26"/>
          <p:cNvSpPr/>
          <p:nvPr/>
        </p:nvSpPr>
        <p:spPr>
          <a:xfrm>
            <a:off x="1752600" y="4953000"/>
            <a:ext cx="1524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6"/>
          <p:cNvSpPr/>
          <p:nvPr/>
        </p:nvSpPr>
        <p:spPr>
          <a:xfrm>
            <a:off x="1828800" y="4845050"/>
            <a:ext cx="14478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26"/>
          <p:cNvSpPr/>
          <p:nvPr/>
        </p:nvSpPr>
        <p:spPr>
          <a:xfrm>
            <a:off x="3200400" y="4921250"/>
            <a:ext cx="9144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26"/>
          <p:cNvSpPr/>
          <p:nvPr/>
        </p:nvSpPr>
        <p:spPr>
          <a:xfrm>
            <a:off x="4114800" y="4953000"/>
            <a:ext cx="12192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6"/>
          <p:cNvSpPr/>
          <p:nvPr/>
        </p:nvSpPr>
        <p:spPr>
          <a:xfrm>
            <a:off x="5486400" y="4953000"/>
            <a:ext cx="19050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26"/>
          <p:cNvSpPr txBox="1"/>
          <p:nvPr/>
        </p:nvSpPr>
        <p:spPr>
          <a:xfrm>
            <a:off x="381000" y="1600200"/>
            <a:ext cx="5867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Objective: Employability Prediction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26"/>
          <p:cNvSpPr/>
          <p:nvPr/>
        </p:nvSpPr>
        <p:spPr>
          <a:xfrm>
            <a:off x="368955" y="2301642"/>
            <a:ext cx="3457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CGPA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Skills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Aptitude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Skills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26"/>
          <p:cNvSpPr txBox="1"/>
          <p:nvPr/>
        </p:nvSpPr>
        <p:spPr>
          <a:xfrm>
            <a:off x="363071" y="1914292"/>
            <a:ext cx="59436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Features / Attributes / Predictors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69" name="Google Shape;1369;p26"/>
          <p:cNvGraphicFramePr/>
          <p:nvPr/>
        </p:nvGraphicFramePr>
        <p:xfrm>
          <a:off x="381000" y="3657600"/>
          <a:ext cx="8382000" cy="2670150"/>
        </p:xfrm>
        <a:graphic>
          <a:graphicData uri="http://schemas.openxmlformats.org/drawingml/2006/table">
            <a:tbl>
              <a:tblPr firstRow="1" bandRow="1">
                <a:noFill/>
                <a:tableStyleId>{9B351486-AFFB-40A1-ADF7-03DB6ABBA261}</a:tableStyleId>
              </a:tblPr>
              <a:tblGrid>
                <a:gridCol w="7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1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S.No.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CGPA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Communication Skills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Aptitude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Programming Skills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Job Offered?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9.1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Average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Good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Excellent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8.4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Good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Good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Good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8.3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Poor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Average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Average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7.1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Average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Good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Average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8.2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Good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Excellent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Excellent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136299-93AE-F2FC-FA6B-EE75C5BCD75F}"/>
                  </a:ext>
                </a:extLst>
              </p14:cNvPr>
              <p14:cNvContentPartPr/>
              <p14:nvPr/>
            </p14:nvContentPartPr>
            <p14:xfrm>
              <a:off x="141480" y="1436400"/>
              <a:ext cx="8248680" cy="4993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136299-93AE-F2FC-FA6B-EE75C5BCD7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120" y="1427040"/>
                <a:ext cx="8267400" cy="501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27"/>
          <p:cNvSpPr/>
          <p:nvPr/>
        </p:nvSpPr>
        <p:spPr>
          <a:xfrm>
            <a:off x="2133600" y="2227263"/>
            <a:ext cx="1752600" cy="16589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27"/>
          <p:cNvSpPr/>
          <p:nvPr/>
        </p:nvSpPr>
        <p:spPr>
          <a:xfrm>
            <a:off x="3886200" y="2819400"/>
            <a:ext cx="1676400" cy="236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27"/>
          <p:cNvSpPr/>
          <p:nvPr/>
        </p:nvSpPr>
        <p:spPr>
          <a:xfrm>
            <a:off x="533400" y="4953000"/>
            <a:ext cx="12192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27"/>
          <p:cNvSpPr/>
          <p:nvPr/>
        </p:nvSpPr>
        <p:spPr>
          <a:xfrm>
            <a:off x="1752600" y="4953000"/>
            <a:ext cx="1524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7"/>
          <p:cNvSpPr/>
          <p:nvPr/>
        </p:nvSpPr>
        <p:spPr>
          <a:xfrm>
            <a:off x="3200400" y="4921250"/>
            <a:ext cx="9144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27"/>
          <p:cNvSpPr/>
          <p:nvPr/>
        </p:nvSpPr>
        <p:spPr>
          <a:xfrm>
            <a:off x="4114800" y="4953000"/>
            <a:ext cx="12192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27"/>
          <p:cNvSpPr/>
          <p:nvPr/>
        </p:nvSpPr>
        <p:spPr>
          <a:xfrm>
            <a:off x="5486400" y="4953000"/>
            <a:ext cx="19050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27"/>
          <p:cNvSpPr txBox="1"/>
          <p:nvPr/>
        </p:nvSpPr>
        <p:spPr>
          <a:xfrm>
            <a:off x="381000" y="1600200"/>
            <a:ext cx="5867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 : Predicting price of a used car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27"/>
          <p:cNvSpPr txBox="1"/>
          <p:nvPr/>
        </p:nvSpPr>
        <p:spPr>
          <a:xfrm>
            <a:off x="349624" y="2025134"/>
            <a:ext cx="594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Features / Attributes / Predictors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27"/>
          <p:cNvSpPr txBox="1"/>
          <p:nvPr/>
        </p:nvSpPr>
        <p:spPr>
          <a:xfrm>
            <a:off x="381000" y="2289413"/>
            <a:ext cx="3251200" cy="17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(Mfg)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 Capacity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Mileage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Distance travelled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84" name="Google Shape;1384;p27"/>
          <p:cNvGraphicFramePr/>
          <p:nvPr/>
        </p:nvGraphicFramePr>
        <p:xfrm>
          <a:off x="419100" y="4016375"/>
          <a:ext cx="8115300" cy="2232050"/>
        </p:xfrm>
        <a:graphic>
          <a:graphicData uri="http://schemas.openxmlformats.org/drawingml/2006/table">
            <a:tbl>
              <a:tblPr firstRow="1" bandRow="1">
                <a:noFill/>
                <a:tableStyleId>{9B351486-AFFB-40A1-ADF7-03DB6ABBA261}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3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S.No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Brand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Year (Mfg)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Engine Capacity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Mileage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Distance travelled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Cab?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Price</a:t>
                      </a:r>
                      <a:br>
                        <a:rPr lang="en-US" sz="1800" u="none" strike="noStrike" cap="none"/>
                      </a:br>
                      <a:r>
                        <a:rPr lang="en-US" sz="1800" u="none" strike="noStrike" cap="none"/>
                        <a:t>(in Rs.)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1.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Honda City ZX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2008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1100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10.5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45000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3,50,000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85" name="Google Shape;1385;p27"/>
          <p:cNvSpPr/>
          <p:nvPr/>
        </p:nvSpPr>
        <p:spPr>
          <a:xfrm>
            <a:off x="304800" y="5032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- Examples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DC27AE-1F9A-F859-D036-14C8B14FC7C0}"/>
                  </a:ext>
                </a:extLst>
              </p14:cNvPr>
              <p14:cNvContentPartPr/>
              <p14:nvPr/>
            </p14:nvContentPartPr>
            <p14:xfrm>
              <a:off x="450360" y="1971720"/>
              <a:ext cx="8368200" cy="2083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DC27AE-1F9A-F859-D036-14C8B14FC7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000" y="1962360"/>
                <a:ext cx="8386920" cy="210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28"/>
          <p:cNvSpPr/>
          <p:nvPr/>
        </p:nvSpPr>
        <p:spPr>
          <a:xfrm>
            <a:off x="3886200" y="2819400"/>
            <a:ext cx="1676400" cy="236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28"/>
          <p:cNvSpPr/>
          <p:nvPr/>
        </p:nvSpPr>
        <p:spPr>
          <a:xfrm>
            <a:off x="533400" y="4953000"/>
            <a:ext cx="12192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28"/>
          <p:cNvSpPr/>
          <p:nvPr/>
        </p:nvSpPr>
        <p:spPr>
          <a:xfrm>
            <a:off x="1752600" y="4953000"/>
            <a:ext cx="1524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28"/>
          <p:cNvSpPr/>
          <p:nvPr/>
        </p:nvSpPr>
        <p:spPr>
          <a:xfrm>
            <a:off x="1828800" y="4845050"/>
            <a:ext cx="14478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28"/>
          <p:cNvSpPr/>
          <p:nvPr/>
        </p:nvSpPr>
        <p:spPr>
          <a:xfrm>
            <a:off x="3200400" y="4921250"/>
            <a:ext cx="9144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28"/>
          <p:cNvSpPr/>
          <p:nvPr/>
        </p:nvSpPr>
        <p:spPr>
          <a:xfrm>
            <a:off x="4114800" y="4953000"/>
            <a:ext cx="12192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28"/>
          <p:cNvSpPr/>
          <p:nvPr/>
        </p:nvSpPr>
        <p:spPr>
          <a:xfrm>
            <a:off x="5486400" y="4953000"/>
            <a:ext cx="1905000" cy="1479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28"/>
          <p:cNvSpPr/>
          <p:nvPr/>
        </p:nvSpPr>
        <p:spPr>
          <a:xfrm>
            <a:off x="304800" y="5032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- Examples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28"/>
          <p:cNvSpPr txBox="1"/>
          <p:nvPr/>
        </p:nvSpPr>
        <p:spPr>
          <a:xfrm>
            <a:off x="355600" y="2419350"/>
            <a:ext cx="42926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Family income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of visits in a month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money spent in a month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Zip code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9" name="Google Shape;1399;p28"/>
          <p:cNvGraphicFramePr/>
          <p:nvPr/>
        </p:nvGraphicFramePr>
        <p:xfrm>
          <a:off x="419100" y="3979863"/>
          <a:ext cx="8458175" cy="2528950"/>
        </p:xfrm>
        <a:graphic>
          <a:graphicData uri="http://schemas.openxmlformats.org/drawingml/2006/table">
            <a:tbl>
              <a:tblPr firstRow="1" bandRow="1">
                <a:noFill/>
                <a:tableStyleId>{9B351486-AFFB-40A1-ADF7-03DB6ABBA261}</a:tableStyleId>
              </a:tblPr>
              <a:tblGrid>
                <a:gridCol w="67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6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S.No.</a:t>
                      </a: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Zip Code</a:t>
                      </a: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Family Income</a:t>
                      </a: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# of visits in a month</a:t>
                      </a: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Average Money Spent in a month</a:t>
                      </a:r>
                      <a:endParaRPr sz="1800" u="none" strike="noStrike" cap="none"/>
                    </a:p>
                  </a:txBody>
                  <a:tcPr marL="91450" marR="91450" marT="45650" marB="456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500078</a:t>
                      </a: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11,50,000</a:t>
                      </a: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8,000</a:t>
                      </a:r>
                      <a:endParaRPr sz="1800" u="none" strike="noStrike" cap="none"/>
                    </a:p>
                  </a:txBody>
                  <a:tcPr marL="91450" marR="91450" marT="45650" marB="456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650" marB="45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00" name="Google Shape;1400;p28"/>
          <p:cNvSpPr txBox="1"/>
          <p:nvPr/>
        </p:nvSpPr>
        <p:spPr>
          <a:xfrm>
            <a:off x="4760259" y="2121486"/>
            <a:ext cx="4269441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Customers for a retailer may fall into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groups say big spenders and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low spenders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groups say big spenders,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medium spenders and low spenders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✔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 groups, ….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28"/>
          <p:cNvSpPr txBox="1"/>
          <p:nvPr/>
        </p:nvSpPr>
        <p:spPr>
          <a:xfrm>
            <a:off x="360363" y="1981200"/>
            <a:ext cx="43640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Features / Attributes / Predictors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28"/>
          <p:cNvSpPr txBox="1"/>
          <p:nvPr/>
        </p:nvSpPr>
        <p:spPr>
          <a:xfrm>
            <a:off x="355600" y="1422400"/>
            <a:ext cx="5867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Objective: Market Segmentation Study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2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Supervised Learning: Classification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408" name="Google Shape;1408;p29"/>
          <p:cNvSpPr/>
          <p:nvPr/>
        </p:nvSpPr>
        <p:spPr>
          <a:xfrm>
            <a:off x="609600" y="1935480"/>
            <a:ext cx="7162800" cy="140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814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(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(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..., (</a:t>
            </a:r>
            <a:r>
              <a:rPr lang="en-US" sz="1800" b="0" i="1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b="0" i="0" u="none" strike="noStrike" cap="none" baseline="-25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1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="0" i="0" u="none" strike="noStrike" cap="none" baseline="-25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8140" marR="0" lvl="0" indent="-34290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 a function 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to predict 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244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1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categorical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29"/>
          <p:cNvSpPr/>
          <p:nvPr/>
        </p:nvSpPr>
        <p:spPr>
          <a:xfrm>
            <a:off x="-45720" y="1430774"/>
            <a:ext cx="937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 : Previously unseen records should be assigned a class as accurately as possible.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0" name="Google Shape;1410;p29"/>
          <p:cNvGrpSpPr/>
          <p:nvPr/>
        </p:nvGrpSpPr>
        <p:grpSpPr>
          <a:xfrm>
            <a:off x="601980" y="3340993"/>
            <a:ext cx="8191744" cy="2655332"/>
            <a:chOff x="914400" y="2971800"/>
            <a:chExt cx="8191744" cy="2655332"/>
          </a:xfrm>
        </p:grpSpPr>
        <p:grpSp>
          <p:nvGrpSpPr>
            <p:cNvPr id="1411" name="Google Shape;1411;p29"/>
            <p:cNvGrpSpPr/>
            <p:nvPr/>
          </p:nvGrpSpPr>
          <p:grpSpPr>
            <a:xfrm>
              <a:off x="2667000" y="3048000"/>
              <a:ext cx="6439144" cy="2564003"/>
              <a:chOff x="1955800" y="3406317"/>
              <a:chExt cx="4953190" cy="1972310"/>
            </a:xfrm>
          </p:grpSpPr>
          <p:sp>
            <p:nvSpPr>
              <p:cNvPr id="1412" name="Google Shape;1412;p29"/>
              <p:cNvSpPr/>
              <p:nvPr/>
            </p:nvSpPr>
            <p:spPr>
              <a:xfrm>
                <a:off x="2015702" y="3406317"/>
                <a:ext cx="171450" cy="197231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972310" extrusionOk="0">
                    <a:moveTo>
                      <a:pt x="104625" y="108267"/>
                    </a:moveTo>
                    <a:lnTo>
                      <a:pt x="66525" y="108267"/>
                    </a:lnTo>
                    <a:lnTo>
                      <a:pt x="66525" y="1972132"/>
                    </a:lnTo>
                    <a:lnTo>
                      <a:pt x="104625" y="1972132"/>
                    </a:lnTo>
                    <a:lnTo>
                      <a:pt x="104625" y="108267"/>
                    </a:lnTo>
                    <a:close/>
                  </a:path>
                  <a:path w="171450" h="1972310" extrusionOk="0">
                    <a:moveTo>
                      <a:pt x="85575" y="0"/>
                    </a:moveTo>
                    <a:lnTo>
                      <a:pt x="2441" y="142506"/>
                    </a:lnTo>
                    <a:lnTo>
                      <a:pt x="0" y="149668"/>
                    </a:lnTo>
                    <a:lnTo>
                      <a:pt x="474" y="156956"/>
                    </a:lnTo>
                    <a:lnTo>
                      <a:pt x="3646" y="163534"/>
                    </a:lnTo>
                    <a:lnTo>
                      <a:pt x="9299" y="168567"/>
                    </a:lnTo>
                    <a:lnTo>
                      <a:pt x="16455" y="171006"/>
                    </a:lnTo>
                    <a:lnTo>
                      <a:pt x="23742" y="170529"/>
                    </a:lnTo>
                    <a:lnTo>
                      <a:pt x="30319" y="167356"/>
                    </a:lnTo>
                    <a:lnTo>
                      <a:pt x="35347" y="161709"/>
                    </a:lnTo>
                    <a:lnTo>
                      <a:pt x="66525" y="108267"/>
                    </a:lnTo>
                    <a:lnTo>
                      <a:pt x="148725" y="108267"/>
                    </a:lnTo>
                    <a:lnTo>
                      <a:pt x="85575" y="0"/>
                    </a:lnTo>
                    <a:close/>
                  </a:path>
                  <a:path w="171450" h="1972310" extrusionOk="0">
                    <a:moveTo>
                      <a:pt x="148725" y="108267"/>
                    </a:moveTo>
                    <a:lnTo>
                      <a:pt x="104625" y="108267"/>
                    </a:lnTo>
                    <a:lnTo>
                      <a:pt x="135791" y="161709"/>
                    </a:lnTo>
                    <a:lnTo>
                      <a:pt x="140818" y="167356"/>
                    </a:lnTo>
                    <a:lnTo>
                      <a:pt x="147396" y="170529"/>
                    </a:lnTo>
                    <a:lnTo>
                      <a:pt x="154683" y="171006"/>
                    </a:lnTo>
                    <a:lnTo>
                      <a:pt x="161839" y="168567"/>
                    </a:lnTo>
                    <a:lnTo>
                      <a:pt x="167493" y="163534"/>
                    </a:lnTo>
                    <a:lnTo>
                      <a:pt x="170668" y="156956"/>
                    </a:lnTo>
                    <a:lnTo>
                      <a:pt x="171143" y="149668"/>
                    </a:lnTo>
                    <a:lnTo>
                      <a:pt x="168697" y="142506"/>
                    </a:lnTo>
                    <a:lnTo>
                      <a:pt x="148725" y="108267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29"/>
              <p:cNvSpPr/>
              <p:nvPr/>
            </p:nvSpPr>
            <p:spPr>
              <a:xfrm>
                <a:off x="1962975" y="4834915"/>
                <a:ext cx="4946015" cy="172085"/>
              </a:xfrm>
              <a:custGeom>
                <a:avLst/>
                <a:gdLst/>
                <a:ahLst/>
                <a:cxnLst/>
                <a:rect l="l" t="t" r="r" b="b"/>
                <a:pathLst>
                  <a:path w="4946015" h="172085" extrusionOk="0">
                    <a:moveTo>
                      <a:pt x="4793665" y="0"/>
                    </a:moveTo>
                    <a:lnTo>
                      <a:pt x="4784242" y="2476"/>
                    </a:lnTo>
                    <a:lnTo>
                      <a:pt x="4780000" y="5511"/>
                    </a:lnTo>
                    <a:lnTo>
                      <a:pt x="4777346" y="10058"/>
                    </a:lnTo>
                    <a:lnTo>
                      <a:pt x="4774906" y="17220"/>
                    </a:lnTo>
                    <a:lnTo>
                      <a:pt x="4775384" y="24507"/>
                    </a:lnTo>
                    <a:lnTo>
                      <a:pt x="4778557" y="31086"/>
                    </a:lnTo>
                    <a:lnTo>
                      <a:pt x="4784204" y="36118"/>
                    </a:lnTo>
                    <a:lnTo>
                      <a:pt x="4837645" y="67284"/>
                    </a:lnTo>
                    <a:lnTo>
                      <a:pt x="0" y="67284"/>
                    </a:lnTo>
                    <a:lnTo>
                      <a:pt x="0" y="105384"/>
                    </a:lnTo>
                    <a:lnTo>
                      <a:pt x="4837645" y="105384"/>
                    </a:lnTo>
                    <a:lnTo>
                      <a:pt x="4784204" y="136550"/>
                    </a:lnTo>
                    <a:lnTo>
                      <a:pt x="4778557" y="141583"/>
                    </a:lnTo>
                    <a:lnTo>
                      <a:pt x="4775384" y="148161"/>
                    </a:lnTo>
                    <a:lnTo>
                      <a:pt x="4774906" y="155449"/>
                    </a:lnTo>
                    <a:lnTo>
                      <a:pt x="4777346" y="162610"/>
                    </a:lnTo>
                    <a:lnTo>
                      <a:pt x="4782379" y="168257"/>
                    </a:lnTo>
                    <a:lnTo>
                      <a:pt x="4788957" y="171430"/>
                    </a:lnTo>
                    <a:lnTo>
                      <a:pt x="4796245" y="171908"/>
                    </a:lnTo>
                    <a:lnTo>
                      <a:pt x="4803406" y="169468"/>
                    </a:lnTo>
                    <a:lnTo>
                      <a:pt x="4945913" y="86334"/>
                    </a:lnTo>
                    <a:lnTo>
                      <a:pt x="4798860" y="558"/>
                    </a:lnTo>
                    <a:lnTo>
                      <a:pt x="4793665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29"/>
              <p:cNvSpPr/>
              <p:nvPr/>
            </p:nvSpPr>
            <p:spPr>
              <a:xfrm>
                <a:off x="1955800" y="3930650"/>
                <a:ext cx="2667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20000" extrusionOk="0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3810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5" name="Google Shape;1415;p29"/>
              <p:cNvSpPr/>
              <p:nvPr/>
            </p:nvSpPr>
            <p:spPr>
              <a:xfrm>
                <a:off x="2311400" y="4762500"/>
                <a:ext cx="355600" cy="3683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29"/>
              <p:cNvSpPr/>
              <p:nvPr/>
            </p:nvSpPr>
            <p:spPr>
              <a:xfrm>
                <a:off x="2374900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2368550" y="4800600"/>
                <a:ext cx="241300" cy="241300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2882900" y="4762500"/>
                <a:ext cx="355600" cy="3683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2946400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2946400" y="48069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 extrusionOk="0">
                    <a:moveTo>
                      <a:pt x="0" y="114300"/>
                    </a:moveTo>
                    <a:lnTo>
                      <a:pt x="8982" y="69809"/>
                    </a:lnTo>
                    <a:lnTo>
                      <a:pt x="33477" y="33477"/>
                    </a:lnTo>
                    <a:lnTo>
                      <a:pt x="69809" y="8982"/>
                    </a:lnTo>
                    <a:lnTo>
                      <a:pt x="114300" y="0"/>
                    </a:lnTo>
                    <a:lnTo>
                      <a:pt x="158790" y="8982"/>
                    </a:lnTo>
                    <a:lnTo>
                      <a:pt x="195122" y="33477"/>
                    </a:lnTo>
                    <a:lnTo>
                      <a:pt x="219617" y="69809"/>
                    </a:lnTo>
                    <a:lnTo>
                      <a:pt x="228600" y="114300"/>
                    </a:lnTo>
                    <a:lnTo>
                      <a:pt x="219617" y="158790"/>
                    </a:lnTo>
                    <a:lnTo>
                      <a:pt x="195122" y="195122"/>
                    </a:lnTo>
                    <a:lnTo>
                      <a:pt x="158790" y="219617"/>
                    </a:lnTo>
                    <a:lnTo>
                      <a:pt x="114300" y="228600"/>
                    </a:lnTo>
                    <a:lnTo>
                      <a:pt x="69809" y="219617"/>
                    </a:lnTo>
                    <a:lnTo>
                      <a:pt x="33477" y="195122"/>
                    </a:lnTo>
                    <a:lnTo>
                      <a:pt x="8982" y="158790"/>
                    </a:lnTo>
                    <a:lnTo>
                      <a:pt x="0" y="1143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4A7EB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2692400" y="4762500"/>
                <a:ext cx="355600" cy="3683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2755900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2755900" y="48069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 extrusionOk="0">
                    <a:moveTo>
                      <a:pt x="0" y="114300"/>
                    </a:moveTo>
                    <a:lnTo>
                      <a:pt x="8982" y="69809"/>
                    </a:lnTo>
                    <a:lnTo>
                      <a:pt x="33477" y="33477"/>
                    </a:lnTo>
                    <a:lnTo>
                      <a:pt x="69809" y="8982"/>
                    </a:lnTo>
                    <a:lnTo>
                      <a:pt x="114300" y="0"/>
                    </a:lnTo>
                    <a:lnTo>
                      <a:pt x="158790" y="8982"/>
                    </a:lnTo>
                    <a:lnTo>
                      <a:pt x="195122" y="33477"/>
                    </a:lnTo>
                    <a:lnTo>
                      <a:pt x="219617" y="69809"/>
                    </a:lnTo>
                    <a:lnTo>
                      <a:pt x="228600" y="114300"/>
                    </a:lnTo>
                    <a:lnTo>
                      <a:pt x="219617" y="158790"/>
                    </a:lnTo>
                    <a:lnTo>
                      <a:pt x="195122" y="195122"/>
                    </a:lnTo>
                    <a:lnTo>
                      <a:pt x="158790" y="219617"/>
                    </a:lnTo>
                    <a:lnTo>
                      <a:pt x="114300" y="228600"/>
                    </a:lnTo>
                    <a:lnTo>
                      <a:pt x="69809" y="219617"/>
                    </a:lnTo>
                    <a:lnTo>
                      <a:pt x="33477" y="195122"/>
                    </a:lnTo>
                    <a:lnTo>
                      <a:pt x="8982" y="158790"/>
                    </a:lnTo>
                    <a:lnTo>
                      <a:pt x="0" y="1143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4A7EB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3390900" y="4762500"/>
                <a:ext cx="368300" cy="368300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3462782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3456432" y="4800600"/>
                <a:ext cx="241300" cy="241300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191000" y="4762500"/>
                <a:ext cx="355600" cy="3683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4254500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4248150" y="4800600"/>
                <a:ext cx="241300" cy="241300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4737100" y="4762500"/>
                <a:ext cx="355600" cy="3683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4800600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4794250" y="4800600"/>
                <a:ext cx="241300" cy="241300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5257800" y="3759200"/>
                <a:ext cx="368300" cy="368300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5316689" y="3803650"/>
                <a:ext cx="241300" cy="241300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5727700" y="3759200"/>
                <a:ext cx="355600" cy="368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5784850" y="3803650"/>
                <a:ext cx="241300" cy="2413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6032500" y="3759200"/>
                <a:ext cx="368300" cy="3683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p29"/>
              <p:cNvSpPr/>
              <p:nvPr/>
            </p:nvSpPr>
            <p:spPr>
              <a:xfrm>
                <a:off x="6102286" y="3803650"/>
                <a:ext cx="241300" cy="241300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29"/>
              <p:cNvSpPr/>
              <p:nvPr/>
            </p:nvSpPr>
            <p:spPr>
              <a:xfrm>
                <a:off x="4508500" y="3759200"/>
                <a:ext cx="355600" cy="368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29"/>
              <p:cNvSpPr/>
              <p:nvPr/>
            </p:nvSpPr>
            <p:spPr>
              <a:xfrm>
                <a:off x="4565650" y="3803650"/>
                <a:ext cx="241300" cy="2413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4076700" y="3759200"/>
                <a:ext cx="355600" cy="368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4133850" y="3803650"/>
                <a:ext cx="241300" cy="241300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3" name="Google Shape;1443;p29"/>
            <p:cNvSpPr txBox="1"/>
            <p:nvPr/>
          </p:nvSpPr>
          <p:spPr>
            <a:xfrm>
              <a:off x="1143000" y="4800600"/>
              <a:ext cx="1473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y=0 (benign)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44" name="Google Shape;1444;p29"/>
            <p:cNvSpPr txBox="1"/>
            <p:nvPr/>
          </p:nvSpPr>
          <p:spPr>
            <a:xfrm>
              <a:off x="914400" y="3516868"/>
              <a:ext cx="17812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y=1 (malignant)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45" name="Google Shape;1445;p29"/>
            <p:cNvSpPr txBox="1"/>
            <p:nvPr/>
          </p:nvSpPr>
          <p:spPr>
            <a:xfrm>
              <a:off x="5029200" y="5257800"/>
              <a:ext cx="16893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Tumor Size (x)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46" name="Google Shape;1446;p29"/>
            <p:cNvSpPr txBox="1"/>
            <p:nvPr/>
          </p:nvSpPr>
          <p:spPr>
            <a:xfrm>
              <a:off x="5638800" y="2971800"/>
              <a:ext cx="28050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Cancer (benign / malignant)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7" name="Google Shape;1447;p29"/>
          <p:cNvSpPr txBox="1"/>
          <p:nvPr/>
        </p:nvSpPr>
        <p:spPr>
          <a:xfrm>
            <a:off x="1988160" y="6163620"/>
            <a:ext cx="2682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Slide Credit: Eric Eaton</a:t>
            </a:r>
            <a:endParaRPr sz="16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90A793-34E3-3974-6F6B-B1290C3A51BA}"/>
                  </a:ext>
                </a:extLst>
              </p14:cNvPr>
              <p14:cNvContentPartPr/>
              <p14:nvPr/>
            </p14:nvContentPartPr>
            <p14:xfrm>
              <a:off x="1230480" y="711360"/>
              <a:ext cx="7026120" cy="2598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90A793-34E3-3974-6F6B-B1290C3A51B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21120" y="702000"/>
                <a:ext cx="7044840" cy="261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>
                <a:solidFill>
                  <a:srgbClr val="C00000"/>
                </a:solidFill>
              </a:rPr>
              <a:t>Supervised Learning: Classification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453" name="Google Shape;1453;p30"/>
          <p:cNvSpPr/>
          <p:nvPr/>
        </p:nvSpPr>
        <p:spPr>
          <a:xfrm>
            <a:off x="609600" y="1935480"/>
            <a:ext cx="7162800" cy="140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814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...,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8140" marR="0" lvl="0" indent="-34290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 a function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to predict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244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categorical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4" name="Google Shape;1454;p30"/>
          <p:cNvGrpSpPr/>
          <p:nvPr/>
        </p:nvGrpSpPr>
        <p:grpSpPr>
          <a:xfrm>
            <a:off x="601980" y="3340993"/>
            <a:ext cx="8191744" cy="2655332"/>
            <a:chOff x="914400" y="2971800"/>
            <a:chExt cx="8191744" cy="2655332"/>
          </a:xfrm>
        </p:grpSpPr>
        <p:grpSp>
          <p:nvGrpSpPr>
            <p:cNvPr id="1455" name="Google Shape;1455;p30"/>
            <p:cNvGrpSpPr/>
            <p:nvPr/>
          </p:nvGrpSpPr>
          <p:grpSpPr>
            <a:xfrm>
              <a:off x="2667000" y="3048000"/>
              <a:ext cx="6439144" cy="2564003"/>
              <a:chOff x="1955800" y="3406317"/>
              <a:chExt cx="4953190" cy="1972310"/>
            </a:xfrm>
          </p:grpSpPr>
          <p:sp>
            <p:nvSpPr>
              <p:cNvPr id="1456" name="Google Shape;1456;p30"/>
              <p:cNvSpPr/>
              <p:nvPr/>
            </p:nvSpPr>
            <p:spPr>
              <a:xfrm>
                <a:off x="2015702" y="3406317"/>
                <a:ext cx="171450" cy="197231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972310" extrusionOk="0">
                    <a:moveTo>
                      <a:pt x="104625" y="108267"/>
                    </a:moveTo>
                    <a:lnTo>
                      <a:pt x="66525" y="108267"/>
                    </a:lnTo>
                    <a:lnTo>
                      <a:pt x="66525" y="1972132"/>
                    </a:lnTo>
                    <a:lnTo>
                      <a:pt x="104625" y="1972132"/>
                    </a:lnTo>
                    <a:lnTo>
                      <a:pt x="104625" y="108267"/>
                    </a:lnTo>
                    <a:close/>
                  </a:path>
                  <a:path w="171450" h="1972310" extrusionOk="0">
                    <a:moveTo>
                      <a:pt x="85575" y="0"/>
                    </a:moveTo>
                    <a:lnTo>
                      <a:pt x="2441" y="142506"/>
                    </a:lnTo>
                    <a:lnTo>
                      <a:pt x="0" y="149668"/>
                    </a:lnTo>
                    <a:lnTo>
                      <a:pt x="474" y="156956"/>
                    </a:lnTo>
                    <a:lnTo>
                      <a:pt x="3646" y="163534"/>
                    </a:lnTo>
                    <a:lnTo>
                      <a:pt x="9299" y="168567"/>
                    </a:lnTo>
                    <a:lnTo>
                      <a:pt x="16455" y="171006"/>
                    </a:lnTo>
                    <a:lnTo>
                      <a:pt x="23742" y="170529"/>
                    </a:lnTo>
                    <a:lnTo>
                      <a:pt x="30319" y="167356"/>
                    </a:lnTo>
                    <a:lnTo>
                      <a:pt x="35347" y="161709"/>
                    </a:lnTo>
                    <a:lnTo>
                      <a:pt x="66525" y="108267"/>
                    </a:lnTo>
                    <a:lnTo>
                      <a:pt x="148725" y="108267"/>
                    </a:lnTo>
                    <a:lnTo>
                      <a:pt x="85575" y="0"/>
                    </a:lnTo>
                    <a:close/>
                  </a:path>
                  <a:path w="171450" h="1972310" extrusionOk="0">
                    <a:moveTo>
                      <a:pt x="148725" y="108267"/>
                    </a:moveTo>
                    <a:lnTo>
                      <a:pt x="104625" y="108267"/>
                    </a:lnTo>
                    <a:lnTo>
                      <a:pt x="135791" y="161709"/>
                    </a:lnTo>
                    <a:lnTo>
                      <a:pt x="140818" y="167356"/>
                    </a:lnTo>
                    <a:lnTo>
                      <a:pt x="147396" y="170529"/>
                    </a:lnTo>
                    <a:lnTo>
                      <a:pt x="154683" y="171006"/>
                    </a:lnTo>
                    <a:lnTo>
                      <a:pt x="161839" y="168567"/>
                    </a:lnTo>
                    <a:lnTo>
                      <a:pt x="167493" y="163534"/>
                    </a:lnTo>
                    <a:lnTo>
                      <a:pt x="170668" y="156956"/>
                    </a:lnTo>
                    <a:lnTo>
                      <a:pt x="171143" y="149668"/>
                    </a:lnTo>
                    <a:lnTo>
                      <a:pt x="168697" y="142506"/>
                    </a:lnTo>
                    <a:lnTo>
                      <a:pt x="148725" y="108267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30"/>
              <p:cNvSpPr/>
              <p:nvPr/>
            </p:nvSpPr>
            <p:spPr>
              <a:xfrm>
                <a:off x="1962975" y="4834915"/>
                <a:ext cx="4946015" cy="172085"/>
              </a:xfrm>
              <a:custGeom>
                <a:avLst/>
                <a:gdLst/>
                <a:ahLst/>
                <a:cxnLst/>
                <a:rect l="l" t="t" r="r" b="b"/>
                <a:pathLst>
                  <a:path w="4946015" h="172085" extrusionOk="0">
                    <a:moveTo>
                      <a:pt x="4793665" y="0"/>
                    </a:moveTo>
                    <a:lnTo>
                      <a:pt x="4784242" y="2476"/>
                    </a:lnTo>
                    <a:lnTo>
                      <a:pt x="4780000" y="5511"/>
                    </a:lnTo>
                    <a:lnTo>
                      <a:pt x="4777346" y="10058"/>
                    </a:lnTo>
                    <a:lnTo>
                      <a:pt x="4774906" y="17220"/>
                    </a:lnTo>
                    <a:lnTo>
                      <a:pt x="4775384" y="24507"/>
                    </a:lnTo>
                    <a:lnTo>
                      <a:pt x="4778557" y="31086"/>
                    </a:lnTo>
                    <a:lnTo>
                      <a:pt x="4784204" y="36118"/>
                    </a:lnTo>
                    <a:lnTo>
                      <a:pt x="4837645" y="67284"/>
                    </a:lnTo>
                    <a:lnTo>
                      <a:pt x="0" y="67284"/>
                    </a:lnTo>
                    <a:lnTo>
                      <a:pt x="0" y="105384"/>
                    </a:lnTo>
                    <a:lnTo>
                      <a:pt x="4837645" y="105384"/>
                    </a:lnTo>
                    <a:lnTo>
                      <a:pt x="4784204" y="136550"/>
                    </a:lnTo>
                    <a:lnTo>
                      <a:pt x="4778557" y="141583"/>
                    </a:lnTo>
                    <a:lnTo>
                      <a:pt x="4775384" y="148161"/>
                    </a:lnTo>
                    <a:lnTo>
                      <a:pt x="4774906" y="155449"/>
                    </a:lnTo>
                    <a:lnTo>
                      <a:pt x="4777346" y="162610"/>
                    </a:lnTo>
                    <a:lnTo>
                      <a:pt x="4782379" y="168257"/>
                    </a:lnTo>
                    <a:lnTo>
                      <a:pt x="4788957" y="171430"/>
                    </a:lnTo>
                    <a:lnTo>
                      <a:pt x="4796245" y="171908"/>
                    </a:lnTo>
                    <a:lnTo>
                      <a:pt x="4803406" y="169468"/>
                    </a:lnTo>
                    <a:lnTo>
                      <a:pt x="4945913" y="86334"/>
                    </a:lnTo>
                    <a:lnTo>
                      <a:pt x="4798860" y="558"/>
                    </a:lnTo>
                    <a:lnTo>
                      <a:pt x="4793665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30"/>
              <p:cNvSpPr/>
              <p:nvPr/>
            </p:nvSpPr>
            <p:spPr>
              <a:xfrm>
                <a:off x="1955800" y="3930650"/>
                <a:ext cx="2667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20000" extrusionOk="0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38100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30"/>
              <p:cNvSpPr/>
              <p:nvPr/>
            </p:nvSpPr>
            <p:spPr>
              <a:xfrm>
                <a:off x="2311400" y="4762500"/>
                <a:ext cx="355600" cy="3683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30"/>
              <p:cNvSpPr/>
              <p:nvPr/>
            </p:nvSpPr>
            <p:spPr>
              <a:xfrm>
                <a:off x="2374900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30"/>
              <p:cNvSpPr/>
              <p:nvPr/>
            </p:nvSpPr>
            <p:spPr>
              <a:xfrm>
                <a:off x="2368550" y="4800600"/>
                <a:ext cx="241300" cy="241300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30"/>
              <p:cNvSpPr/>
              <p:nvPr/>
            </p:nvSpPr>
            <p:spPr>
              <a:xfrm>
                <a:off x="2882900" y="4762500"/>
                <a:ext cx="355600" cy="3683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30"/>
              <p:cNvSpPr/>
              <p:nvPr/>
            </p:nvSpPr>
            <p:spPr>
              <a:xfrm>
                <a:off x="2946400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30"/>
              <p:cNvSpPr/>
              <p:nvPr/>
            </p:nvSpPr>
            <p:spPr>
              <a:xfrm>
                <a:off x="2946400" y="48069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 extrusionOk="0">
                    <a:moveTo>
                      <a:pt x="0" y="114300"/>
                    </a:moveTo>
                    <a:lnTo>
                      <a:pt x="8982" y="69809"/>
                    </a:lnTo>
                    <a:lnTo>
                      <a:pt x="33477" y="33477"/>
                    </a:lnTo>
                    <a:lnTo>
                      <a:pt x="69809" y="8982"/>
                    </a:lnTo>
                    <a:lnTo>
                      <a:pt x="114300" y="0"/>
                    </a:lnTo>
                    <a:lnTo>
                      <a:pt x="158790" y="8982"/>
                    </a:lnTo>
                    <a:lnTo>
                      <a:pt x="195122" y="33477"/>
                    </a:lnTo>
                    <a:lnTo>
                      <a:pt x="219617" y="69809"/>
                    </a:lnTo>
                    <a:lnTo>
                      <a:pt x="228600" y="114300"/>
                    </a:lnTo>
                    <a:lnTo>
                      <a:pt x="219617" y="158790"/>
                    </a:lnTo>
                    <a:lnTo>
                      <a:pt x="195122" y="195122"/>
                    </a:lnTo>
                    <a:lnTo>
                      <a:pt x="158790" y="219617"/>
                    </a:lnTo>
                    <a:lnTo>
                      <a:pt x="114300" y="228600"/>
                    </a:lnTo>
                    <a:lnTo>
                      <a:pt x="69809" y="219617"/>
                    </a:lnTo>
                    <a:lnTo>
                      <a:pt x="33477" y="195122"/>
                    </a:lnTo>
                    <a:lnTo>
                      <a:pt x="8982" y="158790"/>
                    </a:lnTo>
                    <a:lnTo>
                      <a:pt x="0" y="1143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4A7EB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30"/>
              <p:cNvSpPr/>
              <p:nvPr/>
            </p:nvSpPr>
            <p:spPr>
              <a:xfrm>
                <a:off x="2692400" y="4762500"/>
                <a:ext cx="355600" cy="3683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30"/>
              <p:cNvSpPr/>
              <p:nvPr/>
            </p:nvSpPr>
            <p:spPr>
              <a:xfrm>
                <a:off x="2755900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30"/>
              <p:cNvSpPr/>
              <p:nvPr/>
            </p:nvSpPr>
            <p:spPr>
              <a:xfrm>
                <a:off x="2755900" y="48069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 extrusionOk="0">
                    <a:moveTo>
                      <a:pt x="0" y="114300"/>
                    </a:moveTo>
                    <a:lnTo>
                      <a:pt x="8982" y="69809"/>
                    </a:lnTo>
                    <a:lnTo>
                      <a:pt x="33477" y="33477"/>
                    </a:lnTo>
                    <a:lnTo>
                      <a:pt x="69809" y="8982"/>
                    </a:lnTo>
                    <a:lnTo>
                      <a:pt x="114300" y="0"/>
                    </a:lnTo>
                    <a:lnTo>
                      <a:pt x="158790" y="8982"/>
                    </a:lnTo>
                    <a:lnTo>
                      <a:pt x="195122" y="33477"/>
                    </a:lnTo>
                    <a:lnTo>
                      <a:pt x="219617" y="69809"/>
                    </a:lnTo>
                    <a:lnTo>
                      <a:pt x="228600" y="114300"/>
                    </a:lnTo>
                    <a:lnTo>
                      <a:pt x="219617" y="158790"/>
                    </a:lnTo>
                    <a:lnTo>
                      <a:pt x="195122" y="195122"/>
                    </a:lnTo>
                    <a:lnTo>
                      <a:pt x="158790" y="219617"/>
                    </a:lnTo>
                    <a:lnTo>
                      <a:pt x="114300" y="228600"/>
                    </a:lnTo>
                    <a:lnTo>
                      <a:pt x="69809" y="219617"/>
                    </a:lnTo>
                    <a:lnTo>
                      <a:pt x="33477" y="195122"/>
                    </a:lnTo>
                    <a:lnTo>
                      <a:pt x="8982" y="158790"/>
                    </a:lnTo>
                    <a:lnTo>
                      <a:pt x="0" y="1143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4A7EB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30"/>
              <p:cNvSpPr/>
              <p:nvPr/>
            </p:nvSpPr>
            <p:spPr>
              <a:xfrm>
                <a:off x="3390900" y="4762500"/>
                <a:ext cx="368300" cy="368300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30"/>
              <p:cNvSpPr/>
              <p:nvPr/>
            </p:nvSpPr>
            <p:spPr>
              <a:xfrm>
                <a:off x="3462782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30"/>
              <p:cNvSpPr/>
              <p:nvPr/>
            </p:nvSpPr>
            <p:spPr>
              <a:xfrm>
                <a:off x="3456432" y="4800600"/>
                <a:ext cx="241300" cy="241300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30"/>
              <p:cNvSpPr/>
              <p:nvPr/>
            </p:nvSpPr>
            <p:spPr>
              <a:xfrm>
                <a:off x="4191000" y="4762500"/>
                <a:ext cx="355600" cy="3683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30"/>
              <p:cNvSpPr/>
              <p:nvPr/>
            </p:nvSpPr>
            <p:spPr>
              <a:xfrm>
                <a:off x="4254500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30"/>
              <p:cNvSpPr/>
              <p:nvPr/>
            </p:nvSpPr>
            <p:spPr>
              <a:xfrm>
                <a:off x="4248150" y="4800600"/>
                <a:ext cx="241300" cy="241300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30"/>
              <p:cNvSpPr/>
              <p:nvPr/>
            </p:nvSpPr>
            <p:spPr>
              <a:xfrm>
                <a:off x="4737100" y="4762500"/>
                <a:ext cx="355600" cy="3683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30"/>
              <p:cNvSpPr/>
              <p:nvPr/>
            </p:nvSpPr>
            <p:spPr>
              <a:xfrm>
                <a:off x="4800600" y="4806950"/>
                <a:ext cx="228600" cy="2286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30"/>
              <p:cNvSpPr/>
              <p:nvPr/>
            </p:nvSpPr>
            <p:spPr>
              <a:xfrm>
                <a:off x="4794250" y="4800600"/>
                <a:ext cx="241300" cy="241300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30"/>
              <p:cNvSpPr/>
              <p:nvPr/>
            </p:nvSpPr>
            <p:spPr>
              <a:xfrm>
                <a:off x="5257800" y="3759200"/>
                <a:ext cx="368300" cy="368300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30"/>
              <p:cNvSpPr/>
              <p:nvPr/>
            </p:nvSpPr>
            <p:spPr>
              <a:xfrm>
                <a:off x="5316689" y="3803650"/>
                <a:ext cx="241300" cy="241300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30"/>
              <p:cNvSpPr/>
              <p:nvPr/>
            </p:nvSpPr>
            <p:spPr>
              <a:xfrm>
                <a:off x="5727700" y="3759200"/>
                <a:ext cx="355600" cy="368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30"/>
              <p:cNvSpPr/>
              <p:nvPr/>
            </p:nvSpPr>
            <p:spPr>
              <a:xfrm>
                <a:off x="5784850" y="3803650"/>
                <a:ext cx="241300" cy="2413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30"/>
              <p:cNvSpPr/>
              <p:nvPr/>
            </p:nvSpPr>
            <p:spPr>
              <a:xfrm>
                <a:off x="6032500" y="3759200"/>
                <a:ext cx="368300" cy="3683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30"/>
              <p:cNvSpPr/>
              <p:nvPr/>
            </p:nvSpPr>
            <p:spPr>
              <a:xfrm>
                <a:off x="6102286" y="3803650"/>
                <a:ext cx="241300" cy="241300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30"/>
              <p:cNvSpPr/>
              <p:nvPr/>
            </p:nvSpPr>
            <p:spPr>
              <a:xfrm>
                <a:off x="4508500" y="3759200"/>
                <a:ext cx="355600" cy="368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30"/>
              <p:cNvSpPr/>
              <p:nvPr/>
            </p:nvSpPr>
            <p:spPr>
              <a:xfrm>
                <a:off x="4565650" y="3803650"/>
                <a:ext cx="241300" cy="2413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30"/>
              <p:cNvSpPr/>
              <p:nvPr/>
            </p:nvSpPr>
            <p:spPr>
              <a:xfrm>
                <a:off x="4076700" y="3759200"/>
                <a:ext cx="355600" cy="368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4133850" y="3803650"/>
                <a:ext cx="241300" cy="241300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7" name="Google Shape;1487;p30"/>
            <p:cNvSpPr txBox="1"/>
            <p:nvPr/>
          </p:nvSpPr>
          <p:spPr>
            <a:xfrm>
              <a:off x="1143000" y="4800600"/>
              <a:ext cx="14734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y=0 (benign)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88" name="Google Shape;1488;p30"/>
            <p:cNvSpPr txBox="1"/>
            <p:nvPr/>
          </p:nvSpPr>
          <p:spPr>
            <a:xfrm>
              <a:off x="914400" y="3516868"/>
              <a:ext cx="17812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y=1 (malignant)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89" name="Google Shape;1489;p30"/>
            <p:cNvSpPr txBox="1"/>
            <p:nvPr/>
          </p:nvSpPr>
          <p:spPr>
            <a:xfrm>
              <a:off x="5029200" y="5257800"/>
              <a:ext cx="16893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Tumor Size (x)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90" name="Google Shape;1490;p30"/>
            <p:cNvSpPr txBox="1"/>
            <p:nvPr/>
          </p:nvSpPr>
          <p:spPr>
            <a:xfrm>
              <a:off x="5638800" y="2971800"/>
              <a:ext cx="28050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Cancer (benign / malignant)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1" name="Google Shape;1491;p30"/>
          <p:cNvGrpSpPr/>
          <p:nvPr/>
        </p:nvGrpSpPr>
        <p:grpSpPr>
          <a:xfrm>
            <a:off x="2383237" y="5716330"/>
            <a:ext cx="6429820" cy="1205230"/>
            <a:chOff x="3359785" y="5715000"/>
            <a:chExt cx="4946015" cy="927100"/>
          </a:xfrm>
        </p:grpSpPr>
        <p:sp>
          <p:nvSpPr>
            <p:cNvPr id="1492" name="Google Shape;1492;p30"/>
            <p:cNvSpPr/>
            <p:nvPr/>
          </p:nvSpPr>
          <p:spPr>
            <a:xfrm>
              <a:off x="3359785" y="6076078"/>
              <a:ext cx="4946015" cy="172085"/>
            </a:xfrm>
            <a:custGeom>
              <a:avLst/>
              <a:gdLst/>
              <a:ahLst/>
              <a:cxnLst/>
              <a:rect l="l" t="t" r="r" b="b"/>
              <a:pathLst>
                <a:path w="4946015" h="172085" extrusionOk="0">
                  <a:moveTo>
                    <a:pt x="4793665" y="0"/>
                  </a:moveTo>
                  <a:lnTo>
                    <a:pt x="4784242" y="2481"/>
                  </a:lnTo>
                  <a:lnTo>
                    <a:pt x="4780000" y="5520"/>
                  </a:lnTo>
                  <a:lnTo>
                    <a:pt x="4777346" y="10064"/>
                  </a:lnTo>
                  <a:lnTo>
                    <a:pt x="4774906" y="17223"/>
                  </a:lnTo>
                  <a:lnTo>
                    <a:pt x="4775384" y="24511"/>
                  </a:lnTo>
                  <a:lnTo>
                    <a:pt x="4778557" y="31088"/>
                  </a:lnTo>
                  <a:lnTo>
                    <a:pt x="4784204" y="36118"/>
                  </a:lnTo>
                  <a:lnTo>
                    <a:pt x="4837645" y="67288"/>
                  </a:lnTo>
                  <a:lnTo>
                    <a:pt x="0" y="67288"/>
                  </a:lnTo>
                  <a:lnTo>
                    <a:pt x="0" y="105388"/>
                  </a:lnTo>
                  <a:lnTo>
                    <a:pt x="4837645" y="105388"/>
                  </a:lnTo>
                  <a:lnTo>
                    <a:pt x="4784204" y="136558"/>
                  </a:lnTo>
                  <a:lnTo>
                    <a:pt x="4778557" y="141587"/>
                  </a:lnTo>
                  <a:lnTo>
                    <a:pt x="4775384" y="148164"/>
                  </a:lnTo>
                  <a:lnTo>
                    <a:pt x="4774906" y="155452"/>
                  </a:lnTo>
                  <a:lnTo>
                    <a:pt x="4777346" y="162612"/>
                  </a:lnTo>
                  <a:lnTo>
                    <a:pt x="4782379" y="168262"/>
                  </a:lnTo>
                  <a:lnTo>
                    <a:pt x="4788957" y="171436"/>
                  </a:lnTo>
                  <a:lnTo>
                    <a:pt x="4796245" y="171911"/>
                  </a:lnTo>
                  <a:lnTo>
                    <a:pt x="4803406" y="169467"/>
                  </a:lnTo>
                  <a:lnTo>
                    <a:pt x="4945913" y="86338"/>
                  </a:lnTo>
                  <a:lnTo>
                    <a:pt x="4798860" y="557"/>
                  </a:lnTo>
                  <a:lnTo>
                    <a:pt x="479366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30"/>
            <p:cNvSpPr/>
            <p:nvPr/>
          </p:nvSpPr>
          <p:spPr>
            <a:xfrm>
              <a:off x="3695510" y="6019800"/>
              <a:ext cx="368300" cy="3683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30"/>
            <p:cNvSpPr/>
            <p:nvPr/>
          </p:nvSpPr>
          <p:spPr>
            <a:xfrm>
              <a:off x="3767392" y="6060817"/>
              <a:ext cx="228600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30"/>
            <p:cNvSpPr/>
            <p:nvPr/>
          </p:nvSpPr>
          <p:spPr>
            <a:xfrm>
              <a:off x="3761042" y="6054467"/>
              <a:ext cx="241300" cy="241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30"/>
            <p:cNvSpPr/>
            <p:nvPr/>
          </p:nvSpPr>
          <p:spPr>
            <a:xfrm>
              <a:off x="4267010" y="6019800"/>
              <a:ext cx="368300" cy="3683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30"/>
            <p:cNvSpPr/>
            <p:nvPr/>
          </p:nvSpPr>
          <p:spPr>
            <a:xfrm>
              <a:off x="4338892" y="6060817"/>
              <a:ext cx="228600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30"/>
            <p:cNvSpPr/>
            <p:nvPr/>
          </p:nvSpPr>
          <p:spPr>
            <a:xfrm>
              <a:off x="4338892" y="60608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30"/>
            <p:cNvSpPr/>
            <p:nvPr/>
          </p:nvSpPr>
          <p:spPr>
            <a:xfrm>
              <a:off x="4076510" y="6019800"/>
              <a:ext cx="368300" cy="3683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30"/>
            <p:cNvSpPr/>
            <p:nvPr/>
          </p:nvSpPr>
          <p:spPr>
            <a:xfrm>
              <a:off x="4148392" y="6060817"/>
              <a:ext cx="228600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30"/>
            <p:cNvSpPr/>
            <p:nvPr/>
          </p:nvSpPr>
          <p:spPr>
            <a:xfrm>
              <a:off x="4148392" y="60608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30"/>
            <p:cNvSpPr/>
            <p:nvPr/>
          </p:nvSpPr>
          <p:spPr>
            <a:xfrm>
              <a:off x="4787710" y="6019800"/>
              <a:ext cx="368300" cy="36830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30"/>
            <p:cNvSpPr/>
            <p:nvPr/>
          </p:nvSpPr>
          <p:spPr>
            <a:xfrm>
              <a:off x="4855274" y="6060817"/>
              <a:ext cx="228600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30"/>
            <p:cNvSpPr/>
            <p:nvPr/>
          </p:nvSpPr>
          <p:spPr>
            <a:xfrm>
              <a:off x="4848924" y="6054467"/>
              <a:ext cx="241300" cy="241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30"/>
            <p:cNvSpPr/>
            <p:nvPr/>
          </p:nvSpPr>
          <p:spPr>
            <a:xfrm>
              <a:off x="5575110" y="6019800"/>
              <a:ext cx="368300" cy="3683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30"/>
            <p:cNvSpPr/>
            <p:nvPr/>
          </p:nvSpPr>
          <p:spPr>
            <a:xfrm>
              <a:off x="5646992" y="6060817"/>
              <a:ext cx="228600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30"/>
            <p:cNvSpPr/>
            <p:nvPr/>
          </p:nvSpPr>
          <p:spPr>
            <a:xfrm>
              <a:off x="5646992" y="60608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30"/>
            <p:cNvSpPr/>
            <p:nvPr/>
          </p:nvSpPr>
          <p:spPr>
            <a:xfrm>
              <a:off x="6121210" y="6019800"/>
              <a:ext cx="368300" cy="3683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30"/>
            <p:cNvSpPr/>
            <p:nvPr/>
          </p:nvSpPr>
          <p:spPr>
            <a:xfrm>
              <a:off x="6193092" y="6060817"/>
              <a:ext cx="228600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30"/>
            <p:cNvSpPr/>
            <p:nvPr/>
          </p:nvSpPr>
          <p:spPr>
            <a:xfrm>
              <a:off x="6193092" y="60608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30"/>
            <p:cNvSpPr/>
            <p:nvPr/>
          </p:nvSpPr>
          <p:spPr>
            <a:xfrm>
              <a:off x="6654610" y="6032500"/>
              <a:ext cx="368300" cy="3683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30"/>
            <p:cNvSpPr/>
            <p:nvPr/>
          </p:nvSpPr>
          <p:spPr>
            <a:xfrm>
              <a:off x="6713499" y="6067167"/>
              <a:ext cx="241300" cy="24130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30"/>
            <p:cNvSpPr/>
            <p:nvPr/>
          </p:nvSpPr>
          <p:spPr>
            <a:xfrm>
              <a:off x="7124510" y="6032500"/>
              <a:ext cx="355600" cy="36830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30"/>
            <p:cNvSpPr/>
            <p:nvPr/>
          </p:nvSpPr>
          <p:spPr>
            <a:xfrm>
              <a:off x="7181660" y="6067167"/>
              <a:ext cx="241300" cy="24130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30"/>
            <p:cNvSpPr/>
            <p:nvPr/>
          </p:nvSpPr>
          <p:spPr>
            <a:xfrm>
              <a:off x="7429310" y="6032500"/>
              <a:ext cx="368300" cy="36830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30"/>
            <p:cNvSpPr/>
            <p:nvPr/>
          </p:nvSpPr>
          <p:spPr>
            <a:xfrm>
              <a:off x="7499096" y="6067167"/>
              <a:ext cx="241300" cy="24130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30"/>
            <p:cNvSpPr/>
            <p:nvPr/>
          </p:nvSpPr>
          <p:spPr>
            <a:xfrm>
              <a:off x="5905310" y="6032500"/>
              <a:ext cx="355600" cy="36830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30"/>
            <p:cNvSpPr/>
            <p:nvPr/>
          </p:nvSpPr>
          <p:spPr>
            <a:xfrm>
              <a:off x="5968810" y="60735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114300" y="0"/>
                  </a:moveTo>
                  <a:lnTo>
                    <a:pt x="69806" y="8982"/>
                  </a:lnTo>
                  <a:lnTo>
                    <a:pt x="33475" y="33477"/>
                  </a:lnTo>
                  <a:lnTo>
                    <a:pt x="8981" y="69809"/>
                  </a:lnTo>
                  <a:lnTo>
                    <a:pt x="0" y="114300"/>
                  </a:lnTo>
                  <a:lnTo>
                    <a:pt x="8981" y="158790"/>
                  </a:lnTo>
                  <a:lnTo>
                    <a:pt x="33475" y="195122"/>
                  </a:lnTo>
                  <a:lnTo>
                    <a:pt x="69806" y="219617"/>
                  </a:lnTo>
                  <a:lnTo>
                    <a:pt x="114300" y="228600"/>
                  </a:lnTo>
                  <a:lnTo>
                    <a:pt x="158793" y="219617"/>
                  </a:lnTo>
                  <a:lnTo>
                    <a:pt x="195124" y="195122"/>
                  </a:lnTo>
                  <a:lnTo>
                    <a:pt x="219618" y="158790"/>
                  </a:lnTo>
                  <a:lnTo>
                    <a:pt x="228600" y="114300"/>
                  </a:lnTo>
                  <a:lnTo>
                    <a:pt x="219618" y="69809"/>
                  </a:lnTo>
                  <a:lnTo>
                    <a:pt x="195124" y="33477"/>
                  </a:lnTo>
                  <a:lnTo>
                    <a:pt x="158793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30"/>
            <p:cNvSpPr/>
            <p:nvPr/>
          </p:nvSpPr>
          <p:spPr>
            <a:xfrm>
              <a:off x="5968810" y="60735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30"/>
            <p:cNvSpPr/>
            <p:nvPr/>
          </p:nvSpPr>
          <p:spPr>
            <a:xfrm>
              <a:off x="5473510" y="6032500"/>
              <a:ext cx="355600" cy="36830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30"/>
            <p:cNvSpPr/>
            <p:nvPr/>
          </p:nvSpPr>
          <p:spPr>
            <a:xfrm>
              <a:off x="5537010" y="60735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114300" y="0"/>
                  </a:moveTo>
                  <a:lnTo>
                    <a:pt x="69806" y="8982"/>
                  </a:lnTo>
                  <a:lnTo>
                    <a:pt x="33475" y="33477"/>
                  </a:lnTo>
                  <a:lnTo>
                    <a:pt x="8981" y="69809"/>
                  </a:lnTo>
                  <a:lnTo>
                    <a:pt x="0" y="114300"/>
                  </a:lnTo>
                  <a:lnTo>
                    <a:pt x="8981" y="158790"/>
                  </a:lnTo>
                  <a:lnTo>
                    <a:pt x="33475" y="195122"/>
                  </a:lnTo>
                  <a:lnTo>
                    <a:pt x="69806" y="219617"/>
                  </a:lnTo>
                  <a:lnTo>
                    <a:pt x="114300" y="228600"/>
                  </a:lnTo>
                  <a:lnTo>
                    <a:pt x="158793" y="219617"/>
                  </a:lnTo>
                  <a:lnTo>
                    <a:pt x="195124" y="195122"/>
                  </a:lnTo>
                  <a:lnTo>
                    <a:pt x="219618" y="158790"/>
                  </a:lnTo>
                  <a:lnTo>
                    <a:pt x="228600" y="114300"/>
                  </a:lnTo>
                  <a:lnTo>
                    <a:pt x="219618" y="69809"/>
                  </a:lnTo>
                  <a:lnTo>
                    <a:pt x="195124" y="33477"/>
                  </a:lnTo>
                  <a:lnTo>
                    <a:pt x="158793" y="8982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30"/>
            <p:cNvSpPr/>
            <p:nvPr/>
          </p:nvSpPr>
          <p:spPr>
            <a:xfrm>
              <a:off x="5537010" y="60735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30"/>
            <p:cNvSpPr/>
            <p:nvPr/>
          </p:nvSpPr>
          <p:spPr>
            <a:xfrm>
              <a:off x="5892610" y="5715000"/>
              <a:ext cx="152400" cy="927100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30"/>
            <p:cNvSpPr/>
            <p:nvPr/>
          </p:nvSpPr>
          <p:spPr>
            <a:xfrm>
              <a:off x="5968810" y="5753100"/>
              <a:ext cx="0" cy="796290"/>
            </a:xfrm>
            <a:custGeom>
              <a:avLst/>
              <a:gdLst/>
              <a:ahLst/>
              <a:cxnLst/>
              <a:rect l="l" t="t" r="r" b="b"/>
              <a:pathLst>
                <a:path w="120000" h="796290" extrusionOk="0">
                  <a:moveTo>
                    <a:pt x="0" y="0"/>
                  </a:moveTo>
                  <a:lnTo>
                    <a:pt x="0" y="796091"/>
                  </a:lnTo>
                </a:path>
              </a:pathLst>
            </a:custGeom>
            <a:noFill/>
            <a:ln w="25400" cap="flat" cmpd="sng">
              <a:solidFill>
                <a:srgbClr val="4F81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5" name="Google Shape;1525;p30"/>
          <p:cNvSpPr txBox="1"/>
          <p:nvPr/>
        </p:nvSpPr>
        <p:spPr>
          <a:xfrm>
            <a:off x="5568458" y="1907133"/>
            <a:ext cx="3115020" cy="6463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Learnt classifier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x&gt;T, malignant else benign</a:t>
            </a:r>
            <a:endParaRPr sz="1800" b="0" i="0" u="none" strike="noStrike" cap="non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C6CBA6-76FB-30B3-FE20-58D0FE463EFD}"/>
                  </a:ext>
                </a:extLst>
              </p14:cNvPr>
              <p14:cNvContentPartPr/>
              <p14:nvPr/>
            </p14:nvContentPartPr>
            <p14:xfrm>
              <a:off x="677520" y="2160000"/>
              <a:ext cx="8441280" cy="4651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C6CBA6-76FB-30B3-FE20-58D0FE463EF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8160" y="2150640"/>
                <a:ext cx="8460000" cy="467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3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Supervised Learning: Classification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537" name="Google Shape;1537;p32"/>
          <p:cNvSpPr/>
          <p:nvPr/>
        </p:nvSpPr>
        <p:spPr>
          <a:xfrm>
            <a:off x="371856" y="1861707"/>
            <a:ext cx="7162800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multi-dimensional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Each dimension corresponds to an attribute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2"/>
          <p:cNvSpPr txBox="1"/>
          <p:nvPr/>
        </p:nvSpPr>
        <p:spPr>
          <a:xfrm>
            <a:off x="5568458" y="1907133"/>
            <a:ext cx="3262432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Increasing Feature Dimension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32"/>
          <p:cNvSpPr txBox="1"/>
          <p:nvPr/>
        </p:nvSpPr>
        <p:spPr>
          <a:xfrm>
            <a:off x="5597906" y="2699262"/>
            <a:ext cx="38735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6675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rebuchet MS"/>
              <a:buChar char="-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Clump Thickness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rebuchet MS"/>
              <a:buChar char="-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Uniformity of Cell Size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rebuchet MS"/>
              <a:buChar char="-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Uniformity of Cell Shape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0" name="Google Shape;1540;p32"/>
          <p:cNvGrpSpPr/>
          <p:nvPr/>
        </p:nvGrpSpPr>
        <p:grpSpPr>
          <a:xfrm>
            <a:off x="533400" y="3048000"/>
            <a:ext cx="4099900" cy="3161230"/>
            <a:chOff x="459740" y="2841536"/>
            <a:chExt cx="4099900" cy="3161230"/>
          </a:xfrm>
        </p:grpSpPr>
        <p:sp>
          <p:nvSpPr>
            <p:cNvPr id="1541" name="Google Shape;1541;p32"/>
            <p:cNvSpPr/>
            <p:nvPr/>
          </p:nvSpPr>
          <p:spPr>
            <a:xfrm>
              <a:off x="1039900" y="2841536"/>
              <a:ext cx="171450" cy="2726055"/>
            </a:xfrm>
            <a:custGeom>
              <a:avLst/>
              <a:gdLst/>
              <a:ahLst/>
              <a:cxnLst/>
              <a:rect l="l" t="t" r="r" b="b"/>
              <a:pathLst>
                <a:path w="171450" h="2726054" extrusionOk="0">
                  <a:moveTo>
                    <a:pt x="104623" y="108267"/>
                  </a:moveTo>
                  <a:lnTo>
                    <a:pt x="66523" y="108267"/>
                  </a:lnTo>
                  <a:lnTo>
                    <a:pt x="66522" y="2725623"/>
                  </a:lnTo>
                  <a:lnTo>
                    <a:pt x="104622" y="2725623"/>
                  </a:lnTo>
                  <a:lnTo>
                    <a:pt x="104623" y="108267"/>
                  </a:lnTo>
                  <a:close/>
                </a:path>
                <a:path w="171450" h="2726054" extrusionOk="0">
                  <a:moveTo>
                    <a:pt x="85573" y="0"/>
                  </a:moveTo>
                  <a:lnTo>
                    <a:pt x="2443" y="142506"/>
                  </a:lnTo>
                  <a:lnTo>
                    <a:pt x="0" y="149668"/>
                  </a:lnTo>
                  <a:lnTo>
                    <a:pt x="475" y="156956"/>
                  </a:lnTo>
                  <a:lnTo>
                    <a:pt x="3648" y="163534"/>
                  </a:lnTo>
                  <a:lnTo>
                    <a:pt x="9299" y="168567"/>
                  </a:lnTo>
                  <a:lnTo>
                    <a:pt x="16459" y="171006"/>
                  </a:lnTo>
                  <a:lnTo>
                    <a:pt x="23746" y="170529"/>
                  </a:lnTo>
                  <a:lnTo>
                    <a:pt x="30323" y="167356"/>
                  </a:lnTo>
                  <a:lnTo>
                    <a:pt x="35353" y="161709"/>
                  </a:lnTo>
                  <a:lnTo>
                    <a:pt x="66523" y="108267"/>
                  </a:lnTo>
                  <a:lnTo>
                    <a:pt x="148730" y="108267"/>
                  </a:lnTo>
                  <a:lnTo>
                    <a:pt x="85573" y="0"/>
                  </a:lnTo>
                  <a:close/>
                </a:path>
                <a:path w="171450" h="2726054" extrusionOk="0">
                  <a:moveTo>
                    <a:pt x="148730" y="108267"/>
                  </a:moveTo>
                  <a:lnTo>
                    <a:pt x="104623" y="108267"/>
                  </a:lnTo>
                  <a:lnTo>
                    <a:pt x="135793" y="161709"/>
                  </a:lnTo>
                  <a:lnTo>
                    <a:pt x="140822" y="167356"/>
                  </a:lnTo>
                  <a:lnTo>
                    <a:pt x="147399" y="170529"/>
                  </a:lnTo>
                  <a:lnTo>
                    <a:pt x="154687" y="171006"/>
                  </a:lnTo>
                  <a:lnTo>
                    <a:pt x="161847" y="168567"/>
                  </a:lnTo>
                  <a:lnTo>
                    <a:pt x="167497" y="163534"/>
                  </a:lnTo>
                  <a:lnTo>
                    <a:pt x="170671" y="156956"/>
                  </a:lnTo>
                  <a:lnTo>
                    <a:pt x="171146" y="149668"/>
                  </a:lnTo>
                  <a:lnTo>
                    <a:pt x="168703" y="142506"/>
                  </a:lnTo>
                  <a:lnTo>
                    <a:pt x="148730" y="108267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32"/>
            <p:cNvSpPr/>
            <p:nvPr/>
          </p:nvSpPr>
          <p:spPr>
            <a:xfrm>
              <a:off x="961095" y="5328424"/>
              <a:ext cx="3598545" cy="172085"/>
            </a:xfrm>
            <a:custGeom>
              <a:avLst/>
              <a:gdLst/>
              <a:ahLst/>
              <a:cxnLst/>
              <a:rect l="l" t="t" r="r" b="b"/>
              <a:pathLst>
                <a:path w="3598545" h="172085" extrusionOk="0">
                  <a:moveTo>
                    <a:pt x="3446134" y="0"/>
                  </a:moveTo>
                  <a:lnTo>
                    <a:pt x="3436698" y="2476"/>
                  </a:lnTo>
                  <a:lnTo>
                    <a:pt x="3432456" y="5511"/>
                  </a:lnTo>
                  <a:lnTo>
                    <a:pt x="3429815" y="10058"/>
                  </a:lnTo>
                  <a:lnTo>
                    <a:pt x="3427368" y="17220"/>
                  </a:lnTo>
                  <a:lnTo>
                    <a:pt x="3427842" y="24507"/>
                  </a:lnTo>
                  <a:lnTo>
                    <a:pt x="3431013" y="31086"/>
                  </a:lnTo>
                  <a:lnTo>
                    <a:pt x="3436660" y="36118"/>
                  </a:lnTo>
                  <a:lnTo>
                    <a:pt x="3490102" y="67284"/>
                  </a:lnTo>
                  <a:lnTo>
                    <a:pt x="0" y="67284"/>
                  </a:lnTo>
                  <a:lnTo>
                    <a:pt x="0" y="105384"/>
                  </a:lnTo>
                  <a:lnTo>
                    <a:pt x="3490102" y="105384"/>
                  </a:lnTo>
                  <a:lnTo>
                    <a:pt x="3436660" y="136550"/>
                  </a:lnTo>
                  <a:lnTo>
                    <a:pt x="3431013" y="141583"/>
                  </a:lnTo>
                  <a:lnTo>
                    <a:pt x="3427842" y="148161"/>
                  </a:lnTo>
                  <a:lnTo>
                    <a:pt x="3427368" y="155449"/>
                  </a:lnTo>
                  <a:lnTo>
                    <a:pt x="3429815" y="162610"/>
                  </a:lnTo>
                  <a:lnTo>
                    <a:pt x="3434840" y="168257"/>
                  </a:lnTo>
                  <a:lnTo>
                    <a:pt x="3441415" y="171430"/>
                  </a:lnTo>
                  <a:lnTo>
                    <a:pt x="3448701" y="171908"/>
                  </a:lnTo>
                  <a:lnTo>
                    <a:pt x="3455863" y="169468"/>
                  </a:lnTo>
                  <a:lnTo>
                    <a:pt x="3598369" y="86334"/>
                  </a:lnTo>
                  <a:lnTo>
                    <a:pt x="3451316" y="558"/>
                  </a:lnTo>
                  <a:lnTo>
                    <a:pt x="344613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32"/>
            <p:cNvSpPr txBox="1"/>
            <p:nvPr/>
          </p:nvSpPr>
          <p:spPr>
            <a:xfrm>
              <a:off x="2180398" y="5672566"/>
              <a:ext cx="1428433" cy="3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Tumor Size</a:t>
              </a:r>
              <a:endParaRPr sz="20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44" name="Google Shape;1544;p32"/>
            <p:cNvSpPr txBox="1"/>
            <p:nvPr/>
          </p:nvSpPr>
          <p:spPr>
            <a:xfrm>
              <a:off x="459740" y="4044200"/>
              <a:ext cx="518692" cy="33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Age</a:t>
              </a:r>
              <a:endParaRPr sz="20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45" name="Google Shape;1545;p32"/>
            <p:cNvSpPr/>
            <p:nvPr/>
          </p:nvSpPr>
          <p:spPr>
            <a:xfrm>
              <a:off x="3124200" y="4787900"/>
              <a:ext cx="368300" cy="368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32"/>
            <p:cNvSpPr/>
            <p:nvPr/>
          </p:nvSpPr>
          <p:spPr>
            <a:xfrm>
              <a:off x="3190214" y="4837671"/>
              <a:ext cx="228599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32"/>
            <p:cNvSpPr/>
            <p:nvPr/>
          </p:nvSpPr>
          <p:spPr>
            <a:xfrm>
              <a:off x="3183864" y="4831321"/>
              <a:ext cx="241300" cy="241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32"/>
            <p:cNvSpPr/>
            <p:nvPr/>
          </p:nvSpPr>
          <p:spPr>
            <a:xfrm>
              <a:off x="1435100" y="4749800"/>
              <a:ext cx="368300" cy="368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32"/>
            <p:cNvSpPr/>
            <p:nvPr/>
          </p:nvSpPr>
          <p:spPr>
            <a:xfrm>
              <a:off x="1506982" y="4799571"/>
              <a:ext cx="228600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32"/>
            <p:cNvSpPr/>
            <p:nvPr/>
          </p:nvSpPr>
          <p:spPr>
            <a:xfrm>
              <a:off x="1500631" y="4793221"/>
              <a:ext cx="241300" cy="241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32"/>
            <p:cNvSpPr/>
            <p:nvPr/>
          </p:nvSpPr>
          <p:spPr>
            <a:xfrm>
              <a:off x="2540000" y="4254500"/>
              <a:ext cx="368300" cy="3683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32"/>
            <p:cNvSpPr/>
            <p:nvPr/>
          </p:nvSpPr>
          <p:spPr>
            <a:xfrm>
              <a:off x="2611882" y="4295952"/>
              <a:ext cx="228600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32"/>
            <p:cNvSpPr/>
            <p:nvPr/>
          </p:nvSpPr>
          <p:spPr>
            <a:xfrm>
              <a:off x="2605532" y="4289602"/>
              <a:ext cx="241300" cy="241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32"/>
            <p:cNvSpPr/>
            <p:nvPr/>
          </p:nvSpPr>
          <p:spPr>
            <a:xfrm>
              <a:off x="2768600" y="5016500"/>
              <a:ext cx="368300" cy="368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32"/>
            <p:cNvSpPr/>
            <p:nvPr/>
          </p:nvSpPr>
          <p:spPr>
            <a:xfrm>
              <a:off x="2840482" y="5066271"/>
              <a:ext cx="228600" cy="2285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32"/>
            <p:cNvSpPr/>
            <p:nvPr/>
          </p:nvSpPr>
          <p:spPr>
            <a:xfrm>
              <a:off x="2834132" y="5059921"/>
              <a:ext cx="241300" cy="241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32"/>
            <p:cNvSpPr/>
            <p:nvPr/>
          </p:nvSpPr>
          <p:spPr>
            <a:xfrm>
              <a:off x="1765300" y="3975100"/>
              <a:ext cx="368300" cy="368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32"/>
            <p:cNvSpPr/>
            <p:nvPr/>
          </p:nvSpPr>
          <p:spPr>
            <a:xfrm>
              <a:off x="1830641" y="4023880"/>
              <a:ext cx="228600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32"/>
            <p:cNvSpPr/>
            <p:nvPr/>
          </p:nvSpPr>
          <p:spPr>
            <a:xfrm>
              <a:off x="1824291" y="4017530"/>
              <a:ext cx="241300" cy="241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32"/>
            <p:cNvSpPr/>
            <p:nvPr/>
          </p:nvSpPr>
          <p:spPr>
            <a:xfrm>
              <a:off x="3009900" y="3517900"/>
              <a:ext cx="368300" cy="3683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32"/>
            <p:cNvSpPr/>
            <p:nvPr/>
          </p:nvSpPr>
          <p:spPr>
            <a:xfrm>
              <a:off x="3069564" y="3560330"/>
              <a:ext cx="241300" cy="24130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32"/>
            <p:cNvSpPr/>
            <p:nvPr/>
          </p:nvSpPr>
          <p:spPr>
            <a:xfrm>
              <a:off x="2146300" y="3149600"/>
              <a:ext cx="355600" cy="3683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32"/>
            <p:cNvSpPr/>
            <p:nvPr/>
          </p:nvSpPr>
          <p:spPr>
            <a:xfrm>
              <a:off x="2203450" y="3194050"/>
              <a:ext cx="241300" cy="24130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32"/>
            <p:cNvSpPr/>
            <p:nvPr/>
          </p:nvSpPr>
          <p:spPr>
            <a:xfrm>
              <a:off x="3848100" y="4521200"/>
              <a:ext cx="368300" cy="36830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32"/>
            <p:cNvSpPr/>
            <p:nvPr/>
          </p:nvSpPr>
          <p:spPr>
            <a:xfrm>
              <a:off x="3909314" y="4564621"/>
              <a:ext cx="241300" cy="2413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32"/>
            <p:cNvSpPr/>
            <p:nvPr/>
          </p:nvSpPr>
          <p:spPr>
            <a:xfrm>
              <a:off x="3619500" y="3517900"/>
              <a:ext cx="368300" cy="36830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32"/>
            <p:cNvSpPr/>
            <p:nvPr/>
          </p:nvSpPr>
          <p:spPr>
            <a:xfrm>
              <a:off x="3680714" y="3559302"/>
              <a:ext cx="241300" cy="2413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32"/>
            <p:cNvSpPr/>
            <p:nvPr/>
          </p:nvSpPr>
          <p:spPr>
            <a:xfrm>
              <a:off x="3543300" y="3086100"/>
              <a:ext cx="368300" cy="368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32"/>
            <p:cNvSpPr/>
            <p:nvPr/>
          </p:nvSpPr>
          <p:spPr>
            <a:xfrm>
              <a:off x="3608832" y="3129521"/>
              <a:ext cx="241300" cy="24130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32"/>
            <p:cNvSpPr/>
            <p:nvPr/>
          </p:nvSpPr>
          <p:spPr>
            <a:xfrm>
              <a:off x="1536700" y="3086100"/>
              <a:ext cx="2819400" cy="228600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32"/>
            <p:cNvSpPr/>
            <p:nvPr/>
          </p:nvSpPr>
          <p:spPr>
            <a:xfrm>
              <a:off x="1612900" y="3135871"/>
              <a:ext cx="2667000" cy="2144395"/>
            </a:xfrm>
            <a:custGeom>
              <a:avLst/>
              <a:gdLst/>
              <a:ahLst/>
              <a:cxnLst/>
              <a:rect l="l" t="t" r="r" b="b"/>
              <a:pathLst>
                <a:path w="2667000" h="2144395" extrusionOk="0">
                  <a:moveTo>
                    <a:pt x="0" y="0"/>
                  </a:moveTo>
                  <a:lnTo>
                    <a:pt x="2667001" y="2144161"/>
                  </a:lnTo>
                </a:path>
              </a:pathLst>
            </a:custGeom>
            <a:noFill/>
            <a:ln w="25400" cap="flat" cmpd="sng">
              <a:solidFill>
                <a:srgbClr val="4F81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FD2442C-2A55-F46D-BFB6-5FF45376DA6D}"/>
                  </a:ext>
                </a:extLst>
              </p14:cNvPr>
              <p14:cNvContentPartPr/>
              <p14:nvPr/>
            </p14:nvContentPartPr>
            <p14:xfrm>
              <a:off x="1641960" y="2914920"/>
              <a:ext cx="7013880" cy="2936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FD2442C-2A55-F46D-BFB6-5FF45376DA6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32600" y="2905560"/>
                <a:ext cx="7032600" cy="295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Classification Applications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531" name="Google Shape;1531;p31"/>
          <p:cNvSpPr/>
          <p:nvPr/>
        </p:nvSpPr>
        <p:spPr>
          <a:xfrm>
            <a:off x="320040" y="1600200"/>
            <a:ext cx="7162800" cy="355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Image Classification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Face recognition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Spam filters – Specific Controls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 tagging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Fraud detection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3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Supervised Learning Techniques / Algorithms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577" name="Google Shape;1577;p33"/>
          <p:cNvSpPr/>
          <p:nvPr/>
        </p:nvSpPr>
        <p:spPr>
          <a:xfrm>
            <a:off x="320040" y="1600200"/>
            <a:ext cx="7162800" cy="4126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Naïve Bayes Classifiers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Vector Machines (SVMs)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Trees and Random Forests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Neural networks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538E1D-89A0-911B-72FA-A35E4F0B8CAF}"/>
                  </a:ext>
                </a:extLst>
              </p14:cNvPr>
              <p14:cNvContentPartPr/>
              <p14:nvPr/>
            </p14:nvContentPartPr>
            <p14:xfrm>
              <a:off x="3725640" y="1585800"/>
              <a:ext cx="3601080" cy="2550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538E1D-89A0-911B-72FA-A35E4F0B8C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6280" y="1576440"/>
                <a:ext cx="3619800" cy="256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34"/>
          <p:cNvSpPr/>
          <p:nvPr/>
        </p:nvSpPr>
        <p:spPr>
          <a:xfrm>
            <a:off x="7315200" y="5029200"/>
            <a:ext cx="1752600" cy="914400"/>
          </a:xfrm>
          <a:prstGeom prst="roundRect">
            <a:avLst>
              <a:gd name="adj" fmla="val 16667"/>
            </a:avLst>
          </a:prstGeom>
          <a:solidFill>
            <a:srgbClr val="F0F8F9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4" name="Google Shape;1584;p34"/>
          <p:cNvSpPr/>
          <p:nvPr/>
        </p:nvSpPr>
        <p:spPr>
          <a:xfrm>
            <a:off x="4645342" y="1480634"/>
            <a:ext cx="2965449" cy="571620"/>
          </a:xfrm>
          <a:prstGeom prst="roundRect">
            <a:avLst>
              <a:gd name="adj" fmla="val 16667"/>
            </a:avLst>
          </a:prstGeom>
          <a:solidFill>
            <a:srgbClr val="F0F8F9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Labels</a:t>
            </a: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585" name="Google Shape;1585;p34"/>
          <p:cNvGrpSpPr/>
          <p:nvPr/>
        </p:nvGrpSpPr>
        <p:grpSpPr>
          <a:xfrm>
            <a:off x="247089" y="1536431"/>
            <a:ext cx="2314575" cy="2849562"/>
            <a:chOff x="228600" y="1417320"/>
            <a:chExt cx="2438400" cy="2849880"/>
          </a:xfrm>
        </p:grpSpPr>
        <p:sp>
          <p:nvSpPr>
            <p:cNvPr id="1586" name="Google Shape;1586;p34"/>
            <p:cNvSpPr txBox="1"/>
            <p:nvPr/>
          </p:nvSpPr>
          <p:spPr>
            <a:xfrm>
              <a:off x="533400" y="1417320"/>
              <a:ext cx="18288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Training Images</a:t>
              </a:r>
              <a:endPara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87" name="Google Shape;1587;p34"/>
            <p:cNvSpPr/>
            <p:nvPr/>
          </p:nvSpPr>
          <p:spPr>
            <a:xfrm>
              <a:off x="228600" y="1448185"/>
              <a:ext cx="2438400" cy="2819015"/>
            </a:xfrm>
            <a:prstGeom prst="roundRect">
              <a:avLst>
                <a:gd name="adj" fmla="val 16667"/>
              </a:avLst>
            </a:prstGeom>
            <a:noFill/>
            <a:ln w="25400" cap="flat" cmpd="sng">
              <a:solidFill>
                <a:srgbClr val="88A3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8" name="Google Shape;1588;p34"/>
          <p:cNvSpPr/>
          <p:nvPr/>
        </p:nvSpPr>
        <p:spPr>
          <a:xfrm>
            <a:off x="5350996" y="2495309"/>
            <a:ext cx="1448435" cy="914400"/>
          </a:xfrm>
          <a:prstGeom prst="roundRect">
            <a:avLst>
              <a:gd name="adj" fmla="val 16667"/>
            </a:avLst>
          </a:prstGeom>
          <a:solidFill>
            <a:srgbClr val="F0F8F9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9" name="Google Shape;1589;p34"/>
          <p:cNvSpPr txBox="1"/>
          <p:nvPr/>
        </p:nvSpPr>
        <p:spPr>
          <a:xfrm>
            <a:off x="565547" y="1218697"/>
            <a:ext cx="174879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0" name="Google Shape;1590;p34"/>
          <p:cNvSpPr/>
          <p:nvPr/>
        </p:nvSpPr>
        <p:spPr>
          <a:xfrm>
            <a:off x="3200400" y="2438400"/>
            <a:ext cx="1524000" cy="914400"/>
          </a:xfrm>
          <a:prstGeom prst="roundRect">
            <a:avLst>
              <a:gd name="adj" fmla="val 16667"/>
            </a:avLst>
          </a:prstGeom>
          <a:solidFill>
            <a:srgbClr val="F0F8F9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1" name="Google Shape;1591;p34"/>
          <p:cNvSpPr/>
          <p:nvPr/>
        </p:nvSpPr>
        <p:spPr>
          <a:xfrm>
            <a:off x="2590800" y="2743200"/>
            <a:ext cx="5334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34"/>
          <p:cNvSpPr/>
          <p:nvPr/>
        </p:nvSpPr>
        <p:spPr>
          <a:xfrm>
            <a:off x="4800600" y="2743200"/>
            <a:ext cx="5334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34"/>
          <p:cNvSpPr/>
          <p:nvPr/>
        </p:nvSpPr>
        <p:spPr>
          <a:xfrm rot="5400000">
            <a:off x="5846613" y="2114309"/>
            <a:ext cx="4572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34"/>
          <p:cNvSpPr/>
          <p:nvPr/>
        </p:nvSpPr>
        <p:spPr>
          <a:xfrm>
            <a:off x="2503719" y="5029200"/>
            <a:ext cx="1752600" cy="914400"/>
          </a:xfrm>
          <a:prstGeom prst="roundRect">
            <a:avLst>
              <a:gd name="adj" fmla="val 16667"/>
            </a:avLst>
          </a:prstGeom>
          <a:solidFill>
            <a:srgbClr val="F0F8F9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5" name="Google Shape;1595;p34"/>
          <p:cNvSpPr/>
          <p:nvPr/>
        </p:nvSpPr>
        <p:spPr>
          <a:xfrm>
            <a:off x="1894119" y="5334000"/>
            <a:ext cx="5334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34"/>
          <p:cNvSpPr txBox="1"/>
          <p:nvPr/>
        </p:nvSpPr>
        <p:spPr>
          <a:xfrm>
            <a:off x="755412" y="4656857"/>
            <a:ext cx="158940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7" name="Google Shape;1597;p34"/>
          <p:cNvSpPr txBox="1"/>
          <p:nvPr/>
        </p:nvSpPr>
        <p:spPr>
          <a:xfrm>
            <a:off x="681715" y="5844360"/>
            <a:ext cx="1265469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sz="16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8" name="Google Shape;1598;p34"/>
          <p:cNvSpPr/>
          <p:nvPr/>
        </p:nvSpPr>
        <p:spPr>
          <a:xfrm>
            <a:off x="6927850" y="2743200"/>
            <a:ext cx="5334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34"/>
          <p:cNvSpPr/>
          <p:nvPr/>
        </p:nvSpPr>
        <p:spPr>
          <a:xfrm>
            <a:off x="7543800" y="2438400"/>
            <a:ext cx="1524000" cy="914400"/>
          </a:xfrm>
          <a:prstGeom prst="roundRect">
            <a:avLst>
              <a:gd name="adj" fmla="val 16667"/>
            </a:avLst>
          </a:prstGeom>
          <a:solidFill>
            <a:srgbClr val="F0F8F9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Learned model</a:t>
            </a: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0" name="Google Shape;1600;p34"/>
          <p:cNvSpPr/>
          <p:nvPr/>
        </p:nvSpPr>
        <p:spPr>
          <a:xfrm>
            <a:off x="4942119" y="5029200"/>
            <a:ext cx="1752600" cy="914400"/>
          </a:xfrm>
          <a:prstGeom prst="roundRect">
            <a:avLst>
              <a:gd name="adj" fmla="val 16667"/>
            </a:avLst>
          </a:prstGeom>
          <a:solidFill>
            <a:srgbClr val="F0F8F9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Learned model</a:t>
            </a:r>
            <a:endParaRPr sz="18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1" name="Google Shape;1601;p34"/>
          <p:cNvSpPr/>
          <p:nvPr/>
        </p:nvSpPr>
        <p:spPr>
          <a:xfrm>
            <a:off x="4332519" y="5334000"/>
            <a:ext cx="5334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34"/>
          <p:cNvSpPr txBox="1"/>
          <p:nvPr/>
        </p:nvSpPr>
        <p:spPr>
          <a:xfrm>
            <a:off x="2115099" y="6285452"/>
            <a:ext cx="3499168" cy="38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Slide credit: D. Hoiem and L. Lazebnik</a:t>
            </a:r>
            <a:endParaRPr sz="14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34"/>
          <p:cNvSpPr/>
          <p:nvPr/>
        </p:nvSpPr>
        <p:spPr>
          <a:xfrm>
            <a:off x="6781803" y="5334000"/>
            <a:ext cx="4572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88A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4" name="Google Shape;160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150" y="2199772"/>
            <a:ext cx="2238375" cy="2067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5" name="Google Shape;160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510540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34"/>
          <p:cNvSpPr txBox="1">
            <a:spLocks noGrp="1"/>
          </p:cNvSpPr>
          <p:nvPr>
            <p:ph type="title"/>
          </p:nvPr>
        </p:nvSpPr>
        <p:spPr>
          <a:xfrm>
            <a:off x="30480" y="457200"/>
            <a:ext cx="928876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A Typical Supervised Learning Workflow (for Classification)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4EA10C-A4FA-8B7F-0486-C02C1F1A17D7}"/>
                  </a:ext>
                </a:extLst>
              </p14:cNvPr>
              <p14:cNvContentPartPr/>
              <p14:nvPr/>
            </p14:nvContentPartPr>
            <p14:xfrm>
              <a:off x="356040" y="1140120"/>
              <a:ext cx="8355960" cy="5101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4EA10C-A4FA-8B7F-0486-C02C1F1A17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6680" y="1130760"/>
                <a:ext cx="8374680" cy="511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3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Supervised Learning: Regression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612" name="Google Shape;1612;p35"/>
          <p:cNvSpPr/>
          <p:nvPr/>
        </p:nvSpPr>
        <p:spPr>
          <a:xfrm>
            <a:off x="724925" y="1874376"/>
            <a:ext cx="71628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..., 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 a function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predict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real-valued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35"/>
          <p:cNvSpPr/>
          <p:nvPr/>
        </p:nvSpPr>
        <p:spPr>
          <a:xfrm>
            <a:off x="-45720" y="1430774"/>
            <a:ext cx="937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 : Previously unseen records should be assigned a value as accurately as possible.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4" name="Google Shape;1614;p35"/>
          <p:cNvGrpSpPr/>
          <p:nvPr/>
        </p:nvGrpSpPr>
        <p:grpSpPr>
          <a:xfrm>
            <a:off x="304800" y="2819400"/>
            <a:ext cx="7699823" cy="3466224"/>
            <a:chOff x="1542025" y="2438402"/>
            <a:chExt cx="7699823" cy="3466224"/>
          </a:xfrm>
        </p:grpSpPr>
        <p:sp>
          <p:nvSpPr>
            <p:cNvPr id="1615" name="Google Shape;1615;p35"/>
            <p:cNvSpPr/>
            <p:nvPr/>
          </p:nvSpPr>
          <p:spPr>
            <a:xfrm>
              <a:off x="2394115" y="5202680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35"/>
            <p:cNvSpPr/>
            <p:nvPr/>
          </p:nvSpPr>
          <p:spPr>
            <a:xfrm>
              <a:off x="2394115" y="48978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35"/>
            <p:cNvSpPr/>
            <p:nvPr/>
          </p:nvSpPr>
          <p:spPr>
            <a:xfrm>
              <a:off x="2394115" y="45930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35"/>
            <p:cNvSpPr/>
            <p:nvPr/>
          </p:nvSpPr>
          <p:spPr>
            <a:xfrm>
              <a:off x="2394115" y="42755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35"/>
            <p:cNvSpPr/>
            <p:nvPr/>
          </p:nvSpPr>
          <p:spPr>
            <a:xfrm>
              <a:off x="2394115" y="3970779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35"/>
            <p:cNvSpPr/>
            <p:nvPr/>
          </p:nvSpPr>
          <p:spPr>
            <a:xfrm>
              <a:off x="2394115" y="3665983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35"/>
            <p:cNvSpPr/>
            <p:nvPr/>
          </p:nvSpPr>
          <p:spPr>
            <a:xfrm>
              <a:off x="2394115" y="3361182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35"/>
            <p:cNvSpPr/>
            <p:nvPr/>
          </p:nvSpPr>
          <p:spPr>
            <a:xfrm>
              <a:off x="2394115" y="3056382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35"/>
            <p:cNvSpPr/>
            <p:nvPr/>
          </p:nvSpPr>
          <p:spPr>
            <a:xfrm>
              <a:off x="2394115" y="2742628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35"/>
            <p:cNvSpPr/>
            <p:nvPr/>
          </p:nvSpPr>
          <p:spPr>
            <a:xfrm>
              <a:off x="2394115" y="2742628"/>
              <a:ext cx="0" cy="2767330"/>
            </a:xfrm>
            <a:custGeom>
              <a:avLst/>
              <a:gdLst/>
              <a:ahLst/>
              <a:cxnLst/>
              <a:rect l="l" t="t" r="r" b="b"/>
              <a:pathLst>
                <a:path w="120000" h="2767329" extrusionOk="0">
                  <a:moveTo>
                    <a:pt x="0" y="2767181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35"/>
            <p:cNvSpPr/>
            <p:nvPr/>
          </p:nvSpPr>
          <p:spPr>
            <a:xfrm>
              <a:off x="2337689" y="5509810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35"/>
            <p:cNvSpPr/>
            <p:nvPr/>
          </p:nvSpPr>
          <p:spPr>
            <a:xfrm>
              <a:off x="2337689" y="5202680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35"/>
            <p:cNvSpPr/>
            <p:nvPr/>
          </p:nvSpPr>
          <p:spPr>
            <a:xfrm>
              <a:off x="2337689" y="48978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35"/>
            <p:cNvSpPr/>
            <p:nvPr/>
          </p:nvSpPr>
          <p:spPr>
            <a:xfrm>
              <a:off x="2337689" y="45930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35"/>
            <p:cNvSpPr/>
            <p:nvPr/>
          </p:nvSpPr>
          <p:spPr>
            <a:xfrm>
              <a:off x="2337689" y="42755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35"/>
            <p:cNvSpPr/>
            <p:nvPr/>
          </p:nvSpPr>
          <p:spPr>
            <a:xfrm>
              <a:off x="2337689" y="3970779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35"/>
            <p:cNvSpPr/>
            <p:nvPr/>
          </p:nvSpPr>
          <p:spPr>
            <a:xfrm>
              <a:off x="2337689" y="3665983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35"/>
            <p:cNvSpPr/>
            <p:nvPr/>
          </p:nvSpPr>
          <p:spPr>
            <a:xfrm>
              <a:off x="2337689" y="3361182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35"/>
            <p:cNvSpPr/>
            <p:nvPr/>
          </p:nvSpPr>
          <p:spPr>
            <a:xfrm>
              <a:off x="2337689" y="3056382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35"/>
            <p:cNvSpPr/>
            <p:nvPr/>
          </p:nvSpPr>
          <p:spPr>
            <a:xfrm>
              <a:off x="2337689" y="2742628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4" h="120000" extrusionOk="0">
                  <a:moveTo>
                    <a:pt x="0" y="0"/>
                  </a:moveTo>
                  <a:lnTo>
                    <a:pt x="56430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35"/>
            <p:cNvSpPr/>
            <p:nvPr/>
          </p:nvSpPr>
          <p:spPr>
            <a:xfrm>
              <a:off x="2394115" y="5509811"/>
              <a:ext cx="4928235" cy="0"/>
            </a:xfrm>
            <a:custGeom>
              <a:avLst/>
              <a:gdLst/>
              <a:ahLst/>
              <a:cxnLst/>
              <a:rect l="l" t="t" r="r" b="b"/>
              <a:pathLst>
                <a:path w="4928234" h="120000" extrusionOk="0">
                  <a:moveTo>
                    <a:pt x="0" y="0"/>
                  </a:moveTo>
                  <a:lnTo>
                    <a:pt x="4928192" y="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35"/>
            <p:cNvSpPr/>
            <p:nvPr/>
          </p:nvSpPr>
          <p:spPr>
            <a:xfrm>
              <a:off x="2394115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35"/>
            <p:cNvSpPr/>
            <p:nvPr/>
          </p:nvSpPr>
          <p:spPr>
            <a:xfrm>
              <a:off x="33781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35"/>
            <p:cNvSpPr/>
            <p:nvPr/>
          </p:nvSpPr>
          <p:spPr>
            <a:xfrm>
              <a:off x="43687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35"/>
            <p:cNvSpPr/>
            <p:nvPr/>
          </p:nvSpPr>
          <p:spPr>
            <a:xfrm>
              <a:off x="5346696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35"/>
            <p:cNvSpPr/>
            <p:nvPr/>
          </p:nvSpPr>
          <p:spPr>
            <a:xfrm>
              <a:off x="6337297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35"/>
            <p:cNvSpPr/>
            <p:nvPr/>
          </p:nvSpPr>
          <p:spPr>
            <a:xfrm>
              <a:off x="7322308" y="5509811"/>
              <a:ext cx="0" cy="56515"/>
            </a:xfrm>
            <a:custGeom>
              <a:avLst/>
              <a:gdLst/>
              <a:ahLst/>
              <a:cxnLst/>
              <a:rect l="l" t="t" r="r" b="b"/>
              <a:pathLst>
                <a:path w="120000" h="56514" extrusionOk="0">
                  <a:moveTo>
                    <a:pt x="0" y="0"/>
                  </a:moveTo>
                  <a:lnTo>
                    <a:pt x="0" y="56430"/>
                  </a:lnTo>
                </a:path>
              </a:pathLst>
            </a:custGeom>
            <a:noFill/>
            <a:ln w="12700" cap="flat" cmpd="sng">
              <a:solidFill>
                <a:srgbClr val="8686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35"/>
            <p:cNvSpPr/>
            <p:nvPr/>
          </p:nvSpPr>
          <p:spPr>
            <a:xfrm>
              <a:off x="3162300" y="3196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35"/>
            <p:cNvSpPr/>
            <p:nvPr/>
          </p:nvSpPr>
          <p:spPr>
            <a:xfrm>
              <a:off x="3263900" y="30055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35"/>
            <p:cNvSpPr/>
            <p:nvPr/>
          </p:nvSpPr>
          <p:spPr>
            <a:xfrm>
              <a:off x="3352800" y="31833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35"/>
            <p:cNvSpPr/>
            <p:nvPr/>
          </p:nvSpPr>
          <p:spPr>
            <a:xfrm>
              <a:off x="3454400" y="3119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35"/>
            <p:cNvSpPr/>
            <p:nvPr/>
          </p:nvSpPr>
          <p:spPr>
            <a:xfrm>
              <a:off x="3556000" y="3107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35"/>
            <p:cNvSpPr/>
            <p:nvPr/>
          </p:nvSpPr>
          <p:spPr>
            <a:xfrm>
              <a:off x="3657600" y="3208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35"/>
            <p:cNvSpPr/>
            <p:nvPr/>
          </p:nvSpPr>
          <p:spPr>
            <a:xfrm>
              <a:off x="3746500" y="3284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35"/>
            <p:cNvSpPr/>
            <p:nvPr/>
          </p:nvSpPr>
          <p:spPr>
            <a:xfrm>
              <a:off x="3848100" y="3094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35"/>
            <p:cNvSpPr/>
            <p:nvPr/>
          </p:nvSpPr>
          <p:spPr>
            <a:xfrm>
              <a:off x="3949700" y="3119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35"/>
            <p:cNvSpPr/>
            <p:nvPr/>
          </p:nvSpPr>
          <p:spPr>
            <a:xfrm>
              <a:off x="4051300" y="3107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35"/>
            <p:cNvSpPr/>
            <p:nvPr/>
          </p:nvSpPr>
          <p:spPr>
            <a:xfrm>
              <a:off x="4140200" y="3246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35"/>
            <p:cNvSpPr/>
            <p:nvPr/>
          </p:nvSpPr>
          <p:spPr>
            <a:xfrm>
              <a:off x="4241800" y="3500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35"/>
            <p:cNvSpPr/>
            <p:nvPr/>
          </p:nvSpPr>
          <p:spPr>
            <a:xfrm>
              <a:off x="4343400" y="3399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35"/>
            <p:cNvSpPr/>
            <p:nvPr/>
          </p:nvSpPr>
          <p:spPr>
            <a:xfrm>
              <a:off x="4445000" y="3094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35"/>
            <p:cNvSpPr/>
            <p:nvPr/>
          </p:nvSpPr>
          <p:spPr>
            <a:xfrm>
              <a:off x="4546600" y="3411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35"/>
            <p:cNvSpPr/>
            <p:nvPr/>
          </p:nvSpPr>
          <p:spPr>
            <a:xfrm>
              <a:off x="4635500" y="3208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35"/>
            <p:cNvSpPr/>
            <p:nvPr/>
          </p:nvSpPr>
          <p:spPr>
            <a:xfrm>
              <a:off x="4737100" y="3526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35"/>
            <p:cNvSpPr/>
            <p:nvPr/>
          </p:nvSpPr>
          <p:spPr>
            <a:xfrm>
              <a:off x="4838700" y="2992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35"/>
            <p:cNvSpPr/>
            <p:nvPr/>
          </p:nvSpPr>
          <p:spPr>
            <a:xfrm>
              <a:off x="4940300" y="3348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35"/>
            <p:cNvSpPr/>
            <p:nvPr/>
          </p:nvSpPr>
          <p:spPr>
            <a:xfrm>
              <a:off x="5029200" y="3399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35"/>
            <p:cNvSpPr/>
            <p:nvPr/>
          </p:nvSpPr>
          <p:spPr>
            <a:xfrm>
              <a:off x="5130800" y="35008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35"/>
            <p:cNvSpPr/>
            <p:nvPr/>
          </p:nvSpPr>
          <p:spPr>
            <a:xfrm>
              <a:off x="5232400" y="34754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35"/>
            <p:cNvSpPr/>
            <p:nvPr/>
          </p:nvSpPr>
          <p:spPr>
            <a:xfrm>
              <a:off x="5334000" y="3335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35"/>
            <p:cNvSpPr/>
            <p:nvPr/>
          </p:nvSpPr>
          <p:spPr>
            <a:xfrm>
              <a:off x="5422900" y="3577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35"/>
            <p:cNvSpPr/>
            <p:nvPr/>
          </p:nvSpPr>
          <p:spPr>
            <a:xfrm>
              <a:off x="5524500" y="3526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35"/>
            <p:cNvSpPr/>
            <p:nvPr/>
          </p:nvSpPr>
          <p:spPr>
            <a:xfrm>
              <a:off x="5626100" y="35516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35"/>
            <p:cNvSpPr/>
            <p:nvPr/>
          </p:nvSpPr>
          <p:spPr>
            <a:xfrm>
              <a:off x="5727700" y="37040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35"/>
            <p:cNvSpPr/>
            <p:nvPr/>
          </p:nvSpPr>
          <p:spPr>
            <a:xfrm>
              <a:off x="5816600" y="3589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35"/>
            <p:cNvSpPr/>
            <p:nvPr/>
          </p:nvSpPr>
          <p:spPr>
            <a:xfrm>
              <a:off x="5918200" y="4097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35"/>
            <p:cNvSpPr/>
            <p:nvPr/>
          </p:nvSpPr>
          <p:spPr>
            <a:xfrm>
              <a:off x="6019800" y="39707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35"/>
            <p:cNvSpPr/>
            <p:nvPr/>
          </p:nvSpPr>
          <p:spPr>
            <a:xfrm>
              <a:off x="6121400" y="37675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35"/>
            <p:cNvSpPr/>
            <p:nvPr/>
          </p:nvSpPr>
          <p:spPr>
            <a:xfrm>
              <a:off x="6210300" y="39072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35"/>
            <p:cNvSpPr/>
            <p:nvPr/>
          </p:nvSpPr>
          <p:spPr>
            <a:xfrm>
              <a:off x="6311900" y="39961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35"/>
            <p:cNvSpPr/>
            <p:nvPr/>
          </p:nvSpPr>
          <p:spPr>
            <a:xfrm>
              <a:off x="6413500" y="4300982"/>
              <a:ext cx="241300" cy="241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35"/>
            <p:cNvSpPr/>
            <p:nvPr/>
          </p:nvSpPr>
          <p:spPr>
            <a:xfrm>
              <a:off x="3235325" y="3237357"/>
              <a:ext cx="101600" cy="101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35"/>
            <p:cNvSpPr/>
            <p:nvPr/>
          </p:nvSpPr>
          <p:spPr>
            <a:xfrm>
              <a:off x="3235325" y="3237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35"/>
            <p:cNvSpPr/>
            <p:nvPr/>
          </p:nvSpPr>
          <p:spPr>
            <a:xfrm>
              <a:off x="3336925" y="30468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35"/>
            <p:cNvSpPr/>
            <p:nvPr/>
          </p:nvSpPr>
          <p:spPr>
            <a:xfrm>
              <a:off x="3336925" y="30468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35"/>
            <p:cNvSpPr/>
            <p:nvPr/>
          </p:nvSpPr>
          <p:spPr>
            <a:xfrm>
              <a:off x="3425825" y="32246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35"/>
            <p:cNvSpPr/>
            <p:nvPr/>
          </p:nvSpPr>
          <p:spPr>
            <a:xfrm>
              <a:off x="3425825" y="32246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35"/>
            <p:cNvSpPr/>
            <p:nvPr/>
          </p:nvSpPr>
          <p:spPr>
            <a:xfrm>
              <a:off x="3527425" y="3161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35"/>
            <p:cNvSpPr/>
            <p:nvPr/>
          </p:nvSpPr>
          <p:spPr>
            <a:xfrm>
              <a:off x="3527425" y="3161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35"/>
            <p:cNvSpPr/>
            <p:nvPr/>
          </p:nvSpPr>
          <p:spPr>
            <a:xfrm>
              <a:off x="3629025" y="31484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35"/>
            <p:cNvSpPr/>
            <p:nvPr/>
          </p:nvSpPr>
          <p:spPr>
            <a:xfrm>
              <a:off x="3629025" y="3148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35"/>
            <p:cNvSpPr/>
            <p:nvPr/>
          </p:nvSpPr>
          <p:spPr>
            <a:xfrm>
              <a:off x="3730625" y="3250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35"/>
            <p:cNvSpPr/>
            <p:nvPr/>
          </p:nvSpPr>
          <p:spPr>
            <a:xfrm>
              <a:off x="3730625" y="3250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35"/>
            <p:cNvSpPr/>
            <p:nvPr/>
          </p:nvSpPr>
          <p:spPr>
            <a:xfrm>
              <a:off x="3819525" y="33262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35"/>
            <p:cNvSpPr/>
            <p:nvPr/>
          </p:nvSpPr>
          <p:spPr>
            <a:xfrm>
              <a:off x="3819525" y="3326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35"/>
            <p:cNvSpPr/>
            <p:nvPr/>
          </p:nvSpPr>
          <p:spPr>
            <a:xfrm>
              <a:off x="3921125" y="31357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35"/>
            <p:cNvSpPr/>
            <p:nvPr/>
          </p:nvSpPr>
          <p:spPr>
            <a:xfrm>
              <a:off x="3921125" y="3135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4022725" y="3161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4022725" y="3161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4124325" y="31484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4124325" y="3148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4213225" y="32881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4213225" y="3288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4314825" y="3542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4314825" y="3542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4416425" y="3440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4416425" y="3440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4518025" y="31357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4518025" y="3135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4619625" y="34532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4619625" y="3453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4708525" y="32500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4708525" y="3250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4810125" y="35675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4810125" y="3567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4911725" y="30341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4911725" y="3034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013325" y="33897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013325" y="3389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102225" y="3440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102225" y="3440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5203825" y="35421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5203825" y="35421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5305425" y="35167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5305425" y="35167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5407025" y="3377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5407025" y="3377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5495925" y="36183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5495925" y="3618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5597525" y="3567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5597525" y="3567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5699125" y="35929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5699125" y="35929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5800725" y="3631057"/>
              <a:ext cx="190500" cy="21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5800725" y="37453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5889625" y="3631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5991225" y="4139057"/>
              <a:ext cx="101600" cy="1016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5991225" y="4139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6092825" y="40120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6092825" y="40120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6194425" y="38088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6194425" y="38088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6283325" y="3948557"/>
              <a:ext cx="101600" cy="101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6283325" y="39485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6384925" y="40374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6384925" y="40374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6486525" y="4342257"/>
              <a:ext cx="101600" cy="101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6486525" y="4342257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800" y="0"/>
                  </a:moveTo>
                  <a:lnTo>
                    <a:pt x="101600" y="50800"/>
                  </a:lnTo>
                  <a:lnTo>
                    <a:pt x="50800" y="101600"/>
                  </a:lnTo>
                  <a:lnTo>
                    <a:pt x="0" y="50800"/>
                  </a:lnTo>
                  <a:lnTo>
                    <a:pt x="5080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35"/>
            <p:cNvSpPr txBox="1"/>
            <p:nvPr/>
          </p:nvSpPr>
          <p:spPr>
            <a:xfrm>
              <a:off x="2126360" y="2514600"/>
              <a:ext cx="1446530" cy="3321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6675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8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7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12700" marR="0" lvl="0" indent="0" algn="l" rtl="0">
                <a:lnSpc>
                  <a:spcPct val="100000"/>
                </a:lnSpc>
                <a:spcBef>
                  <a:spcPts val="745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86995" marR="0" lvl="0" indent="0" algn="l" rtl="0">
                <a:lnSpc>
                  <a:spcPct val="100000"/>
                </a:lnSpc>
                <a:spcBef>
                  <a:spcPts val="6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1970	1980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44" name="Google Shape;1744;p35"/>
            <p:cNvSpPr txBox="1"/>
            <p:nvPr/>
          </p:nvSpPr>
          <p:spPr>
            <a:xfrm>
              <a:off x="4172473" y="5559882"/>
              <a:ext cx="704328" cy="3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1990	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45" name="Google Shape;1745;p35"/>
            <p:cNvSpPr txBox="1"/>
            <p:nvPr/>
          </p:nvSpPr>
          <p:spPr>
            <a:xfrm>
              <a:off x="6143780" y="55972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2010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46" name="Google Shape;1746;p35"/>
            <p:cNvSpPr txBox="1"/>
            <p:nvPr/>
          </p:nvSpPr>
          <p:spPr>
            <a:xfrm>
              <a:off x="7129401" y="55972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2020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47" name="Google Shape;1747;p35"/>
            <p:cNvSpPr txBox="1"/>
            <p:nvPr/>
          </p:nvSpPr>
          <p:spPr>
            <a:xfrm rot="-5400000">
              <a:off x="38113" y="3942314"/>
              <a:ext cx="3466224" cy="45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50" rIns="0" bIns="0" anchor="t" anchorCtr="0">
              <a:noAutofit/>
            </a:bodyPr>
            <a:lstStyle/>
            <a:p>
              <a:pPr marL="527050" marR="5080" lvl="0" indent="-514985" algn="l" rtl="0">
                <a:lnSpc>
                  <a:spcPct val="101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September Arctic Sea Ice Extent  (1,000,000 sq km)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2794000" y="3005582"/>
              <a:ext cx="4254500" cy="11049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2857500" y="3056382"/>
              <a:ext cx="4114800" cy="952500"/>
            </a:xfrm>
            <a:custGeom>
              <a:avLst/>
              <a:gdLst/>
              <a:ahLst/>
              <a:cxnLst/>
              <a:rect l="l" t="t" r="r" b="b"/>
              <a:pathLst>
                <a:path w="4114800" h="952500" extrusionOk="0">
                  <a:moveTo>
                    <a:pt x="0" y="0"/>
                  </a:moveTo>
                  <a:lnTo>
                    <a:pt x="4114802" y="952500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2832100" y="3157982"/>
              <a:ext cx="4241800" cy="1257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2895600" y="3208782"/>
              <a:ext cx="4114800" cy="1117600"/>
            </a:xfrm>
            <a:custGeom>
              <a:avLst/>
              <a:gdLst/>
              <a:ahLst/>
              <a:cxnLst/>
              <a:rect l="l" t="t" r="r" b="b"/>
              <a:pathLst>
                <a:path w="4114800" h="1117600" extrusionOk="0">
                  <a:moveTo>
                    <a:pt x="0" y="0"/>
                  </a:moveTo>
                  <a:lnTo>
                    <a:pt x="52492" y="566"/>
                  </a:lnTo>
                  <a:lnTo>
                    <a:pt x="104977" y="1144"/>
                  </a:lnTo>
                  <a:lnTo>
                    <a:pt x="157449" y="1745"/>
                  </a:lnTo>
                  <a:lnTo>
                    <a:pt x="209902" y="2382"/>
                  </a:lnTo>
                  <a:lnTo>
                    <a:pt x="262327" y="3065"/>
                  </a:lnTo>
                  <a:lnTo>
                    <a:pt x="314719" y="3807"/>
                  </a:lnTo>
                  <a:lnTo>
                    <a:pt x="367071" y="4620"/>
                  </a:lnTo>
                  <a:lnTo>
                    <a:pt x="419376" y="5514"/>
                  </a:lnTo>
                  <a:lnTo>
                    <a:pt x="471627" y="6502"/>
                  </a:lnTo>
                  <a:lnTo>
                    <a:pt x="523818" y="7595"/>
                  </a:lnTo>
                  <a:lnTo>
                    <a:pt x="575942" y="8805"/>
                  </a:lnTo>
                  <a:lnTo>
                    <a:pt x="627993" y="10144"/>
                  </a:lnTo>
                  <a:lnTo>
                    <a:pt x="679964" y="11624"/>
                  </a:lnTo>
                  <a:lnTo>
                    <a:pt x="731847" y="13255"/>
                  </a:lnTo>
                  <a:lnTo>
                    <a:pt x="783637" y="15051"/>
                  </a:lnTo>
                  <a:lnTo>
                    <a:pt x="835326" y="17022"/>
                  </a:lnTo>
                  <a:lnTo>
                    <a:pt x="886909" y="19181"/>
                  </a:lnTo>
                  <a:lnTo>
                    <a:pt x="938378" y="21538"/>
                  </a:lnTo>
                  <a:lnTo>
                    <a:pt x="989726" y="24107"/>
                  </a:lnTo>
                  <a:lnTo>
                    <a:pt x="1040947" y="26897"/>
                  </a:lnTo>
                  <a:lnTo>
                    <a:pt x="1092035" y="29922"/>
                  </a:lnTo>
                  <a:lnTo>
                    <a:pt x="1142981" y="33193"/>
                  </a:lnTo>
                  <a:lnTo>
                    <a:pt x="1193781" y="36721"/>
                  </a:lnTo>
                  <a:lnTo>
                    <a:pt x="1244427" y="40519"/>
                  </a:lnTo>
                  <a:lnTo>
                    <a:pt x="1294912" y="44597"/>
                  </a:lnTo>
                  <a:lnTo>
                    <a:pt x="1345231" y="48968"/>
                  </a:lnTo>
                  <a:lnTo>
                    <a:pt x="1395375" y="53644"/>
                  </a:lnTo>
                  <a:lnTo>
                    <a:pt x="1445338" y="58636"/>
                  </a:lnTo>
                  <a:lnTo>
                    <a:pt x="1495114" y="63955"/>
                  </a:lnTo>
                  <a:lnTo>
                    <a:pt x="1544697" y="69614"/>
                  </a:lnTo>
                  <a:lnTo>
                    <a:pt x="1594078" y="75624"/>
                  </a:lnTo>
                  <a:lnTo>
                    <a:pt x="1643252" y="81997"/>
                  </a:lnTo>
                  <a:lnTo>
                    <a:pt x="1692212" y="88745"/>
                  </a:lnTo>
                  <a:lnTo>
                    <a:pt x="1740952" y="95879"/>
                  </a:lnTo>
                  <a:lnTo>
                    <a:pt x="1789464" y="103411"/>
                  </a:lnTo>
                  <a:lnTo>
                    <a:pt x="1837741" y="111353"/>
                  </a:lnTo>
                  <a:lnTo>
                    <a:pt x="1885778" y="119716"/>
                  </a:lnTo>
                  <a:lnTo>
                    <a:pt x="1933568" y="128513"/>
                  </a:lnTo>
                  <a:lnTo>
                    <a:pt x="1981103" y="137754"/>
                  </a:lnTo>
                  <a:lnTo>
                    <a:pt x="2028377" y="147452"/>
                  </a:lnTo>
                  <a:lnTo>
                    <a:pt x="2075384" y="157618"/>
                  </a:lnTo>
                  <a:lnTo>
                    <a:pt x="2122116" y="168264"/>
                  </a:lnTo>
                  <a:lnTo>
                    <a:pt x="2168568" y="179402"/>
                  </a:lnTo>
                  <a:lnTo>
                    <a:pt x="2214731" y="191043"/>
                  </a:lnTo>
                  <a:lnTo>
                    <a:pt x="2260601" y="203200"/>
                  </a:lnTo>
                  <a:lnTo>
                    <a:pt x="2839642" y="424656"/>
                  </a:lnTo>
                  <a:lnTo>
                    <a:pt x="3444876" y="730250"/>
                  </a:lnTo>
                  <a:lnTo>
                    <a:pt x="3921524" y="1000919"/>
                  </a:lnTo>
                  <a:lnTo>
                    <a:pt x="4114802" y="1117600"/>
                  </a:ln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35"/>
            <p:cNvSpPr txBox="1"/>
            <p:nvPr/>
          </p:nvSpPr>
          <p:spPr>
            <a:xfrm>
              <a:off x="5181600" y="5583682"/>
              <a:ext cx="60180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700" rIns="0" bIns="0" anchor="t" anchorCtr="0">
              <a:no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2000</a:t>
              </a:r>
              <a:endParaRPr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53" name="Google Shape;1753;p35"/>
            <p:cNvSpPr txBox="1"/>
            <p:nvPr/>
          </p:nvSpPr>
          <p:spPr>
            <a:xfrm>
              <a:off x="7706171" y="5333750"/>
              <a:ext cx="15356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Year Number</a:t>
              </a:r>
              <a:endPara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754" name="Google Shape;1754;p35"/>
          <p:cNvSpPr txBox="1"/>
          <p:nvPr/>
        </p:nvSpPr>
        <p:spPr>
          <a:xfrm>
            <a:off x="326612" y="6180058"/>
            <a:ext cx="8569025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109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Data from G. Witt. Journal of Statistics Education, Volume 21, Number 1 (2013) Slide Credit: Eric Eaton</a:t>
            </a:r>
            <a:endParaRPr sz="1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9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BC1F4F-3A93-4E86-8BDD-572440A52B12}"/>
                  </a:ext>
                </a:extLst>
              </p14:cNvPr>
              <p14:cNvContentPartPr/>
              <p14:nvPr/>
            </p14:nvContentPartPr>
            <p14:xfrm>
              <a:off x="5766120" y="1864440"/>
              <a:ext cx="3361320" cy="4989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BC1F4F-3A93-4E86-8BDD-572440A52B1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56760" y="1855080"/>
                <a:ext cx="3380040" cy="500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3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Unsupervised Learning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760" name="Google Shape;1760;p36"/>
          <p:cNvSpPr/>
          <p:nvPr/>
        </p:nvSpPr>
        <p:spPr>
          <a:xfrm>
            <a:off x="636025" y="1873940"/>
            <a:ext cx="7162800" cy="140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 baseline="-25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(without labels)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hidden structure behind the </a:t>
            </a:r>
            <a:r>
              <a:rPr lang="en-US" sz="18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’s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12800" marR="0" lvl="1" indent="-342900" algn="l" rtl="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clustering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36"/>
          <p:cNvSpPr/>
          <p:nvPr/>
        </p:nvSpPr>
        <p:spPr>
          <a:xfrm>
            <a:off x="-45720" y="1430774"/>
            <a:ext cx="937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 : Intra cluster distances are minimized and inter cluster distances are maximized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2" name="Google Shape;1762;p36"/>
          <p:cNvGrpSpPr/>
          <p:nvPr/>
        </p:nvGrpSpPr>
        <p:grpSpPr>
          <a:xfrm>
            <a:off x="663260" y="3658087"/>
            <a:ext cx="7954639" cy="2726055"/>
            <a:chOff x="2256161" y="3044736"/>
            <a:chExt cx="7954639" cy="2726055"/>
          </a:xfrm>
        </p:grpSpPr>
        <p:sp>
          <p:nvSpPr>
            <p:cNvPr id="1763" name="Google Shape;1763;p36"/>
            <p:cNvSpPr/>
            <p:nvPr/>
          </p:nvSpPr>
          <p:spPr>
            <a:xfrm>
              <a:off x="2334968" y="3044736"/>
              <a:ext cx="171450" cy="2726055"/>
            </a:xfrm>
            <a:custGeom>
              <a:avLst/>
              <a:gdLst/>
              <a:ahLst/>
              <a:cxnLst/>
              <a:rect l="l" t="t" r="r" b="b"/>
              <a:pathLst>
                <a:path w="171450" h="2726054" extrusionOk="0">
                  <a:moveTo>
                    <a:pt x="104623" y="108267"/>
                  </a:moveTo>
                  <a:lnTo>
                    <a:pt x="66523" y="108267"/>
                  </a:lnTo>
                  <a:lnTo>
                    <a:pt x="66522" y="2725623"/>
                  </a:lnTo>
                  <a:lnTo>
                    <a:pt x="104622" y="2725623"/>
                  </a:lnTo>
                  <a:lnTo>
                    <a:pt x="104623" y="108267"/>
                  </a:lnTo>
                  <a:close/>
                </a:path>
                <a:path w="171450" h="2726054" extrusionOk="0">
                  <a:moveTo>
                    <a:pt x="85573" y="0"/>
                  </a:moveTo>
                  <a:lnTo>
                    <a:pt x="2443" y="142506"/>
                  </a:lnTo>
                  <a:lnTo>
                    <a:pt x="0" y="149668"/>
                  </a:lnTo>
                  <a:lnTo>
                    <a:pt x="475" y="156956"/>
                  </a:lnTo>
                  <a:lnTo>
                    <a:pt x="3648" y="163534"/>
                  </a:lnTo>
                  <a:lnTo>
                    <a:pt x="9299" y="168567"/>
                  </a:lnTo>
                  <a:lnTo>
                    <a:pt x="16458" y="171006"/>
                  </a:lnTo>
                  <a:lnTo>
                    <a:pt x="23745" y="170529"/>
                  </a:lnTo>
                  <a:lnTo>
                    <a:pt x="30323" y="167356"/>
                  </a:lnTo>
                  <a:lnTo>
                    <a:pt x="35352" y="161709"/>
                  </a:lnTo>
                  <a:lnTo>
                    <a:pt x="66523" y="108267"/>
                  </a:lnTo>
                  <a:lnTo>
                    <a:pt x="148729" y="108267"/>
                  </a:lnTo>
                  <a:lnTo>
                    <a:pt x="85573" y="0"/>
                  </a:lnTo>
                  <a:close/>
                </a:path>
                <a:path w="171450" h="2726054" extrusionOk="0">
                  <a:moveTo>
                    <a:pt x="148729" y="108267"/>
                  </a:moveTo>
                  <a:lnTo>
                    <a:pt x="104623" y="108267"/>
                  </a:lnTo>
                  <a:lnTo>
                    <a:pt x="135793" y="161709"/>
                  </a:lnTo>
                  <a:lnTo>
                    <a:pt x="140822" y="167356"/>
                  </a:lnTo>
                  <a:lnTo>
                    <a:pt x="147399" y="170529"/>
                  </a:lnTo>
                  <a:lnTo>
                    <a:pt x="154687" y="171006"/>
                  </a:lnTo>
                  <a:lnTo>
                    <a:pt x="161847" y="168567"/>
                  </a:lnTo>
                  <a:lnTo>
                    <a:pt x="167497" y="163534"/>
                  </a:lnTo>
                  <a:lnTo>
                    <a:pt x="170670" y="156956"/>
                  </a:lnTo>
                  <a:lnTo>
                    <a:pt x="171145" y="149668"/>
                  </a:lnTo>
                  <a:lnTo>
                    <a:pt x="168702" y="142506"/>
                  </a:lnTo>
                  <a:lnTo>
                    <a:pt x="148729" y="108267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36"/>
            <p:cNvSpPr/>
            <p:nvPr/>
          </p:nvSpPr>
          <p:spPr>
            <a:xfrm>
              <a:off x="2256161" y="5531624"/>
              <a:ext cx="3598545" cy="172085"/>
            </a:xfrm>
            <a:custGeom>
              <a:avLst/>
              <a:gdLst/>
              <a:ahLst/>
              <a:cxnLst/>
              <a:rect l="l" t="t" r="r" b="b"/>
              <a:pathLst>
                <a:path w="3598545" h="172085" extrusionOk="0">
                  <a:moveTo>
                    <a:pt x="0" y="67284"/>
                  </a:moveTo>
                  <a:lnTo>
                    <a:pt x="0" y="105384"/>
                  </a:lnTo>
                  <a:lnTo>
                    <a:pt x="3490106" y="105384"/>
                  </a:lnTo>
                  <a:lnTo>
                    <a:pt x="3436664" y="136555"/>
                  </a:lnTo>
                  <a:lnTo>
                    <a:pt x="3431017" y="141584"/>
                  </a:lnTo>
                  <a:lnTo>
                    <a:pt x="3427844" y="148162"/>
                  </a:lnTo>
                  <a:lnTo>
                    <a:pt x="3427366" y="155449"/>
                  </a:lnTo>
                  <a:lnTo>
                    <a:pt x="3429806" y="162609"/>
                  </a:lnTo>
                  <a:lnTo>
                    <a:pt x="3434839" y="168259"/>
                  </a:lnTo>
                  <a:lnTo>
                    <a:pt x="3441417" y="171432"/>
                  </a:lnTo>
                  <a:lnTo>
                    <a:pt x="3448705" y="171908"/>
                  </a:lnTo>
                  <a:lnTo>
                    <a:pt x="3455866" y="169464"/>
                  </a:lnTo>
                  <a:lnTo>
                    <a:pt x="3598373" y="86335"/>
                  </a:lnTo>
                  <a:lnTo>
                    <a:pt x="3565714" y="67285"/>
                  </a:lnTo>
                  <a:lnTo>
                    <a:pt x="0" y="67284"/>
                  </a:lnTo>
                  <a:close/>
                </a:path>
                <a:path w="3598545" h="172085" extrusionOk="0">
                  <a:moveTo>
                    <a:pt x="3446138" y="0"/>
                  </a:moveTo>
                  <a:lnTo>
                    <a:pt x="3436702" y="2476"/>
                  </a:lnTo>
                  <a:lnTo>
                    <a:pt x="3432460" y="5511"/>
                  </a:lnTo>
                  <a:lnTo>
                    <a:pt x="3429806" y="10058"/>
                  </a:lnTo>
                  <a:lnTo>
                    <a:pt x="3427366" y="17220"/>
                  </a:lnTo>
                  <a:lnTo>
                    <a:pt x="3427844" y="24507"/>
                  </a:lnTo>
                  <a:lnTo>
                    <a:pt x="3431017" y="31086"/>
                  </a:lnTo>
                  <a:lnTo>
                    <a:pt x="3436664" y="36118"/>
                  </a:lnTo>
                  <a:lnTo>
                    <a:pt x="3490106" y="67285"/>
                  </a:lnTo>
                  <a:lnTo>
                    <a:pt x="3565714" y="67285"/>
                  </a:lnTo>
                  <a:lnTo>
                    <a:pt x="3451320" y="558"/>
                  </a:lnTo>
                  <a:lnTo>
                    <a:pt x="3446138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36"/>
            <p:cNvSpPr/>
            <p:nvPr/>
          </p:nvSpPr>
          <p:spPr>
            <a:xfrm>
              <a:off x="2878887" y="4254500"/>
              <a:ext cx="368300" cy="368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36"/>
            <p:cNvSpPr/>
            <p:nvPr/>
          </p:nvSpPr>
          <p:spPr>
            <a:xfrm>
              <a:off x="2943403" y="4294911"/>
              <a:ext cx="241300" cy="2413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36"/>
            <p:cNvSpPr/>
            <p:nvPr/>
          </p:nvSpPr>
          <p:spPr>
            <a:xfrm>
              <a:off x="3285287" y="4368800"/>
              <a:ext cx="368300" cy="368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36"/>
            <p:cNvSpPr/>
            <p:nvPr/>
          </p:nvSpPr>
          <p:spPr>
            <a:xfrm>
              <a:off x="3354311" y="44155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114300" y="0"/>
                  </a:moveTo>
                  <a:lnTo>
                    <a:pt x="69806" y="8981"/>
                  </a:lnTo>
                  <a:lnTo>
                    <a:pt x="33475" y="33475"/>
                  </a:lnTo>
                  <a:lnTo>
                    <a:pt x="8981" y="69806"/>
                  </a:lnTo>
                  <a:lnTo>
                    <a:pt x="0" y="114299"/>
                  </a:lnTo>
                  <a:lnTo>
                    <a:pt x="8981" y="158787"/>
                  </a:lnTo>
                  <a:lnTo>
                    <a:pt x="33475" y="195119"/>
                  </a:lnTo>
                  <a:lnTo>
                    <a:pt x="69806" y="219616"/>
                  </a:lnTo>
                  <a:lnTo>
                    <a:pt x="114300" y="228599"/>
                  </a:lnTo>
                  <a:lnTo>
                    <a:pt x="158787" y="219616"/>
                  </a:lnTo>
                  <a:lnTo>
                    <a:pt x="195119" y="195119"/>
                  </a:lnTo>
                  <a:lnTo>
                    <a:pt x="219616" y="158787"/>
                  </a:lnTo>
                  <a:lnTo>
                    <a:pt x="228600" y="114299"/>
                  </a:lnTo>
                  <a:lnTo>
                    <a:pt x="219616" y="69806"/>
                  </a:lnTo>
                  <a:lnTo>
                    <a:pt x="195119" y="33475"/>
                  </a:lnTo>
                  <a:lnTo>
                    <a:pt x="158787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36"/>
            <p:cNvSpPr/>
            <p:nvPr/>
          </p:nvSpPr>
          <p:spPr>
            <a:xfrm>
              <a:off x="3354311" y="44155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36"/>
            <p:cNvSpPr/>
            <p:nvPr/>
          </p:nvSpPr>
          <p:spPr>
            <a:xfrm>
              <a:off x="3285287" y="4864100"/>
              <a:ext cx="368300" cy="368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36"/>
            <p:cNvSpPr/>
            <p:nvPr/>
          </p:nvSpPr>
          <p:spPr>
            <a:xfrm>
              <a:off x="3354311" y="49128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114300" y="0"/>
                  </a:moveTo>
                  <a:lnTo>
                    <a:pt x="69806" y="8981"/>
                  </a:lnTo>
                  <a:lnTo>
                    <a:pt x="33475" y="33475"/>
                  </a:lnTo>
                  <a:lnTo>
                    <a:pt x="8981" y="69806"/>
                  </a:lnTo>
                  <a:lnTo>
                    <a:pt x="0" y="114300"/>
                  </a:lnTo>
                  <a:lnTo>
                    <a:pt x="8981" y="158787"/>
                  </a:lnTo>
                  <a:lnTo>
                    <a:pt x="33475" y="195119"/>
                  </a:lnTo>
                  <a:lnTo>
                    <a:pt x="69806" y="219616"/>
                  </a:lnTo>
                  <a:lnTo>
                    <a:pt x="114300" y="228600"/>
                  </a:lnTo>
                  <a:lnTo>
                    <a:pt x="158787" y="219616"/>
                  </a:lnTo>
                  <a:lnTo>
                    <a:pt x="195119" y="195119"/>
                  </a:lnTo>
                  <a:lnTo>
                    <a:pt x="219616" y="158787"/>
                  </a:lnTo>
                  <a:lnTo>
                    <a:pt x="228600" y="114300"/>
                  </a:lnTo>
                  <a:lnTo>
                    <a:pt x="219616" y="69806"/>
                  </a:lnTo>
                  <a:lnTo>
                    <a:pt x="195119" y="33475"/>
                  </a:lnTo>
                  <a:lnTo>
                    <a:pt x="158787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36"/>
            <p:cNvSpPr/>
            <p:nvPr/>
          </p:nvSpPr>
          <p:spPr>
            <a:xfrm>
              <a:off x="3354311" y="49128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36"/>
            <p:cNvSpPr/>
            <p:nvPr/>
          </p:nvSpPr>
          <p:spPr>
            <a:xfrm>
              <a:off x="2828087" y="4749800"/>
              <a:ext cx="368300" cy="368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36"/>
            <p:cNvSpPr/>
            <p:nvPr/>
          </p:nvSpPr>
          <p:spPr>
            <a:xfrm>
              <a:off x="2897111" y="47985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114300" y="0"/>
                  </a:moveTo>
                  <a:lnTo>
                    <a:pt x="69806" y="8981"/>
                  </a:lnTo>
                  <a:lnTo>
                    <a:pt x="33475" y="33475"/>
                  </a:lnTo>
                  <a:lnTo>
                    <a:pt x="8981" y="69806"/>
                  </a:lnTo>
                  <a:lnTo>
                    <a:pt x="0" y="114300"/>
                  </a:lnTo>
                  <a:lnTo>
                    <a:pt x="8981" y="158787"/>
                  </a:lnTo>
                  <a:lnTo>
                    <a:pt x="33475" y="195119"/>
                  </a:lnTo>
                  <a:lnTo>
                    <a:pt x="69806" y="219616"/>
                  </a:lnTo>
                  <a:lnTo>
                    <a:pt x="114300" y="228600"/>
                  </a:lnTo>
                  <a:lnTo>
                    <a:pt x="158787" y="219616"/>
                  </a:lnTo>
                  <a:lnTo>
                    <a:pt x="195119" y="195119"/>
                  </a:lnTo>
                  <a:lnTo>
                    <a:pt x="219616" y="158787"/>
                  </a:lnTo>
                  <a:lnTo>
                    <a:pt x="228600" y="114300"/>
                  </a:lnTo>
                  <a:lnTo>
                    <a:pt x="219616" y="69806"/>
                  </a:lnTo>
                  <a:lnTo>
                    <a:pt x="195119" y="33475"/>
                  </a:lnTo>
                  <a:lnTo>
                    <a:pt x="158787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36"/>
            <p:cNvSpPr/>
            <p:nvPr/>
          </p:nvSpPr>
          <p:spPr>
            <a:xfrm>
              <a:off x="2897111" y="47985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36"/>
            <p:cNvSpPr/>
            <p:nvPr/>
          </p:nvSpPr>
          <p:spPr>
            <a:xfrm>
              <a:off x="3209087" y="3657600"/>
              <a:ext cx="368300" cy="368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36"/>
            <p:cNvSpPr/>
            <p:nvPr/>
          </p:nvSpPr>
          <p:spPr>
            <a:xfrm>
              <a:off x="3271761" y="3700030"/>
              <a:ext cx="241300" cy="241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36"/>
            <p:cNvSpPr/>
            <p:nvPr/>
          </p:nvSpPr>
          <p:spPr>
            <a:xfrm>
              <a:off x="3513887" y="3911600"/>
              <a:ext cx="368300" cy="3683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36"/>
            <p:cNvSpPr/>
            <p:nvPr/>
          </p:nvSpPr>
          <p:spPr>
            <a:xfrm>
              <a:off x="3576561" y="3949979"/>
              <a:ext cx="241300" cy="241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36"/>
            <p:cNvSpPr/>
            <p:nvPr/>
          </p:nvSpPr>
          <p:spPr>
            <a:xfrm>
              <a:off x="3856787" y="3695700"/>
              <a:ext cx="368300" cy="368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36"/>
            <p:cNvSpPr/>
            <p:nvPr/>
          </p:nvSpPr>
          <p:spPr>
            <a:xfrm>
              <a:off x="3919461" y="3730040"/>
              <a:ext cx="241300" cy="241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36"/>
            <p:cNvSpPr/>
            <p:nvPr/>
          </p:nvSpPr>
          <p:spPr>
            <a:xfrm>
              <a:off x="3590087" y="3416300"/>
              <a:ext cx="368300" cy="368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36"/>
            <p:cNvSpPr/>
            <p:nvPr/>
          </p:nvSpPr>
          <p:spPr>
            <a:xfrm>
              <a:off x="3660940" y="34630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114300" y="0"/>
                  </a:move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lnTo>
                    <a:pt x="8983" y="158787"/>
                  </a:lnTo>
                  <a:lnTo>
                    <a:pt x="33480" y="195119"/>
                  </a:lnTo>
                  <a:lnTo>
                    <a:pt x="69812" y="219616"/>
                  </a:lnTo>
                  <a:lnTo>
                    <a:pt x="114300" y="228599"/>
                  </a:lnTo>
                  <a:lnTo>
                    <a:pt x="158793" y="219616"/>
                  </a:lnTo>
                  <a:lnTo>
                    <a:pt x="195124" y="195119"/>
                  </a:lnTo>
                  <a:lnTo>
                    <a:pt x="219618" y="158787"/>
                  </a:lnTo>
                  <a:lnTo>
                    <a:pt x="228600" y="114300"/>
                  </a:lnTo>
                  <a:lnTo>
                    <a:pt x="219618" y="69806"/>
                  </a:lnTo>
                  <a:lnTo>
                    <a:pt x="195124" y="33475"/>
                  </a:lnTo>
                  <a:lnTo>
                    <a:pt x="158793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36"/>
            <p:cNvSpPr/>
            <p:nvPr/>
          </p:nvSpPr>
          <p:spPr>
            <a:xfrm>
              <a:off x="3660940" y="34630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36"/>
            <p:cNvSpPr/>
            <p:nvPr/>
          </p:nvSpPr>
          <p:spPr>
            <a:xfrm>
              <a:off x="4555287" y="4368800"/>
              <a:ext cx="368300" cy="368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36"/>
            <p:cNvSpPr/>
            <p:nvPr/>
          </p:nvSpPr>
          <p:spPr>
            <a:xfrm>
              <a:off x="4617961" y="4409211"/>
              <a:ext cx="241300" cy="241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36"/>
            <p:cNvSpPr/>
            <p:nvPr/>
          </p:nvSpPr>
          <p:spPr>
            <a:xfrm>
              <a:off x="4301287" y="4711700"/>
              <a:ext cx="368300" cy="368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36"/>
            <p:cNvSpPr/>
            <p:nvPr/>
          </p:nvSpPr>
          <p:spPr>
            <a:xfrm>
              <a:off x="4365790" y="4752111"/>
              <a:ext cx="241300" cy="241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36"/>
            <p:cNvSpPr/>
            <p:nvPr/>
          </p:nvSpPr>
          <p:spPr>
            <a:xfrm>
              <a:off x="4669587" y="4711700"/>
              <a:ext cx="368300" cy="368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36"/>
            <p:cNvSpPr/>
            <p:nvPr/>
          </p:nvSpPr>
          <p:spPr>
            <a:xfrm>
              <a:off x="4732261" y="4752111"/>
              <a:ext cx="241300" cy="241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36"/>
            <p:cNvSpPr/>
            <p:nvPr/>
          </p:nvSpPr>
          <p:spPr>
            <a:xfrm>
              <a:off x="5037887" y="4546600"/>
              <a:ext cx="368300" cy="3683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36"/>
            <p:cNvSpPr/>
            <p:nvPr/>
          </p:nvSpPr>
          <p:spPr>
            <a:xfrm>
              <a:off x="5100561" y="4584979"/>
              <a:ext cx="241300" cy="241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36"/>
            <p:cNvSpPr/>
            <p:nvPr/>
          </p:nvSpPr>
          <p:spPr>
            <a:xfrm>
              <a:off x="3082087" y="4622800"/>
              <a:ext cx="368300" cy="3683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36"/>
            <p:cNvSpPr/>
            <p:nvPr/>
          </p:nvSpPr>
          <p:spPr>
            <a:xfrm>
              <a:off x="3156623" y="466752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114300" y="0"/>
                  </a:move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8983" y="158793"/>
                  </a:lnTo>
                  <a:lnTo>
                    <a:pt x="33480" y="195124"/>
                  </a:lnTo>
                  <a:lnTo>
                    <a:pt x="69812" y="219618"/>
                  </a:lnTo>
                  <a:lnTo>
                    <a:pt x="114300" y="228600"/>
                  </a:lnTo>
                  <a:lnTo>
                    <a:pt x="158793" y="219618"/>
                  </a:lnTo>
                  <a:lnTo>
                    <a:pt x="195124" y="195124"/>
                  </a:lnTo>
                  <a:lnTo>
                    <a:pt x="219618" y="158793"/>
                  </a:lnTo>
                  <a:lnTo>
                    <a:pt x="228600" y="114300"/>
                  </a:lnTo>
                  <a:lnTo>
                    <a:pt x="219618" y="69812"/>
                  </a:lnTo>
                  <a:lnTo>
                    <a:pt x="195124" y="33480"/>
                  </a:lnTo>
                  <a:lnTo>
                    <a:pt x="158793" y="8983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36"/>
            <p:cNvSpPr/>
            <p:nvPr/>
          </p:nvSpPr>
          <p:spPr>
            <a:xfrm>
              <a:off x="3156623" y="466752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36"/>
            <p:cNvSpPr/>
            <p:nvPr/>
          </p:nvSpPr>
          <p:spPr>
            <a:xfrm>
              <a:off x="3348787" y="3302000"/>
              <a:ext cx="368300" cy="36830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36"/>
            <p:cNvSpPr/>
            <p:nvPr/>
          </p:nvSpPr>
          <p:spPr>
            <a:xfrm>
              <a:off x="3412464" y="33487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114300" y="0"/>
                  </a:move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lnTo>
                    <a:pt x="8983" y="158787"/>
                  </a:lnTo>
                  <a:lnTo>
                    <a:pt x="33480" y="195119"/>
                  </a:lnTo>
                  <a:lnTo>
                    <a:pt x="69812" y="219616"/>
                  </a:lnTo>
                  <a:lnTo>
                    <a:pt x="114300" y="228600"/>
                  </a:lnTo>
                  <a:lnTo>
                    <a:pt x="158793" y="219616"/>
                  </a:lnTo>
                  <a:lnTo>
                    <a:pt x="195124" y="195119"/>
                  </a:lnTo>
                  <a:lnTo>
                    <a:pt x="219618" y="158787"/>
                  </a:lnTo>
                  <a:lnTo>
                    <a:pt x="228600" y="114300"/>
                  </a:lnTo>
                  <a:lnTo>
                    <a:pt x="219618" y="69806"/>
                  </a:lnTo>
                  <a:lnTo>
                    <a:pt x="195124" y="33475"/>
                  </a:lnTo>
                  <a:lnTo>
                    <a:pt x="158793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36"/>
            <p:cNvSpPr/>
            <p:nvPr/>
          </p:nvSpPr>
          <p:spPr>
            <a:xfrm>
              <a:off x="3412464" y="33487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36"/>
            <p:cNvSpPr/>
            <p:nvPr/>
          </p:nvSpPr>
          <p:spPr>
            <a:xfrm>
              <a:off x="6691068" y="3044736"/>
              <a:ext cx="171450" cy="2726055"/>
            </a:xfrm>
            <a:custGeom>
              <a:avLst/>
              <a:gdLst/>
              <a:ahLst/>
              <a:cxnLst/>
              <a:rect l="l" t="t" r="r" b="b"/>
              <a:pathLst>
                <a:path w="171450" h="2726054" extrusionOk="0">
                  <a:moveTo>
                    <a:pt x="104625" y="108267"/>
                  </a:moveTo>
                  <a:lnTo>
                    <a:pt x="66525" y="108267"/>
                  </a:lnTo>
                  <a:lnTo>
                    <a:pt x="66525" y="2725623"/>
                  </a:lnTo>
                  <a:lnTo>
                    <a:pt x="104625" y="2725623"/>
                  </a:lnTo>
                  <a:lnTo>
                    <a:pt x="104625" y="108267"/>
                  </a:lnTo>
                  <a:close/>
                </a:path>
                <a:path w="171450" h="2726054" extrusionOk="0">
                  <a:moveTo>
                    <a:pt x="85575" y="0"/>
                  </a:moveTo>
                  <a:lnTo>
                    <a:pt x="2441" y="142506"/>
                  </a:lnTo>
                  <a:lnTo>
                    <a:pt x="0" y="149668"/>
                  </a:lnTo>
                  <a:lnTo>
                    <a:pt x="474" y="156956"/>
                  </a:lnTo>
                  <a:lnTo>
                    <a:pt x="3646" y="163534"/>
                  </a:lnTo>
                  <a:lnTo>
                    <a:pt x="9299" y="168567"/>
                  </a:lnTo>
                  <a:lnTo>
                    <a:pt x="16460" y="171006"/>
                  </a:lnTo>
                  <a:lnTo>
                    <a:pt x="23747" y="170529"/>
                  </a:lnTo>
                  <a:lnTo>
                    <a:pt x="30321" y="167356"/>
                  </a:lnTo>
                  <a:lnTo>
                    <a:pt x="35347" y="161709"/>
                  </a:lnTo>
                  <a:lnTo>
                    <a:pt x="66525" y="108267"/>
                  </a:lnTo>
                  <a:lnTo>
                    <a:pt x="148725" y="108267"/>
                  </a:lnTo>
                  <a:lnTo>
                    <a:pt x="85575" y="0"/>
                  </a:lnTo>
                  <a:close/>
                </a:path>
                <a:path w="171450" h="2726054" extrusionOk="0">
                  <a:moveTo>
                    <a:pt x="148725" y="108267"/>
                  </a:moveTo>
                  <a:lnTo>
                    <a:pt x="104625" y="108267"/>
                  </a:lnTo>
                  <a:lnTo>
                    <a:pt x="135791" y="161709"/>
                  </a:lnTo>
                  <a:lnTo>
                    <a:pt x="140818" y="167356"/>
                  </a:lnTo>
                  <a:lnTo>
                    <a:pt x="147397" y="170529"/>
                  </a:lnTo>
                  <a:lnTo>
                    <a:pt x="154688" y="171006"/>
                  </a:lnTo>
                  <a:lnTo>
                    <a:pt x="161851" y="168567"/>
                  </a:lnTo>
                  <a:lnTo>
                    <a:pt x="167498" y="163534"/>
                  </a:lnTo>
                  <a:lnTo>
                    <a:pt x="170670" y="156956"/>
                  </a:lnTo>
                  <a:lnTo>
                    <a:pt x="171144" y="149668"/>
                  </a:lnTo>
                  <a:lnTo>
                    <a:pt x="168697" y="142506"/>
                  </a:lnTo>
                  <a:lnTo>
                    <a:pt x="148725" y="108267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36"/>
            <p:cNvSpPr/>
            <p:nvPr/>
          </p:nvSpPr>
          <p:spPr>
            <a:xfrm>
              <a:off x="6612255" y="5531624"/>
              <a:ext cx="3598545" cy="172085"/>
            </a:xfrm>
            <a:custGeom>
              <a:avLst/>
              <a:gdLst/>
              <a:ahLst/>
              <a:cxnLst/>
              <a:rect l="l" t="t" r="r" b="b"/>
              <a:pathLst>
                <a:path w="3598545" h="172085" extrusionOk="0">
                  <a:moveTo>
                    <a:pt x="0" y="67284"/>
                  </a:moveTo>
                  <a:lnTo>
                    <a:pt x="0" y="105384"/>
                  </a:lnTo>
                  <a:lnTo>
                    <a:pt x="3490112" y="105384"/>
                  </a:lnTo>
                  <a:lnTo>
                    <a:pt x="3436670" y="136555"/>
                  </a:lnTo>
                  <a:lnTo>
                    <a:pt x="3431023" y="141584"/>
                  </a:lnTo>
                  <a:lnTo>
                    <a:pt x="3427850" y="148162"/>
                  </a:lnTo>
                  <a:lnTo>
                    <a:pt x="3427373" y="155449"/>
                  </a:lnTo>
                  <a:lnTo>
                    <a:pt x="3429812" y="162609"/>
                  </a:lnTo>
                  <a:lnTo>
                    <a:pt x="3434845" y="168259"/>
                  </a:lnTo>
                  <a:lnTo>
                    <a:pt x="3441423" y="171432"/>
                  </a:lnTo>
                  <a:lnTo>
                    <a:pt x="3448711" y="171908"/>
                  </a:lnTo>
                  <a:lnTo>
                    <a:pt x="3455873" y="169464"/>
                  </a:lnTo>
                  <a:lnTo>
                    <a:pt x="3598379" y="86335"/>
                  </a:lnTo>
                  <a:lnTo>
                    <a:pt x="3565721" y="67285"/>
                  </a:lnTo>
                  <a:lnTo>
                    <a:pt x="0" y="67284"/>
                  </a:lnTo>
                  <a:close/>
                </a:path>
                <a:path w="3598545" h="172085" extrusionOk="0">
                  <a:moveTo>
                    <a:pt x="3446145" y="0"/>
                  </a:moveTo>
                  <a:lnTo>
                    <a:pt x="3436708" y="2476"/>
                  </a:lnTo>
                  <a:lnTo>
                    <a:pt x="3432467" y="5511"/>
                  </a:lnTo>
                  <a:lnTo>
                    <a:pt x="3429812" y="10058"/>
                  </a:lnTo>
                  <a:lnTo>
                    <a:pt x="3427373" y="17220"/>
                  </a:lnTo>
                  <a:lnTo>
                    <a:pt x="3427850" y="24507"/>
                  </a:lnTo>
                  <a:lnTo>
                    <a:pt x="3431023" y="31086"/>
                  </a:lnTo>
                  <a:lnTo>
                    <a:pt x="3436670" y="36118"/>
                  </a:lnTo>
                  <a:lnTo>
                    <a:pt x="3490112" y="67285"/>
                  </a:lnTo>
                  <a:lnTo>
                    <a:pt x="3565721" y="67285"/>
                  </a:lnTo>
                  <a:lnTo>
                    <a:pt x="3451326" y="558"/>
                  </a:lnTo>
                  <a:lnTo>
                    <a:pt x="344614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36"/>
            <p:cNvSpPr/>
            <p:nvPr/>
          </p:nvSpPr>
          <p:spPr>
            <a:xfrm>
              <a:off x="7234987" y="4254500"/>
              <a:ext cx="368300" cy="368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36"/>
            <p:cNvSpPr/>
            <p:nvPr/>
          </p:nvSpPr>
          <p:spPr>
            <a:xfrm>
              <a:off x="7305840" y="4301261"/>
              <a:ext cx="228600" cy="2286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36"/>
            <p:cNvSpPr/>
            <p:nvPr/>
          </p:nvSpPr>
          <p:spPr>
            <a:xfrm>
              <a:off x="7299490" y="4294911"/>
              <a:ext cx="241300" cy="24130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36"/>
            <p:cNvSpPr/>
            <p:nvPr/>
          </p:nvSpPr>
          <p:spPr>
            <a:xfrm>
              <a:off x="7641387" y="4368800"/>
              <a:ext cx="368300" cy="368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36"/>
            <p:cNvSpPr/>
            <p:nvPr/>
          </p:nvSpPr>
          <p:spPr>
            <a:xfrm>
              <a:off x="7710411" y="4415561"/>
              <a:ext cx="228600" cy="2286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36"/>
            <p:cNvSpPr/>
            <p:nvPr/>
          </p:nvSpPr>
          <p:spPr>
            <a:xfrm>
              <a:off x="7710411" y="44155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36"/>
            <p:cNvSpPr/>
            <p:nvPr/>
          </p:nvSpPr>
          <p:spPr>
            <a:xfrm>
              <a:off x="7641387" y="4864100"/>
              <a:ext cx="368300" cy="368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36"/>
            <p:cNvSpPr/>
            <p:nvPr/>
          </p:nvSpPr>
          <p:spPr>
            <a:xfrm>
              <a:off x="7710411" y="4912880"/>
              <a:ext cx="228600" cy="2286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36"/>
            <p:cNvSpPr/>
            <p:nvPr/>
          </p:nvSpPr>
          <p:spPr>
            <a:xfrm>
              <a:off x="7710411" y="49128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36"/>
            <p:cNvSpPr/>
            <p:nvPr/>
          </p:nvSpPr>
          <p:spPr>
            <a:xfrm>
              <a:off x="7184187" y="4749800"/>
              <a:ext cx="368300" cy="368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36"/>
            <p:cNvSpPr/>
            <p:nvPr/>
          </p:nvSpPr>
          <p:spPr>
            <a:xfrm>
              <a:off x="7253211" y="4798580"/>
              <a:ext cx="228600" cy="2286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36"/>
            <p:cNvSpPr/>
            <p:nvPr/>
          </p:nvSpPr>
          <p:spPr>
            <a:xfrm>
              <a:off x="7253211" y="479858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36"/>
            <p:cNvSpPr/>
            <p:nvPr/>
          </p:nvSpPr>
          <p:spPr>
            <a:xfrm>
              <a:off x="7565187" y="3657600"/>
              <a:ext cx="368300" cy="368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36"/>
            <p:cNvSpPr/>
            <p:nvPr/>
          </p:nvSpPr>
          <p:spPr>
            <a:xfrm>
              <a:off x="7627861" y="3700030"/>
              <a:ext cx="241300" cy="2413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36"/>
            <p:cNvSpPr/>
            <p:nvPr/>
          </p:nvSpPr>
          <p:spPr>
            <a:xfrm>
              <a:off x="7869987" y="3911600"/>
              <a:ext cx="368300" cy="3683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36"/>
            <p:cNvSpPr/>
            <p:nvPr/>
          </p:nvSpPr>
          <p:spPr>
            <a:xfrm>
              <a:off x="7932661" y="3949979"/>
              <a:ext cx="241300" cy="2413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36"/>
            <p:cNvSpPr/>
            <p:nvPr/>
          </p:nvSpPr>
          <p:spPr>
            <a:xfrm>
              <a:off x="8212887" y="3695700"/>
              <a:ext cx="368300" cy="368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36"/>
            <p:cNvSpPr/>
            <p:nvPr/>
          </p:nvSpPr>
          <p:spPr>
            <a:xfrm>
              <a:off x="8275561" y="3730040"/>
              <a:ext cx="241300" cy="2413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36"/>
            <p:cNvSpPr/>
            <p:nvPr/>
          </p:nvSpPr>
          <p:spPr>
            <a:xfrm>
              <a:off x="7946187" y="3416300"/>
              <a:ext cx="368300" cy="368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36"/>
            <p:cNvSpPr/>
            <p:nvPr/>
          </p:nvSpPr>
          <p:spPr>
            <a:xfrm>
              <a:off x="8017040" y="3463061"/>
              <a:ext cx="229235" cy="228600"/>
            </a:xfrm>
            <a:custGeom>
              <a:avLst/>
              <a:gdLst/>
              <a:ahLst/>
              <a:cxnLst/>
              <a:rect l="l" t="t" r="r" b="b"/>
              <a:pathLst>
                <a:path w="229234" h="228600" extrusionOk="0">
                  <a:moveTo>
                    <a:pt x="114312" y="0"/>
                  </a:moveTo>
                  <a:lnTo>
                    <a:pt x="69817" y="8981"/>
                  </a:lnTo>
                  <a:lnTo>
                    <a:pt x="33481" y="33475"/>
                  </a:lnTo>
                  <a:lnTo>
                    <a:pt x="8983" y="69806"/>
                  </a:lnTo>
                  <a:lnTo>
                    <a:pt x="0" y="114300"/>
                  </a:lnTo>
                  <a:lnTo>
                    <a:pt x="8983" y="158787"/>
                  </a:lnTo>
                  <a:lnTo>
                    <a:pt x="33481" y="195119"/>
                  </a:lnTo>
                  <a:lnTo>
                    <a:pt x="69817" y="219616"/>
                  </a:lnTo>
                  <a:lnTo>
                    <a:pt x="114312" y="228599"/>
                  </a:lnTo>
                  <a:lnTo>
                    <a:pt x="158800" y="219616"/>
                  </a:lnTo>
                  <a:lnTo>
                    <a:pt x="195132" y="195119"/>
                  </a:lnTo>
                  <a:lnTo>
                    <a:pt x="219629" y="158787"/>
                  </a:lnTo>
                  <a:lnTo>
                    <a:pt x="228612" y="114300"/>
                  </a:lnTo>
                  <a:lnTo>
                    <a:pt x="219629" y="69806"/>
                  </a:lnTo>
                  <a:lnTo>
                    <a:pt x="195132" y="33475"/>
                  </a:lnTo>
                  <a:lnTo>
                    <a:pt x="158800" y="8981"/>
                  </a:lnTo>
                  <a:lnTo>
                    <a:pt x="114312" y="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36"/>
            <p:cNvSpPr/>
            <p:nvPr/>
          </p:nvSpPr>
          <p:spPr>
            <a:xfrm>
              <a:off x="8017040" y="34630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36"/>
            <p:cNvSpPr/>
            <p:nvPr/>
          </p:nvSpPr>
          <p:spPr>
            <a:xfrm>
              <a:off x="8911387" y="4368800"/>
              <a:ext cx="368300" cy="368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36"/>
            <p:cNvSpPr/>
            <p:nvPr/>
          </p:nvSpPr>
          <p:spPr>
            <a:xfrm>
              <a:off x="8974061" y="4409211"/>
              <a:ext cx="241300" cy="24130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36"/>
            <p:cNvSpPr/>
            <p:nvPr/>
          </p:nvSpPr>
          <p:spPr>
            <a:xfrm>
              <a:off x="8657387" y="4711700"/>
              <a:ext cx="368300" cy="368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36"/>
            <p:cNvSpPr/>
            <p:nvPr/>
          </p:nvSpPr>
          <p:spPr>
            <a:xfrm>
              <a:off x="8721890" y="4752111"/>
              <a:ext cx="241300" cy="24130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36"/>
            <p:cNvSpPr/>
            <p:nvPr/>
          </p:nvSpPr>
          <p:spPr>
            <a:xfrm>
              <a:off x="9025687" y="4711700"/>
              <a:ext cx="368300" cy="368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36"/>
            <p:cNvSpPr/>
            <p:nvPr/>
          </p:nvSpPr>
          <p:spPr>
            <a:xfrm>
              <a:off x="9088361" y="4752111"/>
              <a:ext cx="241300" cy="24130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36"/>
            <p:cNvSpPr/>
            <p:nvPr/>
          </p:nvSpPr>
          <p:spPr>
            <a:xfrm>
              <a:off x="9393987" y="4546600"/>
              <a:ext cx="368300" cy="3683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36"/>
            <p:cNvSpPr/>
            <p:nvPr/>
          </p:nvSpPr>
          <p:spPr>
            <a:xfrm>
              <a:off x="9456661" y="4584979"/>
              <a:ext cx="241300" cy="241300"/>
            </a:xfrm>
            <a:prstGeom prst="rect">
              <a:avLst/>
            </a:prstGeom>
            <a:blipFill rotWithShape="1">
              <a:blip r:embed="rId1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36"/>
            <p:cNvSpPr/>
            <p:nvPr/>
          </p:nvSpPr>
          <p:spPr>
            <a:xfrm>
              <a:off x="7438187" y="4622800"/>
              <a:ext cx="368300" cy="3683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36"/>
            <p:cNvSpPr/>
            <p:nvPr/>
          </p:nvSpPr>
          <p:spPr>
            <a:xfrm>
              <a:off x="7512723" y="4667529"/>
              <a:ext cx="228600" cy="2286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36"/>
            <p:cNvSpPr/>
            <p:nvPr/>
          </p:nvSpPr>
          <p:spPr>
            <a:xfrm>
              <a:off x="7512723" y="466752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36"/>
            <p:cNvSpPr/>
            <p:nvPr/>
          </p:nvSpPr>
          <p:spPr>
            <a:xfrm>
              <a:off x="7704887" y="3302000"/>
              <a:ext cx="368300" cy="36830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36"/>
            <p:cNvSpPr/>
            <p:nvPr/>
          </p:nvSpPr>
          <p:spPr>
            <a:xfrm>
              <a:off x="7768564" y="33487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114300" y="0"/>
                  </a:move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lnTo>
                    <a:pt x="8983" y="158787"/>
                  </a:lnTo>
                  <a:lnTo>
                    <a:pt x="33480" y="195119"/>
                  </a:lnTo>
                  <a:lnTo>
                    <a:pt x="69812" y="219616"/>
                  </a:lnTo>
                  <a:lnTo>
                    <a:pt x="114300" y="228600"/>
                  </a:lnTo>
                  <a:lnTo>
                    <a:pt x="158793" y="219616"/>
                  </a:lnTo>
                  <a:lnTo>
                    <a:pt x="195124" y="195119"/>
                  </a:lnTo>
                  <a:lnTo>
                    <a:pt x="219618" y="158787"/>
                  </a:lnTo>
                  <a:lnTo>
                    <a:pt x="228600" y="114300"/>
                  </a:lnTo>
                  <a:lnTo>
                    <a:pt x="219618" y="69806"/>
                  </a:lnTo>
                  <a:lnTo>
                    <a:pt x="195124" y="33475"/>
                  </a:lnTo>
                  <a:lnTo>
                    <a:pt x="158793" y="8981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36"/>
            <p:cNvSpPr/>
            <p:nvPr/>
          </p:nvSpPr>
          <p:spPr>
            <a:xfrm>
              <a:off x="7768564" y="334876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0" y="114300"/>
                  </a:moveTo>
                  <a:lnTo>
                    <a:pt x="8982" y="69809"/>
                  </a:lnTo>
                  <a:lnTo>
                    <a:pt x="33477" y="33477"/>
                  </a:lnTo>
                  <a:lnTo>
                    <a:pt x="69809" y="8982"/>
                  </a:lnTo>
                  <a:lnTo>
                    <a:pt x="114300" y="0"/>
                  </a:lnTo>
                  <a:lnTo>
                    <a:pt x="158790" y="8982"/>
                  </a:lnTo>
                  <a:lnTo>
                    <a:pt x="195122" y="33477"/>
                  </a:lnTo>
                  <a:lnTo>
                    <a:pt x="219617" y="69809"/>
                  </a:lnTo>
                  <a:lnTo>
                    <a:pt x="228600" y="114300"/>
                  </a:lnTo>
                  <a:lnTo>
                    <a:pt x="219617" y="158790"/>
                  </a:lnTo>
                  <a:lnTo>
                    <a:pt x="195122" y="195122"/>
                  </a:lnTo>
                  <a:lnTo>
                    <a:pt x="158790" y="219617"/>
                  </a:lnTo>
                  <a:lnTo>
                    <a:pt x="114300" y="228600"/>
                  </a:lnTo>
                  <a:lnTo>
                    <a:pt x="69809" y="219617"/>
                  </a:lnTo>
                  <a:lnTo>
                    <a:pt x="33477" y="195122"/>
                  </a:lnTo>
                  <a:lnTo>
                    <a:pt x="8982" y="15879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36"/>
            <p:cNvSpPr/>
            <p:nvPr/>
          </p:nvSpPr>
          <p:spPr>
            <a:xfrm>
              <a:off x="5469687" y="3873500"/>
              <a:ext cx="1219200" cy="69850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36"/>
            <p:cNvSpPr/>
            <p:nvPr/>
          </p:nvSpPr>
          <p:spPr>
            <a:xfrm>
              <a:off x="5533187" y="3934980"/>
              <a:ext cx="1079068" cy="534492"/>
            </a:xfrm>
            <a:prstGeom prst="rect">
              <a:avLst/>
            </a:prstGeom>
            <a:blipFill rotWithShape="1">
              <a:blip r:embed="rId2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36"/>
            <p:cNvSpPr/>
            <p:nvPr/>
          </p:nvSpPr>
          <p:spPr>
            <a:xfrm>
              <a:off x="5533187" y="3934980"/>
              <a:ext cx="1079500" cy="534670"/>
            </a:xfrm>
            <a:custGeom>
              <a:avLst/>
              <a:gdLst/>
              <a:ahLst/>
              <a:cxnLst/>
              <a:rect l="l" t="t" r="r" b="b"/>
              <a:pathLst>
                <a:path w="1079500" h="534670" extrusionOk="0">
                  <a:moveTo>
                    <a:pt x="0" y="133624"/>
                  </a:moveTo>
                  <a:lnTo>
                    <a:pt x="811828" y="133624"/>
                  </a:lnTo>
                  <a:lnTo>
                    <a:pt x="811828" y="0"/>
                  </a:lnTo>
                  <a:lnTo>
                    <a:pt x="1079080" y="267248"/>
                  </a:lnTo>
                  <a:lnTo>
                    <a:pt x="811828" y="534495"/>
                  </a:lnTo>
                  <a:lnTo>
                    <a:pt x="811828" y="400871"/>
                  </a:lnTo>
                  <a:lnTo>
                    <a:pt x="0" y="400871"/>
                  </a:lnTo>
                  <a:lnTo>
                    <a:pt x="0" y="133624"/>
                  </a:lnTo>
                  <a:close/>
                </a:path>
              </a:pathLst>
            </a:custGeom>
            <a:noFill/>
            <a:ln w="12700" cap="flat" cmpd="sng">
              <a:solidFill>
                <a:srgbClr val="4A7EB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9" name="Google Shape;1839;p36"/>
          <p:cNvSpPr txBox="1"/>
          <p:nvPr/>
        </p:nvSpPr>
        <p:spPr>
          <a:xfrm>
            <a:off x="2014785" y="6208375"/>
            <a:ext cx="2682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Slide Credit: Eric Eaton</a:t>
            </a:r>
            <a:endParaRPr sz="16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44E2C7-0287-507F-6ECC-0A8202FA183F}"/>
                  </a:ext>
                </a:extLst>
              </p14:cNvPr>
              <p14:cNvContentPartPr/>
              <p14:nvPr/>
            </p14:nvContentPartPr>
            <p14:xfrm>
              <a:off x="784800" y="1718280"/>
              <a:ext cx="8033760" cy="4278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44E2C7-0287-507F-6ECC-0A8202FA183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5440" y="1708920"/>
                <a:ext cx="8052480" cy="429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3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Unsupervised Learning Applications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845" name="Google Shape;1845;p37"/>
          <p:cNvSpPr/>
          <p:nvPr/>
        </p:nvSpPr>
        <p:spPr>
          <a:xfrm>
            <a:off x="320040" y="1600200"/>
            <a:ext cx="7162800" cy="3434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recommendation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Targeted marketing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Spam Filters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Management – News hosted in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Campaigning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6" name="Google Shape;1846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8800" y="1752600"/>
            <a:ext cx="2754087" cy="240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3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Unsupervised Learning Techniques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852" name="Google Shape;1852;p38"/>
          <p:cNvSpPr/>
          <p:nvPr/>
        </p:nvSpPr>
        <p:spPr>
          <a:xfrm>
            <a:off x="320040" y="1600200"/>
            <a:ext cx="7162800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524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k-Means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Hierarchical Cluster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Expectation Maximization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Visualization and dimensionality reduction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 Component Analysis (PCA)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Kernel PCA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Locally-Linear Embedding (LLE)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099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t-distributed Stochastic Neighbor Embedding (t-SNE)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C7239B-B138-ECF1-7B70-D3FB261FFE05}"/>
                  </a:ext>
                </a:extLst>
              </p14:cNvPr>
              <p14:cNvContentPartPr/>
              <p14:nvPr/>
            </p14:nvContentPartPr>
            <p14:xfrm>
              <a:off x="2147760" y="1650240"/>
              <a:ext cx="6885360" cy="4882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C7239B-B138-ECF1-7B70-D3FB261FFE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8400" y="1640880"/>
                <a:ext cx="6904080" cy="490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9" name="Google Shape;1859;p3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6231" y="1520838"/>
            <a:ext cx="8602969" cy="5126818"/>
          </a:xfrm>
          <a:prstGeom prst="rect">
            <a:avLst/>
          </a:prstGeom>
          <a:noFill/>
          <a:ln>
            <a:noFill/>
          </a:ln>
        </p:spPr>
      </p:pic>
      <p:sp>
        <p:nvSpPr>
          <p:cNvPr id="1860" name="Google Shape;1860;p39"/>
          <p:cNvSpPr txBox="1">
            <a:spLocks noGrp="1"/>
          </p:cNvSpPr>
          <p:nvPr>
            <p:ph type="title"/>
          </p:nvPr>
        </p:nvSpPr>
        <p:spPr>
          <a:xfrm>
            <a:off x="30480" y="457200"/>
            <a:ext cx="928876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A Typical Unsupervised Learning Workflow (for Clustering)</a:t>
            </a:r>
            <a:endParaRPr/>
          </a:p>
        </p:txBody>
      </p:sp>
      <p:sp>
        <p:nvSpPr>
          <p:cNvPr id="1861" name="Google Shape;1861;p39"/>
          <p:cNvSpPr/>
          <p:nvPr/>
        </p:nvSpPr>
        <p:spPr>
          <a:xfrm>
            <a:off x="609600" y="6370657"/>
            <a:ext cx="2514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Slide Credit: Piyush Rai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6D33FE-E7A0-55DE-E47F-CAF905E8EB6F}"/>
                  </a:ext>
                </a:extLst>
              </p14:cNvPr>
              <p14:cNvContentPartPr/>
              <p14:nvPr/>
            </p14:nvContentPartPr>
            <p14:xfrm>
              <a:off x="2696760" y="2588760"/>
              <a:ext cx="6224400" cy="1029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6D33FE-E7A0-55DE-E47F-CAF905E8EB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7400" y="2579400"/>
                <a:ext cx="6243120" cy="104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40"/>
          <p:cNvSpPr txBox="1">
            <a:spLocks noGrp="1"/>
          </p:cNvSpPr>
          <p:nvPr>
            <p:ph type="title"/>
          </p:nvPr>
        </p:nvSpPr>
        <p:spPr>
          <a:xfrm>
            <a:off x="152400" y="533400"/>
            <a:ext cx="5054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Reinforcement Learning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7" name="Google Shape;1867;p40">
            <a:hlinkClick r:id="rId3" action="ppaction://hlinksldjump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14907" y="614172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8" name="Google Shape;1868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522690"/>
            <a:ext cx="9093543" cy="480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41"/>
          <p:cNvSpPr txBox="1">
            <a:spLocks noGrp="1"/>
          </p:cNvSpPr>
          <p:nvPr>
            <p:ph type="title"/>
          </p:nvPr>
        </p:nvSpPr>
        <p:spPr>
          <a:xfrm>
            <a:off x="189685" y="385168"/>
            <a:ext cx="612068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Summary : Types of Learning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4" name="Google Shape;1874;p41" descr="https://miro.medium.com/max/700/1*ZCeOEBhvEVLmwCh7vr2RVA.pn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35417" y="1524000"/>
            <a:ext cx="9094032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5" name="Google Shape;1875;p41"/>
          <p:cNvSpPr/>
          <p:nvPr/>
        </p:nvSpPr>
        <p:spPr>
          <a:xfrm>
            <a:off x="174445" y="6642556"/>
            <a:ext cx="8534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 courtesy:  https://towardsdatascience.com/types-of-machine-learning-algorithms-you-should-know-953a08248861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42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6553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Comparison :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latin typeface="Arial"/>
                <a:ea typeface="Arial"/>
                <a:cs typeface="Arial"/>
                <a:sym typeface="Arial"/>
              </a:rPr>
              <a:t>Supervised, Unsupervised and Reinforcement Learning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1" name="Google Shape;1881;p42"/>
          <p:cNvPicPr preferRelativeResize="0"/>
          <p:nvPr/>
        </p:nvPicPr>
        <p:blipFill rotWithShape="1">
          <a:blip r:embed="rId3">
            <a:alphaModFix/>
          </a:blip>
          <a:srcRect l="14999" t="3086" r="16666" b="3085"/>
          <a:stretch/>
        </p:blipFill>
        <p:spPr>
          <a:xfrm>
            <a:off x="0" y="1752600"/>
            <a:ext cx="9067799" cy="420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4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Semi supervised Learning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887" name="Google Shape;1887;p43"/>
          <p:cNvSpPr/>
          <p:nvPr/>
        </p:nvSpPr>
        <p:spPr>
          <a:xfrm>
            <a:off x="497597" y="1705902"/>
            <a:ext cx="7162800" cy="8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Combines unsupervised and supervised learning algorithms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 hosting service, e.g., google photos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43"/>
          <p:cNvSpPr/>
          <p:nvPr/>
        </p:nvSpPr>
        <p:spPr>
          <a:xfrm>
            <a:off x="497592" y="1400004"/>
            <a:ext cx="937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Partially labelled data – some labelled data and a lot of unlabelled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9" name="Google Shape;1889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2971800"/>
            <a:ext cx="7004204" cy="3412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4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Types: Based on how training data is used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902" name="Google Shape;1902;p45"/>
          <p:cNvSpPr/>
          <p:nvPr/>
        </p:nvSpPr>
        <p:spPr>
          <a:xfrm>
            <a:off x="304800" y="1785114"/>
            <a:ext cx="8839200" cy="19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5600" marR="16002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learning: Uses all available data at a time during training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16002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Batch learning: Uses a subset of available at a time during training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16002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(incremental) learning: Uses single training data instance at a time during training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3" name="Google Shape;190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1400" y="3657600"/>
            <a:ext cx="5105400" cy="2861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4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Types: Based on how training data is used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895" name="Google Shape;1895;p44"/>
          <p:cNvSpPr/>
          <p:nvPr/>
        </p:nvSpPr>
        <p:spPr>
          <a:xfrm>
            <a:off x="304800" y="1785114"/>
            <a:ext cx="8839200" cy="19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5600" marR="16002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learning: Uses all available data at a time during training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16002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Batch learning: Uses a subset of available at a time during training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16002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(incremental) learning: Uses single training data instance at a time during training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6" name="Google Shape;189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280" y="3581400"/>
            <a:ext cx="5867399" cy="2978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4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Introduction to Machine Learning</a:t>
            </a:r>
            <a:endParaRPr/>
          </a:p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n-US" sz="2000">
                <a:solidFill>
                  <a:srgbClr val="C00000"/>
                </a:solidFill>
              </a:rPr>
              <a:t>Types: Based on how training data is used</a:t>
            </a:r>
            <a:endParaRPr sz="2000">
              <a:solidFill>
                <a:srgbClr val="C00000"/>
              </a:solidFill>
            </a:endParaRPr>
          </a:p>
        </p:txBody>
      </p:sp>
      <p:sp>
        <p:nvSpPr>
          <p:cNvPr id="1909" name="Google Shape;1909;p46"/>
          <p:cNvSpPr/>
          <p:nvPr/>
        </p:nvSpPr>
        <p:spPr>
          <a:xfrm>
            <a:off x="304800" y="1785114"/>
            <a:ext cx="8839200" cy="13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5600" marR="16002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Instance Based Learning: Compare new data points to known data points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16002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Based learning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Detect patterns in the training data and build a predictive model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0" name="Google Shape;1910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3875534"/>
            <a:ext cx="4850431" cy="2315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1" name="Google Shape;1911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0080" y="3684103"/>
            <a:ext cx="4607909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2" name="Google Shape;1912;p46"/>
          <p:cNvSpPr txBox="1"/>
          <p:nvPr/>
        </p:nvSpPr>
        <p:spPr>
          <a:xfrm>
            <a:off x="1858819" y="3284744"/>
            <a:ext cx="8406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Instance Based</a:t>
            </a:r>
            <a:endParaRPr sz="1100" b="0" i="0" u="none" strike="noStrike" cap="non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3" name="Google Shape;1913;p46"/>
          <p:cNvSpPr txBox="1"/>
          <p:nvPr/>
        </p:nvSpPr>
        <p:spPr>
          <a:xfrm>
            <a:off x="6318097" y="3248940"/>
            <a:ext cx="725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Based</a:t>
            </a:r>
            <a:endParaRPr sz="1100" b="0" i="0" u="none" strike="noStrike" cap="none">
              <a:solidFill>
                <a:srgbClr val="00206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47"/>
          <p:cNvSpPr txBox="1">
            <a:spLocks noGrp="1"/>
          </p:cNvSpPr>
          <p:nvPr>
            <p:ph type="title"/>
          </p:nvPr>
        </p:nvSpPr>
        <p:spPr>
          <a:xfrm>
            <a:off x="0" y="609600"/>
            <a:ext cx="92125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Open source ML programming tools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19" name="Google Shape;1919;p47"/>
          <p:cNvGraphicFramePr/>
          <p:nvPr/>
        </p:nvGraphicFramePr>
        <p:xfrm>
          <a:off x="236740" y="1371602"/>
          <a:ext cx="8678675" cy="5138610"/>
        </p:xfrm>
        <a:graphic>
          <a:graphicData uri="http://schemas.openxmlformats.org/drawingml/2006/table">
            <a:tbl>
              <a:tblPr>
                <a:noFill/>
                <a:tableStyleId>{225C9C8F-3D08-4C27-B036-69A9FDC1A868}</a:tableStyleId>
              </a:tblPr>
              <a:tblGrid>
                <a:gridCol w="153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23275" marR="23275" marT="23275" marB="232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Platform</a:t>
                      </a:r>
                      <a:endParaRPr sz="1800" u="none" strike="noStrike" cap="none"/>
                    </a:p>
                  </a:txBody>
                  <a:tcPr marL="23275" marR="23275" marT="23275" marB="232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23275" marR="23275" marT="23275" marB="232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Algorithms or Features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34900" marR="34900" marT="17450" marB="174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Scikit Learn</a:t>
                      </a:r>
                      <a:endParaRPr sz="180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Linux, Mac OS, Windows</a:t>
                      </a:r>
                      <a:endParaRPr sz="180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Python, C, C++</a:t>
                      </a:r>
                      <a:endParaRPr sz="180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Classification, Regression, Clustering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Preprocessing, Model Selection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Dimensionality reduction.</a:t>
                      </a:r>
                      <a:br>
                        <a:rPr lang="en-US" sz="1800" b="0" u="none" strike="noStrike" cap="none"/>
                      </a:br>
                      <a:endParaRPr sz="1800" b="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PyTorch</a:t>
                      </a:r>
                      <a:endParaRPr sz="1800" b="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Linux, Mac OS,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Windows</a:t>
                      </a:r>
                      <a:br>
                        <a:rPr lang="en-US" sz="1800" b="0" u="none" strike="noStrike" cap="none"/>
                      </a:br>
                      <a:endParaRPr sz="1800" b="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Python, C++</a:t>
                      </a:r>
                      <a:br>
                        <a:rPr lang="en-US" sz="1800" b="0" u="none" strike="noStrike" cap="none"/>
                      </a:br>
                      <a:br>
                        <a:rPr lang="en-US" sz="1800" b="0" u="none" strike="noStrike" cap="none"/>
                      </a:br>
                      <a:endParaRPr sz="1800" b="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Autograd Module, Optimization Module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NN Module</a:t>
                      </a:r>
                      <a:br>
                        <a:rPr lang="en-US" sz="1800" b="0" u="none" strike="noStrike" cap="none"/>
                      </a:br>
                      <a:endParaRPr sz="1800" b="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TensorFlow</a:t>
                      </a:r>
                      <a:endParaRPr sz="1800" b="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Linux, Mac OS,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Windows</a:t>
                      </a:r>
                      <a:br>
                        <a:rPr lang="en-US" sz="1800" b="0" u="none" strike="noStrike" cap="none"/>
                      </a:br>
                      <a:endParaRPr sz="1800" b="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Python, C++</a:t>
                      </a:r>
                      <a:br>
                        <a:rPr lang="en-US" sz="1800" b="0" u="none" strike="noStrike" cap="none"/>
                      </a:br>
                      <a:br>
                        <a:rPr lang="en-US" sz="1800" b="0" u="none" strike="noStrike" cap="none"/>
                      </a:br>
                      <a:endParaRPr sz="1800" b="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Provides a library for dataflow programming.</a:t>
                      </a:r>
                      <a:endParaRPr sz="180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1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Weka</a:t>
                      </a:r>
                      <a:endParaRPr sz="180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Linux, Mac OS,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Windows</a:t>
                      </a:r>
                      <a:endParaRPr sz="1800" b="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Java</a:t>
                      </a:r>
                      <a:endParaRPr sz="180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Data preparation, Classification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Regression, Clustering, Visualization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Association rules mining</a:t>
                      </a:r>
                      <a:endParaRPr sz="1800" u="none" strike="noStrike" cap="none"/>
                    </a:p>
                  </a:txBody>
                  <a:tcPr marL="23275" marR="23275" marT="23275" marB="232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6" name="Google Shape;1926;p48"/>
          <p:cNvGraphicFramePr/>
          <p:nvPr/>
        </p:nvGraphicFramePr>
        <p:xfrm>
          <a:off x="148590" y="1524000"/>
          <a:ext cx="8667850" cy="4517055"/>
        </p:xfrm>
        <a:graphic>
          <a:graphicData uri="http://schemas.openxmlformats.org/drawingml/2006/table">
            <a:tbl>
              <a:tblPr>
                <a:noFill/>
                <a:tableStyleId>{225C9C8F-3D08-4C27-B036-69A9FDC1A868}</a:tableStyleId>
              </a:tblPr>
              <a:tblGrid>
                <a:gridCol w="153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Colab</a:t>
                      </a:r>
                      <a:endParaRPr sz="1800" b="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Cloud Service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-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Supports libraries of PyTorch, Keras, TensorFlow, and OpenCV</a:t>
                      </a:r>
                      <a:endParaRPr sz="1800" b="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Apache Mahout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Cross-platform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Java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Scala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Preprocessors,Regression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Clustering, Recommenders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Distributed Linear Algebra.</a:t>
                      </a:r>
                      <a:endParaRPr sz="1800" b="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Accors.Net</a:t>
                      </a:r>
                      <a:endParaRPr sz="1800" b="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Cross-platform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C#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Classification, Regression, Distribution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Clustering, Hypothesis Tests &amp;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Kernel Methods, Image, Audio &amp; Signal &amp; Vision</a:t>
                      </a:r>
                      <a:endParaRPr sz="1800" b="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8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Shogun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Windows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Linux, UNIX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Mac OS</a:t>
                      </a:r>
                      <a:br>
                        <a:rPr lang="en-US" sz="1800" b="0" u="none" strike="noStrike" cap="none"/>
                      </a:br>
                      <a:endParaRPr sz="1800" b="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C++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Regression, Classification, Clustering</a:t>
                      </a:r>
                      <a:br>
                        <a:rPr lang="en-US" sz="1800" b="0" u="none" strike="noStrike" cap="none"/>
                      </a:br>
                      <a:r>
                        <a:rPr lang="en-US" sz="1800" b="0" u="none" strike="noStrike" cap="none"/>
                        <a:t>Support vector machines. Dimensionality reduction, Online learning etc.</a:t>
                      </a:r>
                      <a:br>
                        <a:rPr lang="en-US" sz="1800" b="0" u="none" strike="noStrike" cap="none"/>
                      </a:br>
                      <a:endParaRPr sz="1800" b="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Keras.io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Cross-platform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Python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u="none" strike="noStrike" cap="none"/>
                        <a:t>API for neural networks</a:t>
                      </a:r>
                      <a:endParaRPr sz="1800" u="none" strike="noStrike" cap="none"/>
                    </a:p>
                  </a:txBody>
                  <a:tcPr marL="18550" marR="18550" marT="18550" marB="185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27" name="Google Shape;1927;p48"/>
          <p:cNvSpPr txBox="1">
            <a:spLocks noGrp="1"/>
          </p:cNvSpPr>
          <p:nvPr>
            <p:ph type="title"/>
          </p:nvPr>
        </p:nvSpPr>
        <p:spPr>
          <a:xfrm>
            <a:off x="0" y="609600"/>
            <a:ext cx="92125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Open source ML programming tools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2" name="Google Shape;1932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447800"/>
            <a:ext cx="72390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51"/>
          <p:cNvSpPr txBox="1">
            <a:spLocks noGrp="1"/>
          </p:cNvSpPr>
          <p:nvPr>
            <p:ph type="title"/>
          </p:nvPr>
        </p:nvSpPr>
        <p:spPr>
          <a:xfrm>
            <a:off x="152400" y="2438400"/>
            <a:ext cx="80010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ML workflow</a:t>
            </a:r>
            <a:endParaRPr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8" name="Google Shape;1938;p51" descr="What Is Machine Learning - Introduction To Machine Learning - Edurek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6000" y="3696851"/>
            <a:ext cx="4672271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52"/>
          <p:cNvSpPr txBox="1">
            <a:spLocks noGrp="1"/>
          </p:cNvSpPr>
          <p:nvPr>
            <p:ph type="title"/>
          </p:nvPr>
        </p:nvSpPr>
        <p:spPr>
          <a:xfrm>
            <a:off x="395536" y="422692"/>
            <a:ext cx="612068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500" b="1">
                <a:latin typeface="Arial"/>
                <a:ea typeface="Arial"/>
                <a:cs typeface="Arial"/>
                <a:sym typeface="Arial"/>
              </a:rPr>
              <a:t>ML workflow</a:t>
            </a:r>
            <a:endParaRPr sz="25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52"/>
          <p:cNvSpPr txBox="1">
            <a:spLocks noGrp="1"/>
          </p:cNvSpPr>
          <p:nvPr>
            <p:ph type="body" idx="1"/>
          </p:nvPr>
        </p:nvSpPr>
        <p:spPr>
          <a:xfrm>
            <a:off x="76200" y="1524000"/>
            <a:ext cx="85344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Should I use ML on this problem?</a:t>
            </a:r>
            <a:endParaRPr/>
          </a:p>
          <a:p>
            <a:pPr marL="914400" lvl="1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Is there a pattern to detect?</a:t>
            </a:r>
            <a:endParaRPr/>
          </a:p>
          <a:p>
            <a:pPr marL="914400" lvl="1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Can I solve it analytically?</a:t>
            </a:r>
            <a:endParaRPr/>
          </a:p>
          <a:p>
            <a:pPr marL="914400" lvl="1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Do I have data?</a:t>
            </a:r>
            <a:endParaRPr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Gather and organize data.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Preprocessing, cleaning, visualizing.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Choosing a model, loss, regularization, ...</a:t>
            </a:r>
            <a:endParaRPr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Optimization </a:t>
            </a:r>
            <a:endParaRPr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Hyper parameter search.</a:t>
            </a:r>
            <a:endParaRPr/>
          </a:p>
          <a:p>
            <a:pPr marL="514350" lvl="0" indent="-5143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Analyze performance and mistakes, and iterate back to step 5 (or 3)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53"/>
          <p:cNvSpPr txBox="1">
            <a:spLocks noGrp="1"/>
          </p:cNvSpPr>
          <p:nvPr>
            <p:ph type="title"/>
          </p:nvPr>
        </p:nvSpPr>
        <p:spPr>
          <a:xfrm>
            <a:off x="350111" y="289792"/>
            <a:ext cx="8443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Demo Case Study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: Car Price prediction based on Mileage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53"/>
          <p:cNvSpPr txBox="1">
            <a:spLocks noGrp="1"/>
          </p:cNvSpPr>
          <p:nvPr>
            <p:ph type="body" idx="1"/>
          </p:nvPr>
        </p:nvSpPr>
        <p:spPr>
          <a:xfrm>
            <a:off x="11" y="1471600"/>
            <a:ext cx="8154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Define the Objective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Data Gathering: survey, Past Purchase data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Data Preprocessing 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–"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training set; test set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representation of input features; output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Choose form of model: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linear regression 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System’s performance evaluation: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Optimize performance by setting appropriate parameters: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Optimization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Evaluate on test set: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1" name="Google Shape;1951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5400" y="1466850"/>
            <a:ext cx="1981968" cy="1472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2" name="Google Shape;1952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58793" y="1471612"/>
            <a:ext cx="1700029" cy="1472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54"/>
          <p:cNvSpPr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8" name="Google Shape;1958;p54"/>
          <p:cNvGrpSpPr/>
          <p:nvPr/>
        </p:nvGrpSpPr>
        <p:grpSpPr>
          <a:xfrm>
            <a:off x="2084388" y="6550025"/>
            <a:ext cx="7059612" cy="49213"/>
            <a:chOff x="0" y="0"/>
            <a:chExt cx="7060112" cy="48665"/>
          </a:xfrm>
        </p:grpSpPr>
        <p:sp>
          <p:nvSpPr>
            <p:cNvPr id="1959" name="Google Shape;1959;p54"/>
            <p:cNvSpPr/>
            <p:nvPr/>
          </p:nvSpPr>
          <p:spPr>
            <a:xfrm>
              <a:off x="2546588" y="1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54"/>
            <p:cNvSpPr/>
            <p:nvPr/>
          </p:nvSpPr>
          <p:spPr>
            <a:xfrm>
              <a:off x="4823986" y="0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54"/>
            <p:cNvSpPr/>
            <p:nvPr/>
          </p:nvSpPr>
          <p:spPr>
            <a:xfrm>
              <a:off x="0" y="1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62" name="Google Shape;1962;p54" descr="Picture 7.png"/>
          <p:cNvPicPr preferRelativeResize="0"/>
          <p:nvPr/>
        </p:nvPicPr>
        <p:blipFill rotWithShape="1">
          <a:blip r:embed="rId3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3" name="Google Shape;1963;p54"/>
          <p:cNvGrpSpPr/>
          <p:nvPr/>
        </p:nvGrpSpPr>
        <p:grpSpPr>
          <a:xfrm>
            <a:off x="2133600" y="6553200"/>
            <a:ext cx="7010400" cy="46038"/>
            <a:chOff x="0" y="0"/>
            <a:chExt cx="7010400" cy="45719"/>
          </a:xfrm>
        </p:grpSpPr>
        <p:sp>
          <p:nvSpPr>
            <p:cNvPr id="1964" name="Google Shape;1964;p54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5" name="Google Shape;1965;p54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54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7" name="Google Shape;1967;p54"/>
          <p:cNvGrpSpPr/>
          <p:nvPr/>
        </p:nvGrpSpPr>
        <p:grpSpPr>
          <a:xfrm>
            <a:off x="0" y="1295400"/>
            <a:ext cx="7010400" cy="46038"/>
            <a:chOff x="0" y="0"/>
            <a:chExt cx="7010400" cy="45719"/>
          </a:xfrm>
        </p:grpSpPr>
        <p:sp>
          <p:nvSpPr>
            <p:cNvPr id="1968" name="Google Shape;1968;p54"/>
            <p:cNvSpPr/>
            <p:nvPr/>
          </p:nvSpPr>
          <p:spPr>
            <a:xfrm>
              <a:off x="2362200" y="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54"/>
            <p:cNvSpPr/>
            <p:nvPr/>
          </p:nvSpPr>
          <p:spPr>
            <a:xfrm>
              <a:off x="0" y="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54"/>
            <p:cNvSpPr/>
            <p:nvPr/>
          </p:nvSpPr>
          <p:spPr>
            <a:xfrm>
              <a:off x="4681809" y="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1" name="Google Shape;1971;p54"/>
          <p:cNvSpPr txBox="1">
            <a:spLocks noGrp="1"/>
          </p:cNvSpPr>
          <p:nvPr>
            <p:ph type="body" idx="4294967295"/>
          </p:nvPr>
        </p:nvSpPr>
        <p:spPr>
          <a:xfrm>
            <a:off x="219133" y="1727200"/>
            <a:ext cx="8823325" cy="5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001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i="0" u="none" strike="noStrike" cap="none">
                <a:latin typeface="Arial"/>
                <a:ea typeface="Arial"/>
                <a:cs typeface="Arial"/>
                <a:sym typeface="Arial"/>
              </a:rPr>
              <a:t>Chapter 1 – Machine Learning, Tom Mitchell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 i="0" u="none" strike="noStrike" cap="none">
                <a:latin typeface="Arial"/>
                <a:ea typeface="Arial"/>
                <a:cs typeface="Arial"/>
                <a:sym typeface="Arial"/>
              </a:rPr>
              <a:t>Chapter 1, 2 – Introduction to Machine Learning, 2</a:t>
            </a:r>
            <a:r>
              <a:rPr lang="en-US" sz="1800" i="0" u="none" strike="noStrike" cap="none" baseline="30000">
                <a:latin typeface="Arial"/>
                <a:ea typeface="Arial"/>
                <a:cs typeface="Arial"/>
                <a:sym typeface="Arial"/>
              </a:rPr>
              <a:t>nd</a:t>
            </a:r>
            <a:r>
              <a:rPr lang="en-US" sz="1800" i="0" u="none" strike="noStrike" cap="none">
                <a:latin typeface="Arial"/>
                <a:ea typeface="Arial"/>
                <a:cs typeface="Arial"/>
                <a:sym typeface="Arial"/>
              </a:rPr>
              <a:t> edition, Ethem Alpaydin</a:t>
            </a:r>
            <a:endParaRPr sz="180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 i="0" u="none" strike="noStrike" cap="none">
                <a:latin typeface="Arial"/>
                <a:ea typeface="Arial"/>
                <a:cs typeface="Arial"/>
                <a:sym typeface="Arial"/>
              </a:rPr>
              <a:t>Chapter 1 - Pattern Recognition &amp; Machine Learning Christopher M. Bhishop</a:t>
            </a:r>
            <a:endParaRPr sz="180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742950" lvl="1" indent="-222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http://www.cs.princeton.edu/courses/archive/spr08/cos511/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[Web]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742950" lvl="1" indent="-22225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SzPts val="1800"/>
              <a:buChar char="•"/>
            </a:pP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https://www.softwaretestinghelp.com/machine-learning-tools/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54"/>
          <p:cNvSpPr txBox="1">
            <a:spLocks noGrp="1"/>
          </p:cNvSpPr>
          <p:nvPr>
            <p:ph type="body" idx="4294967295"/>
          </p:nvPr>
        </p:nvSpPr>
        <p:spPr>
          <a:xfrm>
            <a:off x="583432" y="69215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55"/>
          <p:cNvSpPr txBox="1">
            <a:spLocks noGrp="1"/>
          </p:cNvSpPr>
          <p:nvPr>
            <p:ph type="title"/>
          </p:nvPr>
        </p:nvSpPr>
        <p:spPr>
          <a:xfrm>
            <a:off x="1219200" y="28956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Thank you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9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0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15acb6ad234a819bd8907a90c79ae30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3b4603bcde1ed98849a98fcf42387227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282480da-54d0-4db8-8174-e9380a6ef6b0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MS_Mappings xmlns="15d03a25-cda5-4943-9684-7d18d97bb3bc" xsi:nil="true"/>
    <Owner xmlns="15d03a25-cda5-4943-9684-7d18d97bb3bc">
      <UserInfo>
        <DisplayName/>
        <AccountId xsi:nil="true"/>
        <AccountType/>
      </UserInfo>
    </Owner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TaxCatchAll xmlns="1abdae7a-7178-4d1e-9626-01799792f2da" xsi:nil="true"/>
  </documentManagement>
</p:properties>
</file>

<file path=customXml/itemProps1.xml><?xml version="1.0" encoding="utf-8"?>
<ds:datastoreItem xmlns:ds="http://schemas.openxmlformats.org/officeDocument/2006/customXml" ds:itemID="{48E4C60A-4666-4053-9849-3AB8D5A76158}"/>
</file>

<file path=customXml/itemProps2.xml><?xml version="1.0" encoding="utf-8"?>
<ds:datastoreItem xmlns:ds="http://schemas.openxmlformats.org/officeDocument/2006/customXml" ds:itemID="{51E0B1BD-2549-4991-9466-01C0EE5B63A8}"/>
</file>

<file path=customXml/itemProps3.xml><?xml version="1.0" encoding="utf-8"?>
<ds:datastoreItem xmlns:ds="http://schemas.openxmlformats.org/officeDocument/2006/customXml" ds:itemID="{2AD5FE52-8309-48EE-9DF8-7465E4B5FE9F}"/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2555</Words>
  <Application>Microsoft Office PowerPoint</Application>
  <PresentationFormat>On-screen Show (4:3)</PresentationFormat>
  <Paragraphs>590</Paragraphs>
  <Slides>57</Slides>
  <Notes>57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1_Office Theme</vt:lpstr>
      <vt:lpstr>3_Office Theme</vt:lpstr>
      <vt:lpstr>4_Office Theme</vt:lpstr>
      <vt:lpstr>5_Office Theme</vt:lpstr>
      <vt:lpstr>6_Office Theme</vt:lpstr>
      <vt:lpstr>9_Office Theme</vt:lpstr>
      <vt:lpstr>7_Office Theme</vt:lpstr>
      <vt:lpstr>10_Office Theme</vt:lpstr>
      <vt:lpstr>PowerPoint Presentation</vt:lpstr>
      <vt:lpstr>Machine Learning</vt:lpstr>
      <vt:lpstr>PowerPoint Presentation</vt:lpstr>
      <vt:lpstr>PowerPoint Presentation</vt:lpstr>
      <vt:lpstr>Text books and Reference book(s)</vt:lpstr>
      <vt:lpstr>Pre-requisites</vt:lpstr>
      <vt:lpstr>Lab Plan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When Do We Use Machine Learning?</vt:lpstr>
      <vt:lpstr>It is very hard to say what makes a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Typical Supervised Learning Workflow (for Classification)</vt:lpstr>
      <vt:lpstr>PowerPoint Presentation</vt:lpstr>
      <vt:lpstr>PowerPoint Presentation</vt:lpstr>
      <vt:lpstr>PowerPoint Presentation</vt:lpstr>
      <vt:lpstr>PowerPoint Presentation</vt:lpstr>
      <vt:lpstr>A Typical Unsupervised Learning Workflow (for Clustering)</vt:lpstr>
      <vt:lpstr>Reinforcement Learning</vt:lpstr>
      <vt:lpstr>Summary : Types of Learning</vt:lpstr>
      <vt:lpstr>Comparison : Supervised, Unsupervised and Reinforcement Learning</vt:lpstr>
      <vt:lpstr>PowerPoint Presentation</vt:lpstr>
      <vt:lpstr>PowerPoint Presentation</vt:lpstr>
      <vt:lpstr>PowerPoint Presentation</vt:lpstr>
      <vt:lpstr>PowerPoint Presentation</vt:lpstr>
      <vt:lpstr>Open source ML programming tools</vt:lpstr>
      <vt:lpstr>Open source ML programming tools</vt:lpstr>
      <vt:lpstr>PowerPoint Presentation</vt:lpstr>
      <vt:lpstr>ML workflow</vt:lpstr>
      <vt:lpstr>ML workflow</vt:lpstr>
      <vt:lpstr>Demo Case Study : Car Price prediction based on Mileage</vt:lpstr>
      <vt:lpstr>PowerPoint Presentation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Neha Vinayak .</cp:lastModifiedBy>
  <cp:revision>11</cp:revision>
  <dcterms:created xsi:type="dcterms:W3CDTF">2021-11-12T07:04:08Z</dcterms:created>
  <dcterms:modified xsi:type="dcterms:W3CDTF">2026-04-25T07:25:30Z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