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presentation.xml" ContentType="application/vnd.openxmlformats-officedocument.presentationml.presentation.main+xml"/>
  <Override PartName="/ppt/drawings/drawing1.xml" ContentType="application/vnd.openxmlformats-officedocument.drawingml.chartshapes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93.xml" ContentType="application/vnd.openxmlformats-officedocument.presentationml.slide+xml"/>
  <Override PartName="/ppt/slides/slide92.xml" ContentType="application/vnd.openxmlformats-officedocument.presentationml.slid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slideLayouts/slideLayout55.xml" ContentType="application/vnd.openxmlformats-officedocument.presentationml.slideLayout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3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56.xml" ContentType="application/vnd.openxmlformats-officedocument.presentationml.slideLayout+xml"/>
  <Override PartName="/ppt/ink/ink19.xml" ContentType="application/inkml+xml"/>
  <Override PartName="/ppt/ink/ink18.xml" ContentType="application/inkml+xml"/>
  <Override PartName="/ppt/charts/chart2.xml" ContentType="application/vnd.openxmlformats-officedocument.drawingml.chart+xml"/>
  <Override PartName="/ppt/ink/ink28.xml" ContentType="application/inkml+xml"/>
  <Override PartName="/ppt/ink/ink27.xml" ContentType="application/inkml+xml"/>
  <Override PartName="/ppt/ink/ink26.xml" ContentType="application/inkml+xml"/>
  <Override PartName="/ppt/ink/ink25.xml" ContentType="application/inkml+xml"/>
  <Override PartName="/ppt/ink/ink24.xml" ContentType="application/inkml+xml"/>
  <Override PartName="/ppt/ink/ink23.xml" ContentType="application/inkml+xml"/>
  <Override PartName="/ppt/ink/ink22.xml" ContentType="application/inkml+xml"/>
  <Override PartName="/ppt/ink/ink21.xml" ContentType="application/inkml+xml"/>
  <Override PartName="/ppt/ink/ink20.xml" ContentType="application/inkml+xml"/>
  <Override PartName="/ppt/notesMasters/notesMaster1.xml" ContentType="application/vnd.openxmlformats-officedocument.presentationml.notesMaster+xml"/>
  <Override PartName="/ppt/ink/ink17.xml" ContentType="application/inkml+xml"/>
  <Override PartName="/ppt/ink/ink16.xml" ContentType="application/inkml+xml"/>
  <Override PartName="/ppt/ink/ink15.xml" ContentType="application/inkml+xml"/>
  <Override PartName="/ppt/ink/ink14.xml" ContentType="application/inkml+xml"/>
  <Override PartName="/ppt/ink/ink13.xml" ContentType="application/inkml+xml"/>
  <Override PartName="/ppt/ink/ink12.xml" ContentType="application/inkml+xml"/>
  <Override PartName="/ppt/ink/ink11.xml" ContentType="application/inkml+xml"/>
  <Override PartName="/ppt/ink/ink10.xml" ContentType="application/inkml+xml"/>
  <Override PartName="/ppt/ink/ink9.xml" ContentType="application/inkml+xml"/>
  <Override PartName="/ppt/charts/chart1.xml" ContentType="application/vnd.openxmlformats-officedocument.drawingml.chart+xml"/>
  <Override PartName="/ppt/ink/ink8.xml" ContentType="application/inkml+xml"/>
  <Override PartName="/ppt/ink/ink7.xml" ContentType="application/inkml+xml"/>
  <Override PartName="/ppt/ink/ink6.xml" ContentType="application/inkml+xml"/>
  <Override PartName="/ppt/ink/ink5.xml" ContentType="application/inkml+xml"/>
  <Override PartName="/ppt/ink/ink4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theme/theme14.xml" ContentType="application/vnd.openxmlformats-officedocument.theme+xml"/>
  <Override PartName="/ppt/theme/theme13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3" r:id="rId2"/>
    <p:sldMasterId id="2147483678" r:id="rId3"/>
    <p:sldMasterId id="2147483693" r:id="rId4"/>
    <p:sldMasterId id="2147483717" r:id="rId5"/>
    <p:sldMasterId id="2147483730" r:id="rId6"/>
    <p:sldMasterId id="2147483769" r:id="rId7"/>
    <p:sldMasterId id="2147483822" r:id="rId8"/>
    <p:sldMasterId id="2147483850" r:id="rId9"/>
    <p:sldMasterId id="2147483863" r:id="rId10"/>
    <p:sldMasterId id="2147483929" r:id="rId11"/>
    <p:sldMasterId id="2147483944" r:id="rId12"/>
    <p:sldMasterId id="2147484011" r:id="rId13"/>
  </p:sldMasterIdLst>
  <p:notesMasterIdLst>
    <p:notesMasterId r:id="rId117"/>
  </p:notesMasterIdLst>
  <p:sldIdLst>
    <p:sldId id="256" r:id="rId14"/>
    <p:sldId id="257" r:id="rId15"/>
    <p:sldId id="258" r:id="rId16"/>
    <p:sldId id="259" r:id="rId17"/>
    <p:sldId id="361" r:id="rId18"/>
    <p:sldId id="353" r:id="rId19"/>
    <p:sldId id="354" r:id="rId20"/>
    <p:sldId id="355" r:id="rId21"/>
    <p:sldId id="260" r:id="rId22"/>
    <p:sldId id="261" r:id="rId23"/>
    <p:sldId id="262" r:id="rId24"/>
    <p:sldId id="356" r:id="rId25"/>
    <p:sldId id="357" r:id="rId26"/>
    <p:sldId id="358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359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286" r:id="rId51"/>
    <p:sldId id="287" r:id="rId52"/>
    <p:sldId id="288" r:id="rId53"/>
    <p:sldId id="289" r:id="rId54"/>
    <p:sldId id="290" r:id="rId55"/>
    <p:sldId id="291" r:id="rId56"/>
    <p:sldId id="292" r:id="rId57"/>
    <p:sldId id="293" r:id="rId58"/>
    <p:sldId id="294" r:id="rId59"/>
    <p:sldId id="295" r:id="rId60"/>
    <p:sldId id="296" r:id="rId61"/>
    <p:sldId id="297" r:id="rId62"/>
    <p:sldId id="298" r:id="rId63"/>
    <p:sldId id="299" r:id="rId64"/>
    <p:sldId id="300" r:id="rId65"/>
    <p:sldId id="301" r:id="rId66"/>
    <p:sldId id="302" r:id="rId67"/>
    <p:sldId id="303" r:id="rId68"/>
    <p:sldId id="304" r:id="rId69"/>
    <p:sldId id="305" r:id="rId70"/>
    <p:sldId id="306" r:id="rId71"/>
    <p:sldId id="307" r:id="rId72"/>
    <p:sldId id="308" r:id="rId73"/>
    <p:sldId id="309" r:id="rId74"/>
    <p:sldId id="364" r:id="rId75"/>
    <p:sldId id="365" r:id="rId76"/>
    <p:sldId id="366" r:id="rId77"/>
    <p:sldId id="367" r:id="rId78"/>
    <p:sldId id="368" r:id="rId79"/>
    <p:sldId id="311" r:id="rId80"/>
    <p:sldId id="312" r:id="rId81"/>
    <p:sldId id="313" r:id="rId82"/>
    <p:sldId id="314" r:id="rId83"/>
    <p:sldId id="316" r:id="rId84"/>
    <p:sldId id="315" r:id="rId85"/>
    <p:sldId id="317" r:id="rId86"/>
    <p:sldId id="318" r:id="rId87"/>
    <p:sldId id="319" r:id="rId88"/>
    <p:sldId id="320" r:id="rId89"/>
    <p:sldId id="321" r:id="rId90"/>
    <p:sldId id="322" r:id="rId91"/>
    <p:sldId id="323" r:id="rId92"/>
    <p:sldId id="324" r:id="rId93"/>
    <p:sldId id="325" r:id="rId94"/>
    <p:sldId id="326" r:id="rId95"/>
    <p:sldId id="327" r:id="rId96"/>
    <p:sldId id="328" r:id="rId97"/>
    <p:sldId id="329" r:id="rId98"/>
    <p:sldId id="330" r:id="rId99"/>
    <p:sldId id="363" r:id="rId100"/>
    <p:sldId id="332" r:id="rId101"/>
    <p:sldId id="333" r:id="rId102"/>
    <p:sldId id="334" r:id="rId103"/>
    <p:sldId id="335" r:id="rId104"/>
    <p:sldId id="336" r:id="rId105"/>
    <p:sldId id="337" r:id="rId106"/>
    <p:sldId id="338" r:id="rId107"/>
    <p:sldId id="339" r:id="rId108"/>
    <p:sldId id="340" r:id="rId109"/>
    <p:sldId id="341" r:id="rId110"/>
    <p:sldId id="342" r:id="rId111"/>
    <p:sldId id="343" r:id="rId112"/>
    <p:sldId id="344" r:id="rId113"/>
    <p:sldId id="345" r:id="rId114"/>
    <p:sldId id="346" r:id="rId115"/>
    <p:sldId id="347" r:id="rId116"/>
  </p:sldIdLst>
  <p:sldSz cx="9144000" cy="6858000" type="screen4x3"/>
  <p:notesSz cx="6858000" cy="9144000"/>
  <p:embeddedFontLst>
    <p:embeddedFont>
      <p:font typeface="Bell MT" panose="02020503060305020303" pitchFamily="18" charset="0"/>
      <p:regular r:id="rId118"/>
      <p:bold r:id="rId119"/>
      <p:italic r:id="rId120"/>
    </p:embeddedFont>
    <p:embeddedFont>
      <p:font typeface="Calibri" panose="020F0502020204030204" pitchFamily="34" charset="0"/>
      <p:regular r:id="rId121"/>
      <p:bold r:id="rId122"/>
      <p:italic r:id="rId123"/>
      <p:boldItalic r:id="rId124"/>
    </p:embeddedFont>
    <p:embeddedFont>
      <p:font typeface="Cambria" panose="02040503050406030204" pitchFamily="18" charset="0"/>
      <p:regular r:id="rId125"/>
      <p:bold r:id="rId126"/>
      <p:italic r:id="rId127"/>
      <p:boldItalic r:id="rId128"/>
    </p:embeddedFont>
    <p:embeddedFont>
      <p:font typeface="Helvetica Neue" panose="020B0604020202020204" pitchFamily="34" charset="0"/>
      <p:regular r:id="rId129"/>
      <p:bold r:id="rId130"/>
      <p:italic r:id="rId131"/>
      <p:boldItalic r:id="rId132"/>
    </p:embeddedFont>
    <p:embeddedFont>
      <p:font typeface="Libre Franklin Medium" panose="02000000000000000000" pitchFamily="2" charset="0"/>
      <p:regular r:id="rId133"/>
      <p:bold r:id="rId134"/>
      <p:italic r:id="rId135"/>
      <p:boldItalic r:id="rId136"/>
    </p:embeddedFont>
    <p:embeddedFont>
      <p:font typeface="ＭＳ Ｐゴシック" panose="020B0600070205080204" pitchFamily="34" charset="-128"/>
      <p:regular r:id="rId137"/>
    </p:embeddedFont>
    <p:embeddedFont>
      <p:font typeface="Tahoma" panose="020B0604030504040204" pitchFamily="34" charset="0"/>
      <p:regular r:id="rId138"/>
      <p:bold r:id="rId139"/>
    </p:embeddedFont>
    <p:embeddedFont>
      <p:font typeface="Trebuchet MS" panose="020B0603020202020204" pitchFamily="34" charset="0"/>
      <p:regular r:id="rId140"/>
      <p:bold r:id="rId141"/>
      <p:italic r:id="rId142"/>
      <p:boldItalic r:id="rId143"/>
    </p:embeddedFont>
    <p:embeddedFont>
      <p:font typeface="Webdings" pitchFamily="2" charset="2"/>
      <p:regular r:id="rId1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5" roundtripDataSignature="AMtx7mgJWA0O6wrBsIGaoblK1aYvMzBT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14C621-CB00-45AA-B9A0-9D18F376423F}">
  <a:tblStyle styleId="{7814C621-CB00-45AA-B9A0-9D18F376423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8.xml"/><Relationship Id="rId42" Type="http://schemas.openxmlformats.org/officeDocument/2006/relationships/slide" Target="slides/slide29.xml"/><Relationship Id="rId63" Type="http://schemas.openxmlformats.org/officeDocument/2006/relationships/slide" Target="slides/slide50.xml"/><Relationship Id="rId84" Type="http://schemas.openxmlformats.org/officeDocument/2006/relationships/slide" Target="slides/slide71.xml"/><Relationship Id="rId138" Type="http://schemas.openxmlformats.org/officeDocument/2006/relationships/font" Target="fonts/font21.fntdata"/><Relationship Id="rId107" Type="http://schemas.openxmlformats.org/officeDocument/2006/relationships/slide" Target="slides/slide94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19.xml"/><Relationship Id="rId53" Type="http://schemas.openxmlformats.org/officeDocument/2006/relationships/slide" Target="slides/slide40.xml"/><Relationship Id="rId74" Type="http://schemas.openxmlformats.org/officeDocument/2006/relationships/slide" Target="slides/slide61.xml"/><Relationship Id="rId128" Type="http://schemas.openxmlformats.org/officeDocument/2006/relationships/font" Target="fonts/font11.fntdata"/><Relationship Id="rId149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2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64" Type="http://schemas.openxmlformats.org/officeDocument/2006/relationships/slide" Target="slides/slide51.xml"/><Relationship Id="rId69" Type="http://schemas.openxmlformats.org/officeDocument/2006/relationships/slide" Target="slides/slide56.xml"/><Relationship Id="rId113" Type="http://schemas.openxmlformats.org/officeDocument/2006/relationships/slide" Target="slides/slide100.xml"/><Relationship Id="rId118" Type="http://schemas.openxmlformats.org/officeDocument/2006/relationships/font" Target="fonts/font1.fntdata"/><Relationship Id="rId134" Type="http://schemas.openxmlformats.org/officeDocument/2006/relationships/font" Target="fonts/font17.fntdata"/><Relationship Id="rId139" Type="http://schemas.openxmlformats.org/officeDocument/2006/relationships/font" Target="fonts/font22.fntdata"/><Relationship Id="rId80" Type="http://schemas.openxmlformats.org/officeDocument/2006/relationships/slide" Target="slides/slide67.xml"/><Relationship Id="rId85" Type="http://schemas.openxmlformats.org/officeDocument/2006/relationships/slide" Target="slides/slide72.xml"/><Relationship Id="rId150" Type="http://schemas.openxmlformats.org/officeDocument/2006/relationships/customXml" Target="../customXml/item1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59" Type="http://schemas.openxmlformats.org/officeDocument/2006/relationships/slide" Target="slides/slide46.xml"/><Relationship Id="rId103" Type="http://schemas.openxmlformats.org/officeDocument/2006/relationships/slide" Target="slides/slide90.xml"/><Relationship Id="rId108" Type="http://schemas.openxmlformats.org/officeDocument/2006/relationships/slide" Target="slides/slide95.xml"/><Relationship Id="rId124" Type="http://schemas.openxmlformats.org/officeDocument/2006/relationships/font" Target="fonts/font7.fntdata"/><Relationship Id="rId129" Type="http://schemas.openxmlformats.org/officeDocument/2006/relationships/font" Target="fonts/font12.fntdata"/><Relationship Id="rId54" Type="http://schemas.openxmlformats.org/officeDocument/2006/relationships/slide" Target="slides/slide41.xml"/><Relationship Id="rId70" Type="http://schemas.openxmlformats.org/officeDocument/2006/relationships/slide" Target="slides/slide57.xml"/><Relationship Id="rId75" Type="http://schemas.openxmlformats.org/officeDocument/2006/relationships/slide" Target="slides/slide62.xml"/><Relationship Id="rId91" Type="http://schemas.openxmlformats.org/officeDocument/2006/relationships/slide" Target="slides/slide78.xml"/><Relationship Id="rId96" Type="http://schemas.openxmlformats.org/officeDocument/2006/relationships/slide" Target="slides/slide83.xml"/><Relationship Id="rId140" Type="http://schemas.openxmlformats.org/officeDocument/2006/relationships/font" Target="fonts/font23.fntdata"/><Relationship Id="rId145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49" Type="http://schemas.openxmlformats.org/officeDocument/2006/relationships/slide" Target="slides/slide36.xml"/><Relationship Id="rId114" Type="http://schemas.openxmlformats.org/officeDocument/2006/relationships/slide" Target="slides/slide101.xml"/><Relationship Id="rId119" Type="http://schemas.openxmlformats.org/officeDocument/2006/relationships/font" Target="fonts/font2.fntdata"/><Relationship Id="rId44" Type="http://schemas.openxmlformats.org/officeDocument/2006/relationships/slide" Target="slides/slide31.xml"/><Relationship Id="rId60" Type="http://schemas.openxmlformats.org/officeDocument/2006/relationships/slide" Target="slides/slide47.xml"/><Relationship Id="rId65" Type="http://schemas.openxmlformats.org/officeDocument/2006/relationships/slide" Target="slides/slide52.xml"/><Relationship Id="rId81" Type="http://schemas.openxmlformats.org/officeDocument/2006/relationships/slide" Target="slides/slide68.xml"/><Relationship Id="rId86" Type="http://schemas.openxmlformats.org/officeDocument/2006/relationships/slide" Target="slides/slide73.xml"/><Relationship Id="rId130" Type="http://schemas.openxmlformats.org/officeDocument/2006/relationships/font" Target="fonts/font13.fntdata"/><Relationship Id="rId135" Type="http://schemas.openxmlformats.org/officeDocument/2006/relationships/font" Target="fonts/font18.fntdata"/><Relationship Id="rId151" Type="http://schemas.openxmlformats.org/officeDocument/2006/relationships/customXml" Target="../customXml/item2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39" Type="http://schemas.openxmlformats.org/officeDocument/2006/relationships/slide" Target="slides/slide26.xml"/><Relationship Id="rId109" Type="http://schemas.openxmlformats.org/officeDocument/2006/relationships/slide" Target="slides/slide96.xml"/><Relationship Id="rId34" Type="http://schemas.openxmlformats.org/officeDocument/2006/relationships/slide" Target="slides/slide21.xml"/><Relationship Id="rId50" Type="http://schemas.openxmlformats.org/officeDocument/2006/relationships/slide" Target="slides/slide37.xml"/><Relationship Id="rId55" Type="http://schemas.openxmlformats.org/officeDocument/2006/relationships/slide" Target="slides/slide42.xml"/><Relationship Id="rId76" Type="http://schemas.openxmlformats.org/officeDocument/2006/relationships/slide" Target="slides/slide63.xml"/><Relationship Id="rId97" Type="http://schemas.openxmlformats.org/officeDocument/2006/relationships/slide" Target="slides/slide84.xml"/><Relationship Id="rId104" Type="http://schemas.openxmlformats.org/officeDocument/2006/relationships/slide" Target="slides/slide91.xml"/><Relationship Id="rId120" Type="http://schemas.openxmlformats.org/officeDocument/2006/relationships/font" Target="fonts/font3.fntdata"/><Relationship Id="rId125" Type="http://schemas.openxmlformats.org/officeDocument/2006/relationships/font" Target="fonts/font8.fntdata"/><Relationship Id="rId141" Type="http://schemas.openxmlformats.org/officeDocument/2006/relationships/font" Target="fonts/font24.fntdata"/><Relationship Id="rId146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8.xml"/><Relationship Id="rId92" Type="http://schemas.openxmlformats.org/officeDocument/2006/relationships/slide" Target="slides/slide7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6.xml"/><Relationship Id="rId24" Type="http://schemas.openxmlformats.org/officeDocument/2006/relationships/slide" Target="slides/slide11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66" Type="http://schemas.openxmlformats.org/officeDocument/2006/relationships/slide" Target="slides/slide53.xml"/><Relationship Id="rId87" Type="http://schemas.openxmlformats.org/officeDocument/2006/relationships/slide" Target="slides/slide74.xml"/><Relationship Id="rId110" Type="http://schemas.openxmlformats.org/officeDocument/2006/relationships/slide" Target="slides/slide97.xml"/><Relationship Id="rId115" Type="http://schemas.openxmlformats.org/officeDocument/2006/relationships/slide" Target="slides/slide102.xml"/><Relationship Id="rId131" Type="http://schemas.openxmlformats.org/officeDocument/2006/relationships/font" Target="fonts/font14.fntdata"/><Relationship Id="rId136" Type="http://schemas.openxmlformats.org/officeDocument/2006/relationships/font" Target="fonts/font19.fntdata"/><Relationship Id="rId61" Type="http://schemas.openxmlformats.org/officeDocument/2006/relationships/slide" Target="slides/slide48.xml"/><Relationship Id="rId82" Type="http://schemas.openxmlformats.org/officeDocument/2006/relationships/slide" Target="slides/slide69.xml"/><Relationship Id="rId152" Type="http://schemas.openxmlformats.org/officeDocument/2006/relationships/customXml" Target="../customXml/item3.xml"/><Relationship Id="rId19" Type="http://schemas.openxmlformats.org/officeDocument/2006/relationships/slide" Target="slides/slide6.xml"/><Relationship Id="rId14" Type="http://schemas.openxmlformats.org/officeDocument/2006/relationships/slide" Target="slides/slide1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56" Type="http://schemas.openxmlformats.org/officeDocument/2006/relationships/slide" Target="slides/slide43.xml"/><Relationship Id="rId77" Type="http://schemas.openxmlformats.org/officeDocument/2006/relationships/slide" Target="slides/slide64.xml"/><Relationship Id="rId100" Type="http://schemas.openxmlformats.org/officeDocument/2006/relationships/slide" Target="slides/slide87.xml"/><Relationship Id="rId105" Type="http://schemas.openxmlformats.org/officeDocument/2006/relationships/slide" Target="slides/slide92.xml"/><Relationship Id="rId126" Type="http://schemas.openxmlformats.org/officeDocument/2006/relationships/font" Target="fonts/font9.fntdata"/><Relationship Id="rId147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8.xml"/><Relationship Id="rId72" Type="http://schemas.openxmlformats.org/officeDocument/2006/relationships/slide" Target="slides/slide59.xml"/><Relationship Id="rId93" Type="http://schemas.openxmlformats.org/officeDocument/2006/relationships/slide" Target="slides/slide80.xml"/><Relationship Id="rId98" Type="http://schemas.openxmlformats.org/officeDocument/2006/relationships/slide" Target="slides/slide85.xml"/><Relationship Id="rId121" Type="http://schemas.openxmlformats.org/officeDocument/2006/relationships/font" Target="fonts/font4.fntdata"/><Relationship Id="rId142" Type="http://schemas.openxmlformats.org/officeDocument/2006/relationships/font" Target="fonts/font25.fntdata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2.xml"/><Relationship Id="rId46" Type="http://schemas.openxmlformats.org/officeDocument/2006/relationships/slide" Target="slides/slide33.xml"/><Relationship Id="rId67" Type="http://schemas.openxmlformats.org/officeDocument/2006/relationships/slide" Target="slides/slide54.xml"/><Relationship Id="rId116" Type="http://schemas.openxmlformats.org/officeDocument/2006/relationships/slide" Target="slides/slide103.xml"/><Relationship Id="rId137" Type="http://schemas.openxmlformats.org/officeDocument/2006/relationships/font" Target="fonts/font20.fntdata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62" Type="http://schemas.openxmlformats.org/officeDocument/2006/relationships/slide" Target="slides/slide49.xml"/><Relationship Id="rId83" Type="http://schemas.openxmlformats.org/officeDocument/2006/relationships/slide" Target="slides/slide70.xml"/><Relationship Id="rId88" Type="http://schemas.openxmlformats.org/officeDocument/2006/relationships/slide" Target="slides/slide75.xml"/><Relationship Id="rId111" Type="http://schemas.openxmlformats.org/officeDocument/2006/relationships/slide" Target="slides/slide98.xml"/><Relationship Id="rId132" Type="http://schemas.openxmlformats.org/officeDocument/2006/relationships/font" Target="fonts/font15.fntdata"/><Relationship Id="rId15" Type="http://schemas.openxmlformats.org/officeDocument/2006/relationships/slide" Target="slides/slide2.xml"/><Relationship Id="rId36" Type="http://schemas.openxmlformats.org/officeDocument/2006/relationships/slide" Target="slides/slide23.xml"/><Relationship Id="rId57" Type="http://schemas.openxmlformats.org/officeDocument/2006/relationships/slide" Target="slides/slide44.xml"/><Relationship Id="rId106" Type="http://schemas.openxmlformats.org/officeDocument/2006/relationships/slide" Target="slides/slide93.xml"/><Relationship Id="rId127" Type="http://schemas.openxmlformats.org/officeDocument/2006/relationships/font" Target="fonts/font10.fntdata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8.xml"/><Relationship Id="rId52" Type="http://schemas.openxmlformats.org/officeDocument/2006/relationships/slide" Target="slides/slide39.xml"/><Relationship Id="rId73" Type="http://schemas.openxmlformats.org/officeDocument/2006/relationships/slide" Target="slides/slide60.xml"/><Relationship Id="rId78" Type="http://schemas.openxmlformats.org/officeDocument/2006/relationships/slide" Target="slides/slide65.xml"/><Relationship Id="rId94" Type="http://schemas.openxmlformats.org/officeDocument/2006/relationships/slide" Target="slides/slide81.xml"/><Relationship Id="rId99" Type="http://schemas.openxmlformats.org/officeDocument/2006/relationships/slide" Target="slides/slide86.xml"/><Relationship Id="rId101" Type="http://schemas.openxmlformats.org/officeDocument/2006/relationships/slide" Target="slides/slide88.xml"/><Relationship Id="rId122" Type="http://schemas.openxmlformats.org/officeDocument/2006/relationships/font" Target="fonts/font5.fntdata"/><Relationship Id="rId143" Type="http://schemas.openxmlformats.org/officeDocument/2006/relationships/font" Target="fonts/font26.fntdata"/><Relationship Id="rId148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26" Type="http://schemas.openxmlformats.org/officeDocument/2006/relationships/slide" Target="slides/slide13.xml"/><Relationship Id="rId47" Type="http://schemas.openxmlformats.org/officeDocument/2006/relationships/slide" Target="slides/slide34.xml"/><Relationship Id="rId68" Type="http://schemas.openxmlformats.org/officeDocument/2006/relationships/slide" Target="slides/slide55.xml"/><Relationship Id="rId89" Type="http://schemas.openxmlformats.org/officeDocument/2006/relationships/slide" Target="slides/slide76.xml"/><Relationship Id="rId112" Type="http://schemas.openxmlformats.org/officeDocument/2006/relationships/slide" Target="slides/slide99.xml"/><Relationship Id="rId133" Type="http://schemas.openxmlformats.org/officeDocument/2006/relationships/font" Target="fonts/font16.fntdata"/><Relationship Id="rId16" Type="http://schemas.openxmlformats.org/officeDocument/2006/relationships/slide" Target="slides/slide3.xml"/><Relationship Id="rId37" Type="http://schemas.openxmlformats.org/officeDocument/2006/relationships/slide" Target="slides/slide24.xml"/><Relationship Id="rId58" Type="http://schemas.openxmlformats.org/officeDocument/2006/relationships/slide" Target="slides/slide45.xml"/><Relationship Id="rId79" Type="http://schemas.openxmlformats.org/officeDocument/2006/relationships/slide" Target="slides/slide66.xml"/><Relationship Id="rId102" Type="http://schemas.openxmlformats.org/officeDocument/2006/relationships/slide" Target="slides/slide89.xml"/><Relationship Id="rId123" Type="http://schemas.openxmlformats.org/officeDocument/2006/relationships/font" Target="fonts/font6.fntdata"/><Relationship Id="rId144" Type="http://schemas.openxmlformats.org/officeDocument/2006/relationships/font" Target="fonts/font27.fntdata"/><Relationship Id="rId90" Type="http://schemas.openxmlformats.org/officeDocument/2006/relationships/slide" Target="slides/slide77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 /><Relationship Id="rId1" Type="http://schemas.openxmlformats.org/officeDocument/2006/relationships/oleObject" Target="file:///C:\Users\Public\Documents\ml-class\lectures-slides\assets\portland.xlsx" TargetMode="External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ropbox\Projects\Teaching\CSEP546\Lectures\DataFor%20Figures\Bias%20Variance.xlsx" TargetMode="Externa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099662327309373"/>
          <c:y val="8.687518226888305E-2"/>
          <c:w val="0.825947025246486"/>
          <c:h val="0.76411198600174979"/>
        </c:manualLayout>
      </c:layout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8"/>
            <c:spPr>
              <a:noFill/>
              <a:ln w="12700">
                <a:solidFill>
                  <a:srgbClr val="C00000"/>
                </a:solidFill>
              </a:ln>
            </c:spPr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8DC-4DF4-941A-6CB15FA6EB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2966144"/>
        <c:axId val="152966528"/>
      </c:scatterChart>
      <c:valAx>
        <c:axId val="152966144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crossAx val="152966528"/>
        <c:crosses val="autoZero"/>
        <c:crossBetween val="midCat"/>
      </c:valAx>
      <c:valAx>
        <c:axId val="152966528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152966144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3"/>
          <c:order val="0"/>
          <c:tx>
            <c:v>Positive</c:v>
          </c:tx>
          <c:spPr>
            <a:ln w="25400">
              <a:noFill/>
            </a:ln>
          </c:spPr>
          <c:marker>
            <c:symbol val="none"/>
          </c:marker>
          <c:xVal>
            <c:numRef>
              <c:f>'Bias Variance'!$C$27:$C$41</c:f>
              <c:numCache>
                <c:formatCode>General</c:formatCode>
                <c:ptCount val="15"/>
                <c:pt idx="1">
                  <c:v>9.4024734951023592E-2</c:v>
                </c:pt>
                <c:pt idx="2">
                  <c:v>0.10940147466882744</c:v>
                </c:pt>
                <c:pt idx="3">
                  <c:v>0.16039886932043856</c:v>
                </c:pt>
                <c:pt idx="4">
                  <c:v>0.2</c:v>
                </c:pt>
                <c:pt idx="5">
                  <c:v>0.23036111976262996</c:v>
                </c:pt>
                <c:pt idx="6">
                  <c:v>0.3</c:v>
                </c:pt>
                <c:pt idx="7">
                  <c:v>0.32118654885500209</c:v>
                </c:pt>
                <c:pt idx="8">
                  <c:v>0.41745217818674485</c:v>
                </c:pt>
                <c:pt idx="9">
                  <c:v>0.50929255184210453</c:v>
                </c:pt>
                <c:pt idx="10">
                  <c:v>0.56147786909099873</c:v>
                </c:pt>
                <c:pt idx="11">
                  <c:v>0.56722433432581443</c:v>
                </c:pt>
                <c:pt idx="12">
                  <c:v>0.63701258459194099</c:v>
                </c:pt>
                <c:pt idx="13">
                  <c:v>0.76</c:v>
                </c:pt>
                <c:pt idx="14">
                  <c:v>0.95</c:v>
                </c:pt>
              </c:numCache>
            </c:numRef>
          </c:xVal>
          <c:yVal>
            <c:numRef>
              <c:f>'Bias Variance'!$D$27:$D$41</c:f>
              <c:numCache>
                <c:formatCode>General</c:formatCode>
                <c:ptCount val="15"/>
                <c:pt idx="1">
                  <c:v>0.31</c:v>
                </c:pt>
                <c:pt idx="2">
                  <c:v>0.5</c:v>
                </c:pt>
                <c:pt idx="3">
                  <c:v>0.9</c:v>
                </c:pt>
                <c:pt idx="4">
                  <c:v>0.15</c:v>
                </c:pt>
                <c:pt idx="5">
                  <c:v>0.93345179150198343</c:v>
                </c:pt>
                <c:pt idx="6">
                  <c:v>0.3</c:v>
                </c:pt>
                <c:pt idx="7">
                  <c:v>0.91293693224213979</c:v>
                </c:pt>
                <c:pt idx="8">
                  <c:v>0.75</c:v>
                </c:pt>
                <c:pt idx="9">
                  <c:v>0.5433951146674556</c:v>
                </c:pt>
                <c:pt idx="10">
                  <c:v>0.97438543245872189</c:v>
                </c:pt>
                <c:pt idx="11">
                  <c:v>0.8</c:v>
                </c:pt>
                <c:pt idx="12">
                  <c:v>0.75394788013790537</c:v>
                </c:pt>
                <c:pt idx="13">
                  <c:v>0.98</c:v>
                </c:pt>
                <c:pt idx="14">
                  <c:v>0.95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1FC-40AE-8CA3-535FCFAA1C76}"/>
            </c:ext>
          </c:extLst>
        </c:ser>
        <c:ser>
          <c:idx val="4"/>
          <c:order val="1"/>
          <c:tx>
            <c:v>Negative</c:v>
          </c:tx>
          <c:spPr>
            <a:ln w="25400">
              <a:noFill/>
            </a:ln>
          </c:spPr>
          <c:marker>
            <c:symbol val="none"/>
          </c:marker>
          <c:xVal>
            <c:numRef>
              <c:f>'Bias Variance'!$F$27:$F$46</c:f>
              <c:numCache>
                <c:formatCode>General</c:formatCode>
                <c:ptCount val="20"/>
                <c:pt idx="0">
                  <c:v>0.02</c:v>
                </c:pt>
                <c:pt idx="1">
                  <c:v>6.1088979010002653E-2</c:v>
                </c:pt>
                <c:pt idx="2">
                  <c:v>0.14000000000000001</c:v>
                </c:pt>
                <c:pt idx="3">
                  <c:v>0.4</c:v>
                </c:pt>
                <c:pt idx="4">
                  <c:v>0.5</c:v>
                </c:pt>
                <c:pt idx="5">
                  <c:v>0.55000000000000004</c:v>
                </c:pt>
                <c:pt idx="8">
                  <c:v>0.7</c:v>
                </c:pt>
                <c:pt idx="10">
                  <c:v>0.7956757170046207</c:v>
                </c:pt>
                <c:pt idx="11">
                  <c:v>0.8</c:v>
                </c:pt>
                <c:pt idx="12">
                  <c:v>0.8</c:v>
                </c:pt>
                <c:pt idx="13">
                  <c:v>0.81791376168519159</c:v>
                </c:pt>
                <c:pt idx="17">
                  <c:v>0.9</c:v>
                </c:pt>
                <c:pt idx="19">
                  <c:v>0.97115856009097035</c:v>
                </c:pt>
              </c:numCache>
            </c:numRef>
          </c:xVal>
          <c:yVal>
            <c:numRef>
              <c:f>'Bias Variance'!$G$27:$G$46</c:f>
              <c:numCache>
                <c:formatCode>General</c:formatCode>
                <c:ptCount val="20"/>
                <c:pt idx="0">
                  <c:v>0.35</c:v>
                </c:pt>
                <c:pt idx="1">
                  <c:v>0.05</c:v>
                </c:pt>
                <c:pt idx="2">
                  <c:v>7.0000000000000007E-2</c:v>
                </c:pt>
                <c:pt idx="3">
                  <c:v>0.06</c:v>
                </c:pt>
                <c:pt idx="4">
                  <c:v>0.17586603331870188</c:v>
                </c:pt>
                <c:pt idx="5">
                  <c:v>0.35328360822961957</c:v>
                </c:pt>
                <c:pt idx="8">
                  <c:v>0.55000000000000004</c:v>
                </c:pt>
                <c:pt idx="10">
                  <c:v>0.62494374854326495</c:v>
                </c:pt>
                <c:pt idx="11">
                  <c:v>0.3</c:v>
                </c:pt>
                <c:pt idx="12">
                  <c:v>0.83485376092137731</c:v>
                </c:pt>
                <c:pt idx="13">
                  <c:v>0.26232655994426723</c:v>
                </c:pt>
                <c:pt idx="17">
                  <c:v>0.73974330489921258</c:v>
                </c:pt>
                <c:pt idx="19">
                  <c:v>4.4999999999999998E-2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1FC-40AE-8CA3-535FCFAA1C76}"/>
            </c:ext>
          </c:extLst>
        </c:ser>
        <c:ser>
          <c:idx val="5"/>
          <c:order val="2"/>
          <c:tx>
            <c:v>Line</c:v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marker>
            <c:symbol val="none"/>
          </c:marker>
          <c:xVal>
            <c:numRef>
              <c:f>'Bias Variance'!$F$9:$F$19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'Bias Variance'!$G$9:$G$19</c:f>
              <c:numCache>
                <c:formatCode>General</c:formatCode>
                <c:ptCount val="11"/>
                <c:pt idx="0">
                  <c:v>0.3</c:v>
                </c:pt>
                <c:pt idx="1">
                  <c:v>0.32999999999999996</c:v>
                </c:pt>
                <c:pt idx="2">
                  <c:v>0.36</c:v>
                </c:pt>
                <c:pt idx="3">
                  <c:v>0.39</c:v>
                </c:pt>
                <c:pt idx="4">
                  <c:v>0.42</c:v>
                </c:pt>
                <c:pt idx="5">
                  <c:v>0.44999999999999996</c:v>
                </c:pt>
                <c:pt idx="6">
                  <c:v>0.48</c:v>
                </c:pt>
                <c:pt idx="7">
                  <c:v>0.51</c:v>
                </c:pt>
                <c:pt idx="8">
                  <c:v>0.54</c:v>
                </c:pt>
                <c:pt idx="9">
                  <c:v>0.57000000000000006</c:v>
                </c:pt>
                <c:pt idx="10">
                  <c:v>0.6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1FC-40AE-8CA3-535FCFAA1C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186552"/>
        <c:axId val="187182240"/>
      </c:scatterChart>
      <c:valAx>
        <c:axId val="18718655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182240"/>
        <c:crosses val="autoZero"/>
        <c:crossBetween val="midCat"/>
        <c:majorUnit val="0.1"/>
      </c:valAx>
      <c:valAx>
        <c:axId val="18718224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18655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0.29353</cdr:x>
      <cdr:y>0.23756</cdr:y>
    </cdr:from>
    <cdr:to>
      <cdr:x>0.90958</cdr:x>
      <cdr:y>0.54311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1A71BFD5-A99B-16F6-8BFC-58DDC557C42A}"/>
            </a:ext>
          </a:extLst>
        </cdr:cNvPr>
        <cdr:cNvCxnSpPr/>
      </cdr:nvCxnSpPr>
      <cdr:spPr>
        <a:xfrm xmlns:a="http://schemas.openxmlformats.org/drawingml/2006/main" flipV="1">
          <a:off x="1561226" y="651663"/>
          <a:ext cx="3276600" cy="83820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19495 3680 30 0,'-13'0'4'0,"-23"71"11"0,12 71 0 0,36 60-9 0,24-47-3 0,0-47-2 0,0-24-3 0,-36-2-32 0,-13-70 3 0</inkml:trace>
  <inkml:trace contextRef="#ctx0" brushRef="#br0">18875 3881 54 0,'-24'-23'4'0,"-37"23"11"0,74 0-10 0,82 0-1 0,72-23 4 0,24-2 5 0,-1-11 3 0,-23 1-5 0,-36 10-9 0,-12 14-3 0,-36-1-60 0,-59 12 3 0</inkml:trace>
  <inkml:trace contextRef="#ctx0" brushRef="#br0">20125 4274 29 0,'12'-24'3'0,"36"1"-3"0,-1-1 0 0,-24-13 1 0,2-34 4 0,-14 12 0 0,2 0-3 0,-13 35 0 0,-13 0-1 0,-23 24 1 0,-22 0 3 0,-2 48 3 0,-11 36-3 0,11 10-2 0,24-10-2 0,12-25 2 0,13-23-2 0,22-36 1 0,25-13 1 0,24-69-3 0,10 22 3 0,3 36 7 0,-3 24-5 0,14 24-6 0,0 13 2 0,-14-3-1 0,-9 3-16 0,-25-26-25 0,-13-11 0 0</inkml:trace>
  <inkml:trace contextRef="#ctx0" brushRef="#br0">20779 4011 40 0,'0'-10'7'0,"0"-26"5"0,36 61-3 0,24 57-6 0,0-11-2 0,-12-11-2 0,-1-24-13 0,-24-13-28 0</inkml:trace>
  <inkml:trace contextRef="#ctx0" brushRef="#br0">21017 3990 49 0,'-11'0'8'0,"-60"34"16"0,35 37-17 0,24 25-6 0,0-13 0 0,0-36-9 0,12 3-19 0,12-39-25 0</inkml:trace>
  <inkml:trace contextRef="#ctx0" brushRef="#br0">21305 4024 8 0,'23'-34'19'0,"-23"34"-3"0,-12 58-6 0,12 2-6 0,0-13-3 0,23-36-28 0,-10 2 3 0</inkml:trace>
  <inkml:trace contextRef="#ctx0" brushRef="#br0">21505 3609 17 0,'0'0'0'0,"36"-73"4"0,13 25 9 0,-37 60 10 0,-24 108 7 0,-12 70-17 0,24-23-10 0,47-36-1 0,-23-48-3 0,12-58-40 0,-25-14-13 0</inkml:trace>
  <inkml:trace contextRef="#ctx0" brushRef="#br0">22210 4024 39 0,'-25'-47'32'0,"37"23"-31"0,24-12 0 0,-25 0-1 0,-22 1 1 0,-37-13 8 0,24 48-4 0,-11 0-3 0,-13 24-1 0,12 12 2 0,-11 23 5 0,11 25-3 0,24-24-1 0,12-26-1 0,60-34 2 0,11-34-3 0,12 21 8 0,-11 60-7 0,11-22-6 0,-11-25-55 0,-72-25-2 0</inkml:trace>
  <inkml:trace contextRef="#ctx0" brushRef="#br0">21053 3609 167 0,'-70'-50'5'0,"47"63"-8"0,80 58-61 0,-21-47-9 0</inkml:trace>
  <inkml:trace contextRef="#ctx0" brushRef="#br0">21160 4810 20 0,'-23'-37'12'0,"10"27"-6"0,13 20 0 0,25 63 11 0,-1 46-2 0,-12 12-9 0,-1-23-4 0,2-26-1 0,-1-34-15 0,-12-36-25 0,0 1 12 0</inkml:trace>
  <inkml:trace contextRef="#ctx0" brushRef="#br0">20815 5251 16 0,'-23'-36'21'0,"46"25"-9"0,49 11 6 0,12 47-3 0,-13 24-7 0,1 0-6 0,10-34-1 0,14-37-16 0,-13-25-47 0,-71 13 47 0</inkml:trace>
  <inkml:trace contextRef="#ctx0" brushRef="#br0">21471 5096 20 0,'-60'24'31'0,"24"47"-12"0,25 24-16 0,11-11-4 0,0-13-24 0,-12-23-18 0</inkml:trace>
  <inkml:trace contextRef="#ctx0" brushRef="#br0">20339 6287 34 0,'0'0'0'0,"-12"-48"22"0,12 35-6 0,24 84-2 0,0 61-3 0,-12 23-1 0,-12-11-3 0,-12-26-1 0,0-35-3 0,12-35-2 0,24-37 1 0,59-34-3 0,60-36 1 0,0-1-1 0,-48 24 2 0,-47 25-9 0,-24-1-48 0,0 0 0 0</inkml:trace>
  <inkml:trace contextRef="#ctx0" brushRef="#br0">21505 6739 27 0,'-10'-24'10'0,"-2"-13"-7"0,0-9-3 0,-12-26 2 0,0 25 6 0,0-1-4 0,0-11 0 0,1 11-3 0,-24 12 1 0,-2 36 4 0,2 25-1 0,-2 9-2 0,-9 37 3 0,9 13-2 0,13 12-2 0,25-25 0 0,22-35 0 0,38-13 0 0,9-46-1 0,27-38 1 0,-26-10-3 0,12-11 2 0,-35 46 1 0,-24 24 1 0,12 24 4 0,-12 47-4 0,0-11-2 0,0 0-3 0,24-14-26 0,-1-9-25 0,-23-25 29 0</inkml:trace>
  <inkml:trace contextRef="#ctx0" brushRef="#br0">21756 6132 15 0,'-11'-36'10'0,"-1"-47"-2"0,12 23 4 0,0 60 12 0,-13 72-7 0,13 58-9 0,13 2-6 0,10-38 0 0,-23-46-1 0,0-48 2 0,36-48-3 0,24 37 0 0,-1 70-1 0,-11 25 1 0,-48-13 0 0,-60-48 1 0,-11-34 1 0,23-37-2 0,36 25-10 0,36 23-37 0,12 11 2 0</inkml:trace>
  <inkml:trace contextRef="#ctx0" brushRef="#br0">22114 6215 9 0,'0'0'6'0,"12"-48"6"0,12 25 0 0,-24 11 2 0,23 24 4 0,-11 70-6 0,-12 14-1 0,0 0-7 0,0-25-3 0,0-35 0 0,0-25 1 0,12-58 1 0,24-36-5 0,11 24 2 0,1 9 1 0,12 29-1 0,-13 42-1 0,0 16 0 0,2-13 2 0,-2-24-1 0,0-36 1 0,-34-23 0 0,-26-12 0 0,-23 34-1 0,13 26 1 0,46 11-9 0,26 23-21 0,22 13 2 0,13-24 14 0,23-12 4 0,-12-12 7 0,-24-12 2 0,-24-11 2 0,-34-13 9 0,-37 0 1 0,-12 13 1 0,-11-1-2 0,-2 36-1 0,-57 48 3 0,58 23-9 0,25 0-3 0,11-12-1 0,35-22 0 0,25-24-1 0,12-26 1 0,11-24 1 0,-12-10-2 0,-11 0 2 0,-25-1-1 0,-10 1 1 0,-1 35 0 0,-1 0 1 0,2 12 0 0,-1 24-2 0,-1 10 1 0,-11 3-1 0,24-1 0 0,0-13 0 0,-12-11 1 0,12-24-1 0,12-11 0 0,10 0 0 0,-10-2 0 0,1 0 0 0,10 25 0 0,-24 0 0 0,-10 0 0 0,-1 13 0 0,-24-13 1 0,12-13-1 0,0-10-1 0,0 0 1 0,12-13-1 0,-1-12 2 0,2 2-2 0,-1 21 1 0,11 13-1 0,13 49 2 0,0 34-1 0,-13-12 0 0,-23-36 1 0,0-23 3 0,-23-59-1 0,12-24-3 0,34 11-13 0,24 36-46 0,-11 36 26 0</inkml:trace>
  <inkml:trace contextRef="#ctx0" brushRef="#br0">23900 5882 23 0,'-12'24'18'0,"12"-1"-6"0,48-23-9 0,0-34-1 0,11-16 8 0,-23-9-1 0,-25 13-3 0,-22 21 2 0,-1 25-5 0,-37 48-1 0,15 34-2 0,-3 14 2 0,50-12-1 0,45-25 0 0,38-59 0 0,12-36 0 0,-25-12 1 0,-35 1 1 0,-25 23-1 0,-23-10-5 0,23 9-66 0,-23 25 38 0</inkml:trace>
  <inkml:trace contextRef="#ctx0" brushRef="#br0">22042 7191 11 0,'0'-11'2'0,"0"-60"8"0,12 11 4 0,-24-12 5 0,-11 36 4 0,-1 36-10 0,24 24-6 0,34 95-2 0,38 36-3 0,0-12-1 0,-24-24 4 0,-25-36-5 0,-23-35 2 0,-34-35 4 0,-39-26-7 0,1-24 1 0,2 3 1 0,22-14 0 0,12 0 0 0,36 13-2 0,11-1 2 0,26 24-2 0,23 49 1 0,-1 45 0 0,0 1-1 0,1-47 3 0,23-48-2 0,1-72-1 0,-2-21 0 0,-33 44 2 0,-25 38 0 0,-24 10 0 0,0 1-1 0,12-11-7 0,35 23-40 0,0 11-11 0</inkml:trace>
  <inkml:trace contextRef="#ctx0" brushRef="#br0">21375 8596 5 0,'-23'-23'6'0,"10"-25"4"0,2 1 10 0,-1 22 6 0,12 61-8 0,36 95-6 0,-1 24-6 0,-11-37-4 0,-12-47 0 0,-12-46 3 0,-24-71-2 0,-11-63-2 0,-1-21-1 0,0-1 0 0,12 36 1 0,24 24-2 0,24 34 3 0,-11 24-3 0,34 13 1 0,12 84-1 0,-11 24 1 0,-2-24 0 0,-10-37 1 0,-23-35 0 0,-1-96 0 0,-12-35 0 0,24 0-1 0,-1 60 1 0,14 34-3 0,10 85 3 0,-11 47-2 0,11 2 1 0,-23-15 0 0,0-46 0 0,-12-37-23 0,0-46-68 0</inkml:trace>
  <inkml:trace contextRef="#ctx0" brushRef="#br0">22137 8525 83 0,'-47'-24'36'0,"35"1"-9"0,12-2-19 0,12 2-8 0,24 46-36 0,-12 13-56 0</inkml:trace>
  <inkml:trace contextRef="#ctx0" brushRef="#br0">22376 8202 53 0,'-12'-10'1'0,"-12"-62"30"0,24 36-2 0,24 36-17 0,-12 84-5 0,12 71 0 0,-14 0-1 0,-10-37-3 0,13-47 1 0,23-46-2 0,58-61 0 0,38-12-3 0,-24 2 3 0,-49-4-3 0,-11 27 2 0,-36 12-14 0,0 11-40 0,-12 11-24 0</inkml:trace>
  <inkml:trace contextRef="#ctx0" brushRef="#br0">21590 9442 32 0,'-13'0'2'0,"2"0"23"0,58-72 16 0,60 1-22 0,95-48-9 0,86-13-6 0,9 27-1 0,-11-4-1 0,-48 38-5 0,-84 35 3 0,-106 24-2 0,-48 35-16 0,-120 38-41 0,2-1 7 0</inkml:trace>
  <inkml:trace contextRef="#ctx0" brushRef="#br0">21792 9442 44 0,'-24'12'14'0,"-131"71"-2"0,132-47-8 0,59-48 21 0,106-83-2 0,132-47-10 0,119-26-9 0,-12 13-1 0,-71 24 1 0,-108 49 4 0,-118 45-5 0,-72 24-1 0,-60 26-11 0,-47 35-120 0</inkml:trace>
  <inkml:trace contextRef="#ctx0" brushRef="#br0">4692 4643 42 0,'-36'-59'4'0,"25"35"3"0,46 95 17 0,50 168 0 0,21 58-12 0,1-47-7 0,-48-107-3 0,-35-59-3 0,-12-72-77 0,-12-12 44 0</inkml:trace>
  <inkml:trace contextRef="#ctx0" brushRef="#br0">5645 4715 51 0,'0'0'0'0,"-12"-60"2"0,12 13-1 0,-12-14 1 0,0-21 13 0,-12 9-2 0,-11 2-5 0,-1 12-2 0,-25 36-4 0,-10 23 1 0,12 11 0 0,0 26 2 0,11 34 2 0,1 36-2 0,22 36-3 0,14-36-1 0,22-12-1 0,37-35 0 0,12-36 2 0,-2-61 0 0,3-68 0 0,-13-27 0 0,-1 36-1 0,-11 61 0 0,0 47 0 0,11 95 3 0,13 37-3 0,22 21 4 0,-21-22-3 0,-2-24-7 0,-11-47-60 0,-24-60-2 0</inkml:trace>
  <inkml:trace contextRef="#ctx0" brushRef="#br0">6632 4179 110 0,'-23'48'3'0,"23"142"2"0,23 1-5 0,14-72 1 0,-25-83 10 0,-24-60 5 0,-36-84-12 0,-11-94-2 0,23 23 0 0,0 49-4 0,24 21 1 0,24 27 1 0,24 46-2 0,36 96 7 0,35 95-2 0,-12-13-3 0,0-58 2 0,-59-60 2 0,-24-72 2 0,-37-119-4 0,-9-59-3 0,34 48 2 0,34 82-2 0,15 83 0 0,34 122-1 0,0 69 3 0,-11 0 0 0,-1-46 1 0,1-49-5 0,11-47-76 0,-47-24-2 0</inkml:trace>
  <inkml:trace contextRef="#ctx0" brushRef="#br0">7931 4108 59 0,'24'-47'5'0,"0"10"-3"0,-24-34-1 0,-60-1 12 0,-11 13 4 0,-1 11-4 0,12 25-5 0,13 23-2 0,12 59-3 0,11 60-2 0,12 13 1 0,12-14 1 0,24-47-2 0,11-47 1 0,13-24 2 0,12-58-2 0,-2-38-2 0,-9 12 1 0,-26 1 0 0,1 36-2 0,-12 10 1 0,0 26 1 0,12 22-1 0,13 49 0 0,-3 1 1 0,2-3-1 0,24-22-4 0,23-12-27 0,-12-48-33 0,-59 12 32 0</inkml:trace>
  <inkml:trace contextRef="#ctx0" brushRef="#br0">8585 3691 49 0,'13'-61'3'0,"-1"15"-3"0,-12-2 0 0,-12 12 10 0,-47 13 15 0,11 0-4 0,36 23-15 0,36 11-7 0,0 1-2 0,-2-12 3 0,-22 0 2 0,0 0 4 0,0 11 7 0,13 1-3 0,-1 36-3 0,24 34-1 0,-12 15-4 0,12-14 0 0,11-58-1 0,25-50 2 0,-13-58-2 0,-11-24 0 0,-1-1-1 0,-11-11 0 0,-24 36-1 0,0 47 1 0,-12 36 0 0,36 119 3 0,23 108-2 0,36 46-3 0,0 0 1 0,-35-47 2 0,-60-58 0 0,-71-85 2 0,-25-106 2 0,13-121-2 0,48-11-2 0,45-34-3 0,62-37-24 0,35 71 4 0,-35 118-29 0,-60 85-17 0</inkml:trace>
  <inkml:trace contextRef="#ctx0" brushRef="#br0">3966 6906 48 0,'-131'11'20'0,"0"1"-15"0,142-12 3 0,155-83 1 0,169-119 9 0,235-108-6 0,217-71-4 0,106-24-4 0,72-23-1 0,-13 47-1 0,-106 59-3 0,-167 96 2 0,-238 83-3 0,-227 85-22 0,-226 45-52 0,-37 26 42 0</inkml:trace>
  <inkml:trace contextRef="#ctx0" brushRef="#br0">3966 7227 87 0,'-49'12'23'0,"-212"59"-19"0,202-35-4 0,237-131-1 0,215-131 4 0,179-108 8 0,166-70 0 0,108-13-5 0,47 11-3 0,36 14-3 0,-60 35-2 0,-119 59 1 0,-226 97 1 0,-250 93 2 0,-203 72 12 0,-106 25-10 0,-37 11-2 0,1 0-26 0,23 34-100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11218 5834 17 0,'-12'-23'14'0,"12"23"-10"0,0-13 0 0,0 13 1 0,12 24 0 0,13 12-1 0,-14 12-1 0,12-1-2 0,-11 37 1 0,-1-13 0 0,2-12 0 0,23-23 0 0,22-36 0 0,27-71-2 0,22-1 1 0,0-11 0 0,24-12 0 0,-1 11-2 0,-22 26 1 0,-24 21 1 0,-38 37 0 0,-21 0 0 0,-1 0 0 0,24 12-11 0,-25 13-30 0</inkml:trace>
  <inkml:trace contextRef="#ctx0" brushRef="#br0">11742 7739 16 0,'-12'0'5'0,"0"-12"2"0,0 12-2 0,24 0-1 0,-12 0 4 0,0 12 2 0,0 12-3 0,12 0-3 0,24 10 1 0,-24 16-1 0,11-16-1 0,0 14-1 0,-10-25 0 0,23 14-1 0,-24-13 0 0,12-24 1 0,-2 0 1 0,50-48-2 0,12-36 1 0,11 0-3 0,1-10 2 0,-1 12 0 0,0 9 2 0,0 14 0 0,-23 11-2 0,-1 13 1 0,-35 24-1 0,-24-2 1 0,-1 13-2 0,-11 0 1 0,25 13-35 0,-1-2-23 0</inkml:trace>
  <inkml:trace contextRef="#ctx0" brushRef="#br0">7776 8525 8 0,'0'-24'11'0,"-11"12"-8"0,11-12-2 0,11 12 3 0,-11 0 5 0,13 12 0 0,-2 12-2 0,1 0-4 0,12 12-1 0,-1 12 1 0,-10 12 0 0,-1-13-1 0,11-10-1 0,1-14 0 0,0-22 0 0,0-14 1 0,22-21-1 0,26-15 2 0,-1-10-2 0,14 11 2 0,-26 13-1 0,-11 23 2 0,-36 0-2 0,-1 24-1 0,14 11-16 0,22 26-55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3025 10549 39 0,'-36'-11'6'0,"-11"11"2"0,11-13 12 0,24-11 2 0,12 11-7 0,36 3-8 0,23-1-2 0,71 11 0 0,51 0-2 0,44 11 1 0,61-1-1 0,-1 3 3 0,2-1-4 0,-25 0 2 0,-24 1 1 0,-48-13 1 0,-71 0 1 0,-47 0 0 0,-60 0-3 0,0 0-2 0,0 0-4 0,34 11-82 0,-21 1 6 0</inkml:trace>
  <inkml:trace contextRef="#ctx0" brushRef="#br0">7467 10478 47 0,'0'0'0'0,"-107"-24"18"0,71 24-8 0,11 0 11 0,25 0-5 0,25 0-8 0,70 0-2 0,96 0 0 0,94-24-2 0,37 24-4 0,0-13 4 0,-25 2-2 0,-82 11 0 0,-108 0 6 0,-95 0 2 0,-12 0-4 0,0 0-6 0,0 0-2 0,35 24-56 0,12-12-28 0</inkml:trace>
  <inkml:trace contextRef="#ctx0" brushRef="#br0">11134 10383 30 0,'-11'0'5'0,"-37"0"2"0,35 0-6 0,13 0 11 0,-34 0 2 0,-14 11-2 0,-24 1 1 0,13-1-2 0,11 2-2 0,23-1-4 0,25-12-2 0,25 0 0 0,57-12-2 0,50-1 1 0,59-10-1 0,46 12-2 0,2 11 0 0,23-13 2 0,-47 13 0 0,-72 13 1 0,-48-13 7 0,-48 0 1 0,-23 0 0 0,-24 0-5 0,0-13-3 0,0 13-2 0,0-12-2 0,0 24-87 0,0-12 38 0</inkml:trace>
  <inkml:trace contextRef="#ctx0" brushRef="#br0">1977 10680 66 0,'0'-12'4'0,"-24"-13"6"0,24 25 11 0,-59 25-5 0,-25 11-2 0,13-1-4 0,22-10-4 0,38-2-4 0,11 13-1 0,24-11 1 0,-1 33 0 0,-23 14 0 0,13-1 0 0,-1 25-1 0,-12 9 1 0,11 4-1 0,2 10 2 0,-13 13-4 0,12-2 2 0,11-11 0 0,13 24 0 0,-11-24 1 0,-2-12-1 0,1 24-2 0,-12 12 0 0,-1-1-1 0,1 13 2 0,-12-12 0 0,0-1 0 0,-12 13-2 0,-11 0 3 0,10 0 0 0,13 24 0 0,25-61 0 0,-14 3-3 0,13 9 2 0,0-23 2 0,-12 0-2 0,24 24 0 0,-12-59 0 0,-1-12 0 0,25-37 0 0,34 1 0 0,38-12-1 0,-2 0 0 0,-33-12 1 0,-49 0 0 0,-48-12 4 0,-36 12-3 0,0 0-23 0,35 0-109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16362 10739 34 0,'0'0'0'0,"-36"0"7"0,25-12 2 0,58 1 3 0,37-37 5 0,58 23-2 0,25 2-7 0,0-12-2 0,-12-1-1 0,-24 0-2 0,-48 1-2 0,-59 24-1 0,-36-2-38 0,-24 13-27 0</inkml:trace>
  <inkml:trace contextRef="#ctx0" brushRef="#br0">16980 10442 53 0,'-11'0'1'0,"35"130"0"0,48 121 2 0,-13-13 6 0,-59-59 5 0,-24-48-5 0,12-72-7 0,1-34-2 0,22-38-48 0,1-11 14 0</inkml:trace>
  <inkml:trace contextRef="#ctx0" brushRef="#br0">17422 11097 29 0,'-12'-23'2'0,"-1"-14"-1"0,49-10 9 0,0 35 14 0,12 58-10 0,11 38-8 0,1-24-3 0,-36-24-1 0,-12-24 1 0,-12-24 1 0,-12-24-4 0,24 13 0 0,0-2 0 0,-12-10 1 0,0-1-1 0,-12-12 1 0,-12 25-1 0,12-2 0 0,-12 14 1 0,-12 11-2 0,-11 11 2 0,0 37-2 0,-13 36 1 0,24 10 0 0,36-10-1 0,24-36 1 0,12 0 1 0,-13-36 0 0,1-12 0 0,0-60 1 0,12-11-1 0,0-1-1 0,-13 36 1 0,1 24 0 0,0 24-1 0,-24 35 0 0,0 14 1 0,12-26-1 0,83 1 2 0,-23-36-2 0,-1-24 2 0,-24-13-2 0,-11-21 1 0,-12-37 0 0,-12-1 0 0,0 48-2 0,13 1 2 0,-14 23-1 0,-11 1 0 0,12 23 0 0,-12-11 1 0,0 22-2 0,-23-1 2 0,-2 15-2 0,13 0 1 0,24 9 0 0,36 14 0 0,-1 0 0 0,1 11-1 0,-24-11 1 0,0-25 0 0,10-10 1 0,15-1-1 0,10-24 0 0,12-12 0 0,13 1 0 0,0-37 0 0,-14 12 0 0,-21-11 1 0,-49 0 0 0,0 9-1 0,0 16 0 0,0 10 1 0,-12 0-2 0,0 24 1 0,-13 0 0 0,-9 11 1 0,11 26-2 0,-14 22 1 0,1-11-1 0,24 11 1 0,24-23 0 0,24-24 0 0,12-12 0 0,23 48-1 0,1 84 0 0,-49 33 0 0,-46-10-1 0,-37-73 2 0,0-69 3 0,26-47 0 0,21-50-2 0,49-12 0 0,59-11-2 0,36-12-4 0,-1-24 0 0,-34 1 4 0,-60 58 2 0,-24 47 1 0,-36 37-1 0,-24 37-1 0,12 34 0 0,13 1 0 0,58-1 1 0,61-35-1 0,23-60 1 0,24-71 0 0,-48-48 1 0,-47-83 0 0,-14 12 0 0,-34 82-2 0,-34 72 1 0,9 73 0 0,-22 141 0 0,23 60-1 0,48-11-1 0,23-72 2 0,12-71-3 0,-10-60-33 0,-37-84-17 0,-60-11 43 0,-35 35 23 0,23 13 25 0,60-13-18 0,84 1-13 0,35 23-5 0,-24 12-3 0,-48 1 1 0,-47 23-23 0,-11 10-60 0</inkml:trace>
  <inkml:trace contextRef="#ctx0" brushRef="#br0">16719 12085 61 0,'-59'-12'8'0,"-109"24"0"0,122-1-4 0,56-11 11 0,122-34 3 0,202-62-8 0,177-11-7 0,85 11-1 0,-12 1 2 0,-60 0 1 0,-73 11 3 0,-104 25-5 0,-157 34-1 0,-130 2-2 0,-120 0 2 0,-71 11-21 0,-96 36-79 0,180-1 68 0</inkml:trace>
  <inkml:trace contextRef="#ctx0" brushRef="#br0">16481 12288 65 0,'0'0'0'0,"-286"34"11"0,166 16-10 0,86-39 7 0,93-35 7 0,156-36-5 0,189-47-3 0,144-12-6 0,60 12 0 0,-25 0-1 0,-72 23 3 0,-117 13 8 0,-144 23-1 0,-132 23-4 0,-93 15 0 0,-50-1-4 0,-33 11-1 0,10 0-3 0,0 11-38 0,13-1-69 0</inkml:trace>
  <inkml:trace contextRef="#ctx0" brushRef="#br0">5525 11930 58 0,'-47'-12'22'0,"0"12"1"0,11 12 8 0,12-12-9 0,35-12-16 0,96 1-1 0,74 11-1 0,68-13 5 0,25 1-6 0,47-11-1 0,-96 23-1 0,-69 0 0 0,-72 11-1 0,-73 1 3 0,-22-24-4 0,-14-11-55 0,-45 23-59 0</inkml:trace>
  <inkml:trace contextRef="#ctx0" brushRef="#br0">5752 12002 91 0,'-48'10'5'0,"-95"15"1"0,96 0-1 0,58-14 21 0,121-11-13 0,117-36-1 0,60 1-5 0,-22 11 1 0,-60-24-1 0,-61 25-1 0,-82 10-3 0,-73 13-2 0,-22 13-1 0,-25-2-88 0,24-11 33 0</inkml:trace>
  <inkml:trace contextRef="#ctx0" brushRef="#br0">6062 10727 59 0,'-24'0'9'0,"12"-23"8"0,12-13 9 0,0 24-1 0,0 24-18 0,12 24 0 0,-12 24 0 0,24-1-2 0,-1 0 0 0,25 1-3 0,0-36 0 0,-24 0 0 0,11-24 3 0,25-37-2 0,11-34-2 0,60-13 0 0,12 2 2 0,0 22-2 0,-24 1-1 0,-24 23 1 0,-23 13 3 0,-13-2-1 0,-36 13 0 0,-23 12 1 0,0-13-4 0,-11 26-57 0,-1-1-40 0</inkml:trace>
  <inkml:trace contextRef="#ctx0" brushRef="#br0">5727 14061 45 0,'-34'-23'5'0,"11"11"-1"0,10 0 10 0,1-12 11 0,0 24-7 0,36 0-11 0,46 0-3 0,73-12-1 0,72-12 6 0,47 12-2 0,-23 12-4 0,-25-12-2 0,-24-1 0 0,-47-8 0 0,-47 21-1 0,-62 0-8 0,-68 0-23 0,-50 11-22 0,49-1 7 0</inkml:trace>
  <inkml:trace contextRef="#ctx0" brushRef="#br0">6049 14072 17 0,'-70'0'13'0,"-97"25"-1"0,59-13 7 0,61-12-1 0,35 0-6 0,48 13-5 0,35-13-1 0,60 11 5 0,83-35 0 0,60 0-4 0,12 0-2 0,-36 12 2 0,-47-11 1 0,-37 11 1 0,-35-1-7 0,-60 2 1 0,-46-1-1 0,-37 12-11 0,-35-11-66 0,22 11 11 0</inkml:trace>
  <inkml:trace contextRef="#ctx0" brushRef="#br0">5609 12966 58 0,'-12'-12'5'0,"-24"0"-1"0,25-12 3 0,11 12 22 0,11 24 18 0,1 36-32 0,0 36-7 0,0 11-4 0,12-24-2 0,0-11-1 0,1-26 1 0,21-21 4 0,26-49-4 0,46-46 3 0,14-14-3 0,-1 12-1 0,-13 1 3 0,2 12 1 0,-13 24-3 0,-48 22 1 0,-59 13-2 0,-11 12-5 0,-1 12-96 0,1-12 34 0</inkml:trace>
  <inkml:trace contextRef="#ctx0" brushRef="#br0">2143 11597 67 0,'0'0'0'0,"25"-96"7"0,10 50-4 0,-11-15 25 0,-37 26-3 0,-21 10-11 0,-26 2-4 0,-11 23-3 0,-13 12-5 0,-10 36-1 0,-26 23 1 0,-35 13-1 0,-24 11 0 0,13 24 1 0,35 11-1 0,-23 25 0 0,9 0 1 0,2 0-3 0,25 12 2 0,34 11-2 0,14 25 2 0,10-13-1 0,11 13-2 0,26-1 2 0,-1 0 1 0,13-11-3 0,-1-1 2 0,12 13 0 0,12-1 0 0,23-35 0 0,-12-12-1 0,13-1 2 0,0 1 4 0,48-12-2 0,11-36 0 0,12-35-1 0,23-13 0 0,-10-12 2 0,34-22-2 0,38-13 1 0,58-12-2 0,0-12-1 0,-24 0-1 0,-60-1 1 0,-46 13 1 0,-37 0 2 0,-35-11 0 0,-24-25-2 0,-24-11-19 0,-36 23-6 0,-24-13 11 0,-23 14 9 0,24-1 4 0,-1 0 2 0,11 13 9 0,27-1 10 0,-14 1-8 0,36-2-6 0,0 1-5 0,24 12-2 0,10 25 0 0,15 9 0 0,11 14 0 0,-1-12 1 0,-12-12 0 0,1-24 1 0,-36 12 0 0,0 10 3 0,-48 15 2 0,-23 10-2 0,-1 1 1 0,0 0-1 0,24 0-1 0,25-25-3 0,-1-11-1 0,12-24-39 0,0-23-125 0</inkml:trace>
  <inkml:trace contextRef="#ctx0" brushRef="#br0">1215 12573 85 0,'0'0'0'0,"-13"-83"5"0,26 47-3 0,10 25 18 0,-10 58 2 0,10 84-12 0,-10 59-6 0,11 1-2 0,10 23 0 0,-9-12 1 0,-1 0 0 0,11-47-1 0,-23-47 0 0,-12-37 0 0,0-24 2 0,0-22-1 0,12 10-2 0,12-11-2 0,12 0 4 0,47 0-1 0,24 11-2 0,36 13-1 0,60-24 0 0,47 0-1 0,59-11 1 0,25-13 0 0,-1 21-3 0,48 4 5 0,-107-13-1 0,-131-12 2 0,310 0 1 0,11 0-3 0,12 0 0 0,-11 13-1 0,-13-2 1 0,-24 1-3 0,-10-12 3 0,-37-12 1 0,-60 1 0 0,-59-14-1 0,-59 0 1 0,-25 15 0 0,-35-1-1 0,-36-2 1 0,-59 1 0 0,-24 0 2 0,-24-35 0 0,-12-61-1 0,-12-81 2 0,24-87-1 0,0 16-1 0,12 55 2 0,0 29-3 0,13 55 0 0,-25 16-1 0,0 55 0 0,-25 16 0 0,-23 21 3 0,-11 1-3 0,-26 0 0 0,-45 1 0 0,-36-25-1 0,-62 12 1 0,-68-12 2 0,-62 1-1 0,-46-1 1 0,-25 0 1 0,-24 11 0 0,-23 15-3 0,-24-1 1 0,24 11-6 0,11 0 4 0,25-13-4 0,11 1 6 0,35 24 3 0,13 12-3 0,13-14 1 0,58 15-2 0,47 0 1 0,74-2 1 0,33 1 0 0,62-24-1 0,22 0-1 0,23 0 1 0,39 24-1 0,10 60-63 0,0-50-69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13396 6334 42 0,'-23'-24'15'0,"12"24"-12"0,11 12 0 0,0-12 8 0,0 0 30 0,70 0-37 0,62 0 0 0,45-12-1 0,4-1-2 0,-15-8 0 0,-47 21 4 0,-36-13 2 0,-36 13-4 0,-22 0-2 0,-2 13-4 0,37-2-114 0</inkml:trace>
  <inkml:trace contextRef="#ctx0" brushRef="#br0">15493 6429 66 0,'-95'-11'8'0,"-25"34"-7"0,48 1-1 0,-10-24 0 0,-2 12 6 0,13 13 4 0,23-14 0 0,72-11-3 0,71 0-2 0,71-11-2 0,15-2-1 0,-4-11 0 0,-46 11 2 0,-60 2-4 0,-46-1 3 0,-25 12-5 0,-25 0-34 0,38 0-44 0</inkml:trace>
  <inkml:trace contextRef="#ctx0" brushRef="#br0">16862 6452 5 0,'-95'13'16'0,"-1"-1"-1"0,26-12 8 0,10 0-2 0,60 0-9 0,83 0-7 0,109-25-2 0,57 14-1 0,13-12-2 0,-36 11 3 0,-58 12 3 0,-98 0 2 0,-70 0 5 0,-36-12-8 0,-35 12-4 0,11 0-8 0,48 24-92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19529 10299 55 0,'-11'-24'6'0,"-1"11"3"0,1 13-4 0,11 13 5 0,34 11 2 0,2 23 1 0,0 24-4 0,0 13-4 0,-12-13-3 0,0-23 0 0,11-36 3 0,1-24 2 0,71-83-3 0,36-13-2 0,59-22 0 0,-35 23 0 0,-36 47 2 0,-59 26 3 0,-50 9 1 0,-9 0-4 0,-13 25-4 0,12-11 0 0,-12 11-17 0,-47 36-122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22364 10620 15 0,'-12'-48'11'0,"0"-23"14"0,12 37-2 0,0 9-9 0,0 13-6 0,24 60 1 0,0 83 0 0,11 35-2 0,-12 1-2 0,13-12-1 0,-11-23-1 0,-1-50-1 0,-24-46 0 0,-12-12 2 0,-25-61 0 0,-10-22-4 0,0 0 2 0,-1-12-2 0,24-13 1 0,0 36-1 0,24 13 1 0,-12 10-1 0,12 14 1 0,12 35 1 0,12 47-1 0,24 48 0 0,-2-12-1 0,3-47 1 0,-26-12 1 0,2-48-1 0,21-48 1 0,15-46-1 0,10-3 0 0,-22 50 0 0,-26 23 2 0,-12 12-1 0,-11 12 0 0,0 25-22 0,13-2-101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13159 17907 0 0,'0'0'0'0,"-12"-12"3"0,-12 12 0 0,0 0 1 0,12 0 4 0,1 0 5 0,-1 0-1 0,-12 12-2 0,1 0-3 0,10-24-1 0,13 12-3 0,13 0 0 0,10 0-2 0,13 0 0 0,11 0 1 0,37 0 0 0,-2 12 1 0,25 1 1 0,37-2 0 0,11-11 1 0,11 12 2 0,25-12-1 0,-13 11-4 0,1 1 1 0,0 13-2 0,-1-25 3 0,1 0-4 0,-25 0 0 0,-11 0 1 0,-35-13 1 0,-14 13 0 0,-33 0-3 0,-15 0 1 0,-21 0 1 0,-1 0 1 0,-24 0-7 0,0-12-57 0,0 0 9 0</inkml:trace>
  <inkml:trace contextRef="#ctx0" brushRef="#br0">15099 17764 7 0,'-11'0'7'0,"-1"-24"6"0,12 11 31 0,0 13-29 0,0 13-4 0,23 24-4 0,13-14-1 0,35 1-2 0,1 0-3 0,12-1 1 0,-2 1-2 0,-9 13 4 0,-14-26-2 0,-35-11 7 0,-12 0 1 0,-24 12-6 0,-24 36-6 0,1-1-1 0,-13-11 9 0,11 11-7 0,-20-11-2 0,8 12 1 0,13-2 3 0,1-9-1 0,10-13 2 0,14-24 1 0,11 12 0 0,0-24-2 0,0 1-31 0,11-2-91 0</inkml:trace>
  <inkml:trace contextRef="#ctx0" brushRef="#br0">2037 10478 34 0,'0'-11'8'0,"0"11"-4"0,12 0 6 0,-12 0 9 0,12 0 23 0,-12-13-34 0,10-24-2 0,-10-10-1 0,0-11-1 0,0-26 0 0,0 0 2 0,-10 1-3 0,-2-24-1 0,24 23-1 0,-12 13 0 0,0-12 1 0,-12 11-2 0,12 12 4 0,0 13-3 0,0-1 2 0,0 1-1 0,0 11-1 0,0 12 1 0,12 12 2 0,-24 37-1 0,-12 34-3 0,-12 12 0 0,12-12 1 0,12 12-2 0,-23-10 2 0,11-26-1 0,24-23 1 0,-12 1 3 0,12-26-1 0,12-11-1 0,-1 1-2 0,14-13 1 0,10-12-1 0,-11 0 2 0,0 1-2 0,-12 10 1 0,0-9 0 0,-12 10 0 0,0 13 1 0,12 10-1 0,-12 26-1 0,12 10 0 0,23 48 0 0,1-23-2 0,-12-12 3 0,0-36 2 0,-12-12 0 0,-1-12-2 0,-11 12-78 0,-23 24-24 0</inkml:trace>
  <inkml:trace contextRef="#ctx0" brushRef="#br0">15195 16454 6 0,'0'0'3'0,"11"-12"3"0,2-11 6 0,-1 12 1 0,-12-2 4 0,0 37 12 0,0 70-17 0,-25 27-2 0,14-16-4 0,-1-44-1 0,12-14-2 0,0-23 0 0,0-12-15 0,0-24-32 0,12-24-15 0</inkml:trace>
  <inkml:trace contextRef="#ctx0" brushRef="#br0">15267 16454 18 0,'0'-46'7'0,"0"9"13"0,-25 49 11 0,-11 84-5 0,-11-1-12 0,23-48-2 0,13-11-4 0,11-48-2 0,0-36-8 0,35-36 5 0,12 25-2 0,-22 24 1 0,22 35-1 0,1 23 0 0,0 14-2 0,22-14 1 0,27 13-83 0,-62-24 22 0</inkml:trace>
  <inkml:trace contextRef="#ctx0" brushRef="#br0">18732 8656 6 0,'0'-73'15'0,"-24"-21"10"0,12 12-8 0,36 45-9 0,12 49 1 0,-12 131 6 0,-14 83-8 0,-10 12-6 0,0-35 0 0,0-60 1 0,0-72-1 0,-10-71 4 0,-14-95-2 0,12-47-3 0,36 46 1 0,23 60-3 0,13 47 3 0,11 49-4 0,-12 24 4 0,-46-2-3 0,-49-32 4 0,-24-29 0 0,13-8 0 0,34-26-41 0,38 13-35 0</inkml:trace>
  <inkml:trace contextRef="#ctx0" brushRef="#br0">19125 9274 89 0,'0'-23'5'0,"46"23"-2"0,97-36-3 0,-23-23 0 0,-72-12 1 0,-35 11 1 0,-13 24 0 0,-37 11 1 0,1 25 0 0,-11 37-1 0,-14 47-1 0,39 34 0 0,10 3-1 0,59-39 0 0,25-34 1 0,-1-48 0 0,24-72 0 0,13-11-3 0,-14-1 2 0,-10 13-3 0,-25-12 2 0,-34 23 2 0,-25 23-1 0,-12 16 0 0,-12 21-1 0,-1 11 1 0,14 24-1 0,11 13-1 0,47 34 2 0,1 2-1 0,-36 0 2 0,-59-36 0 0,-2-25 0 0,49-36-3 0,61-33-36 0,46-38-4 0,-71 49 25 0</inkml:trace>
  <inkml:trace contextRef="#ctx0" brushRef="#br0">20232 8834 13 0,'12'-83'23'0,"-12"36"13"0,0 81-24 0,24 110-9 0,-1 35-3 0,2-37-16 0,-37-71-10 0,-24-46 1 0,23-73 10 0</inkml:trace>
  <inkml:trace contextRef="#ctx0" brushRef="#br0">20244 9119 5 0,'0'0'0'0,"11"-82"21"0,25 34 1 0,24 13-13 0,0 11-8 0,11-24-17 0,-23 25-26 0</inkml:trace>
  <inkml:trace contextRef="#ctx0" brushRef="#br0">21602 8181 38 0,'0'-13'5'0,"0"26"10"0,24 152 1 0,-13 145 2 0,-35 119-15 0,37-85-1 0,22-177 2 0,-12-95 1 0,-10-96 3 0,-1-143-8 0,-12-83-4 0,-36 71 4 0,-11 37 0 0,-2 35-1 0,-10 83-1 0,24 48 0 0,11 59 1 0,48 12 1 0,34-35-1 0,14-36 1 0,24-60 1 0,23-59 0 0,-25-1-1 0,-33 25 1 0,-25 23-1 0,-26 25 2 0,-10 35 0 0,0 59 0 0,13 24-2 0,35-22-1 0,23-52 2 0,12-42 1 0,13-76 0 0,10-45-1 0,-21-84-2 0,-50 23 0 0,-12 59 1 0,-23 73 0 0,-36 71 0 0,-22 108 4 0,34 81 0 0,35 37-1 0,85-34-3 0,11-74-2 0,-47-68-25 0,-24-50-50 0</inkml:trace>
  <inkml:trace contextRef="#ctx0" brushRef="#br0">22542 8501 77 0,'-11'-12'17'0,"-13"-59"-6"0,142 60-33 0,25-2-42 0,-130 13 47 0</inkml:trace>
  <inkml:trace contextRef="#ctx0" brushRef="#br0">22210 8286 105 0,'-49'-23'11'0,"-34"-13"4"0,166 36-66 0,-23 0-26 0</inkml:trace>
  <inkml:trace contextRef="#ctx0" brushRef="#br0">20935 11156 23 0,'0'0'4'0,"0"36"8"0,25-24 7 0,9-37 2 0,14-22-10 0,12-61-8 0,-2-22 0 0,-9-13-3 0,-26-36 1 0,1 37-1 0,-12 24 1 0,0 34 0 0,-12 60 0 0,0 11-1 0,0 38 5 0,0 71-2 0,-12 34-1 0,0 37-2 0,0-12 1 0,24-60-1 0,37-48 0 0,21-47 1 0,26-58 0 0,-1-39 0 0,0-11 0 0,-36 37-1 0,-11 24 1 0,-12 23-1 0,-24 36 1 0,-12 36 1 0,0 34 0 0,-12-9-2 0,36-14 0 0,24-47 1 0,35-24 0 0,0-47 0 0,12-14-1 0,-35 50 0 0,-36 59-1 0,-24 24 5 0,-24-25 1 0,12-22-1 0,12-61-1 0,25-36-3 0,22 24 0 0,24 37-1 0,24 46 1 0,-11 37-1 0,-38-24 1 0,-33-11 0 0,-37-25-37 0,-47-25-54 0</inkml:trace>
  <inkml:trace contextRef="#ctx0" brushRef="#br0">22173 10191 80 0,'-23'-23'30'0,"-26"-25"-30"0,145 60-99 0</inkml:trace>
  <inkml:trace contextRef="#ctx0" brushRef="#br0">22709 10501 103 0,'-12'0'11'0,"49"0"-6"0,56 0-4 0,-8-47 0 0,-50-1 1 0,-12-12 0 0,-34 13 0 0,-24 47 2 0,-25 59 1 0,12 37-2 0,36-1-2 0,35-47 0 0,50-13 1 0,22-58 1 0,0-14-3 0,-36 3 2 0,-11-3-2 0,0 14-46 0,-36 12-49 0</inkml:trace>
  <inkml:trace contextRef="#ctx0" brushRef="#br0">5144 9429 23 0,'-11'-11'26'0,"35"-1"-21"0,23 12-4 0,1 12 0 0,0-1-1 0,-2 2 0 0,3-13 1 0,-2 12-1 0,0-12 3 0,-11 12 5 0,0-1-3 0,12-11-2 0,-12 12-2 0,0-1 0 0,10 2 4 0,27-1 0 0,-14 0-2 0,13 12-1 0,-1-1 1 0,12 1-1 0,13-11 1 0,-1 10 0 0,12 13-3 0,0-11 0 0,1 9 1 0,-1 3 1 0,-1-3-1 0,14 3 0 0,11-3-2 0,-12 3 2 0,12-1-2 0,1-13 1 0,-14 25 1 0,13-24-1 0,-1 24 1 0,14-25-1 0,-14 25 0 0,13-12-1 0,0-1 2 0,1 1 0 0,-1 12 0 0,11-13 0 0,-12 1-1 0,14 12 0 0,-1-2 1 0,22 4-1 0,-9-3 0 0,-1 11 0 0,12 3-1 0,-1-1 2 0,14 11-1 0,-3 0-1 0,14 1-1 0,-1-1 3 0,0 0-1 0,13 1-2 0,-1 11 2 0,11-11 1 0,-10 11-1 0,-13 0-1 0,-23-11 1 0,0 11 0 0,12-11 2 0,-24 11-2 0,11-12 0 0,-24 1 1 0,2-13 1 0,-13-11-2 0,0 12 1 0,0-1-1 0,0 0 1 0,11 1 0 0,-11 1 1 0,24 10 1 0,0 0-1 0,-13 0 0 0,1 0-1 0,-13 1-1 0,14-1 1 0,-1-12-1 0,0 12 0 0,-1-10 0 0,1-1 0 0,-12-1 1 0,12-13-1 0,-24 4 0 0,0 9-1 0,-1-13 1 0,-23 4 1 0,1-4-1 0,-1 2 0 0,-11-12 0 0,-13 0 0 0,0-1 0 0,-11 13-1 0,-2-24 1 0,-21 11 0 0,-1-23 1 0,-13-12-1 0,1 11-5 0,-25-11-96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7943 3953 6 0,'-12'-13'22'0,"12"13"-12"0,0 0-2 0,0-11 13 0,12 11-8 0,12 0 0 0,0 11 2 0,0 14-1 0,-1 34-5 0,13 12-5 0,0-11 2 0,0-12-3 0,-1-1-3 0,1-10 3 0,-24-14 1 0,12-23-1 0,23-23 2 0,36-61-2 0,25-11-1 0,22-2-2 0,-10 3 1 0,11-13 1 0,0 0-1 0,-25 34 1 0,-45 27 2 0,-13 21 0 0,-14 2-2 0,-21 12 0 0,-1-2-2 0,12 13-49 0,11 13-46 0</inkml:trace>
  <inkml:trace contextRef="#ctx0" brushRef="#br0">7859 7335 8 0,'0'0'0'0,"-11"0"10"0,11 0-8 0,11-13 1 0,2 1 3 0,-1 12 2 0,-1 0 0 0,1 12-4 0,0 24 0 0,0 25 1 0,0 10 0 0,-12 0-2 0,0-24-2 0,0 1 0 0,0-25 0 0,24-11 0 0,0-24-1 0,23-22 2 0,25-39-2 0,22-9 0 0,-10 11 0 0,-12 10 4 0,-13 13 0 0,-11 2-3 0,12 9 0 0,-38 13 0 0,-9 12 1 0,-26 24 2 0,3 12-10 0,20-12-62 0</inkml:trace>
  <inkml:trace contextRef="#ctx0" brushRef="#br0">9348 7013 17 0,'0'-12'8'0,"-47"-48"1"0,23 25-4 0,24 35-1 0,11 82 11 0,14 50 0 0,-2-25-7 0,25-12-6 0,-12-35-1 0,-12-23-13 0,-14-16-26 0,-20-21 6 0</inkml:trace>
  <inkml:trace contextRef="#ctx0" brushRef="#br0">9265 6858 9 0,'0'-12'6'0,"36"-83"11"0,-13 59-8 0,49 36 0 0,-14 60-2 0,14 23-4 0,-35-12-2 0,-49 1 0 0,-36-24 1 0,-1-38 0 0,39 3 0 0,33 11 7 0,49 36-5 0,47-25-4 0,-12-12 0 0,-47-23 0 0,-25 13-30 0,-24-26-20 0</inkml:trace>
  <inkml:trace contextRef="#ctx0" brushRef="#br0">9920 7084 15 0,'12'-25'4'0,"24"15"1"0,46-51-4 0,-22 2 0 0,-13-24 10 0,-22 36-2 0,-37 23-4 0,-12 0-3 0,1 12 0 0,-1 48-2 0,0 35 1 0,-1 12-1 0,25 13 0 0,25-25 0 0,10-47 1 0,12-24 0 0,25-24 0 0,0-34-1 0,-1-15 0 0,13 25 1 0,-13-23-1 0,-11 12-1 0,-37 11 2 0,-23 24-1 0,0 0 1 0,-11 11-1 0,-37 3 0 0,12 10 0 0,1 10 1 0,-1 15-1 0,12 0 1 0,-1 9-2 0,14 26 4 0,22-36-4 0,-11-24 1 0,73 37 1 0,10 68 6 0,24 50-1 0,-23-23-5 0,-50-38-3 0,-45-23-45 0,-12-46 17 0</inkml:trace>
  <inkml:trace contextRef="#ctx0" brushRef="#br0">10742 6917 66 0,'0'-11'6'0,"11"-25"24"0,12 49-81 0,-10-2 11 0</inkml:trace>
  <inkml:trace contextRef="#ctx0" brushRef="#br0">6800 11847 14 0,'-12'0'18'0,"-12"-11"-7"0,12-2 2 0,12 1 8 0,0 0-2 0,-13 12-2 0,-21 0-2 0,-2 12-6 0,24 0-2 0,36-12 1 0,59 0-6 0,37-12 0 0,22 12-1 0,1 0 2 0,0 12-3 0,-24-12 0 0,-24-12 3 0,-23 12 0 0,-13 0-1 0,-47-12 1 0,-12 12-3 0,-47-13 3 0,-25 13-4 0,-34-11 2 0,-26 11 2 0,-11 11-2 0,12 2-2 0,11-1 3 0,13 0-3 0,48-12 3 0,24 0-2 0,23 0 1 0,12 0-3 0,47-12 4 0,37 0-4 0,59-1 3 0,11 2 0 0,25 11-3 0,-13 0 1 0,-46 0 3 0,-49 0 0 0,-47 0 1 0,-24 0-2 0,-24 11-154 0</inkml:trace>
  <inkml:trace contextRef="#ctx0" brushRef="#br0">12302 14014 7 0,'0'0'0'0,"0"-60"24"0,0 13-6 0,23-14 7 0,-11 14-1 0,-1 23-5 0,-11 24-7 0,0 48-3 0,0 59-1 0,13 72-4 0,10-24-1 0,-23-24 1 0,-11-12-1 0,-1-48-1 0,12-35 0 0,12-24 1 0,-12-37 1 0,11-22-2 0,-11 0-1 0,13-14 0 0,-1-21 0 0,23-1 1 0,12 22-1 0,-11 2 0 0,12 36-1 0,-12 34 0 0,0 60-2 0,10 37 3 0,-21-1-1 0,-25-46 5 0,0-27-1 0,0-22 0 0,11-47-1 0,2-1-11 0,-13 24-100 0,0 24 52 0</inkml:trace>
  <inkml:trace contextRef="#ctx0" brushRef="#br0">13135 14597 42 0,'0'-23'9'0,"-12"10"12"0,12 37 18 0,-47 49-22 0,35 9-9 0,-1 1-1 0,13-11-3 0,36-37-3 0,24-10 1 0,10-38-1 0,2-34 3 0,-12-25-1 0,-24 1-1 0,-12 11-1 0,-24-11 0 0,-13 11 0 0,-34 2 0 0,-13 21 0 0,1 24-2 0,0 38 0 0,35 23 0 0,12 0 0 0,72 11 1 0,11 0-1 0,1-22 1 0,-37-26 1 0,-12-11 0 0,-23-11-5 0,13-2-137 0</inkml:trace>
  <inkml:trace contextRef="#ctx0" brushRef="#br0">13933 13609 50 0,'23'-60'14'0,"-10"-11"18"0,-37 47 9 0,-60 60-14 0,0 94-14 0,37 37-7 0,36 36-2 0,33-25-1 0,50-35-1 0,12-35 0 0,-12-74 0 0,-1-34-13 0,1-71-145 0</inkml:trace>
  <inkml:trace contextRef="#ctx0" brushRef="#br0">14100 13917 65 0,'-24'-58'18'0,"36"-2"27"0,35 13-13 0,12 23-20 0,-10 48-8 0,-14 59-1 0,-23 12 1 0,-48-24 1 0,-11-34-2 0,23-26 0 0,24-34-1 0,47-25-1 0,13-13-1 0,0 15 2 0,-25 10-3 0,-35 13 3 0,-12 10-2 0,-24 26 2 0,13 34-2 0,23 11 3 0,12-8-2 0,12-16 1 0,23-21 0 0,38-26-4 0,-3-10-41 0,-34 12-96 0</inkml:trace>
  <inkml:trace contextRef="#ctx0" brushRef="#br0">14682 13490 63 0,'0'-36'15'0,"49"-24"23"0,10 60-1 0,12 121-20 0,-35 116-5 0,-36-11-4 0,-70-48 2 0,-3-70-3 0,26-74-3 0,35-55-2 0,24-40-47 0,-1 38-87 0</inkml:trace>
  <inkml:trace contextRef="#ctx0" brushRef="#br0">11492 10764 23 0,'-24'0'11'0,"-12"11"-9"0,0-11 13 0,1 0-1 0,-1-11-1 0,11-2-4 0,14 13-3 0,-1-12-1 0,24 12 0 0,24 0-2 0,202-12 3 0,-23 12-1 0,35 12-1 0,12 0-2 0,-25-12 1 0,-35 0 1 0,-34 0-1 0,-48-12-2 0,-50 12 0 0,-58-12 1 0,-1 1 4 0,-11 11-2 0,-23-12-4 0,-36 12 2 0,-61 12-1 0,-59-1 0 0,-59 1-1 0,-11-12 0 0,23 12 1 0,11-12-1 0,36 13 0 0,49-13 1 0,58 0 2 0,48 0-3 0,13 0 1 0,22 0 0 0,25 0 0 0,59-25-2 0,84 13 3 0,82 1 1 0,26 11-2 0,11-12 0 0,-14 24 0 0,-69-1-1 0,-83 1-1 0,-85 0 2 0,-24-12 1 0,-10 0 2 0,-13 0 0 0,12-12-7 0,-12 24-142 0</inkml:trace>
  <inkml:trace contextRef="#ctx0" brushRef="#br0">12278 16193 7 0,'0'-12'8'0,"0"-12"5"0,0 12 6 0,0-1 7 0,0 2 3 0,0 11-11 0,0 11-9 0,0 26-3 0,0 22-2 0,0-11-1 0,-12 11-2 0,12 1 0 0,12-24-2 0,22-1-1 0,2-11 4 0,13-12 0 0,-14-24-1 0,37-12 2 0,-24-11-1 0,-1-13 0 0,1 0 0 0,-12 0 0 0,-13 14 0 0,0-16-1 0,-23 16 1 0,13-3-1 0,-13 26-1 0,-13 11 0 0,2-12 0 0,-1 12 1 0,-1 0-2 0,3 12 0 0,10 24 1 0,-12 0-1 0,0-1 0 0,12 13-1 0,-12 0 0 0,0 11 1 0,12 0-1 0,0 12 0 0,0 0-1 0,12 26 7 0,-12-2-7 0,0-11 0 0,-12-1 1 0,12 0-1 0,0-35 2 0,-12-13 0 0,-24 13 0 0,1-12 0 0,-1-25 1 0,11-11 2 0,2-23 0 0,-1-38 0 0,0 15 1 0,13-2-1 0,11-23 1 0,35 10 1 0,12-10-1 0,-11 12-2 0,12 0 3 0,12 11-3 0,11 12-5 0,-23 12 4 0,-24 1 5 0,12 11-4 0,-25 0 5 0,0 0-4 0,-11 12 1 0,-11 0-178 0</inkml:trace>
  <inkml:trace contextRef="#ctx0" brushRef="#br0">13445 16240 10 0,'0'0'0'0,"-13"0"17"0,-10-12 8 0,10 0 10 0,2 12 1 0,-1 0-16 0,48 0-3 0,23 0-12 0,25 24-1 0,-13-11-1 0,1-13 0 0,-26-13-1 0,-21 13-1 0,-1-24 3 0,-24 11-3 0,12 3-1 0,-1-2-23 0,2 12-47 0,-13 12-5 0</inkml:trace>
  <inkml:trace contextRef="#ctx0" brushRef="#br0">13468 16419 33 0,'0'0'0'0,"-59"0"28"0,35 0 18 0,24 0-23 0,47 12-12 0,49-12-3 0,35 0-3 0,-24 0-1 0,-47 0 0 0,-60 0-1 0,-13 0-7 0,-10 11-100 0,35-11 61 0</inkml:trace>
  <inkml:trace contextRef="#ctx0" brushRef="#br0">14267 16157 14 0,'0'0'0'0,"0"-25"18"0,0-9 7 0,11-14 4 0,12 25 3 0,-10 10-8 0,-13 26-13 0,23 45-4 0,-10 2-4 0,-1 11 0 0,-12-23 0 0,-12 12 0 0,12-26-1 0,0 3-1 0,0-24-1 0,0-13 1 0,0 0 2 0,0-13-2 0,0-35 2 0,0 13-4 0,0 10 4 0,12-9-4 0,11-3 4 0,-11-22-3 0,24 11 2 0,-12 12-4 0,1 13 4 0,-14 0-2 0,12 10 1 0,0 13-1 0,13 13 0 0,-23 10-2 0,-1 12 3 0,0 25-2 0,-12-12 2 0,12 12-1 0,-12-26 1 0,0-9 1 0,0-13 1 0,0-12-1 0,11-12 1 0,-11-13-2 0,11-9 0 0,2-3 0 0,-1 14 0 0,-1-25 0 0,25-12 0 0,-11 25-1 0,10 12-1 0,-11 10 2 0,1 13-1 0,-2 13 0 0,-12 45-1 0,2 2 0 0,-1-2 0 0,-12 15 0 0,23-25 0 0,-11-1 2 0,0-47-1 0,12-13 2 0,-12-33-9 0,-12 10-92 0,12 36 17 0</inkml:trace>
  <inkml:trace contextRef="#ctx0" brushRef="#br0">15255 16121 23 0,'0'0'0'0,"-13"-48"23"0,13 13 16 0,25 11-4 0,-2 12-11 0,1 37-14 0,0 33-5 0,0 2-2 0,-12-24 1 0,-24 11 1 0,-24 1-3 0,0-12 0 0,24-13-1 0,1-11 1 0,22-24 0 0,25 1-1 0,0-37-1 0,12 0 1 0,11 13 0 0,1-26 0 0,-13 14 0 0,-35 0 0 0,-12 23-2 0,0 12 2 0,-12 12-1 0,-11 12 1 0,-1 12-2 0,0 47 1 0,0 13-3 0,24-24 2 0,24-13 0 0,24-35 2 0,-2 0-2 0,-10-1-1 0,-11-11 1 0,-1-11 3 0,-24 11-2 0,-13 0 0 0,-10 0-45 0,23 0-81 0</inkml:trace>
  <inkml:trace contextRef="#ctx0" brushRef="#br0">16243 16203 29 0,'-12'0'6'0,"-24"0"24"0,24-10 10 0,1 10-12 0,-1 0-12 0,24 0-6 0,35 0-4 0,37 0-3 0,23-12-1 0,-25 12 0 0,-21-12 0 0,-26 0 0 0,-22 0 0 0,-2 12-3 0,1 0-26 0,-1 0-63 0,-11 0 44 0</inkml:trace>
  <inkml:trace contextRef="#ctx0" brushRef="#br0">16469 15977 32 0,'0'-23'19'0,"12"12"31"0,-12 70-11 0,0 48-24 0,0-13-8 0,0-21-5 0,0-37 0 0,0-24-13 0,11-24-89 0,-11 0 62 0</inkml:trace>
  <inkml:trace contextRef="#ctx0" brushRef="#br0">16922 15943 29 0,'0'-12'12'0,"12"-13"14"0,0 14 1 0,-12 11-5 0,0 0-2 0,0 0-8 0,0 24-7 0,0 0-1 0,0 10-2 0,-12 16 0 0,12-4-1 0,0 2 0 0,24-12-1 0,-2-12 1 0,14-24 0 0,-23 0-2 0,-1-12-1 0,-1 12-34 0,2-12-82 0</inkml:trace>
  <inkml:trace contextRef="#ctx0" brushRef="#br0">17243 15895 45 0,'0'0'17'0,"-12"11"26"0,12-11-12 0,12 0-22 0,-1-23-6 0,2-1 1 0,-13 0-1 0,-13-11 1 0,2 11-1 0,-37 12-1 0,1 24 0 0,-13 34 0 0,1 15-1 0,10 10-2 0,15 36-1 0,34-11-1 0,47-50 2 0,25-9 1 0,24-37 2 0,-3-12-3 0,-32-13 2 0,-37 15-1 0,-12 10 1 0,-36 10-1 0,-24 3 0 0,-23 11 3 0,11-24-2 0,-11-12 1 0,23-35 0 0,12-2 0 0,23-10 0 0,26-12 0 0,35 12-1 0,23 22-1 0,-22 3 1 0,-2 9-1 0,-35 0 1 0,11 3-1 0,-23 10 1 0,-23 12-1 0,-13 0 1 0,-12 12-3 0,12 10 0 0,1 28 1 0,-1 9 1 0,23 12-2 0,2 25-2 0,35-13 2 0,24-36-1 0,36-22 3 0,-14-25-1 0,-22-13 2 0,-12 1-2 0,-36-13 3 0,-12 15-3 0,12-14-60 0,0 24-37 0</inkml:trace>
  <inkml:trace contextRef="#ctx0" brushRef="#br0">15410 16800 34 0,'-12'-11'23'0,"24"-2"20"0,22 1-15 0,27 12-20 0,21-12-7 0,-21-1-26 0,-61 13-45 0,-12 0 30 0</inkml:trace>
  <inkml:trace contextRef="#ctx0" brushRef="#br0">15444 16812 16 0,'-11'0'3'0,"-48"23"18"0,47-11 18 0,60-12-6 0,35-12-16 0,36 12-10 0,-59-12-2 0,-25 12-2 0,-35-11-1 0,0 11-12 0,0 0-51 0,-12 23-12 0</inkml:trace>
  <inkml:trace contextRef="#ctx0" brushRef="#br0">14445 16883 14 0,'12'-12'9'0,"-12"-24"14"0,12 13 8 0,12 23 1 0,-35 71-7 0,-2 36-17 0,1-82-8 0,0 57 2 0,12-22-1 0,12-47-11 0,0-50-51 0,-12-22-11 0</inkml:trace>
  <inkml:trace contextRef="#ctx0" brushRef="#br0">14493 16800 24 0,'0'0'2'0,"0"-24"22"0,-11 24 14 0,-14 36-11 0,1-1-13 0,0-22-4 0,0 10-7 0,12-12 0 0,12-11-3 0,0 13 1 0,0-26 0 0,24-10 1 0,0-13 0 0,24 13-1 0,-12 11 1 0,11 24 0 0,-11 11 0 0,0 2-1 0,-1-14-16 0,-12 12-123 0</inkml:trace>
  <inkml:trace contextRef="#ctx0" brushRef="#br0">17361 16645 17 0,'0'0'1'0,"-10"-36"22"0,10 24 22 0,0 24-17 0,10 72-10 0,3 23-15 0,-1-36-2 0,-12-35-1 0,0-24-15 0,-12-24-62 0,12-24 33 0</inkml:trace>
  <inkml:trace contextRef="#ctx0" brushRef="#br0">17374 16609 10 0,'12'-12'2'0,"-12"-35"10"0,-12 35 24 0,-1 24 3 0,-21 47-20 0,22-23-1 0,0-13-14 0,0-10 0 0,0-1-3 0,0 0 3 0,12-12-3 0,0-24 1 0,12-12-1 0,24-12-5 0,-12 25 4 0,-2 11 2 0,3 12-3 0,11 35 2 0,11 2-1 0,-10-14 2 0,-26 1-96 0,-11-24 55 0</inkml:trace>
  <inkml:trace contextRef="#ctx0" brushRef="#br0">14015 17633 9 0,'0'0'0'0,"13"-11"7"0,-1-14 9 0,24 2 9 0,-12 11-7 0,-60 24-4 0,12 11-12 0,-1 13 1 0,38 12-2 0,11-2-1 0,24-9 3 0,-13-1 3 0,-48-12 2 0,-21-24-5 0,-14 0-3 0,23 0-39 0,25 0-34 0</inkml:trace>
  <inkml:trace contextRef="#ctx0" brushRef="#br0">14278 17478 22 0,'12'-35'12'0,"-12"22"18"0,-12 26-4 0,1 58-2 0,11 0-11 0,0 13-14 0,11-36-2 0,1-13-57 0,-1-23-2 0</inkml:trace>
  <inkml:trace contextRef="#ctx0" brushRef="#br0">14433 17645 21 0,'0'0'0'0,"0"0"31"0,12 11 4 0,-12 38-29 0,12-2-5 0,24-22-1 0,-1-14 1 0,-11-35 2 0,-12-35 2 0,-60 10-2 0,14 26-1 0,-3 23-10 0,13 36-62 0,24-24 42 0</inkml:trace>
  <inkml:trace contextRef="#ctx0" brushRef="#br0">14695 17705 33 0,'0'0'11'0,"12"35"30"0,12 36-12 0,-12-23-22 0,11-12-5 0,-23-24-1 0,-12-12 3 0,1-25 1 0,-14-46 1 0,14-13-1 0,22 13 0 0,37 37-4 0,36 21-2 0,-37 37-1 0,-47 24-1 0,-59-12 0 0,-13-26 2 0,49-20 0 0,46-14-1 0,25 36-1 0,24 35 0 0,35-35 2 0,12-49 4 0,0-34 2 0,-48 0-2 0,-71 60 1 0,-71 46-1 0,-1 37-6 0,61-13 1 0,105-22 0 0,51-62-73 0,-75 13 10 0</inkml:trace>
  <inkml:trace contextRef="#ctx0" brushRef="#br0">17433 17383 14 0,'0'-24'11'0,"0"11"30"0,0 13-16 0,0 61-19 0,0-13-4 0,0-13-3 0,25-11 2 0,10-24 0 0,25-13 0 0,-1-10 0 0,-11 12 1 0,-12-13-1 0,-11 24 0 0,-14 0-1 0,-11 12-1 0,0 23 0 0,-11-11 1 0,-2-24 1 0,1-13 3 0,37-33 0 0,9 21-4 0,2 25 0 0,12 37-3 0,-12-14 0 0,-26-12-20 0,-32-11-46 0,10 0 55 0</inkml:trace>
  <inkml:trace contextRef="#ctx0" brushRef="#br0">17636 17193 21 0,'0'0'3'0,"0"0"-13"0,12 0-2 0</inkml:trace>
  <inkml:trace contextRef="#ctx0" brushRef="#br0">18113 17097 22 0,'0'-11'37'0,"0"34"12"0,-24 61-35 0,1 11-10 0,23-24-4 0,23-11-3 0,24-24 2 0,-23-1-7 0,0-35-65 0,-12 0 33 0</inkml:trace>
  <inkml:trace contextRef="#ctx0" brushRef="#br0">18077 17300 18 0,'0'0'11'0,"0"-12"29"0,83-1-10 0,36 2-22 0,-35 11-7 0,-84 0-11 0,-25 0-85 0</inkml:trace>
  <inkml:trace contextRef="#ctx0" brushRef="#br0">11909 17609 2 0,'0'0'0'0,"-13"0"7"0,2 0 9 0,-1-12 7 0,12 12-7 0,36-12-5 0,35 1-7 0,24-1-1 0,1 1-1 0,-25-2-10 0,-59 13-43 0</inkml:trace>
  <inkml:trace contextRef="#ctx0" brushRef="#br0">11944 17681 9 0,'-24'0'5'0,"13"12"14"0,58-12-6 0,48-12-9 0,25-24-1 0,-37 13-2 0,-71 10-20 0,-12 13-12 0</inkml:trace>
  <inkml:trace contextRef="#ctx0" brushRef="#br0">12491 15204 3 0,'0'0'0'0,"0"-12"17"0,13 1-8 0,-1-1 2 0,-12 12 4 0,0-12 1 0,0 12 2 0,0-13 2 0,11 2-7 0,2 11-9 0,-13-12-1 0,0 12-2 0,0 0-1 0,0 0-2 0,0 0 2 0,0-11 1 0,0 11 1 0,0 0 4 0,0 0 4 0,0-13-4 0,0 13-3 0,-13 0-1 0,13 0-2 0,0 13 1 0,0-2 1 0,0 12 0 0,0 14-1 0,0-3 0 0,0 3 0 0,25-13-1 0,22-1 1 0,-23-11-1 0,24-12 2 0,-13-23-1 0,-12-13 0 0,2-12 0 0,-14 13 0 0,2 10 0 0,-13 2-1 0,12 23 1 0,-12-11-1 0,0 22 0 0,0 49-1 0,0 24 1 0,0 21-2 0,0 16 0 0,0-3-1 0,-12-23 1 0,-1-11 1 0,2-50 2 0,-14-34 2 0,-21-34-1 0,22-14-2 0,24 0 3 0,12-23-2 0,35-12 4 0,0 11-4 0,2 25 1 0,-14 23-2 0,24-1 0 0,1 14-57 0,-24 11-46 0</inkml:trace>
  <inkml:trace contextRef="#ctx0" brushRef="#br0">13577 15240 80 0,'-49'-25'24'0,"25"2"21"0,60 12-29 0,47-13-13 0,13 11-9 0,-25 13-58 0,-48 13-26 0</inkml:trace>
  <inkml:trace contextRef="#ctx0" brushRef="#br0">13504 15383 44 0,'-24'0'21'0,"-11"12"32"0,47 0-22 0,59-12-24 0,24-24-4 0,-11 11-6 0,-37 13-56 0,-47 0-14 0</inkml:trace>
  <inkml:trace contextRef="#ctx0" brushRef="#br0">14457 14811 5 0,'0'-11'9'0,"12"-13"2"0,1 11 2 0,-13 2 5 0,-13 11 2 0,-11 0-6 0,0 24-6 0,0 23-2 0,-11 25-3 0,-1-1-1 0,24 1-1 0,-1 0 0 0,13-1 0 0,36-12 0 0,-11-23-1 0,10-13 1 0,13-11 0 0,0-24 0 0,-13-11 0 0,12-25 1 0,-10 1-2 0,-14-1 1 0,1 0 0 0,-1 1 0 0,-23-2-1 0,0 15 0 0,0-14 1 0,0 0-1 0,-23 23 0 0,10 2 0 0,-21 0 1 0,-14-2-1 0,12 14-1 0,-10-1 1 0,-3 24 0 0,25-1-1 0,0 14 1 0,12 21-1 0,1 4 0 0,22 8 1 0,25 2-1 0,24-2 1 0,-1-21-1 0,-12-1 1 0,-10-12 0 0,-25 0 0 0,-1-13 0 0,-11-11 2 0,0-11-2 0,0-26-25 0</inkml:trace>
  <inkml:trace contextRef="#ctx0" brushRef="#br0">14921 15157 8 0,'0'0'3'0,"-12"-24"19"0,12 12 10 0,12 12-10 0,-12 0-8 0,0 12-5 0,0 47-4 0,-24 25-1 0,24-13-1 0,0-11 0 0,0-26-1 0,0-9-1 0,0-60 2 0,0-26 0 0,0-69-1 0,12 47-1 0,0 47 0 0,-12 25-2 0,0 70 0 0,-12 60 0 0,0-48 2 0,12-35 2 0,-11-24-1 0,22-36-3 0,1-12-66 0,12 25 2 0</inkml:trace>
  <inkml:trace contextRef="#ctx0" brushRef="#br0">15302 14918 13 0,'0'0'2'0,"-12"-23"14"0,12-13 9 0,24 11 0 0,0 14-7 0,-12 35-9 0,12 47-3 0,0-11-3 0,-12 0 0 0,-48-13 0 0,0-22-1 0,12-14 0 0,24-22-1 0,24-26 0 0,25-10-1 0,8-1 1 0,4 0-1 0,-25 13 0 0,-26 11 0 0,3 0 1 0,-26 11-1 0,3 13 0 0,-14 13 0 0,-24 24 1 0,23 21-1 0,14 2 0 0,47-2 0 0,24-8-1 0,11-39 1 0,-35 1 0 0,-24-12 0 0,-12-12 2 0,0 12-2 0,11-11-5 0,-11 11-47 0,-11 11-20 0</inkml:trace>
  <inkml:trace contextRef="#ctx0" brushRef="#br0">16279 15014 8 0,'0'0'0'0,"-12"0"7"0,12 0 16 0,0-12 8 0,-11 12-1 0,11-13-15 0,11 2-10 0,37 11-2 0,47 0-2 0,-24 0 0 0,-11 0 0 0,-24 0 0 0,-12 0-1 0,-24 0-19 0,11-12-50 0,-11 12 31 0</inkml:trace>
  <inkml:trace contextRef="#ctx0" brushRef="#br0">16469 14823 23 0,'-13'-12'15'0,"3"1"27"0,10 45-7 0,-12 74-18 0,12 10-7 0,0-45-7 0,0-37-1 0,12-24-22 0,11-36-100 0</inkml:trace>
  <inkml:trace contextRef="#ctx0" brushRef="#br0">16980 14740 44 0,'0'-48'25'0,"13"35"19"0,-60 50-22 0,-1 47-15 0,23 23-3 0,25-36-2 0,61-35-1 0,10-12 0 0,1-36 0 0,-13-48 0 0,-23 1 0 0,-24-25 0 0,-24-23 0 0,-12 24-1 0,12 35 1 0,-36 24-1 0,-11 12 0 0,-1 24-1 0,13 24 0 0,47 36 0 0,36 11 0 0,35-1 0 0,12-32 0 0,-34-16 0 0,-38-22-19 0,12-12-87 0</inkml:trace>
  <inkml:trace contextRef="#ctx0" brushRef="#br0">17422 14942 58 0,'0'-12'29'0,"0"0"13"0,-25 36-27 0,14 23-12 0,11 14-1 0,11-26-2 0,38-10 0 0,11-14 1 0,-13-11 0 0,1-24 0 0,-37-13 1 0,1-21-1 0,-24 11 2 0,-24-1 1 0,-11 25-1 0,-13 23-1 0,1 23-3 0,-12 36-39 0,35-11-76 0</inkml:trace>
  <inkml:trace contextRef="#ctx0" brushRef="#br0">14409 15621 30 0,'0'0'5'0,"-12"-12"22"0,24-1 2 0,48-10-15 0,23 23-7 0,-23 12-2 0,-48-1 0 0,-24-11 0 0,-36 0-3 0,-11-11-1 0,11 11 2 0,-12 0 0 0,25 11-1 0,35 2 0 0,59-13 0 0,59 0-1 0,2 0-1 0,-48 0 1 0,-60 0 0 0,-60 12 1 0,-59-12-1 0,12 0 0 0,47 0-1 0,85 0 1 0,56 0-1 0,14 0 0 0,-71 0 0 0,-59 0-15 0,-48 12-107 0</inkml:trace>
  <inkml:trace contextRef="#ctx0" brushRef="#br0">17361 15383 17 0,'-10'0'6'0,"-26"-24"20"0,-12 12 14 0,24 12-11 0,24 0-19 0,36 0-7 0,59 0-1 0,-11 12 0 0,-60-1 0 0,-60-11 2 0,-49 0-3 0,-22 0 1 0,48-11 2 0,48 11-1 0,47 0-3 0,71 0 0 0,-12 0 0 0,-48 0 1 0,-70 11-1 0,-120-11 2 0,119 0-1 0,48 0-1 0,59 13 0 0,-23-13 1 0,-37 0-4 0,-46 0-78 0,23 0 31 0</inkml:trace>
  <inkml:trace contextRef="#ctx0" brushRef="#br0">15374 14608 25 0,'0'0'5'0,"-12"0"2"0,-12 13 16 0,12-49-10 0,24-23 2 0,37-25-3 0,21-10-6 0,2 10-2 0,22-35-2 0,13 12 1 0,-11-1-1 0,-12 13-1 0,-37 59 1 0,-36 12 2 0,-22 13-1 0,-14-12-2 0,15 23-1 0,-50 23 0 0,-11 25 1 0,-13-1-2 0,49-23 2 0,22-11-1 0,49-26-1 0,60 1 1 0,-13 12 0 0,-35 25 1 0,-48 9 1 0,-60 26-1 0,0-12-10 0,49-25-62 0,34-23 23 0</inkml:trace>
  <inkml:trace contextRef="#ctx0" brushRef="#br0">16064 13394 97 0,'-23'-34'8'0,"35"-3"-7"0,10 24 11 0,-9 26 9 0,-13 35-12 0,0 23-4 0,0-23-4 0,23-2 0 0,13-21 0 0,12-25-1 0,0-25 2 0,-12-9-1 0,-12-37-1 0,11 11 0 0,-11 24 1 0,0 0 0 0,-12 24-2 0,12 35 1 0,0 27 0 0,-14-4 1 0,-10-21 1 0,0-25 1 0,-10-48-3 0,-2 0 2 0,95-11-4 0,-47 70 3 0,-1 1-1 0,-11-1-1 0,-24 14-22 0,-35 0-68 0,22-14 45 0</inkml:trace>
  <inkml:trace contextRef="#ctx0" brushRef="#br0">16290 13013 77 0,'-23'-23'8'0,"35"-1"-15"0,35 12-65 0</inkml:trace>
  <inkml:trace contextRef="#ctx0" brushRef="#br0">16696 13145 105 0,'0'10'7'0,"-12"122"8"0,71-25-13 0,-23-23 0 0,-36-26 2 0,0-33 0 0,-36-37 0 0,-11-72-2 0,-1-71-1 0,35 13-1 0,38 83 0 0,46 34 0 0,-11 50 1 0,-24 21-1 0,-36-9 0 0,-36-1-22 0,0-25-42 0,36-11 31 0,12-59 28 0,48 0 7 0,11 11 2 0,-23 25 23 0,-14 23 9 0,-34 0-7 0,0 23-17 0,13 1-8 0,-1-12-4 0,-1 13 1 0,14-14 0 0,-1-11 0 0,11-48 0 0,-11-24 0 0,-12 37-1 0,0 47 2 0,-12 36 0 0,13-14 0 0,21-9-2 0,14-61 2 0,12-35-3 0,-36-2 2 0,-12-82-1 0,0 73 1 0,-2 82-2 0,15 82 1 0,-1 2-2 0,-1 0-40 0,-10-13-62 0</inkml:trace>
  <inkml:trace contextRef="#ctx0" brushRef="#br0">17397 12871 83 0,'0'-13'10'0,"-23"-10"34"0,82-25-30 0,14-11-9 0,-26 23-4 0,-35 24-13 0,-48 35-116 0</inkml:trace>
  <inkml:trace contextRef="#ctx0" brushRef="#br0">12230 15407 25 0,'0'-12'8'0,"12"0"17"0,0 12 3 0,0 0-1 0,-12 12-7 0,-12 0-7 0,-12-12-5 0,-24 0-2 0,-11 0 1 0,-13 0-2 0,-12-12-2 0,-10 12 0 0,9-12-1 0,15 12 0 0,22 0 1 0,25 12-3 0,-2 0 2 0,14-12-2 0,-1-12 2 0,12-13-2 0,12-9 3 0,24 9-3 0,11-21 1 0,-11 9-2 0,0 1 1 0,-1 25 0 0,-23-1 2 0,-12 0-3 0,0 12 2 0,-12 12-3 0,-23 11 3 0,-1 0-2 0,0 14 2 0,0 10-3 0,0-10 2 0,2-14-1 0,9-12 1 0,13 2 0 0,24-1 0 0,24 12-1 0,12 23-1 0,-25 1 3 0,1-24-3 0,-12-24 4 0,0 0-2 0,0-13-3 0,-12 13-41 0,-12 0-80 0</inkml:trace>
  <inkml:trace contextRef="#ctx0" brushRef="#br0">10456 15192 29 0,'0'0'5'0,"0"-23"14"0,24 11 14 0,-24 47 4 0,0 61-15 0,11 11-14 0,-11-36-4 0,-11-23-1 0,-1-48 1 0,12-12-2 0,12-71 0 0,23 11-5 0,1 24 0 0,-13 14 4 0,2 9-1 0,-25 25 1 0,-12 36 2 0,-24 35-2 0,12-11-1 0,24-13 1 0,36-35 0 0,23-12-2 0,2-35-8 0,-14-13 8 0,-24 12 1 0,-23 12 2 0,0 24 2 0,0 24-3 0,23 12-1 0,-23 0 1 0,-11-14 0 0,-12-22 1 0,23-71 0 0,11 48-1 0,12 12-1 0,14-2-1 0,-13 37 1 0,-12-1 0 0,0 2-1 0,10-13 1 0,-9 0 0 0,23-12 0 0,-13-24 1 0,2 12-1 0,-1-12 0 0,0 1 0 0,-13 23 0 0,-11 11 0 0,12 25 0 0,-12-12 0 0,24 10 0 0,-1-34 0 0,2-10 0 0,-25-38 0 0,-12 1 0 0,-12-1 1 0,-24 36-1 0,13 12 0 0,35 0-1 0,35 12 0 0,24-12 0 0,-11 0-1 0,-12-12 2 0,-24 24-1 0,0 11 1 0,0 2 0 0,13-25 1 0,21-25-1 0,-22 13 0 0,-24 24 0 0,0 13 0 0,48-25 1 0,11-25-14 0,-36 2-28 0,-59 34-70 0</inkml:trace>
  <inkml:trace contextRef="#ctx0" brushRef="#br0">10765 15669 92 0,'-59'11'19'0,"23"1"9"0,131-35-14 0,108-25-10 0,23 23-4 0,-84 2 0 0,-105 12-22 0,-85 22-56 0,12-11 29 0</inkml:trace>
  <inkml:trace contextRef="#ctx0" brushRef="#br0">10717 15812 38 0,'-59'23'25'0,"59"-11"11"0,118-37-12 0,121-21-19 0,-11 10-5 0,-86 13 3 0,-131-2 0 0,-82 13-40 0,23 12-47 0</inkml:trace>
  <inkml:trace contextRef="#ctx0" brushRef="#br0">7848 15276 39 0,'-12'-11'9'0,"-12"-2"10"0,1 1 14 0,-1 12-12 0,35 0-6 0,36 0-6 0,61 0-5 0,11 0-2 0,143 0 1 0,-35 0-1 0,143 0 1 0,-38 0-1 0,-22 12-2 0,-49 1-3 0,-82-13 3 0,-84 0 1 0,-82 0 3 0,-62 0-3 0,-45-13 2 0,-50 1-1 0,-82 12 2 0,-24 0-4 0,-13 0 0 0,2 0 0 0,-12 0-1 0,22 12 1 0,49-24 0 0,71 0-1 0,71-1 1 0,37 2 0 0,23 11 0 0,12 24 1 0,23 0-1 0,50-11 0 0,79-2 0 0,99-11 0 0,83 0 3 0,11 0-2 0,-37 0-1 0,-45 0-1 0,-96 12-3 0,-73-1 4 0,-70 1 0 0,-72-12 2 0,-58 0-2 0,-48-12 4 0,-85 1-2 0,-47-1 0 0,-48 12-3 0,-12 0 0 0,37 0 0 0,47 0 0 0,71 12 0 0,73-1 1 0,93-11-1 0,49 12 1 0,59-12 1 0,72 0-1 0,95-12 1 0,72 1 1 0,35 11-1 0,-48-12-1 0,-48 12 0 0,-81-11-3 0,-109 11 3 0,-59 0 1 0,-85 0 0 0,-45 0-2 0,-26 11-130 0,109-11 93 0</inkml:trace>
  <inkml:trace contextRef="#ctx0" brushRef="#br0">8527 16228 35 0,'-96'-47'10'0,"25"23"16"0,47-1 7 0,37 14-16 0,81 11-7 0,73 11-3 0,35-11-2 0,-11 13-3 0,-85-13 0 0,-81 0 5 0,-108-13-3 0,-84 13-3 0,-60-11-2 0,-11 11 0 0,95 0 2 0,120 0 0 0,106 24 2 0,108-12 0 0,10 12-1 0,-33-12-1 0,-85-2 0 0,-83-20 1 0,-95-2-1 0,-84 0-1 0,-59 0-4 0,107 12 3 0,119 12 0 0,107-12 4 0,132 12-1 0,-1 10 1 0,-59-9-4 0,-108-1 2 0,-118 0-1 0,-84-12 0 0,-168 0-3 0,169 0 2 0,154-12 0 0,143 0 3 0,71-1 0 0,-35 13 0 0,-120 13 0 0,-96-13-16 0,-93 0-96 0,106 0 70 0</inkml:trace>
  <inkml:trace contextRef="#ctx0" brushRef="#br0">15387 15407 7 0,'0'0'16'0,"0"-24"-4"0,23 24-7 0,24 0-3 0,-11 0-1 0,0 0-1 0,-14 0-37 0</inkml:trace>
  <inkml:trace contextRef="#ctx0" brushRef="#br0">15387 15441 7 0,'-25'0'16'0,"13"0"0"0,49-10-10 0,33-14-4 0,24 12-3 0,-22 0-36 0</inkml:trace>
  <inkml:trace contextRef="#ctx0" brushRef="#br0">17148 15370 14 0,'0'0'11'0,"-12"-11"12"0,0-1 5 0,-12 1-10 0,1-2-6 0,34 13-7 0,62 0-3 0,33 13-1 0,13-2 1 0,-23-11-1 0,-61 12 1 0,-59-12 4 0,-47 0-1 0,-36 0-2 0,-13 0 0 0,49 11-1 0,35-11-1 0,48 13 0 0,72-13-1 0,47 0 0 0,-13 0 2 0,-58 0-2 0,-47 0 3 0,-73 0-2 0,-35 0 1 0,-13 0-1 0,13 0 1 0,71 12-2 0,36-12 0 0,72 12-1 0,35-24 2 0,-25 12-1 0,-69 0 2 0,-50 0-2 0,-81 0 1 0,-26 12 0 0,49-12-1 0,71 0 0 0,48-12 0 0,71 12 0 0,24-12-57 0,-119 12-8 0</inkml:trace>
  <inkml:trace contextRef="#ctx0" brushRef="#br0">11801 16027 12 0,'0'-84'14'0,"0"47"-6"0,12-10 11 0,-12 47-3 0,11 84-7 0,14 189 0 0,-1 37-10 0,12-36 1 0,-25-72-5 0,-11-71 1 0,0-60 5 0,11-59-4 0,2-108-57 0,-13 62 45 0</inkml:trace>
  <inkml:trace contextRef="#ctx0" brushRef="#br0">11754 15919 17 0,'0'0'0'0,"-12"-47"6"0,-12 22 7 0,12 0 4 0,12 15-9 0,36-2-5 0,35 0 0 0,36 0-1 0,48 0 1 0,60-12-2 0,47 12 2 0,47-24 0 0,37 13 2 0,11 0-2 0,1-2 1 0,-2 25-1 0,1-12 0 0,-23 12-2 0,-1-13 0 0,1 13-2 0,-13-23 2 0,1 23-1 0,0-11-2 0,-25-13 2 0,-34 24-1 0,-50 0 1 0,-47-13 1 0,-34 2 0 0,-13 11 0 0,-12 11-1 0,0 14 0 0,-35-2 0 0,-24 0 1 0,-13 2 2 0,1 23 1 0,0 11 1 0,-12 35 1 0,-48 86 1 0,-24 21-2 0,12-46 0 0,13-34-3 0,23-38-2 0,0-36 0 0,-25-35-124 0</inkml:trace>
  <inkml:trace contextRef="#ctx0" brushRef="#br0">11909 17204 2 0,'-24'0'4'0,"-24"0"11"0,35-11-1 0,13-12-4 0,13 23-4 0,10 0-3 0,13 0-2 0,48 11 1 0,47-11 0 0,70 0 0 0,62-24 2 0,47 24 1 0,0-24 2 0,35 0 3 0,24 12-1 0,12 1 2 0,11 11-5 0,2-12-1 0,-1 0-5 0,-36-1-3 0,-23 2 0 0,-25 11 2 0,-11-23-1 0,-13 23 0 0,-22-13-1 0,-61 1 3 0,-71 12 1 0,-24-12 0 0,13-1 1 0,-25 13-1 0,-12-10 2 0,-47-2-1 0,-12-12 1 0,11 12 1 0,1-12 3 0,0 1 4 0,-24-14 0 0,-24-10-6 0,-48-24-9 0,0 23-129 0</inkml:trace>
  <inkml:trace contextRef="#ctx0" brushRef="#br0">16980 15395 35 0,'-11'-36'18'0,"11"24"6"0,0 12 2 0,24 23-10 0,24 2-5 0,47-13-2 0,36-12-3 0,24-24-1 0,-24 11 1 0,-24-10-3 0,24-36 3 0,-47-25-3 0,-25-10 2 0,-11-2-2 0,-37-23 1 0,-11 12-2 0,-23 11 0 0,-26 25 0 0,-45-13 1 0,-25 0-2 0,-36 38 0 0,-1 10-1 0,-10 36 1 0,23 36-1 0,13 10 0 0,22 4-1 0,37 32-1 0,23 12 0 0,24 38 0 0,24-1 0 0,0-13 0 0,48 3 0 0,13-14 0 0,32-36 0 0,14-23 0 0,13-14 3 0,11-21-4 0,12-26 5 0,-24-9-1 0,12-27 1 0,-36-10 1 0,-23-12-1 0,-14-25 1 0,3-10-1 0,-37-37 1 0,-24-23 0 0,-49 45-1 0,-58 16 0 0,-11 44-1 0,-25 26-28 0,48 70-108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21185 2679 3 0,'0'0'0'0,"-12"-12"20"0,12 0-12 0,-13-1 3 0,2 2 1 0,-1-12 3 0,12-1 1 0,0 11-4 0,23-10-2 0,-10 23-2 0,35 0-3 0,11 0-1 0,-11 12-2 0,-12 12 3 0,-25 23-2 0,-22 25 2 0,-14-12-4 0,2-1 2 0,12-34-3 0,-2-14 2 0,13-11-2 0,0-24 2 0,13-24-2 0,10-12 0 0,24 13 2 0,1-13-2 0,-12 25 0 0,0-1 1 0,-1 0-2 0,1 1 3 0,0 11-3 0,-25 12 2 0,-11 12-1 0,0 0 0 0,-11 0 0 0,-1 0 1 0,-12 12-1 0,-1 22 0 0,-11 16 0 0,26-16-1 0,-26 14 2 0,12 0-1 0,12 0 1 0,12 11-1 0,12-23 1 0,24 1-1 0,11-37 0 0,12 0 0 0,-10-13 0 0,-2 1 1 0,-23 12 1 0,-24 0 3 0,0 0 0 0,0-12-3 0,0 12-1 0,0 12-31 0,0 0-83 0</inkml:trace>
  <inkml:trace contextRef="#ctx0" brushRef="#br0">22970 2834 17 0,'-11'0'2'0,"-48"-24"6"0,35 11 5 0,0 2 8 0,12-1 1 0,12 12-2 0,-13 0-10 0,38 0-3 0,47 0 0 0,59 0-2 0,23-11-2 0,24-14-3 0,-10 2 0 0,-50 11 1 0,-34 1 0 0,-36-2 1 0,-14 1-1 0,-34 0-6 0,0 12-14 0,-10-13-8 0,-14 13-2 0,-12-11 16 0,-12-1 10 0,-11-11 3 0,11 11 7 0,24-1 11 0,12-10-2 0,24 23-3 0,24 0-3 0,24 48-3 0,-1 11 2 0,-11-11-2 0,-48 12 1 0,-36-13-3 0,-48 1-1 0,50-25-9 0,21-11-57 0,37-37-16 0</inkml:trace>
  <inkml:trace contextRef="#ctx0" brushRef="#br0">24245 2453 27 0,'0'0'0'0,"0"-48"17"0,0 25 11 0,0-2 10 0,0 61-15 0,0 24-16 0,11-13-4 0,-11 24 0 0,13-23-1 0,-1 0 0 0,12-12-3 0,12-36 3 0,22-11-3 0,3-26 1 0,-2 1 1 0,-23 13-1 0,-24-25-1 0,-1 0 0 0,2 14 1 0,-1-3-1 0,11 13 3 0,-23 12-3 0,-12 1 1 0,1 11 1 0,-1 0-1 0,12 11 0 0,0 49 0 0,12-1 1 0,-12 25 0 0,11 23 1 0,-11 12-1 0,0-12-1 0,0-24 1 0,0-11-1 0,0-12 1 0,-11-13 0 0,-25-23 1 0,-24-11 0 0,13-38 0 0,11-23 0 0,11-11-2 0,38-14 1 0,23 2-1 0,35-23-1 0,13 10 0 0,-13 25 0 0,-23 36 10 0,-13-2-10 0,-23 13 1 0,-24 24-15 0,12-12-98 0,0 0 78 0</inkml:trace>
  <inkml:trace contextRef="#ctx0" brushRef="#br0">21530 3703 18 0,'-12'-12'10'0,"-1"-12"-5"0,13 0-1 0,25 1 8 0,-14-1 10 0,-11 24-3 0,-23 13-6 0,-12 33-5 0,-1 26-1 0,0-1-1 0,24 0-2 0,24-23-1 0,12 0-1 0,0-12 0 0,12-13 2 0,23-23-3 0,0-13 0 0,1 3 0 0,0-14 0 0,-13-13 0 0,-23 3 1 0,0-3-1 0,-12 14 0 0,-12-25 0 0,-36 12 0 0,0 1 0 0,-12 11 0 0,12 1 0 0,2-2-1 0,-3 13 0 0,14-1 1 0,-1 13-1 0,-1 0 0 0,2 13 0 0,10-13 0 0,13 24 0 0,0 12 0 0,-10 12 0 0,10-1 0 0,23 1 0 0,25-13 0 0,12 1 0 0,11-13 0 0,-12 14 1 0,-23-13 4 0,-36-14-2 0,12 3-2 0,-12-26-8 0,12-21-31 0,0 10-27 0,-12 24 18 0</inkml:trace>
  <inkml:trace contextRef="#ctx0" brushRef="#br0">22210 4132 33 0,'0'0'3'0,"0"-37"18"0,0 14-1 0,-25 12-6 0,-10 11 2 0,11 11-1 0,12 1-3 0,12 47-2 0,0 1-5 0,12 11-1 0,-12 1 0 0,0-36-2 0,11-13-1 0,-11-23 2 0,13-13 0 0,-13-21 0 0,0-3-2 0,-13-22 1 0,13 0-1 0,13-24-1 0,-2 35-1 0,-11 12 3 0,12 36-1 0,-12 0-1 0,12 59 0 0,-12 12 1 0,12 2-2 0,-12-14 2 0,-12-36 0 0,0-23 0 0,12-23 0 0,0-25 0 0,0 14-1 0,0-3 2 0,-12 1-3 0,-12 25 1 0,24-1 0 0,0 12-4 0,13 0-57 0,10 0-48 0</inkml:trace>
  <inkml:trace contextRef="#ctx0" brushRef="#br0">20112 3751 15 0,'13'-12'10'0,"-1"-13"3"0,12 2 4 0,-24 23 8 0,-24 36-11 0,-35 35 0 0,23 24-9 0,36-23-3 0,24-1 4 0,22-23-3 0,15-24 1 0,-2-12-2 0,0-12 0 0,-11-25-1 0,-12 2 1 0,0-13-1 0,-13-10 0 0,-10-4-2 0,-13-9 2 0,-13 24 0 0,2-26-1 0,-1 15 1 0,1 21-1 0,-26 2 0 0,-10 12 0 0,-1 22 1 0,-1 1-1 0,15 12 0 0,22 11-1 0,0 25 2 0,48-1-1 0,35 0 0 0,-12 2-1 0,1-26 4 0,-13 1-2 0,-34-13 3 0,-13-10-3 0,-24-13-18 0,1 0-42 0,23 12-6 0</inkml:trace>
  <inkml:trace contextRef="#ctx0" brushRef="#br0">20732 4239 30 0,'-35'0'8'0,"10"0"9"0,14 11-8 0,11 26-2 0,0-14 4 0,11 13 1 0,14 0-3 0,-14-1-4 0,13-10-3 0,12-14-1 0,-12-11 1 0,12-11-2 0,-1-2 1 0,-11 1 1 0,0-13-1 0,12 4 0 0,-12-16-1 0,-12 1 1 0,-12 25 1 0,-23-14 1 0,-14 2-1 0,1 0-1 0,12-2 2 0,-11 0-3 0,11 14 2 0,-1 11-1 0,2 24-1 0,-1 0-1 0,13-11 1 0,-2-2-2 0,13 1-33 0,-11-1-55 0</inkml:trace>
  <inkml:trace contextRef="#ctx0" brushRef="#br0">20006 3381 47 0,'0'-11'8'0,"0"-1"11"0,-12 24-14 0,-12-1-5 0,-23 12 7 0,-13 2 14 0,24-13-8 0,25 1-8 0,-13 10-2 0,12 0 0 0,12 2 0 0,0-2-1 0,0 13 2 0,12 0 3 0,-1-1-2 0,13 13 0 0,-11 0-3 0,-2 23-1 0,-11 0 0 0,-11 13-1 0,-2-25 2 0,13-47-1 0,-11 60 2 0,-2 11 0 0,2-12-2 0,-1 1 1 0,24-36-2 0,36-1 1 0,35-23 0 0,0 1 0 0,0-2-1 0,-35 1 1 0,-37 12-5 0,-11-12-84 0,13-24 18 0</inkml:trace>
  <inkml:trace contextRef="#ctx0" brushRef="#br0">22221 3465 37 0,'0'0'0'0,"-24"-24"15"0,24 12-1 0,24 12-8 0,47 0-1 0,13 0 1 0,-14 0 5 0,-34 0 5 0,-36 0 5 0,0 25-9 0,0-2-9 0,0-12 0 0,0 26 1 0,-11 10 3 0,-1 36-2 0,12 1-2 0,12-1-2 0,12-12-1 0,-24 1 1 0,12-1 0 0,-12-12 0 0,0 12 1 0,0-21-2 0,12-4 1 0,0 13 0 0,-12-22 0 0,0-13-1 0,11-14 1 0,-11 3 1 0,-11 11 2 0,-25-11 0 0,-13 10-1 0,-9-23 0 0,34 0-1 0,12 11-2 0,12-11-1 0,0 0-67 0,0 0-43 0</inkml:trace>
  <inkml:trace contextRef="#ctx0" brushRef="#br0">21030 5393 19 0,'-13'-23'14'0,"2"12"-7"0,-1-14 4 0,24 0-2 0,35 2 7 0,2 0 0 0,9 23-5 0,-9 12-3 0,-2 47-3 0,-23 12-3 0,-24-12-1 0,-24 2 1 0,-11-38-1 0,10 1 0 0,-11 0 0 0,25-35 1 0,22-14-1 0,38-10-2 0,10-26 3 0,25 27-3 0,11-37 1 0,-12 10 0 0,-36 14 1 0,-47 34-1 0,-23 13 2 0,-48 48 0 0,-13 12 1 0,49-1-4 0,23-11 2 0,24-12-1 0,23-11 1 0,25-4-8 0,11-21-28 0,1 13-20 0,-37-13 25 0</inkml:trace>
  <inkml:trace contextRef="#ctx0" brushRef="#br0">21983 5548 40 0,'-12'-23'20'0,"12"33"7"0,12 51-5 0,-12 33-12 0,-12-10-6 0,-12-36-4 0,12-36-6 0,36-48-40 0,12-11-24 0</inkml:trace>
  <inkml:trace contextRef="#ctx0" brushRef="#br0">22900 5309 21 0,'-12'-23'7'0,"0"-25"6"0,12 25 3 0,12 12 0 0,-12 11-6 0,24 34-1 0,-2 37-3 0,-9 2-4 0,-13-25 0 0,-13-14 0 0,-33-9 1 0,10-25-1 0,24-12-1 0,12-12-1 0,48-24 0 0,34 2-2 0,3-27 1 0,-14 38 1 0,-59 11 1 0,-48 48 7 0,-24 34-5 0,13 15-2 0,35-38-2 0,24-11-15 0,35-1-48 0,-23-23 32 0</inkml:trace>
  <inkml:trace contextRef="#ctx0" brushRef="#br0">23412 5572 54 0,'-12'-37'35'0,"12"27"-22"0,36-1-10 0,-14 45-3 0,3-10 7 0,-14 12 2 0,-11-25-7 0,0 26 9 0,-47 10-6 0,-13 13 0 0,13-12-4 0,24-25 1 0,23-23-1 0,34-12-1 0,39-24 0 0,10 24-1 0,-35 12 1 0,-37 0-2 0,1 0-38 0,36-34-31 0,-24 21 41 0</inkml:trace>
  <inkml:trace contextRef="#ctx0" brushRef="#br0">24090 5441 38 0,'-72'-11'14'0,"25"11"8"0,23 0-7 0,48 0-9 0,36-13 0 0,59 1 4 0,12 0 0 0,-13 12-5 0,-33 0-2 0,-50-11-2 0,1-12 0 0,-24-2 1 0,-24 13-1 0,-59-1-1 0,-14 2 1 0,3 11 0 0,57 0-1 0,25 0 0 0,25 11-1 0,21 26 0 0,15 10 1 0,-37 1 3 0,-12-12 2 0,-48-12-3 0,-35 0-15 0,23-14-60 0,35-10 18 0</inkml:trace>
  <inkml:trace contextRef="#ctx0" brushRef="#br0">24757 5167 36 0,'0'0'0'0,"23"-47"37"0,-10 47-16 0,-1 47-7 0,-24 24-6 0,-1 13 4 0,13-13-4 0,13-34-4 0,35-26 0 0,11-22-2 0,13-37 0 0,-13-12 1 0,-35 1-2 0,0 23 1 0,-12 13 0 0,-12 10 0 0,0 26 0 0,0 46 1 0,-12 37-1 0,-12 22-1 0,24 13-1 0,-12-12 1 0,24-12 0 0,-12-46 0 0,-36-27 1 0,1-22 2 0,-13-37-3 0,12-33 1 0,12-37-7 0,60-36 7 0,59 47-1 0,36 25 0 0,-11 23-1 0,-38 24 1 0,-57 12-1 0,-50 23 2 0,2-10-15 0,-1-1-85 0</inkml:trace>
  <inkml:trace contextRef="#ctx0" brushRef="#br0">21541 6596 1 0,'25'-12'6'0,"-14"-12"1"0,-22 48 12 0,-25 36-12 0,11-1-2 0,15 13-1 0,-2-14-2 0,12 3 0 0,12-14 0 0,83-23 2 0,-24-35-2 0,-12-14-1 0,-34-21 0 0,10-4 1 0,-23 4-1 0,-12-2 0 0,0 0-1 0,-24-11 1 0,-11 0-1 0,-14 34 2 0,2 2-2 0,0 23 1 0,11 0-1 0,23 23 0 0,13 13 0 0,25 24 1 0,22 11-1 0,1 1 0 0,0-37 0 0,-24 1 1 0,-1-11-1 0,13-14 2 0,-12-11-2 0,0-11-26 0,-24 22-10 0</inkml:trace>
  <inkml:trace contextRef="#ctx0" brushRef="#br0">22210 6929 63 0,'0'0'0'0,"-37"-59"26"0,1 47-10 0,13 71-12 0,-13 49 4 0,12-1 1 0,35-25-4 0,2-32-1 0,-1-39-1 0,-1-47 1 0,2-12-33 0,-1 13-71 0</inkml:trace>
  <inkml:trace contextRef="#ctx0" brushRef="#br0">23174 6489 27 0,'23'-37'12'0,"-11"14"9"0,-12 12-5 0,0 11-8 0,-12 23 1 0,-23 38 2 0,-1 21-6 0,12 2-2 0,24-37-4 0,24-11 4 0,24-12-1 0,11-37 0 0,-11-34-1 0,-12 0 1 0,-25-1-2 0,-11-12 2 0,-11 2-2 0,-12 8 2 0,-2-21-2 0,-11 60 1 0,-12 11-3 0,1 48 2 0,-1-1 0 0,37 13-1 0,34-1 1 0,49-11 0 0,35-2-1 0,-24-21 1 0,-47 0-8 0,-24-2-91 0</inkml:trace>
  <inkml:trace contextRef="#ctx0" brushRef="#br0">23519 6894 42 0,'-12'-11'4'0,"-1"-2"-2"0,26-11 0 0,-1 11 19 0,-1 2-5 0,2-1-9 0,-1 1-4 0,-1 11 0 0,13 0-2 0,-12 11 1 0,-12 37 1 0,0 0 0 0,-36 0-1 0,0 11 1 0,13-34 0 0,-13 9-1 0,1-10 1 0,11-24-2 0,24 13 0 0,71-26 1 0,1 1-2 0,-1 0-1 0,-11-1 1 0,-25 13 0 0,-11 0 1 0,-24 0 1 0,0 0-2 0,12 0-5 0</inkml:trace>
  <inkml:trace contextRef="#ctx0" brushRef="#br0">20148 6548 26 0,'0'-12'1'0,"0"-35"6"0,0 23 16 0,-23 24-15 0,-24 24 2 0,24 23-4 0,-14 1-2 0,13 36 5 0,12-1-4 0,24-12-2 0,12-23-1 0,36-1 1 0,23-35-3 0,11-35 3 0,-45 0-2 0,-2-14 0 0,-23-22 0 0,-12 0 0 0,1 9-1 0,-26-8 2 0,-11 22-3 0,-12-23 3 0,0 23-3 0,-11 12 2 0,11 24-3 0,1 12 4 0,10 24-3 0,25 24 1 0,37-1 0 0,33 12 0 0,-9-23 0 0,-14 11 1 0,-23-23 1 0,0-12-1 0,-1-24-2 0,2 0-31 0,-14 0-46 0</inkml:trace>
  <inkml:trace contextRef="#ctx0" brushRef="#br0">20661 6977 13 0,'-12'-23'10'0,"-1"10"6"0,13 26-10 0,-23 21 1 0,10 3-3 0,3-24-2 0,10 33 2 0,0-10-1 0,0-13 0 0,10-10 0 0,15-1-2 0,-1 0 1 0,24-24-1 0,0 0 0 0,-14-24 0 0,-21 12 0 0,-1 12 0 0,-12-13-1 0,11-9 2 0,-22-3-1 0,-1 14 0 0,-1-13 0 0,-10 24 1 0,12 1-1 0,-2 11-1 0,-11 11 1 0,1 13 0 0,-13 23-1 0,12 3-3 0,-1-4-77 0</inkml:trace>
  <inkml:trace contextRef="#ctx0" brushRef="#br0">19863 6239 56 0,'0'0'0'0,"0"-60"7"0,-23 48-4 0,-1 37-2 0,-25-2 0 0,2 13 8 0,-12-11-1 0,11 21 0 0,0 2-4 0,37 23-2 0,11 24 0 0,11 26 2 0,25 9-1 0,-12-11 0 0,12-12-2 0,-24-24 0 0,-24-11 1 0,-24-1 2 0,24-23-1 0,107-37-19 0,0-34-58 0</inkml:trace>
  <inkml:trace contextRef="#ctx0" brushRef="#br0">24079 6287 49 0,'0'0'0'0,"-48"-36"5"0,48 11-3 0,83 25-1 0,2 0-2 0,-15 13 1 0,-22-1 4 0,-12 0 1 0,-13 1-2 0,-11 8 0 0,-1 16-1 0,-34 35 5 0,-12 24-5 0,-25-2-1 0,35 1 0 0,14-11-1 0,-1-1 2 0,12 0 0 0,23-11-1 0,13-26-1 0,-11-21 0 0,-25-13 3 0,-48-24 0 0,-47 0-1 0,-72 60-51 0,131-36 15 0</inkml:trace>
  <inkml:trace contextRef="#ctx0" brushRef="#br0">21602 6239 33 0,'-25'12'7'0,"14"13"1"0,11-25 0 0,11 11 6 0,2-1-3 0,-1-10-4 0,-12 0 11 0,-12 0-10 0,12-21-4 0,0-16 1 0,0 1 0 0,0-12 1 0,0 25 1 0,0-1-4 0,0-13 0 0,0 3-1 0,0-3 0 0,12 14-1 0,-12-1 1 0,0 0-1 0,0 1 0 0,0-13 0 0,0 24 0 0,0 12 0 0,0-13 0 0,-12 26 0 0,-1-1 0 0,-10 24 0 0,10-13 0 0,-10 1 0 0,10 0 0 0,3-1-1 0,-2-10 1 0,12-1-1 0,0-12 1 0,0-12-1 0,0-1 0 0,12 2 0 0,23-37 1 0,-11 23-1 0,-1 4 1 0,-10-4-1 0,-13 25 0 0,0-12 0 0,12-1 0 0,-12 13 0 0,11-11 0 0,13 22 0 0,-11 26 0 0,-2-3 0 0,1-9 0 0,-12-25 0 0,0-12 1 0,-12-1 0 0,12 13-11 0,23 13-79 0,-10-13 43 0</inkml:trace>
  <inkml:trace contextRef="#ctx0" brushRef="#br0">23066 6276 10 0,'0'-13'21'0,"-11"13"-12"0,11 0 7 0,0 0-6 0,-13 13-1 0,13-26-1 0,0-11-1 0,13 0-3 0,-13-12 0 0,0 12-1 0,0 1-2 0,11-13 1 0,2 0-1 0,-2 13 2 0,-11-25-1 0,0 12 0 0,0 12 0 0,-11-10-2 0,11 9 1 0,0-11 1 0,0 13-1 0,0-2 0 0,0 2-1 0,0 23 2 0,0-12 0 0,-13 12 0 0,13 0-1 0,-11 0 0 0,-2 23 0 0,-10 1 1 0,-1 12 0 0,-1 0 1 0,14-11-2 0,-14-4 1 0,25 4-2 0,0-25 1 0,0 0-1 0,13-25 1 0,10 4-2 0,-10-16 1 0,10 1 0 0,2 12 0 0,-14 0 0 0,2 1 0 0,-2 12 0 0,-11-2 0 0,13 13 0 0,-13 0 1 0,11 13-1 0,1-2 0 0,12 12 0 0,-12 1 1 0,-1 0-1 0,14-12 1 0,-25-12 1 0,0-12 0 0,-12 12-1 0,-1 0-1 0,13 0 0 0,0 0-42 0,0 12-38 0</inkml:trace>
  <inkml:trace contextRef="#ctx0" brushRef="#br0">19863 9751 51 0,'0'-25'22'0,"11"-21"-19"0,38 21-1 0,-37-9 9 0,-37-3 4 0,-11 14-4 0,-11-1-5 0,-13 24-5 0,-12 24 0 0,2 23 0 0,22 0 1 0,25 14-2 0,11 10 1 0,12-23-1 0,35-13 2 0,37-11 0 0,10-48-2 0,14-23 2 0,-24-50-1 0,-25-8 1 0,-11 9-2 0,-12-11 1 0,-12 13 0 0,-12-3-2 0,0 39 2 0,0 33-1 0,0 50-2 0,-24 69 3 0,24 61-2 0,12 0 0 0,37-23 1 0,-3-50 1 0,-35-59 1 0,-11-23 1 0,-11-59-15 0,-1 24-100 0</inkml:trace>
  <inkml:trace contextRef="#ctx0" brushRef="#br0">20745 9668 35 0,'-13'0'3'0,"-47"-13"16"0,49 13-9 0,11 0 0 0,11-11 1 0,38 11-2 0,45-12 0 0,26 1-4 0,35 11-1 0,-1-13-1 0,-59 13 1 0,-47 0 0 0,-36-12 0 0,-12 0-3 0,-12 1-1 0,0-1-33 0,1 12-60 0</inkml:trace>
  <inkml:trace contextRef="#ctx0" brushRef="#br0">21173 9442 27 0,'-36'-24'8'0,"23"12"4"0,13 1 15 0,0 11-7 0,0 11-9 0,13 12-4 0,23 14-3 0,23-3-1 0,1-21 1 0,12-1 2 0,-25 0-2 0,-11 1-2 0,-24-2-1 0,-12 1 2 0,-24 11 1 0,-12 25 0 0,-11 13 1 0,0-3-3 0,10-11 2 0,13-10-1 0,1-14 1 0,11-12 0 0,12-11-2 0,0-11-3 0,0-24-47 0,35 35-59 0</inkml:trace>
  <inkml:trace contextRef="#ctx0" brushRef="#br0">22410 9763 39 0,'-10'-12'2'0,"10"0"-2"0,46-22 1 0,-33-3 17 0,-1-10 6 0,-1 22-15 0,2-10-7 0,-26 11 0 0,-23 0 4 0,-22 24 7 0,-14 0-3 0,25 24-8 0,11 12-1 0,-12 23-1 0,0 14 0 0,12-15 1 0,36-22-1 0,49-25 1 0,22-22 0 0,12-49 1 0,-11-11-1 0,-2 11-1 0,-45 2 1 0,11-26-1 0,-24-12 2 0,22 0-2 0,-34-9-2 0,0 68 1 0,-22 24 0 0,-2 74 2 0,-1 58 1 0,25 48-1 0,37-25 0 0,10-58 0 0,-11-50 0 0,-13-21-21 0,13-36-95 0</inkml:trace>
  <inkml:trace contextRef="#ctx0" brushRef="#br0">23019 9584 40 0,'-24'-23'22'0,"12"-1"12"0,48 12-17 0,11 0-11 0,36 12-1 0,13 0-3 0,-47-13-1 0,-26 2-1 0,-12 11-24 0,1-12-31 0,-12 12 10 0</inkml:trace>
  <inkml:trace contextRef="#ctx0" brushRef="#br0">23126 9358 31 0,'-13'-13'5'0,"26"13"13"0,-1 61 25 0,-1 33-16 0,-11 14-21 0,13-36-4 0,-1-13-18 0,11-22-60 0,-23-37 46 0</inkml:trace>
  <inkml:trace contextRef="#ctx0" brushRef="#br0">23709 9263 54 0,'-11'-36'29'0,"22"49"-6"0,1 58 0 0,-24 47-9 0,1-22-8 0,22-48-2 0,1-48-2 0,-12 0-10 0,0-23-82 0</inkml:trace>
  <inkml:trace contextRef="#ctx0" brushRef="#br0">22804 10430 38 0,'0'0'0'0,"-11"-36"27"0,34 59-4 0,1 85-1 0,-24-1-12 0,0-23-3 0,-13-49 0 0,2-35-3 0,-1-71-1 0,12-12-3 0,-11-1 1 0,-14-23-1 0,25-37 1 0,48 73-3 0,24 60 1 0,-26 70-1 0,-21 37 2 0,-50-37 4 0,-45-23-1 0,-13-24-8 0,70-12-70 0,2 0 27 0</inkml:trace>
  <inkml:trace contextRef="#ctx0" brushRef="#br0">23376 10335 37 0,'-25'-60'11'0,"25"13"-1"0,0 10 2 0,-11 14 1 0,-12 12-2 0,-13 11-4 0,-12 11-3 0,0 25-2 0,12 22-2 0,13 3 1 0,10-14-1 0,26-23 0 0,10-24 0 0,2 0 1 0,22-48 0 0,-11-11-1 0,-12 11 1 0,0 25 0 0,-12-2 1 0,-12 25 0 0,0 0 0 0,0 37 0 0,-12 10-2 0,24 1 0 0,-1-13 0 0,12-23 0 0,26-12 0 0,-13-24 1 0,11-23-1 0,-11-13 1 0,-12 37-1 0,-1 11 0 0,1 24 1 0,0 34-1 0,-12 27 0 0,1-50 0 0,-13-11 2 0,11-59 2 0,12-25-1 0,36 25-2 0,14 23-19 0,-3 24-54 0,-45 0 30 0</inkml:trace>
  <inkml:trace contextRef="#ctx0" brushRef="#br0">24018 10239 28 0,'0'12'16'0,"36"-1"0"0,24 2-13 0,-24-13-1 0,-36-36 9 0,0 1 8 0,-24-1-3 0,0 25-12 0,1 11-2 0,-25 34 0 0,-12 14 0 0,13 0-1 0,23-12 0 0,24-13-2 0,24-11 0 0,23-12 1 0,0-46 1 0,-22-4-1 0,11 27 1 0,-13 0 0 0,-23 11 4 0,0 24-2 0,-23 0-1 0,23 22-3 0,0 3 2 0,11-1-1 0,13-25 0 0,12-11-1 0,0-23 2 0,0-13-1 0,11 11 0 0,-24 25 1 0,-10 13 2 0,-13 24-2 0,-13-3 0 0,13-22 0 0,0-12 1 0,0-35-1 0,25-13 0 0,-1 12-1 0,11 13-1 0,1 23 1 0,-13 12 1 0,-10 11-1 0,-13 1 0 0,0-12 0 0,0-24 1 0,12-12-1 0,23-11 0 0,1 23 0 0,-12 24 0 0,-12 11 0 0,-1-11 1 0,37-12-1 0,36-23 1 0,-14-14 1 0,-21 14-2 0,-49 59 0 0,12 22 1 0,-1-8-1 0,-22-27-4 0,11-35-48 0,11-24-14 0,60 11 57 0,-10 14 33 0,-38 11 23 0,-23-12-51 0,-12 24-81 0</inkml:trace>
  <inkml:trace contextRef="#ctx0" brushRef="#br0">22768 11001 121 0,'-215'0'8'0,"169"12"-8"0,189-24 8 0,154-36 8 0,156 1-7 0,-14 10-1 0,-92 16 0 0,-134-4-5 0,-105 13-5 0,-180-1-26 0,-164 26-45 0,8 11 2 0</inkml:trace>
  <inkml:trace contextRef="#ctx0" brushRef="#br0">22495 11192 53 0,'-49'0'14'0,"62"-13"2"0,225-46 16 0,191-24-12 0,107 47-8 0,-72 25 1 0,-166-13 0 0,-144 0 0 0,-129 1-10 0,-84-2-17 0,-73 13-139 0</inkml:trace>
  <inkml:trace contextRef="#ctx0" brushRef="#br1">7145 4643 10 0,'-95'0'19'0,"47"0"-11"0,25 0 5 0,11-12 1 0,-1 12-3 0,13 0-4 0,60-11-3 0,59 11-2 0,72-12-1 0,22 1 0 0,-21-2 0 0,-49 1 3 0,-84 12 0 0,-59 0 0 0,0-12-2 0,24 24-8 0,36 13-85 0</inkml:trace>
  <inkml:trace contextRef="#ctx0" brushRef="#br1">9444 4608 24 0,'-72'-24'6'0,"-48"24"8"0,2 0-9 0,-13 0 4 0,24 13 10 0,23-2-5 0,61-11-6 0,34 0-3 0,73 0-1 0,71 0-3 0,71 0 1 0,35-11 0 0,-9-2 0 0,-39 1 1 0,-70 0 3 0,-59-1 0 0,-61 2-1 0,-23-1-3 0,-12 12-2 0,84 0-43 0,22 0-37 0</inkml:trace>
  <inkml:trace contextRef="#ctx0" brushRef="#br1">12075 4655 24 0,'-47'-12'4'0,"-157"12"1"0,15 0-2 0,10 0 2 0,0 0 21 0,13 0-8 0,-1 0-6 0,48 0-4 0,59 0 0 0,71-12-4 0,109 1-2 0,130-1-1 0,155 1-2 0,-36-2 1 0,-23-11 0 0,-121 24 0 0,-45-13 5 0,-133 13 5 0,-47-11-1 0,-25-1-8 0,3 24-5 0,22 36-106 0</inkml:trace>
  <inkml:trace contextRef="#ctx0" brushRef="#br1">6729 8394 29 0,'0'0'0'0,"-108"-24"20"0,49 24-9 0,11 12 3 0,12-24 16 0,-48 24-10 0,14 0-8 0,33 12-5 0,86-12 2 0,141-35-6 0,72-2-1 0,36 0-1 0,-72-9 1 0,-94 10 2 0,-98 24 0 0,-34 0-3 0,-11 12-31 0,35 34-90 0</inkml:trace>
  <inkml:trace contextRef="#ctx0" brushRef="#br1">9408 8394 45 0,'-48'-24'14'0,"-94"0"7"0,58 24-17 0,36-12 16 0,25 1 8 0,-37-1-7 0,48 12-19 0,84 0 1 0,117-12-2 0,110-1 0 0,34 2-1 0,-47-1 0 0,-118 1 2 0,-147 11-2 0,28 0 1 0,-49 0 1 0,-13 11-16 0,26 12-92 0,-1-23 70 0</inkml:trace>
  <inkml:trace contextRef="#ctx0" brushRef="#br1">11694 8357 43 0,'-131'-11'9'0,"-96"-1"3"0,61 12-9 0,24-11 15 0,22-1 7 0,1 0-13 0,24 36 0 0,59-24-6 0,108 11-2 0,130-34-3 0,132-2 0 0,22 14-1 0,-22 11 1 0,-119-23 4 0,-144 10 0 0,-95 1-1 0,-83 12-22 0,83 12 1 0,-60 1-97 0</inkml:trace>
  <inkml:trace contextRef="#ctx0" brushRef="#br1">10587 15502 14 0,'0'0'0'0,"0"-11"2"0,-36-14 2 0,23 0 9 0,2 3 12 0,-1 10-2 0,-1 24-13 0,13 47-4 0,13 36-3 0,-1 36 0 0,24 60 1 0,-12 71 0 0,-24 35-3 0,12-12 2 0,-1-46-7 0,-11-24 2 0,0-49 1 0,-11-47 4 0,-14-35 7 0,-11-13-11 0,36-48 1 0,0-57-30 0,25-121-60 0</inkml:trace>
  <inkml:trace contextRef="#ctx0" brushRef="#br1">10444 15407 28 0,'-36'-37'7'0,"-13"14"5"0,15 12 12 0,-2-26 9 0,24 37-15 0,12-11-15 0,48 11-1 0,83-12 0 0,107-24-2 0,48 0 1 0,34 13 0 0,15-1-2 0,-14 11 3 0,-23-10-1 0,-25-1 1 0,-71 24-1 0,-46-12 1 0,-61 12 0 0,-35 0 1 0,-1-12-2 0,1-1-1 0,-12 13 1 0,-13 13-1 0,-11-1 1 0,-1 0-1 0,13 24 0 0,-23 12-1 0,11 23 2 0,10 0-1 0,2 13 0 0,0 23-1 0,0 36 1 0,-24 35 4 0,-12 25-5 0,0 23 1 0,0-11-1 0,0-13 4 0,0-23-1 0,0 10 1 0,-12-22-2 0,24-37 0 0,0-33-4 0,-12-62 2 0,0-23 2 0,0-47-18 0,-48-1-76 0,25 36 50 0</inkml:trace>
  <inkml:trace contextRef="#ctx0" brushRef="#br1">10944 17800 0 0,'0'0'0'0,"-12"-12"4"0,-24-12 15 0,-11 24 6 0,-1 0-7 0,0 0-5 0,25 0-3 0,23 13-3 0,-24-13-1 0,1 23-1 0,-14 1 0 0,1-12-2 0,36 0-2 0,12-1 1 0,24-11 0 0,36-11 0 0,59-1 0 0,59-13-5 0,36 2 0 0,24-1 0 0,11 12 4 0,14 0 1 0,-13-1 1 0,-12-9 0 0,-35 10-1 0,-37 0 0 0,-11 0 1 0,-36 12-1 0,-35 0 2 0,-26 0-2 0,-22 0 2 0,0-13-1 0,-36 13 4 0,-12-23-3 0,0 12-1 0,-12-26-30 0,0 26-95 0</inkml:trace>
  <inkml:trace contextRef="#ctx0" brushRef="#br1">453 17241 42 0,'-24'-25'9'0,"12"2"27"0,24 23-19 0,155 0-7 0,-49-12-6 0,-34 1 0 0,-61-2-9 0,-23 1-47 0,-23 0-12 0</inkml:trace>
  <inkml:trace contextRef="#ctx0" brushRef="#br1">417 17324 10 0,'-48'12'9'0,"-24"11"24"0,72-11-8 0,72-12-16 0,60-12 1 0,-1-11-2 0,-60 11-2 0,-71 0-12 0,-36 24-95 0</inkml:trace>
  <inkml:trace contextRef="#ctx0" brushRef="#br1">1465 16871 32 0,'0'-11'9'0,"-12"-2"28"0,0 1-9 0,12 12-18 0,36 0-3 0,47 12 1 0,1-12-3 0,-2-12-2 0,-33 0-3 0,-2 1 0 0,-35 11-31 0,-24 11-49 0,12-11 57 0</inkml:trace>
  <inkml:trace contextRef="#ctx0" brushRef="#br1">1406 16955 16 0,'-12'0'7'0,"-24"0"29"0,59 0-7 0,49 0-14 0,71 0 0 0,12-12-10 0,-84 12 1 0,-47 12 1 0,-36-12-6 0,0 0-133 0</inkml:trace>
  <inkml:trace contextRef="#ctx0" brushRef="#br1">1846 15728 24 0,'0'-24'9'0,"-12"-11"25"0,12 12-2 0,12-2-6 0,24 13-14 0,12 24-6 0,-13 47-3 0,-23 12 1 0,0-10 0 0,-36-14 0 0,-23 0-1 0,11-22-2 0,36-25 1 0,0-12 0 0,36-12-1 0,-1-24 0 0,13 13-1 0,0-1 1 0,-13 0-2 0,1 0 1 0,-24 12 1 0,-12 1-1 0,0 12 1 0,-36 22 1 0,1 36 1 0,11 25-1 0,12-13 0 0,24-22-2 0,12-14 1 0,11-23-7 0,1-12-88 0,-36 24 29 0</inkml:trace>
  <inkml:trace contextRef="#ctx0" brushRef="#br1">2275 15931 66 0,'0'-12'6'0,"-25"-1"47"0,14 2-28 0,-1 22-20 0,-1 14 0 0,2 10 0 0,0 1-3 0,22-11 0 0,13-14 1 0,12-11-2 0,-13-24 2 0,2 0-3 0,-14 0 3 0,1-23 0 0,-12 23 5 0,-23 1-4 0,-2 10 1 0,14 13-6 0,-14-12-4 0,14 12-116 0,11 12 68 0</inkml:trace>
  <inkml:trace contextRef="#ctx0" brushRef="#br1">2501 15669 12 0,'0'0'13'0,"0"0"7"0,0-12 9 0,0 12-3 0,24 0 0 0,0 0-16 0,11 0-4 0,1-11-3 0,-12-2-2 0,-1 1 0 0,2 12-1 0,-14-12-6 0,1 12-40 0,0 12-35 0</inkml:trace>
  <inkml:trace contextRef="#ctx0" brushRef="#br1">2561 15764 14 0,'-36'0'16'0,"-1"12"18"0,37-12 2 0,0 0-11 0,49 0-14 0,22 0-7 0,-12 0 0 0,-34 0 1 0,-14 0-1 0,-11-12-7 0,12 12-77 0,0 12 23 0</inkml:trace>
  <inkml:trace contextRef="#ctx0" brushRef="#br1">3012 15609 47 0,'0'0'3'0,"-11"-24"44"0,-1 35-15 0,-1 39-18 0,3 8-5 0,-2-11-4 0,12 2 0 0,0-37 0 0,0-12 0 0,0-36-2 0,0-23 0 0,12-25-2 0,11 47-3 0,-11-9 3 0,-1 21-1 0,-11 25 0 0,0 60 3 0,0 12-2 0,-11-1 1 0,11-35 0 0,0-12 0 0,0-72 2 0,0-12-3 0,0 13 1 0,0 35-3 0,0 0 2 0,11 24-27 0,-11 13-117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7455 4371 5 0,'-11'-13'9'0,"-2"-11"-2"0,13 0 6 0,-12 1 10 0,12-2-1 0,0 13-7 0,36-11 0 0,12 23-5 0,11 60-4 0,-23 11-3 0,0 0-1 0,-36-11 0 0,-12-2 1 0,-24-8-1 0,-13-27 1 0,26-12-2 0,12-22 0 0,22-25 0 0,49-12-1 0,23-23 1 0,12 11-1 0,-24 1 0 0,-22 11 1 0,-37 12-1 0,-12 36 1 0,0 0-1 0,-25 25 0 0,-11 22 0 0,-22 24 0 0,45-11 0 0,13-1 0 0,60-36 0 0,12-10-22 0,35-13-53 0,-48 12 29 0</inkml:trace>
  <inkml:trace contextRef="#ctx0" brushRef="#br0">8396 4560 59 0,'0'0'9'0,"-13"12"2"0,2 47 9 0,11 25 1 0,-12-26-5 0,12-8-8 0,12-16-7 0,24-21-24 0,35-26-83 0</inkml:trace>
  <inkml:trace contextRef="#ctx0" brushRef="#br0">8991 3940 55 0,'0'-23'9'0,"-36"-84"-5"0,36 59-2 0,11 13 7 0,2 11 10 0,-26 24 2 0,-10 11-6 0,23 49-9 0,0 47-3 0,23 48 1 0,-10 71-1 0,-1 59-3 0,0 38 3 0,12 58 8 0,-24 47-4 0,12 25-2 0,-12-49-4 0,-24-23-1 0,12-71 1 0,0-60 1 0,12-48-2 0,12-70-4 0,-12-85-30 0,0-155-80 0</inkml:trace>
  <inkml:trace contextRef="#ctx0" brushRef="#br0">9408 4298 38 0,'-24'-24'3'0,"0"-23"11"0,12 11-3 0,60-12-1 0,10 37 1 0,14 58 0 0,-35 48-7 0,-14 2-1 0,-46-15 0 0,-25-11 0 0,23-48-1 0,25-23 1 0,36-58-2 0,24-14 0 0,23 1-1 0,-35-13 1 0,-12 49 0 0,-24 24 6 0,-60 34-1 0,-11 59-2 0,11 14-3 0,48 0-3 0,59-12-39 0,25-38-47 0</inkml:trace>
  <inkml:trace contextRef="#ctx0" brushRef="#br0">10063 4572 46 0,'-13'-12'16'0,"13"-1"-1"0,49 2-9 0,9 11 5 0,-33 24 2 0,-14 13-1 0,-47-3-2 0,-11 3-2 0,0 10-2 0,11-23-4 0,23-11-1 0,26-2 1 0,46-11-1 0,12-11 0 0,1-2 0 0,-24 13-1 0,0-12-31 0,-14 0-88 0</inkml:trace>
  <inkml:trace contextRef="#ctx0" brushRef="#br0">10944 3714 99 0,'-25'-71'6'0,"2"48"-2"0,23 12 3 0,0 57 3 0,0 73 0 0,0 72-2 0,12 94 1 0,12 85-2 0,12 59-3 0,0 36 0 0,11-26-2 0,-23-45-1 0,-12-63-1 0,-1-68 1 0,-22-72 1 0,-1-72-8 0,-1-131-65 0,13-59-17 0</inkml:trace>
  <inkml:trace contextRef="#ctx0" brushRef="#br0">11349 4465 21 0,'-13'-36'17'0,"2"-22"-3"0,47-15-11 0,46 14-1 0,2 36 9 0,-23 46 4 0,-27 59-7 0,-34 14-4 0,-23-24-2 0,-13-37 1 0,12-23 1 0,24-35-1 0,36-37-2 0,47-22-2 0,-11-2 2 0,-36 24-1 0,-24 36 7 0,-12 24 4 0,-48 59-5 0,12 25-5 0,12-1 0 0,36-11-2 0,48-1-31 0,22 0-68 0</inkml:trace>
  <inkml:trace contextRef="#ctx0" brushRef="#br0">12075 4572 31 0,'-12'-12'2'0,"0"-12"5"0,24 1 13 0,0 11 8 0,0 0-17 0,24 24-8 0,12 0-3 0,-14 22 2 0,-9 16 3 0,-25 8 3 0,-36 2-1 0,13-23-4 0,23-3-2 0,0 14-1 0,-12 0 3 0,-48-25 0 0,-11-23-1 0,35-35-25 0,60-12-82 0</inkml:trace>
  <inkml:trace contextRef="#ctx0" brushRef="#br0">12861 4417 132 0,'-25'-25'4'0,"-69"-9"-5"0,81 47-41 0,109-2-46 0</inkml:trace>
  <inkml:trace contextRef="#ctx0" brushRef="#br0">13217 4371 39 0,'0'-13'37'0,"25"26"-102"0</inkml:trace>
  <inkml:trace contextRef="#ctx0" brushRef="#br0">13849 4346 106 0,'-11'-12'2'0,"-25"12"-67"0,36 0 31 0</inkml:trace>
  <inkml:trace contextRef="#ctx0" brushRef="#br0">14612 3525 81 0,'-12'-96'4'0,"24"84"-3"0,35 72-2 0,-24 143 5 0,-34 141 7 0,-25 145 0 0,13 58-4 0,35-11-3 0,35-119 0 0,0-60-3 0,-11-83 1 0,-12-108-2 0,-48-118-14 0,24-178-94 0</inkml:trace>
  <inkml:trace contextRef="#ctx0" brushRef="#br0">15159 4108 39 0,'0'0'0'0,"13"-84"17"0,34 37-6 0,24 23-2 0,1 36-1 0,-24 47 2 0,-25 37-1 0,-35-13-1 0,-47-12-4 0,23-24-2 0,12-34 1 0,24-26-1 0,36-46-3 0,36-24 1 0,11 24 0 0,-25 23 0 0,-22 13 1 0,-23 10 2 0,-62 49 4 0,-9 46-3 0,9 14-4 0,26-12-1 0,35-1-32 0,48-11-60 0</inkml:trace>
  <inkml:trace contextRef="#ctx0" brushRef="#br0">16053 4405 35 0,'0'-34'21'0,"-12"9"-12"0,-25 13-5 0,-45 12 6 0,-26 37 9 0,13 9-11 0,48 2-6 0,34 0-1 0,49-14 0 0,35-9-1 0,25-37 0 0,10-35-1 0,-21-37 2 0,-50-11-1 0,-35 23 1 0,0-11 0 0,-13-1 0 0,-9 61 4 0,10 35 1 0,-25 70-2 0,37 39-2 0,13-3 1 0,23-10-2 0,-14-61 0 0,-22-23-3 0,0-24-33 0,0-24-53 0</inkml:trace>
  <inkml:trace contextRef="#ctx0" brushRef="#br0">16767 3144 55 0,'-12'-96'9'0,"24"48"-7"0,24 25-2 0,-12-2 5 0,-24 25 6 0,-48 48 3 0,24 59-7 0,12 85 0 0,12 105 3 0,-12 118-3 0,12 98-4 0,-12 35 0 0,0-35 0 0,24-121 2 0,36-93 1 0,-24-98 1 0,1-58-6 0,-14-85 1 0,-1-79-12 0,-10-111-58 0,0 25 2 0</inkml:trace>
  <inkml:trace contextRef="#ctx0" brushRef="#br0">17195 3714 52 0,'0'-11'14'0,"-11"-25"16"0,11 24-14 0,11 12-4 0,-11 48 6 0,0 23-12 0,13 13-4 0,10-25 0 0,0-23-1 0,26-12 2 0,9-24 0 0,3-37-2 0,-1 3 1 0,-25-3-1 0,-12-10 0 0,-10-1 1 0,-13 1 2 0,-13 23 3 0,13 24-5 0,13 0-2 0,-13 36 1 0,12 23-1 0,-12 36-1 0,0 60 1 0,0 13-1 0,0 8 1 0,-12-8 0 0,-1-49 0 0,2-25 0 0,-1-69 3 0,-23-50 2 0,-25-57-3 0,24-1 0 0,24 11-1 0,60 1 0 0,70-12-1 0,14 35 1 0,-26 48-1 0,-33 0 0 0,-26 0-2 0,-47 0-39 0,-23-13-81 0</inkml:trace>
  <inkml:trace contextRef="#ctx0" brushRef="#br0">7074 5441 66 0,'-12'-11'18'0,"-36"-14"15"0,24 25-17 0,13-12 2 0,11 12-7 0,47 0 0 0,47 12-4 0,49-12-2 0,61 0-5 0,45-12 3 0,39-11-2 0,32-1 1 0,26 12-2 0,-13 0 0 0,0-1-1 0,48-21 2 0,12 10-2 0,24 0 2 0,11 1-2 0,2 10-1 0,-2 1-1 0,25 12 4 0,-26-12-3 0,27-1 1 0,-13 13 1 0,-14 0 2 0,-9-10-1 0,10 10 0 0,-11-11-1 0,24-2 1 0,-13 13-1 0,-11 0-1 0,-35-12 2 0,-13 0-2 0,-24 12 2 0,-12 0-1 0,-35 0-2 0,-36 12 3 0,-59 0-1 0,-72-12-2 0,-72 0 3 0,-47-12 7 0,-12 12-6 0,0-12-14 0,-36 12-135 0</inkml:trace>
  <inkml:trace contextRef="#ctx0" brushRef="#br0">8038 3990 51 0,'0'0'3'0,"-13"11"7"0,13-1-4 0,0 15 8 0,13 0 6 0,-13-25-4 0,12 0-5 0,-1 0-2 0,-11-13-2 0,-11-11-2 0,11-23-3 0,11-13-2 0,14-11 1 0,-14 10 2 0,-11-21-2 0,-23-12 3 0,10 10-3 0,2 24 0 0,11-12-3 0,11 25 2 0,-11 0 1 0,0 10 1 0,0 24 5 0,0 13-5 0,-11 25 1 0,-1 23-1 0,-1 0 1 0,-8-25-1 0,-4 13 0 0,1-11-1 0,24-25 0 0,-12 0 1 0,12-25-1 0,0-23-2 0,12-11 1 0,12-1 0 0,1 1 0 0,-4 34 1 0,4 14-2 0,22 22 1 0,-10 50 0 0,10-14-1 0,-11 0 3 0,-24-34-2 0,-12-13-13 0,0-13-83 0,0 2 33 0</inkml:trace>
  <inkml:trace contextRef="#ctx0" brushRef="#br0">7741 2261 84 0,'-72'-23'12'0,"-23"35"6"0,47 49-16 0,36 21-2 0,12 37 2 0,0 0 4 0,12-12 1 0,12-35-3 0,0-24-2 0,36-59 2 0,22-39-1 0,-9-32-2 0,-14 9 0 0,-12 15-1 0,-35-14 0 0,0 1 1 0,-24-1 0 0,-11 1 1 0,-13 0-1 0,-12 34 0 0,-23 26 0 0,11 11-1 0,25 0 0 0,-1 24 0 0,12 23 1 0,36 14 0 0,24 10-2 0,35 0 0 0,12-12 1 0,0 0 1 0,-35-34 5 0,-24-25-1 0,-24-12-2 0,12-12-15 0,-12 24-71 0,0 11 16 0</inkml:trace>
  <inkml:trace contextRef="#ctx0" brushRef="#br0">8312 2619 76 0,'0'0'0'0,"-24"-35"39"0,12 35-28 0,48 58-2 0,1 134 25 0,-26-121-22 0,-11-35-6 0,12-25-2 0,-1-22-3 0,14-25-52 0,22 36-65 0</inkml:trace>
  <inkml:trace contextRef="#ctx0" brushRef="#br0">10003 4203 42 0,'-12'0'3'0,"-23"0"3"0,23-12-1 0,24-24 0 0,0 1 9 0,-2-37 2 0,-10-11-8 0,0-24-5 0,0-12-1 0,-10 10-1 0,10 15 0 0,10 12-2 0,3-14 0 0,-13 12 1 0,-13 13 0 0,-9 35 6 0,-2 13 1 0,12 23-5 0,0 23 2 0,-25 49-1 0,3-12 0 0,-2-13 6 0,0-23-7 0,24-24 0 0,12-37 0 0,25-34-3 0,9 0 0 0,25 11 1 0,-10 25 0 0,9 23-1 0,3 47 1 0,-37 37 0 0,-12-24 0 0,-1-25-1 0,13-11-15 0,0-24-75 0,-12-1 64 0</inkml:trace>
  <inkml:trace contextRef="#ctx0" brushRef="#br0">10003 2156 41 0,'-12'-25'14'0,"-59"-21"5"0,11 67-15 0,12 76 0 0,-11 45-1 0,11 97 7 0,60-181-4 0,36-33-2 0,35-25-4 0,13-25 1 0,-26-21-1 0,-21-2 1 0,-13-23-2 0,-25-13 3 0,-22-11-1 0,-38 12 0 0,2 11-1 0,-24 48-1 0,23 24 2 0,1 12-2 0,22 60 1 0,14 23 0 0,47 12-1 0,35-25 0 0,-1-32 2 0,-21-16-1 0,-26-9 1 0,2-25-36 0,-25 0-34 0</inkml:trace>
  <inkml:trace contextRef="#ctx0" brushRef="#br0">10372 2679 42 0,'-34'-37'19'0,"9"3"-7"0,37 22-12 0,35 0 1 0,-11-1 6 0,0 38 11 0,-24 21-9 0,-12 27-5 0,-25-2 3 0,-22-23 3 0,1-1-3 0,9-23-5 0,25-11-1 0,48-2-1 0,23-22 1 0,25-2-1 0,-14 13-1 0,-45 0 1 0,-1 0 0 0,-12 0-1 0,11 13-55 0,-11-13-16 0</inkml:trace>
  <inkml:trace contextRef="#ctx0" brushRef="#br0">15791 4036 42 0,'-12'-12'8'0,"-12"-1"10"0,48-8-13 0,-1-16-4 0,1-23 5 0,-36-35 13 0,0-23-8 0,1-37-7 0,-1 11-2 0,-1 12 1 0,13 2-1 0,0 34-1 0,0 14 0 0,0 22 1 0,-23 26 1 0,10 21 1 0,13 37-3 0,-35 59 0 0,-1 12 0 0,-23-12 0 0,10-47 2 0,15-24-1 0,10-35 1 0,24-37-2 0,12-1 0 0,34-10-1 0,3 0 0 0,10 12 1 0,1 23-1 0,0 72 1 0,-37 35-1 0,1 1-1 0,12-37 1 0,-12-23-3 0,-12-12-47 0,-12-60-34 0</inkml:trace>
  <inkml:trace contextRef="#ctx0" brushRef="#br0">15659 1822 81 0,'-36'-36'6'0,"-46"0"8"0,34 84-13 0,24 59 0 0,-1 23 0 0,25-34 0 0,25-24 3 0,35-25 0 0,-2-36-2 0,14-34 0 0,-12-25-1 0,-13-23 2 0,-22-13-3 0,-25-21 0 0,-12 9-1 0,-48 37 1 0,0 22-1 0,1 37 0 0,0 48 0 0,35 46 2 0,48 14-1 0,58-24 0 0,2-37 0 0,11-23 1 0,-11-24-48 0,-48 13-15 0</inkml:trace>
  <inkml:trace contextRef="#ctx0" brushRef="#br0">16219 2548 37 0,'0'-36'6'0,"-24"-10"4"0,12 9-8 0,12 13 6 0,-23 1 5 0,-13 23 0 0,-24 11-5 0,-11 37-1 0,10-2-5 0,39 15 0 0,22-38-2 0,47 2 2 0,37-37-2 0,-1-24 2 0,-24-35-1 0,-35-13 1 0,0-48 0 0,-24 14-3 0,0 60 2 0,-12 21 1 0,0 49 0 0,-12 71 1 0,1 72-1 0,35 13-2 0,23-38 2 0,-11-59 2 0,-12-59 0 0,-12-12 1 0,0-48-8 0,0 25-79 0,0 23 40 0</inkml:trace>
  <inkml:trace contextRef="#ctx0" brushRef="#br0">5252 2477 48 0,'-24'-24'10'0,"-47"0"6"0,-1 36-8 0,13 59 1 0,-13 36-2 0,36 24 0 0,13 12-2 0,23-36-3 0,23-47 1 0,13-24 1 0,36-36 1 0,-1-36-1 0,12-35-1 0,-23 0-1 0,-12-25-1 0,-13 24 0 0,-23 14 0 0,-1-3 0 0,-11 14 0 0,-36-13 1 0,-10 48-1 0,-14-13 1 0,13 25-2 0,23 13 0 0,1 11-1 0,10 48 0 0,13-1 1 0,24 12 0 0,12 14 1 0,-1-26 2 0,-11-48 2 0,12-12-2 0,-24-11-8 0,0 0-31 0,-36 0-23 0,-12 37 8 0</inkml:trace>
  <inkml:trace contextRef="#ctx0" brushRef="#br0">5621 3119 42 0,'0'0'0'0,"-36"-35"18"0,24 11-4 0,0 0 0 0,1 24 8 0,-14 12-4 0,2 24-8 0,-1-1-6 0,24 13-2 0,-12 0-1 0,12-1 0 0,0 1 3 0,12-12 0 0,12-24-1 0,-1-12 1 0,13-25-2 0,12 2-3 0,-12-1 3 0,-11-13 2 0,-2 3-2 0,-12 10-1 0,1 0 0 0,-12 12 1 0,0-12 1 0,-23-11 1 0,-13 12-4 0,12-14-2 0,12 24 5 0,-12 13-2 0,12 0 1 0,12 0-2 0,-12 0 0 0,0 13-4 0,-11 24-36 0,-1 9-93 0</inkml:trace>
  <inkml:trace contextRef="#ctx0" brushRef="#br0">15183 7989 21 0,'0'0'4'0,"23"-24"22"0,-10-11 10 0,-49-1-11 0,-12 24-11 0,1 1-6 0,-1 11-5 0,-23 34 0 0,-24 26-3 0,11 35 0 0,60-11-1 0,48-26 3 0,47-33-3 0,25-50 2 0,-1-46 1 0,-35-47 1 0,-13-13-2 0,-23-12 0 0,-12-12 0 0,-12 48 0 0,-12 60 3 0,12 36-4 0,-11 105-3 0,11 96 4 0,11 37 0 0,1-85 2 0,-12-58 3 0,-12-59-1 0,-12-38-2 0,0-58-31 0,13 23-85 0</inkml:trace>
  <inkml:trace contextRef="#ctx0" brushRef="#br0">16696 7871 75 0,'0'-50'8'0,"59"-21"-12"0,48-34-1 0,-71-39 6 0,-48-11 10 0,-24 84 2 0,23 35-7 0,13 36-4 0,-10 107 9 0,-26 142-4 0,-12 86-2 0,24-38-5 0,12-83 2 0,48-59 0 0,12-84 0 0,-23-94 3 0,-4-120-3 0,-42-72 0 0,-40-11 1 0,2 108-2 0,-2 81-2 0,38 26 0 0,12 47-1 0,45 23 2 0,62-22-1 0,35-37 2 0,12-37-1 0,-12-22 0 0,-24-13 0 0,-71 14 0 0,-36 8 1 0,-36 16 1 0,-35 21-3 0,11 49 0 0,36 36 1 0,48 11 0 0,36-24-1 0,22-23 1 0,38-36-3 0,12-13 3 0,-14-21-1 0,2 10 1 0,-25-23-9 0,-49-3 6 0,-33 4 1 0,-48-2 2 0,-14 24 2 0,26 0 0 0,-1 24-2 0,12 12 0 0,-35 24 0 0,11 0 4 0,0 12-2 0,12-1 0 0,13-23-1 0,22-1-1 0,13-23 1 0,48-11-1 0,-13 35 1 0,-12 11-1 0,2-23 0 0,-14-24 0 0,24-47 1 0,1-24 0 0,12-60-2 0,-1-1-4 0,-11 26 0 0,-48-1 4 0,-12 83 0 0,-48-35 0 0,36 59 0 0,12 71-1 0,-12 72 4 0,0 35 1 0,0 26-1 0,12-62-2 0,12-58 1 0,12-48 2 0,24-61 0 0,23-22-2 0,-24-12-1 0,2 23 1 0,-14 0-1 0,-23 37 0 0,-1 22-1 0,-11 37 1 0,0 25 0 0,0-27 0 0,0-10 0 0,13-36 2 0,23-11-1 0,11-39 0 0,1 16-1 0,-24 10 0 0,-11 0 0 0,-2 12 1 0,-11 12-2 0,12 12 1 0,-1 24 0 0,-11 0 0 0,0-1 0 0,12-23 0 0,36-12 1 0,0-12-2 0,-1 0 1 0,0-1 0 0,-34 13 1 0,10 13-2 0,-10 11-2 0,-13 0 5 0,-24-24 0 0,12-24-2 0,35-13 1 0,37 3-6 0,23 10 0 0,1 0 4 0,-48 1 2 0,-13 10 0 0,-11 1-1 0,-1 12-2 0,-22 25 1 0,-24 9 1 0,35-9 0 0,10-13 1 0,87-24 0 0,-2 24-4 0,-47 47 1 0,-48-23 1 0,-48-36 4 0,-12-36-16 0,-23-10-70 0,59 33 53 0</inkml:trace>
  <inkml:trace contextRef="#ctx0" brushRef="#br0">18029 7549 89 0,'0'0'0'0,"-59"-36"8"0,189 13-17 0,108-2-13 0,-23 25-41 0</inkml:trace>
  <inkml:trace contextRef="#ctx0" brushRef="#br0">20101 7632 64 0,'-107'-12'5'0,"71"12"-4"0,72 0 8 0,36 0 18 0,81-25-10 0,28 14-10 0,9 11-6 0,-59 0 3 0,-73-23-3 0,-33-1 2 0,-25-12-1 0,-36-12-1 0,-11 25-1 0,-2 12 1 0,38 22-1 0,47 36 3 0,12 25-4 0,-1-13 0 0,-35-35 2 0,-48-11 3 0,-60-13-9 0,49 11-80 0,47 1 42 0</inkml:trace>
  <inkml:trace contextRef="#ctx0" brushRef="#br0">21922 7561 31 0,'0'0'0'0,"-11"-12"18"0,11 0 4 0,0-24 2 0,0 0-9 0,0 1-6 0,11 11-2 0,-34 12-3 0,-11 0-1 0,-27 12-1 0,-10 0-1 0,11 48 0 0,13-1 1 0,11 13-2 0,23-2 1 0,49-21-1 0,12-24 1 0,24-13 1 0,-13-25-1 0,-11-34 1 0,0 11-2 0,-1-12 1 0,-11 1-1 0,-12-25 0 0,0 1 2 0,-24 36-2 0,0 10 0 0,-12 3 1 0,-12 9-1 0,12 13 0 0,12 12 0 0,-12 24-1 0,0 12 0 0,0 35 1 0,-1 13-1 0,13 11 1 0,13-12-1 0,11 1 1 0,0-13-1 0,12-35 1 0,-13-13 1 0,13-11-1 0,-13 0 0 0,2-24 0 0,-14 12 1 0,-11-12 0 0,0 1-1 0,13 11-1 0,-2 0 1 0,1 0 1 0,-12 0-1 0,24 0-1 0,-24 0 1 0,0 0 5 0,0-12-4 0,0 12-2 0,0 12 1 0,0-12 3 0,-12 0-4 0,12 0 0 0,12 0 2 0,-12 0-1 0,13 0-1 0,-13 0 0 0,11 0 2 0,-11 0 0 0,0 0-2 0,0 0 1 0,0 0 0 0,0 0 1 0,12 0-2 0,-1 0 1 0,-11-12-2 0,0 12-14 0,0 0-55 0,0 12 13 0</inkml:trace>
  <inkml:trace contextRef="#ctx0" brushRef="#br0">22673 7394 19 0,'-23'0'8'0,"11"0"5"0,-1 0 9 0,2-12 3 0,-1 12-8 0,12 0-9 0,23-13-4 0,37 2 1 0,23-1 2 0,1 1-1 0,-24-2-3 0,-25 13-1 0,-12-12-1 0,-10 12-1 0,23 0-2 0,-13 0-23 0,14 0-34 0,-37 0 10 0</inkml:trace>
  <inkml:trace contextRef="#ctx0" brushRef="#br0">22827 7156 46 0,'0'0'0'0,"-46"-13"27"0,46 2-8 0,0 35 3 0,0 47-7 0,12 24-7 0,11-23-5 0,-23-26 1 0,11-21-4 0,-11 0-5 0,0-14-58 0,13 1-2 0</inkml:trace>
  <inkml:trace contextRef="#ctx0" brushRef="#br0">23412 7120 49 0,'-25'-24'16'0,"25"0"0"0,25 11 8 0,-25 13-7 0,0 37-10 0,0 47-3 0,-12 23-1 0,12 0 1 0,0-11 1 0,0-14 0 0,0-34 1 0,0-23-3 0,0-14 1 0,0-22 2 0,12-26-5 0,-12 1-9 0,12 13-80 0,0 11 18 0</inkml:trace>
  <inkml:trace contextRef="#ctx0" brushRef="#br0">6215 14466 20 0,'0'-47'10'0,"25"-24"20"0,-14 21 7 0,14 29-9 0,-25 32-16 0,0 72-1 0,0 60-3 0,0-49-4 0,0-44-2 0,0 68 1 0,-12-35 0 0,12-35-3 0,0-37 2 0,0-34 3 0,0-25-3 0,0-23-1 0,36-1 1 0,0 1-2 0,22 12 1 0,3 34-1 0,-14 37-3 0,1 72 2 0,-12 23 1 0,-24 0 0 0,-12-59 1 0,0-37 2 0,0-45 1 0,11-3-19 0,-11 24-54 0,0 38-31 0</inkml:trace>
  <inkml:trace contextRef="#ctx0" brushRef="#br0">6990 14918 56 0,'0'-23'24'0,"0"-1"32"0,-11 24-33 0,11 36-15 0,-25 23-2 0,14 13-4 0,11-13 0 0,11 13 0 0,14-49-1 0,34 0 1 0,13-34-1 0,-13-12 1 0,-11-48 0 0,-24-1-1 0,-24-11 1 0,0 12 1 0,-24-2-2 0,-24 14 1 0,-11 36-1 0,11 10-1 0,12 49-2 0,12 35 0 0,48-10 0 0,49-3 0 0,-3-11 2 0,-10-10-1 0,-37-37 2 0,-12-12-23 0,25-13-113 0</inkml:trace>
  <inkml:trace contextRef="#ctx0" brushRef="#br0">7789 14168 51 0,'11'-46'21'0,"-11"9"25"0,-24 49-18 0,-59 95-15 0,12 96-5 0,35-13-5 0,72-47-2 0,35-49 0 0,25-57 0 0,-13-37-22 0,0-48-125 0</inkml:trace>
  <inkml:trace contextRef="#ctx0" brushRef="#br0">7895 14453 8 0,'12'0'5'0,"0"-23"12"0,0-12 20 0,0 11 8 0,24 12-23 0,10 1-13 0,15 58-3 0,-25 24-1 0,-36 0 0 0,-48-23-2 0,-11-36-1 0,48-12 0 0,32-48-1 0,64-23-1 0,-2 12 0 0,-11 11 1 0,-61 12-1 0,-47 36 8 0,0 72-4 0,13-1-3 0,46-12-1 0,13-11 1 0,0-25-9 0,-12-10-41 0,12-26-74 0</inkml:trace>
  <inkml:trace contextRef="#ctx0" brushRef="#br0">8443 14097 67 0,'12'-59'41'0,"60"47"-7"0,22 95-22 0,-23 143-7 0,-82 47-1 0,-85-70 3 0,-34-84 2 0,47-71-5 0,71-37-2 0,12-22-12 0,23-12-102 0</inkml:trace>
  <inkml:trace contextRef="#ctx0" brushRef="#br0">9360 14561 45 0,'-24'-12'10'0,"-35"0"34"0,34 1-9 0,25 11-25 0,84 0-3 0,47 0-2 0,-23 0-1 0,-37 0-2 0,-48 11-2 0,-23-11-12 0,0 0-133 0</inkml:trace>
  <inkml:trace contextRef="#ctx0" brushRef="#br0">9396 14716 33 0,'-24'0'13'0,"-47"13"36"0,71-2-21 0,83-22-21 0,72 11-1 0,-12-13 4 0,-84 1 2 0,-83 0-4 0,-35 12-9 0,47 0-40 0,12 12-71 0</inkml:trace>
  <inkml:trace contextRef="#ctx0" brushRef="#br0">10338 14216 66 0,'0'-12'3'0,"-13"-47"32"0,1 47-2 0,-48 59-19 0,-11 61-8 0,46 34-5 0,25-23-1 0,61-23 0 0,10-62 2 0,-1-44 0 0,15-51 0 0,-2-44-1 0,-23-27 0 0,-48 13 1 0,-24 23-1 0,-37 37 2 0,26 47-3 0,-48-35 1 0,-14 35-1 0,15 71-2 0,34 60 1 0,48 25-1 0,48-26 2 0,10-47-1 0,-9-47 2 0,-15-48-85 0,-21 36 3 0</inkml:trace>
  <inkml:trace contextRef="#ctx0" brushRef="#br0">10873 14621 94 0,'0'-24'13'0,"-24"12"30"0,-12 24-30 0,24 24-6 0,24 47-5 0,24-11-3 0,11-13 1 0,-11-22 0 0,-13-37 3 0,13-50 1 0,1-32 6 0,-37-1 1 0,-48 22-4 0,-24 14-4 0,-11 47-7 0,59 0-61 0,48 24-58 0</inkml:trace>
  <inkml:trace contextRef="#ctx0" brushRef="#br0">11670 14419 50 0,'-12'0'6'0,"-71"-12"30"0,59 12 4 0,12 0-23 0,84-12-7 0,59 12-2 0,23 0-3 0,-47-13-3 0,-59 2-3 0,-36-1-27 0,-12 1-87 0,-12 11 89 0</inkml:trace>
  <inkml:trace contextRef="#ctx0" brushRef="#br0">11909 14109 51 0,'-13'0'21'0,"2"84"14"0,-1 71-16 0,-1-13-10 0,26-71-7 0,-13-35-2 0,12-36-57 0,-12-12-11 0</inkml:trace>
  <inkml:trace contextRef="#ctx0" brushRef="#br0">12861 14001 89 0,'0'0'3'0,"-12"13"27"0,-47 95-10 0,-38 10-10 0,75-10-7 0,44-37-2 0,75-48 1 0,-2-23 0 0,0-47-1 0,-11-50 1 0,-49 3 0 0,-47-38 2 0,-35 38-4 0,-25 33 1 0,1 15 1 0,10 46-3 0,3 46 1 0,22 38-2 0,12 24 0 0,35 10 2 0,50-22 0 0,10-60 2 0,12-36 2 0,-23-48-3 0,-24 14-7 0,0 34-88 0,-25 0 33 0</inkml:trace>
  <inkml:trace contextRef="#ctx0" brushRef="#br0">13314 14348 65 0,'0'0'0'0,"11"-13"63"0,2 49-29 0,-2 71-18 0,-11 0-5 0,0-34-5 0,0-39-3 0,0-10-3 0,0-24-31 0,0-24-98 0</inkml:trace>
  <inkml:trace contextRef="#ctx0" brushRef="#br0">13670 14014 26 0,'0'-13'4'0,"-23"-34"31"0,10 10 4 0,26 3-22 0,23 34-10 0,35 47-2 0,-12 49-2 0,-46 0-2 0,-73-25 0 0,-23-24 0 0,59-47 0 0,35-47 0 0,60-24-1 0,26-2 1 0,-2 14-1 0,-47 23 1 0,-48 24-1 0,-59 48 4 0,-2 35 0 0,49 25-3 0,12-25 0 0,48-23-6 0,0-24-42 0,-1-14-44 0</inkml:trace>
  <inkml:trace contextRef="#ctx0" brushRef="#br0">14290 14240 81 0,'0'0'19'0,"0"-13"24"0,-12 63-17 0,-12 32-9 0,13 12-11 0,-2-10-3 0,13-36-1 0,0 0-1 0,-11-23 0 0,-1-25-7 0,-1-37-53 0,26-10-63 0</inkml:trace>
  <inkml:trace contextRef="#ctx0" brushRef="#br0">15076 14252 33 0,'0'0'0'0,"-36"-12"55"0,1 12-8 0,23-24-11 0,36 12-24 0,71-12-5 0,35 24 0 0,-10 13-3 0,-38-2-2 0,-45-22-12 0,-25-2-94 0,-12 1 36 0</inkml:trace>
  <inkml:trace contextRef="#ctx0" brushRef="#br0">15302 13954 56 0,'0'0'8'0,"-12"13"44"0,-11 92-24 0,11 27-12 0,12-13-11 0,12-47-4 0,-1-37-10 0,13-58-74 0,-12-2 16 0</inkml:trace>
  <inkml:trace contextRef="#ctx0" brushRef="#br0">16124 13775 95 0,'0'0'6'0,"0"12"18"0,-49 72-9 0,3 23-6 0,34-13-8 0,48-33 2 0,11-38-1 0,25-23 0 0,12-47 0 0,-14-24-1 0,-34-13 0 0,-24-24 0 0,-24 14 0 0,-35 10-1 0,-1 36 0 0,0 37 0 0,1 22-1 0,-14 60 1 0,3 25-1 0,58 24 0 0,83-26 0 0,24-23 1 0,-24-46 1 0,-47-37 0 0,-36-12-14 0,0 1-114 0</inkml:trace>
  <inkml:trace contextRef="#ctx0" brushRef="#br0">16528 14204 48 0,'0'-36'23'0,"36"1"25"0,12 11-16 0,-12 12-17 0,0 12-8 0,-13 36-2 0,-11 35-3 0,-12 2 0 0,-48-27 1 0,-11 2 0 0,11-24 1 0,25 0-2 0,142-13 1 0,-36-22-2 0,-35 11-1 0,-48 0 0 0,25 0-194 0</inkml:trace>
  <inkml:trace contextRef="#ctx0" brushRef="#br0">17005 13835 28 0,'-25'-23'20'0,"25"-14"13"0,0 37-27 0,25-23 31 0,35 12-20 0,11 45-9 0,-35 62-3 0,-13-13-2 0,-70-11-1 0,-13-37 1 0,24-35-2 0,49-47-1 0,70-37-2 0,23 13 2 0,-33 24 0 0,-61 34 2 0,-48 37 2 0,-13 60 0 0,26-13-3 0,46 0-5 0,26-23-34 0,-1-23-84 0</inkml:trace>
  <inkml:trace contextRef="#ctx0" brushRef="#br0">17506 14085 59 0,'0'-24'13'0,"34"1"29"0,27 11-23 0,-2 35-12 0,-47 50 0 0,-36-2 2 0,-35 0-2 0,10-37-2 0,38-9-1 0,22 0-1 0,38-25-1 0,46-25-1 0,-12-10-21 0,1-13-133 0</inkml:trace>
  <inkml:trace contextRef="#ctx0" brushRef="#br0">18683 13883 94 0,'0'0'12'0,"-11"0"15"0,11 0-19 0,36 13-20 0,12 8-106 0</inkml:trace>
  <inkml:trace contextRef="#ctx0" brushRef="#br0">19220 13917 52 0,'0'0'21'0,"0"-10"21"0,0 10-35 0,36-11-76 0,-24 11 29 0</inkml:trace>
  <inkml:trace contextRef="#ctx0" brushRef="#br0">19649 13930 43 0,'0'0'7'0,"12"0"32"0,-24 0-29 0,-12 0-56 0,24 0 5 0</inkml:trace>
  <inkml:trace contextRef="#ctx0" brushRef="#br0">20983 13871 56 0,'-12'0'15'0,"-48"-12"31"0,48 12-17 0,60 0-16 0,71 0-5 0,36 12-4 0,-12-12-2 0,-36-12-3 0,-95-1-45 0,-12 2-67 0</inkml:trace>
  <inkml:trace contextRef="#ctx0" brushRef="#br0">21375 13657 77 0,'-47'34'42'0,"11"87"-15"0,24-16-13 0,24-8-12 0,12-62-6 0,12-35-74 0,-24-11 10 0</inkml:trace>
  <inkml:trace contextRef="#ctx0" brushRef="#br0">22137 13536 94 0,'0'0'0'0,"0"-58"32"0,-47 82-16 0,-24 71-6 0,35 24-8 0,60-23-1 0,34-37-1 0,38-34 1 0,-13-50 0 0,-11-59 0 0,-24-23 0 0,-36-12-1 0,-24 12 1 0,-24 24-1 0,-35 72-1 0,-13 45 1 0,37 50-1 0,35 35 0 0,59-25 1 0,49-33-1 0,11-49-28 0,-36-12-73 0</inkml:trace>
  <inkml:trace contextRef="#ctx0" brushRef="#br0">22852 13859 45 0,'0'0'7'0,"24"-24"33"0,-24-12-11 0,-24 12-14 0,-47 13-7 0,-37 34-3 0,13 36-3 0,48 12-2 0,47-10 0 0,47-38-1 0,36-23 1 0,-10-59 0 0,-14-48 1 0,-36-12 0 0,-23 36 0 0,-12 23 0 0,12 48-1 0,-11 96 1 0,-14 46 4 0,14 25 0 0,11-47-2 0,11-61 0 0,2-35-1 0,-1-71-14 0,-1 11-96 0,-11 36 65 0</inkml:trace>
  <inkml:trace contextRef="#ctx0" brushRef="#br0">23066 13502 34 0,'0'-37'11'0,"47"3"23"0,14 21 2 0,10 37-20 0,-47 70-7 0,-24 15-3 0,-60-50-1 0,0-35-1 0,37-24-3 0,82-60 0 0,61-22-3 0,-1 11 2 0,-36 21 0 0,-71 39 3 0,-73 22 2 0,-21 50 1 0,34 22-5 0,48-12-2 0,59-10-17 0,48-3-84 0,-94-45 67 0</inkml:trace>
  <inkml:trace contextRef="#ctx0" brushRef="#br0">23911 13907 41 0,'25'-61'49'0,"-14"2"-12"0,-47 24-19 0,-11 24-13 0,-36 22 0 0,-12 49-2 0,23 11-3 0,48-12 0 0,48-23 0 0,35-24-1 0,25-72 1 0,11-35 1 0,0-36 3 0,-35 36-2 0,-60 47-1 0,-23 60 2 0,-14 95 0 0,26 36 0 0,35 1-1 0,0-50-2 0,-13-83 1 0,1-22 4 0,-12-49-16 0,-12 37-82 0,-12 12 20 0</inkml:trace>
  <inkml:trace contextRef="#ctx0" brushRef="#br0">13409 14884 1 0,'-47'-13'4'0,"23"13"-1"0,-25 0-2 0,13 13 1 0,0-2-2 0,26 1 0 0,-2 11 0 0,-12 2 0 0,0-14 2 0,0 12 10 0,0-10 8 0,-11-13 8 0,11 0 0 0,12 0-13 0,-12 12 0 0,-12 0-6 0,24-12 1 0,12 0-7 0,72 0-1 0,95-12-1 0,47 0 2 0,11 12-3 0,-57 0 1 0,-97 0 0 0,-59-24 2 0,-12 24-2 0,-12 0 0 0,-48 11-3 0,-34 14 3 0,-48-13-2 0,-39 12 2 0,15-14-3 0,46-10 2 0,50 0-1 0,47 0 2 0,70-10 0 0,119-14 0 0,61 12-1 0,11 12 0 0,-72-12 1 0,-105-1-1 0,-61 2 2 0,0-1-9 0,-13 24-49 0,13-12-40 0</inkml:trace>
  <inkml:trace contextRef="#ctx0" brushRef="#br0">16791 14834 34 0,'-24'-11'26'0,"-36"-1"9"0,-12 1-1 0,14-1-15 0,34 0-9 0,59 12-8 0,108 0 0 0,84 0 0 0,-1 0-1 0,-49 0 0 0,-105 0 2 0,-59-13 4 0,-49 2-5 0,-71 11-1 0,-35 0 0 0,-26 11-1 0,-9 2 0 0,21-1 0 0,49 0 0 0,59-1 1 0,48-11 0 0,96-11 0 0,82-1 0 0,48 12 0 0,-11 0 0 0,-49 0 0 0,-83-12 0 0,-59-1 2 0,-24 13-2 0,-11 0 0 0,11-11-1 0,11 11 0 0,2 0 0 0,-13 0 0 0,-24 0-68 0,-12 11-39 0</inkml:trace>
  <inkml:trace contextRef="#ctx0" brushRef="#br0">22602 14537 18 0,'0'0'0'0,"-49"0"14"0,15 12 5 0,-3-12 7 0,26 0 0 0,11 0-9 0,-12 0-5 0,72 0-1 0,106-12-10 0,73 12-2 0,11 12-1 0,-37-12 2 0,-81 12 0 0,-96-12 5 0,-48-12 0 0,-73 12-4 0,-56 0 1 0,-14 0-1 0,-12 0 0 0,-12 0 2 0,24-12-2 0,60 1 1 0,48-1 1 0,47 12-2 0,83-11-1 0,108 11 0 0,58 0-4 0,3 11 3 0,-39 1-1 0,-106-1 2 0,-82-11 0 0,-25 0 1 0,-25-11-1 0,13 11-1 0,12 0-29 0,-24-12-96 0</inkml:trace>
  <inkml:trace contextRef="#ctx0" brushRef="#br0">10349 15288 63 0,'0'0'0'0,"-179"0"43"0,23 0-2 0,110 0-22 0,188 0-15 0,132-12-3 0,12-12-3 0,-83 12 1 0,-144 12 8 0,-118-12 1 0,-131-1-5 0,-85 13 1 0,13 0-2 0,143 0 1 0,106 0-1 0,122 0-1 0,127 13-2 0,15-1 0 0,-85 0-2 0,-105 1 4 0,-109-13 0 0,-95 0 1 0,-47-13 1 0,106 1-8 0,96 24-105 0,-1-12 52 0</inkml:trace>
  <inkml:trace contextRef="#ctx0" brushRef="#br0">10908 14109 38 0,'0'-24'19'0,"0"0"24"0,24-11-4 0,-1 23-20 0,2 24-9 0,-1 34-4 0,0 4-3 0,-1 8 0 0,-23-11 2 0,-47-10 0 0,-13-3-3 0,35-9-1 0,25-25 2 0,25-35-2 0,22-13 0 0,13 1 0 0,-13-1-1 0,-11 12 1 0,-12 12 0 0,0 0 0 0,-24 1 0 0,12 11-1 0,-24 12 0 0,-24 12 0 0,1 35-1 0,22 1 1 0,13 12-1 0,13-13 1 0,10 1-1 0,1-38 2 0,-12-10 0 0,12-10-10 0,-12-1-87 0,0 22 23 0</inkml:trace>
  <inkml:trace contextRef="#ctx0" brushRef="#br0">11336 14430 36 0,'0'0'0'0,"-11"-35"43"0,-1 22-1 0,12 13-26 0,-13 0-8 0,-10 37-2 0,23 10-4 0,-11-10 1 0,-1-3-2 0,24-10 0 0,22-24 0 0,2 0 1 0,-11-24-1 0,-1 1 1 0,-13-1 1 0,0 0 3 0,-11-12-1 0,-22 1 0 0,-2-1-3 0,-1 25-1 0,-11 22-13 0,25 37-147 0</inkml:trace>
  <inkml:trace contextRef="#ctx0" brushRef="#br0">11551 13418 35 0,'0'0'11'0,"12"-24"12"0,0 13 12 0,1 11-13 0,-13 0-12 0,11 23 17 0,-35 36-10 0,-36 37-6 0,1-12-2 0,10-13-2 0,27-35-3 0,-2-13-1 0,12-23 1 0,12 0-2 0,0-11-3 0,0 11-22 0,12-12-69 0,0 12 4 0</inkml:trace>
  <inkml:trace contextRef="#ctx0" brushRef="#br0">11801 13465 45 0,'12'-11'20'0,"12"-12"64"0,-24 34-60 0,-49 49-11 0,-21 24-4 0,10-2-1 0,13 2-2 0,-1-24 0 0,24-26 0 0,12-21-2 0,12-13 0 0,24-24-4 0,24-12-34 0,-12 12-134 0</inkml:trace>
  <inkml:trace contextRef="#ctx0" brushRef="#br0">12194 13084 63 0,'0'0'11'0,"0"-23"31"0,0 35-4 0,0-1-16 0,-12 2-7 0,1 11-8 0,-1-11-1 0,12-13-4 0,0-13 3 0,0 1-3 0,12-13-2 0,11 14 2 0,-12-1-1 0,-11-12 0 0,13 0-2 0,11 1 3 0,-12-1-1 0,12 0 0 0,-24 11-1 0,0 26 1 0,-12 35 1 0,12 12-2 0,0 11 0 0,12-24 0 0,-12 13 1 0,0-36 0 0,0-12 1 0,-12-12-1 0,12 0 1 0,-12 0-2 0,-24 0 1 0,0 12-1 0,2-1 0 0,9 1 0 0,1-1 0 0,24-11 0 0,0 0 0 0,49-11 1 0,8 11-1 0,4-12-2 0,-15 12 2 0,-21-11 2 0,-14 11-2 0,-11-12-10 0,0 12-194 0</inkml:trace>
  <inkml:trace contextRef="#ctx0" brushRef="#br0">10837 16657 49 0,'-24'-12'12'0,"-13"-12"38"0,37 12-9 0,25 12-29 0,35 0-4 0,23 0-2 0,24 0-2 0,-60 0-3 0,-22 0-5 0,-14 0-36 0,1 0-51 0,-12 0 53 0</inkml:trace>
  <inkml:trace contextRef="#ctx0" brushRef="#br0">10861 16776 21 0,'-24'13'8'0,"-83"21"42"0,94-22-2 0,61-12-26 0,48-12-10 0,-2 1-6 0,-45-1-19 0,-2 1-97 0,-36 11 74 0</inkml:trace>
  <inkml:trace contextRef="#ctx0" brushRef="#br0">12111 16216 27 0,'-36'0'16'0,"-11"-23"30"0,-1 11 1 0,24 0-22 0,96 12-8 0,71 0-14 0,23 12-1 0,-23 0 2 0,-71-12-2 0,-61 0-2 0,-11 0-19 0,-23-12-74 0,10 24 23 0</inkml:trace>
  <inkml:trace contextRef="#ctx0" brushRef="#br0">12016 16228 36 0,'-24'-25'23'0,"-12"15"27"0,11 10-14 0,25 10-21 0,-11 40-7 0,47-3 0 0,36-12-2 0,48 13 0 0,-2-23-6 0,-36 21 1 0,-46 2 1 0,-47 12 0 0,-14-1-2 0,-21 25 6 0,-26 0-7 0,-10-2 0 0,-15 2-2 0,2-1 1 0,24-24 1 0,46 14 1 0,38-50 2 0,70-12 1 0,96-34 0 0,34 12-4 0,-34 11 4 0,-71 0-1 0,-96 11 0 0,-36-11-1 0,-12 0-32 0,48-24-102 0,0 12 100 0</inkml:trace>
  <inkml:trace contextRef="#ctx0" brushRef="#br0">13457 16395 58 0,'11'-37'9'0,"1"-9"33"0,-24 10-9 0,-11 24-16 0,-60 83-7 0,-1 60-5 0,36 12-4 0,48-36 5 0,72-23-5 0,35-61 1 0,12-34 1 0,-13-73 3 0,-21-47-7 0,-38-12 6 0,-47 13-2 0,-47 9-1 0,-25 50-3 0,-11 71 2 0,-1 96-5 0,49 47 2 0,82 24-2 0,59-48 7 0,-21-48-4 0,-38-60 0 0,-11-45-78 0,-12 22-22 0</inkml:trace>
  <inkml:trace contextRef="#ctx0" brushRef="#br0">14064 16907 102 0,'0'-13'14'0,"-24"-10"8"0,24-25 1 0,48-11-6 0,-14 23-6 0,-21 13-1 0,-13 23 1 0,-23 11-9 0,-13 49 0 0,12 35 1 0,12 36-2 0,24-36 4 0,0-35-3 0,-48-24 1 0,-23-36-3 0,-1-60-24 0,36 1-54 0,24-25-45 0</inkml:trace>
  <inkml:trace contextRef="#ctx0" brushRef="#br0">14064 16431 110 0,'0'-23'19'0,"-12"-14"19"0,12 1-16 0,0 25-19 0,36 34-70 0,-2 1-34 0</inkml:trace>
  <inkml:trace contextRef="#ctx0" brushRef="#br0">14671 16358 45 0,'0'-34'21'0,"47"-26"38"0,25 24-24 0,-1 72-19 0,-35 58-8 0,-36 27-5 0,-47-26-1 0,-13-48-1 0,36-34-1 0,48-73 2 0,60-35-1 0,23-1-1 0,-61 48 1 0,-33 48 0 0,-60 36 2 0,-37 47 1 0,49 13-4 0,47-12-8 0,47-25-114 0,-47-47 71 0</inkml:trace>
  <inkml:trace contextRef="#ctx0" brushRef="#br0">15255 16835 114 0,'-13'0'9'0,"2"-23"29"0,22-13-22 0,37-1-4 0,-24-9-1 0,-12 34-1 0,-12-1 2 0,-12 13-9 0,-12 13 2 0,12 34-8 0,1-36 4 0,-14 62 3 0,14 9-4 0,11 14 4 0,11-24-5 0,14-37 1 0,-25-12-1 0,-61-23 3 0,-33-23-21 0,45-25-60 0,49-23-54 0</inkml:trace>
  <inkml:trace contextRef="#ctx0" brushRef="#br0">15338 16347 92 0,'0'-12'43'0,"0"-11"-13"0,12 11-5 0,-12-1-23 0,37 50-109 0,-37-26 45 0</inkml:trace>
  <inkml:trace contextRef="#ctx0" brushRef="#br0">11967 17824 3 0,'0'0'2'0,"0"-36"9"0,36-25 24 0,-23 15 1 0,-13 34-9 0,-13-1-11 0,2 2-7 0,11-1-5 0,0 48-4 0,0 47 0 0,0 24-2 0,-12-11 0 0,12-37 3 0,-24-23 5 0,-23-24-2 0,11-12 0 0,-13-36-28 0,26 0-86 0,23 24 91 0</inkml:trace>
  <inkml:trace contextRef="#ctx0" brushRef="#br0">11967 17490 57 0,'0'-12'4'0,"-11"-36"35"0,11 14-19 0,-12 34-14 0,35 0-34 0,38 23-70 0</inkml:trace>
  <inkml:trace contextRef="#ctx0" brushRef="#br0">12242 17585 30 0,'0'0'9'0,"-12"0"41"0,24-11-18 0,0-12-25 0,24 23-5 0,-1 0-34 0,-12 0-64 0</inkml:trace>
  <inkml:trace contextRef="#ctx0" brushRef="#br0">12242 17740 23 0,'-12'0'4'0,"-24"12"36"0,13 0-10 0,23-12-23 0,59-24-3 0,13-23 0 0,-1 23-68 0,-24 11 16 0</inkml:trace>
  <inkml:trace contextRef="#ctx0" brushRef="#br0">12575 17622 7 0,'0'0'0'0,"0"-25"23"0,12 13 35 0,-36 36-19 0,1 23-38 0,-1 2-4 0,48-2 2 0,11-22 2 0,25-38 0 0,-12-11 2 0,-13-11 0 0,-24-14 5 0,-11 2 1 0,-23 0-7 0,-12 11 4 0,-13 24-2 0,12 12-7 0,12 0-80 0,24-13 22 0</inkml:trace>
  <inkml:trace contextRef="#ctx0" brushRef="#br0">12051 15692 31 0,'-12'0'18'0,"24"0"15"0,24 0 6 0,0-23-16 0,-11 11-9 0,-25-12-2 0,-13-13-4 0,1 14-3 0,-24 12-2 0,0 11-2 0,-12 23-1 0,1 25 1 0,0 23-1 0,11-11-2 0,36-12 3 0,23-13-1 0,25-35 0 0,11-12 2 0,-11-59-2 0,0-13 3 0,-12-23 0 0,-12 12-2 0,-12 36 1 0,-12 35-1 0,-12 24-3 0,1 36 2 0,-14 47-2 0,13 36 2 0,12-1-4 0,0-22 5 0,12-60-3 0,13-24 8 0,-14-12-1 0,1-12-2 0,-1-12-1 0,-11 0-52 0,-11 24-73 0</inkml:trace>
  <inkml:trace contextRef="#ctx0" brushRef="#br0">8932 16574 44 0,'0'-95'24'0,"0"47"20"0,0 71-10 0,0 132-19 0,-12 36-4 0,12-26-6 0,0-56 2 0,0-63-3 0,-11-57 1 0,-2-49-2 0,13-24-1 0,24 26 1 0,11 34-3 0,25 24 0 0,-2 60-1 0,3 46 0 0,-37-10 1 0,-24-13 2 0,0-59 0 0,-13-35-7 0,2-49-104 0,22 36 35 0</inkml:trace>
  <inkml:trace contextRef="#ctx0" brushRef="#br0">9408 17086 68 0,'0'0'0'0,"-12"11"45"0,-24 62-13 0,-11 9-19 0,22-10-9 0,50-50-3 0,22 3 0 0,1-25 0 0,-12-25 1 0,-1-46 2 0,-24-11-1 0,-22-2 0 0,-36 24 0 0,-1 49-3 0,-12 47 1 0,49 23-1 0,34-11-2 0,37-1 2 0,11-59-16 0,13-23-99 0,-72 35 78 0</inkml:trace>
  <inkml:trace contextRef="#ctx0" brushRef="#br0">9896 16371 59 0,'-12'-36'24'0,"-35"48"30"0,-37 107-27 0,13 83-17 0,94-23-6 0,61-36-8 0,11-71 1 0,-1-37-73 0,-69-35-15 0</inkml:trace>
  <inkml:trace contextRef="#ctx0" brushRef="#br0">9978 16789 64 0,'-22'-61'20'0,"44"14"13"0,27 23-15 0,10 60-7 0,-22 60-5 0,-61 9 1 0,-36-34-6 0,24-34 1 0,60-96 0 0,59-37 1 0,0 25-2 0,-58 71-1 0,-61 84 1 0,-12-1 0 0,48-36-5 0,72-35-104 0,-49-12 71 0</inkml:trace>
  <inkml:trace contextRef="#ctx0" brushRef="#br0">10431 16347 118 0,'-11'11'6'0,"22"121"10"0,26 94 5 0,-37 1-11 0,-60-25-8 0,-35-72-2 0,0-69-111 0,83-61 63 0</inkml:trace>
  <inkml:trace contextRef="#ctx0" brushRef="#br0">393 16668 52 0,'-12'0'8'0,"-23"-34"2"0,11 34 15 0,24 34-1 0,0 37-10 0,0 37-7 0,0 23-5 0,-12-12-3 0,-1 12-1 0,2 0-4 0,11-23 1 0,0-74 13 0,-12 16-9 0,-1-16-1 0,2-10 1 0,0 0-1 0,-1-12 2 0,35-1-1 0,24 2 4 0,-34-13 1 0,-26 0-4 0,-23 0-1 0,2 12 1 0,10 0-1 0,12 12-1 0,24 11 0 0,12 13-1 0,-12-24 1 0,-12 0 2 0,22 10-3 0,-9-9 3 0,23 0 1 0,35-14 1 0,13 1 2 0,59-1 1 0,12 1 4 0,23 0-6 0,25 1 1 0,59-13-3 0,22 11 3 0,-80 1 14 0,34-1-14 0,82 14 2 0,38-13-4 0,23 0-7 0,13 0-6 0,23-2 1 0,11 3 2 0,60-13-4 0,132-47 0 0,-239 10 7 0,-49 14 2 0,-33-1 4 0,-49-23 2 0,-12 11 1 0,-47 24 0 0,-72-1 0 0,-60 2 2 0,-11-12-2 0,-12-1-29 0,-49-23-94 0</inkml:trace>
  <inkml:trace contextRef="#ctx0" brushRef="#br0">333 16716 69 0,'-72'0'2'0,"38"0"11"0,22 12 19 0,71-1-15 0,73-22 1 0,83-24-7 0,69 10 0 0,74-9-5 0,94-3 3 0,25 2-6 0,58-1 1 0,25 23-1 0,34-10-1 0,38 23-1 0,-12 12-11 0,-96 12-3 0,-84 12 0 0,-82-1 6 0,-108-11 2 0,-84-11 5 0,-58-13 1 0,-49 0-1 0,-35-13 2 0,13 13 2 0,9 0-4 0,1 0 1 0,2 13 6 0,-27 21-7 0,3 26-4 0,-14 24 3 0,25 11-3 0,-11 13 0 0,-14-3 1 0,-11 27-1 0,0-13 1 0,-23 0 2 0,-1-24 10 0,12 37-16 0,12-38 1 0,-13-46 5 0,-34-36 4 0,-36-1-1 0,-60-11-4 0,-83-11-94 0,178 11 67 0</inkml:trace>
  <inkml:trace contextRef="#ctx0" brushRef="#br0">3715 10882 28 0,'0'0'0'0,"13"-95"27"0,10 47 1 0,-11 25 19 0,-24 46-24 0,12 97-7 0,24 11-6 0,12-36-1 0,-12-24-5 0,-12-48-3 0,-12-10-9 0,-12-60-55 0,-12-24-45 0</inkml:trace>
  <inkml:trace contextRef="#ctx0" brushRef="#br0">3799 10406 56 0,'-24'-48'10'0,"-23"36"-1"0,-49 49 23 0,-23 68-12 0,24 63-15 0,59 45-3 0,36-8-1 0,36-16 1 0,36-47-1 0,58-69-1 0,13-50 2 0,47-106 3 0,-34-48-1 0,-49-48-2 0,-84-23 1 0,-94-36 1 0,-73 12 1 0,-9 167 2 0,-26 106-5 0,-13 84-14 0,98 59-114 0</inkml:trace>
  <inkml:trace contextRef="#ctx0" brushRef="#br0">3536 12418 13 0,'0'-12'7'0,"-11"-1"7"0,11-33 10 0,0 10 13 0,0 0-8 0,0 1-15 0,0 12-6 0,36 10-3 0,11 13-3 0,24 13-1 0,-35-2 2 0,-11 36 0 0,-25 13 2 0,-12 11-1 0,-12 0-2 0,-1-23 3 0,-9-12-4 0,9 12 1 0,2-25-1 0,11-11 0 0,12-12 0 0,35-12 0 0,49-11 0 0,-13-13-1 0,14 0 1 0,-51 13-5 0,-22 11-26 0,-12 0-42 0,0-1-2 0</inkml:trace>
  <inkml:trace contextRef="#ctx0" brushRef="#br0">3597 12062 15 0,'-72'-37'27'0,"-23"37"4"0,12 37-4 0,-1 45-15 0,37 85-6 0,22 12-3 0,38-13 0 0,46-35-1 0,48-12 0 0,23-46 0 0,15-50-1 0,9-59 1 0,0-59 3 0,-11-60 0 0,-47-13 1 0,-83 13-4 0,-74 2 3 0,-70 9-2 0,-47 50 4 0,11 94-3 0,-23 94-3 0,23 38-8 0,107 70-115 0,60-166 85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6526 2952 22 0,'0'0'0'0,"-48"-11"7"0,0 11-6 0,25-23 1 0,-1-14-1 0,-35 14-1 0,-37 23 0 0,-35 0 4 0,-24 0 5 0,25 10 0 0,22-10-4 0,25 13 0 0,59-1-3 0,36 0 1 0,95-12 0 0,83-12-1 0,85 12-1 0,70-12 0 0,72-22 0 0,35-16 0 0,429 3 1 0,-500 47-1 0,-35-12 0 0,-72 0 0 0,-72 12 0 0,-59-11-2 0,-96 22 1 0,-94 13 2 0,-85-24 0 0,-81 0-1 0,-85 0 1 0,-60 0 4 0,-70 36-5 0,-24-12 1 0,10 13-2 0,38-16 1 0,59 4 2 0,82 11-1 0,109-24 0 0,70-1-1 0,61-11 0 0,23 0-1 0,59 13 0 0,71-13 1 0,62-13-1 0,82-10 0 0,71 12 0 0,36-14 0 0,12 0 1 0,11 15 1 0,-10-14 0 0,-1 12-1 0,-24 0 0 0,-60-1-1 0,-82 13-3 0,-84 0 4 0,-72-11 0 0,-71 11 1 0,-96 0-1 0,-106-12 2 0,-120 12 0 0,-82 0-3 0,-72 0 1 0,-24 0 0 0,24 12-1 0,47-1 0 0,60 14 1 0,83-13 0 0,60 1 0 0,95-2 0 0,83-11 1 0,84 0-3 0,83 0 2 0,120-11 0 0,106-26-1 0,70 13-2 0,51 1 5 0,-2-14-4 0,-1 26 2 0,-46-1 0 0,-82 1-1 0,-110-2-2 0,-93 13 3 0,-85-12 0 0,-47 0 4 0,-23-1-3 0,-13 26-1 0,-36 47-68 0,49-49 15 0</inkml:trace>
  <inkml:trace contextRef="#ctx0" brushRef="#br0">1668 15585 38 0,'0'-47'14'0,"0"11"18"0,11 25-9 0,-11 22-9 0,0 60-4 0,-11 13-6 0,11 10-1 0,11-33 0 0,13-14-3 0,35-34 3 0,-23-13 0 0,71-84 0 0,-59 13-3 0,-12 23 2 0,0-12-1 0,-12 36 0 0,-12 24-1 0,-2 72 2 0,-20 22 0 0,-2 2 2 0,-24-37-3 0,36-22 0 0,0-37 5 0,0-60-4 0,12-11-1 0,12 10-1 0,23 14 0 0,0 12 0 0,-10 23 0 0,-3 35 0 0,-21 25 0 0,-13 12 1 0,12-13 0 0,24-10-1 0,11-37 1 0,13-25 0 0,-11-22 0 0,-15-13-1 0,14 12 2 0,-36 13-2 0,0 47 0 0,0 47-1 0,12 13 1 0,-13-13 1 0,-22-23-2 0,-1-25-61 0,0-22-37 0</inkml:trace>
  <inkml:trace contextRef="#ctx0" brushRef="#br0">2573 15336 49 0,'0'-25'11'0,"0"13"-9"0,0 12-47 0</inkml:trace>
  <inkml:trace contextRef="#ctx0" brushRef="#br0">1656 15336 104 0,'-37'-13'3'0,"1"1"0"0,97 0-2 0,21 24-83 0</inkml:trace>
  <inkml:trace contextRef="#ctx0" brushRef="#br0">2774 15872 58 0,'-34'0'23'0,"68"-13"-6"0,38-58-5 0,12-48-7 0,-38-25-3 0,-10-22-2 0,-23 83 4 0,10 22 10 0,-23 61-4 0,0 50-9 0,-23 44 2 0,10 13-1 0,-10 0 1 0,10-11 0 0,49-25-2 0,25-47 1 0,10-37 1 0,12-34-2 0,-23-24 1 0,-36 47-2 0,-12 24 1 0,-1 48 0 0,14 12 1 0,-25-13 1 0,0-11-31 0,0-24-92 0</inkml:trace>
  <inkml:trace contextRef="#ctx0" brushRef="#br0">3525 15347 58 0,'-12'-24'9'0,"-1"24"-12"0,3 0-43 0</inkml:trace>
  <inkml:trace contextRef="#ctx0" brushRef="#br0">2656 15478 86 0,'-36'-24'14'0,"131"-23"-6"0,120 10-7 0,-48 26-77 0</inkml:trace>
  <inkml:trace contextRef="#ctx0" brushRef="#br0">3811 15585 42 0,'0'0'5'0,"12"-23"19"0,12-14-1 0,0 3-12 0,-1-16-5 0,-23 16-1 0,-23-3 2 0,-13 37-2 0,0 0-3 0,0 25-1 0,13 11 0 0,-13-1 1 0,11 1 0 0,2 12 0 0,-1 23 0 0,12-23 0 0,24-25 0 0,24-11 1 0,11-59 0 0,1-14-2 0,-12 38-1 0,-36 23 1 0,24 36-1 0,13 1 0 0,9-14 1 0,38-35 0 0,11-36 2 0,-12-47-3 0,-23-60 1 0,-13-12 1 0,-35 48-2 0,-12 35 1 0,-12 50-1 0,1 57-1 0,-25 84-1 0,0 60 1 0,24-12 1 0,37-37 0 0,34-58 2 0,24-72-2 0,11-36 1 0,-33 48-2 0,-26 37 1 0,1 22 0 0,-12-11-3 0,-24-48-91 0,0 0 50 0</inkml:trace>
  <inkml:trace contextRef="#ctx0" brushRef="#br0">4584 15085 79 0,'-34'-25'24'0,"21"25"-17"0,60 50-91 0</inkml:trace>
  <inkml:trace contextRef="#ctx0" brushRef="#br0">4847 15395 46 0,'0'-36'12'0,"0"13"15"0,0-2 7 0,24 13-17 0,47 12-9 0,13 24-5 0,-13 60-1 0,-58 0-2 0,-38-13 4 0,13-24-4 0,24-10 0 0,60 21-1 0,-25 60-2 0,-71-34 2 0,-107-24 3 0,0-49 1 0,120-45-1 0,94-26-1 0,71-23-2 0,25 0 1 0,-13-61 2 0,-58 2-1 0,-120 106 1 0,-95 60 3 0,24 59-1 0,95 36-4 0,119-23-2 0,58-62-6 0,-46-34-6 0,-130-11-116 0</inkml:trace>
  <inkml:trace contextRef="#ctx0" brushRef="#br0">1513 16621 100 0,'0'0'0'0,"-179"-37"10"0,132 27 10 0,141-38-8 0,157-12 1 0,213-35-2 0,239-12-1 0,130 36-6 0,-82 47-3 0,-205 0-6 0,-223 0 5 0,-204 1 3 0,-95-14 0 0,-60 14-13 0,-107 58-87 0,71-10 34 0</inkml:trace>
  <inkml:trace contextRef="#ctx0" brushRef="#br0">1572 16800 112 0,'0'0'0'0,"-345"60"1"0,143-13-2 0,225-60 21 0,287-92-12 0,309-27 7 0,239-23 1 0,58 48-4 0,-141 70-10 0,-216 14-9 0,-273 0 6 0,-238-2 12 0,-72-9-3 0,-12-3-5 0,-13-22-4 0,15-71-73 0,22 93-23 0</inkml:trace>
  <inkml:trace contextRef="#ctx0" brushRef="#br0">1501 4715 24 0,'-24'0'4'0,"0"0"2"0,0 24 1 0,24-24-1 0,24 13 3 0,0 8 2 0,-12 16-3 0,0 10-2 0,13-10-2 0,21-26 1 0,14-22-1 0,11-26-1 0,36-22 0 0,13-12 1 0,11-13 0 0,-12 13 1 0,-36 23 3 0,-47 25 1 0,-24 23-6 0,-12 12-1 0,11 11-12 0,1 25-106 0</inkml:trace>
  <inkml:trace contextRef="#ctx0" brushRef="#br0">4311 4631 10 0,'0'-11'1'0,"-13"11"-1"0,13 0 4 0,0-12 7 0,0 12 1 0,0 12-1 0,13 23-1 0,23 12-1 0,0 24-4 0,11 2-1 0,0-2-2 0,-11 1 2 0,12-37-2 0,-12-23 0 0,12-24 1 0,11-59-4 0,23-12 5 0,3-1 2 0,9 0-2 0,14 13 0 0,-1 0-1 0,-23 24 0 0,-38 23-1 0,-46 24-1 0,13 0-115 0</inkml:trace>
  <inkml:trace contextRef="#ctx0" brushRef="#br0">4287 11740 53 0,'0'0'0'0,"-12"-12"25"0,1-1 4 0,11-21-7 0,0 9-11 0,0-10-6 0,0 11-3 0,-36-24 2 0,-36 0-1 0,-24 2 2 0,-22 9-6 0,-37 13 3 0,0 12 0 0,-47-23 1 0,11 11-1 0,25 24 1 0,-25 11-1 0,-35-11-3 0,-12 25 1 0,23 21 2 0,49 4 0 0,23 21-4 0,24 13 0 0,23-2 2 0,13 25 0 0,34 1-1 0,39-3 5 0,10-8-4 0,0-2-2 0,46-11 3 0,50 0-2 0,23-26 1 0,24-11 1 0,84 1 0 0,11 0-3 0,36-12 3 0,0-13-2 0,-24-11 2 0,-12-24-1 0,-12 1 2 0,-23-25-1 0,-14-1 3 0,-10-21 0 0,-23-2-3 0,-25-11 2 0,-48-13-2 0,-12 1 1 0,-35-13-1 0,-24 2 1 0,-24-26 0 0,-36 13-1 0,-47 0 2 0,-12 24-1 0,-36-13-1 0,-48-11 3 0,-47 25-7 0,-59 57 3 0,-49 13 0 0,-11 24 1 0,0 72-30 0,59 35-135 0</inkml:trace>
  <inkml:trace contextRef="#ctx0" brushRef="#br0">2537 14847 9 0,'-24'-13'16'0,"-12"13"6"0,-10 0 2 0,21 0-2 0,25 0-6 0,12 0-9 0,47 0 0 0,48 0-4 0,1 0-1 0,-26 0-1 0,-57-11 1 0,-14-1 0 0,-11 12-1 0,0 0-2 0,0 0-11 0,-23 12-18 0,-24 12-3 0,-26 0 17 0,-21-11 16 0,9-2 5 0,28-11 13 0,32 0 6 0,25 0-10 0,0 0-4 0,59 12 1 0,37-12-7 0,-1-12-2 0,-36 12-2 0,-47 12 1 0,-24-12 1 0,-36 11-1 0,-11-11 0 0,-24 0 0 0,23 0 0 0,26 12 0 0,21-12-1 0,37 0 0 0,59 0 1 0,12 0-2 0,0 0 2 0,-47 0-1 0,-37-12 1 0,-11 24-1 0,-11-12 1 0,-37 0 1 0,13 0-2 0,11 0 2 0,48 0-3 0,23 0-23 0,0 0-82 0</inkml:trace>
  <inkml:trace contextRef="#ctx0" brushRef="#br0">3370 14407 19 0,'0'0'4'0,"-23"-25"19"0,10 14 4 0,2 11-6 0,11 0-8 0,0 0 4 0,59 0-11 0,-11 0-3 0,-12 11 1 0,-12-11 0 0,-1-11-2 0,0-1-1 0,-10 12-1 0,-1 0 0 0,-12 0-10 0,11 12-39 0,-11 12-31 0</inkml:trace>
  <inkml:trace contextRef="#ctx0" brushRef="#br0">3334 14514 9 0,'0'0'6'0,"-11"0"10"0,-1 12 8 0,1-1-7 0,11-11-4 0,23 12-1 0,47-12-4 0,3 0-2 0,-14 0-2 0,-35 0 0 0,-12 0 0 0,-12-12 4 0,0 12-7 0,-12 0-1 0,12-11-57 0,0 11 3 0</inkml:trace>
  <inkml:trace contextRef="#ctx0" brushRef="#br0">4002 14204 16 0,'0'-36'7'0,"11"1"24"0,-11 11 2 0,0 24-19 0,-11 59-5 0,-13 37 4 0,24-12-4 0,0-2-3 0,0-59-3 0,0-10 0 0,-12-1-3 0,12-48-40 0,12 24-63 0</inkml:trace>
  <inkml:trace contextRef="#ctx0" brushRef="#br0">4192 14288 34 0,'24'-24'10'0,"-1"-13"33"0,-23 14-17 0,0 23-19 0,-11 36-1 0,-12 12-2 0,10 12 2 0,1-1-2 0,24-24-1 0,12-11 0 0,12-12 0 0,-1-12-1 0,13-25-1 0,0 14 0 0,-26-1 0 0,3-23-1 0,-1 11 1 0,-12-24-1 0,-12 13 1 0,0-26 0 0,-25 38 0 0,14-1-1 0,-14 0 0 0,-9 13 1 0,10-1-1 0,-25 12 1 0,15 0-1 0,9 23 0 0,2 1 0 0,-13 12-50 0,12 0-56 0</inkml:trace>
  <inkml:trace contextRef="#ctx0" brushRef="#br0">6347 14193 14 0,'0'-48'15'0,"-11"-12"7"0,22 24 11 0,-11 36-21 0,0 84-4 0,11 10-3 0,2-23-2 0,35-46 1 0,11-37 1 0,2-59-5 0,-14-13 3 0,12 25-2 0,-23 11 2 0,-24 25 1 0,0 11-2 0,-12 70-1 0,12 50 0 0,-24 60 0 0,12-2 0 0,0-35-1 0,-36-36 0 0,12-24 0 0,0-59 1 0,-11-12 2 0,-1-35-1 0,12-13 0 0,0-13 0 0,36 3-1 0,13-14 0 0,22 1-1 0,12 23 1 0,25 13-1 0,-13 11 0 0,0 1-13 0,-11 23-61 0,-37-13 18 0</inkml:trace>
  <inkml:trace contextRef="#ctx0" brushRef="#br0">7133 14193 50 0,'0'-25'32'0,"36"2"-6"0,58 11-21 0,14 1-5 0,-24 11-33 0,-61 23-39 0</inkml:trace>
  <inkml:trace contextRef="#ctx0" brushRef="#br0">7050 14430 30 0,'-48'0'15'0,"25"12"34"0,34-24-31 0,98-23-4 0,-3 11-10 0,13 1-3 0,-12 23-22 0,-24 0-46 0,-71 0 37 0</inkml:trace>
  <inkml:trace contextRef="#ctx0" brushRef="#br0">7765 14122 37 0,'11'-37'32'0,"-11"49"2"0,-24 84-14 0,1 34-13 0,10-23-5 0,13-47-6 0,36-24-34 0,24-59-34 0,-49 10 55 0</inkml:trace>
  <inkml:trace contextRef="#ctx0" brushRef="#br0">8038 14252 36 0,'0'0'0'0,"0"25"42"0,-23 46-19 0,23 11-12 0,71-46-3 0,11-49-1 0,-10-58 3 0,-59-34-3 0,-98 44-4 0,-68 49-12 0,57 48-117 0</inkml:trace>
  <inkml:trace contextRef="#ctx0" brushRef="#br0">8909 14097 46 0,'-13'-83'24'0,"-35"-48"-7"0,-72 0 0 0,-117 24-12 0,-132 11-2 0,-109 25-1 0,-627 71 4 0,663 108-3 0,97 47-2 0,95 71-1 0,107 34 0 0,107-9 2 0,120-25 1 0,118-23-1 0,108-37-2 0,118-24 1 0,49-69-3 0,-13-62 3 0,-47-34 0 0,-97-38 3 0,-80-21 2 0,-62-25-1 0,-23-85 2 0,-12-81-1 0,-60 0-4 0,-154 34 1 0,-191 49-1 0,-204 35 1 0,-56 60-29 0,307 59-79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20661 5715 16 0,'-36'-36'6'0,"1"24"-2"0,11 1 2 0,-12 22 3 0,12-11 3 0,11 0-3 0,13 0-3 0,25 0-2 0,82 0-1 0,96-11-1 0,71 11 1 0,-12 11 0 0,-36 12 4 0,-48-10-2 0,-70-13-1 0,-73 0 1 0,-58-13 2 0,-73 13-5 0,-83 0-2 0,-59 0 0 0,-23 0 1 0,22 0 0 0,61 13-1 0,35-13 1 0,23 12 0 0,73 0-1 0,47-12 1 0,106-24-1 0,62 0-2 0,46 12 3 0,1 1-1 0,-49-1 0 0,-35 12 0 0,-59 0 0 0,-60 12-24 0,-12 11-58 0</inkml:trace>
  <inkml:trace contextRef="#ctx0" brushRef="#br0">20994 6048 1 0,'0'-59'0'0,"0"59"-1"0</inkml:trace>
  <inkml:trace contextRef="#ctx0" brushRef="#br0">21114 5845 0 0,'-12'-23'11'0,"-12"-1"-9"0,-24-11-2 0,-22 23 9 0,-27-12 7 0,13 24-3 0,26 0-2 0,45-12-5 0,61 12-1 0,83 0-3 0,96 0 3 0,34 0-1 0,-10 0 1 0,-61 0 2 0,-107 0-4 0,-83 12 3 0,-119-12-3 0,-107 0-2 0,-72 13 0 0,-83 10-1 0,119-12 0 0,108 1 2 0,129-12-1 0,121-23 0 0,95 0-1 0,105-2 1 0,26 0-1 0,-24 25 1 0,-83 0 0 0,-168 13 0 0,-118-1 0 0,-167 0 0 0,-120 1-1 0,37-13 1 0,59 11-2 0,131-11 3 0,119 0-1 0,142-11-2 0,145-2 2 0,94 1-1 0,1 12 0 0,-109 0 0 0,-153 12 0 0,-108 1 0 0,-120-2 1 0,-129-11-1 0,-73 0 0 0,-46 0 1 0,8 12-1 0,99-1 2 0,130 1-1 0,120 0-2 0,141-24 2 0,156-11-4 0,143 0 3 0,0 23 0 0,-84 11 0 0,-154 1 0 0,-156-12 0 0,-58 0 1 0,-156-23-1 0,-24 23 0 0,-11-13 0 0,12 13 0 0,83 0 0 0,83 13 0 0,94-13 0 0,86 0 0 0,71 0 0 0,-25 0 0 0,-59 0 0 0,-95 0 0 0,-36-13 0 0,-60 13 0 0,0-12 0 0,13 12 0 0,24-12 0 0,23 12 0 0,11 0 0 0,25 0 0 0,0 0 1 0,-1 0-1 0,-11 0-11 0,12 12-59 0,-36 0 35 0</inkml:trace>
  <inkml:trace contextRef="#ctx0" brushRef="#br0">9586 8727 19 0,'-11'0'3'0,"22"0"-2"0,0-12 6 0,2 12 17 0,-13-11-2 0,0-1-8 0,12 0-6 0,-12-1-1 0,0 2-3 0,0-12-1 0,-12-2 2 0,-12-10 1 0,1 11-2 0,-1 12-2 0,-12 12-2 0,-13-12 2 0,-9 12 1 0,-2 0 0 0,1 0 0 0,11 12-1 0,12 13 0 0,1 9 0 0,-14 14-1 0,13 0 0 0,2-13 1 0,-2 13 1 0,36-12-2 0,12 23 0 0,0 1 1 0,12-1 0 0,-12-11 0 0,23 0-1 0,12-1 1 0,26-10-2 0,-14-14 1 0,12 0-1 0,1-23 2 0,11 0-2 0,0-12 1 0,-11-11 0 0,-13-1-1 0,-11-13 1 0,-1-9-1 0,-22 10 0 0,9-12 0 0,-21 2 1 0,-13-4-1 0,-13 3 1 0,-10-11-1 0,0 21 1 0,-1-10 0 0,1 10 0 0,-14 3-1 0,1 9 1 0,-11-10-1 0,-1 24-1 0,1-2 2 0,-13 13-1 0,-11-12 1 0,-13 12-1 0,13 12 0 0,-1 1-2 0,1 33-26 0,23 13-115 0</inkml:trace>
  <inkml:trace contextRef="#ctx0" brushRef="#br0">3751 6632 6 0,'-36'0'5'0,"25"0"7"0,11 0 5 0,0 0 6 0,47 12-6 0,49 35-6 0,47 13-3 0,72-24 3 0,10-24-4 0,13-24-1 0,23-36-2 0,-10-23-2 0,-12-1-1 0,-85-11 1 0,-57-1-2 0,-63-35 7 0,-45-12-3 0,-49-35-2 0,-35 35 1 0,-48 12-3 0,-36 59 1 0,-36 13 0 0,-10 23-2 0,-25 24 2 0,-24 0 0 0,12 71-4 0,12 12 3 0,118-24 1 0,85-34-1 0,-84 94-1 0,60 59 0 0,35 13-1 0,36-13 1 0,59-36 3 0,49-21-2 0,94-37 0 0,23-38-1 0,26-34 4 0,11-12-1 0,0-24-2 0,-12-23 1 0,-35-13 1 0,-26-22-2 0,-57-2 0 0,-37-24 1 0,-47-22 1 0,-36-25-1 0,-72-36 1 0,-71 13-1 0,-47 47 1 0,-25 70-1 0,25 50-2 0,23 22-23 0,95 50-85 0</inkml:trace>
  <inkml:trace contextRef="#ctx0" brushRef="#br0">16684 7013 17 0,'0'0'0'0,"-13"-36"18"0,13-12 6 0,0 25-7 0,13 11-7 0,-13 35-1 0,0 48-2 0,0 0-2 0,23-21-1 0,37-27-1 0,23-35 0 0,-24-24-1 0,-22-23 0 0,-14-1 1 0,-23 24 2 0,0 24-3 0,0 72-3 0,0 47 2 0,11 36-1 0,-22-35 3 0,-12-24 1 0,-14-50 0 0,1-22-2 0,-21-47-1 0,8-1-17 0,25 11-41 0,24 2-9 0</inkml:trace>
  <inkml:trace contextRef="#ctx0" brushRef="#br0">17029 7049 47 0,'0'0'0'0,"-24"-24"13"0,119 0-1 0,25 24-3 0,-25 0-6 0,-36 24-10 0,-11-11-37 0,-48-2 12 0</inkml:trace>
  <inkml:trace contextRef="#ctx0" brushRef="#br0">17231 7239 35 0,'-36'0'8'0,"-35"0"14"0,83 0-13 0,47-25-6 0,49 2 7 0,22 0-1 0,2-13-1 0,-25 0-1 0,-58 24-1 0,-38 0 2 0,-22 12-6 0,-38 24-1 0,37 36 0 0,24 11-1 0,37-34 0 0,8-26 1 0,-21-35 2 0,-36-59 3 0,-23-1-1 0,-24 49-3 0,24 24-6 0,10 45-41 0,26 14-44 0</inkml:trace>
  <inkml:trace contextRef="#ctx0" brushRef="#br0">17315 7465 22 0,'-72'-12'52'0,"13"12"-26"0,70-13-18 0,61-8-7 0,58-4 3 0,26 25 0 0,-13 0-2 0,-61 12-2 0,-46 1-1 0,-47-13-18 0,-60 11-8 0,-60-11 11 0,-37 23 12 0,-11-11 6 0,49-12 27 0,106 12-10 0,132-12-10 0,58-12-6 0,25 12 0 0,-60 0-1 0,-106 0-22 0,-25 0-73 0</inkml:trace>
  <inkml:trace contextRef="#ctx0" brushRef="#br0">9360 8715 27 0,'-12'-11'5'0,"0"11"4"0,48-12-2 0,-24 12 16 0,-12 0 20 0,-24-25-32 0,12-9-5 0,12-16-3 0,24 4-2 0,0-26 0 0,-24-11 1 0,-12-36 0 0,-24-13 2 0,24 38-1 0,0-1-1 0,12 11-2 0,0-35 1 0,-11 25 0 0,-14 33 1 0,2 49-1 0,10 1-2 0,13 22 0 0,13 1 2 0,-13-1-2 0,0-11 3 0,12 13-2 0,-1-1-1 0,2 24 2 0,-1-1-2 0,-12 13 2 0,11 24-2 0,13-1 2 0,-12 12-2 0,-12 144 3 0,0-144 1 0,0-1-1 0,12-21-1 0,12-26 0 0,-24 1 0 0,0 12-1 0,-12-2 0 0,12-9 1 0,-12-24 0 0,0-38-1 0,0-21-29 0,0 9-95 0</inkml:trace>
  <inkml:trace contextRef="#ctx0" brushRef="#br0">9360 7930 38 0,'-12'-12'1'0,"-23"-1"5"0,35 2 12 0,-12-1 16 0,-1 12-10 0,38-11-18 0,70 11-3 0,12 0-2 0,-47 11 0 0,-25-11 1 0,-23 0 1 0,-12-24 1 0,-12-23-2 0,12-14-1 0,-13 38-1 0,13-13 2 0,13-10 0 0,-1 21-1 0,-1 25 0 0,2 59 0 0,-1 25-1 0,-12-26 1 0,0-45-1 0,-25 11-48 0,2-11-46 0</inkml:trace>
  <inkml:trace contextRef="#ctx0" brushRef="#br0">21268 6691 12 0,'-12'0'2'0,"-35"-13"3"0,-13 13 11 0,-11 0 6 0,10 0-3 0,38-10-6 0,35-1-8 0,72-14-1 0,35 13 0 0,24 12 0 0,-12 0-1 0,-60 0 1 0,-71 0 1 0,-24-13-3 0,-71 26-2 0,-35-1 4 0,-15 0-3 0,38-12-1 0,60 13 1 0,47-13-1 0,72-13 0 0,46 1 0 0,38 12-1 0,-3 0 2 0,-45 12 0 0,-84-12-1 0,-48 0 3 0,-94 0-3 0,-25 13 1 0,12-13 1 0,34 11-2 0,51-11 1 0,46 10-2 0,36-10 2 0,71 0-1 0,36 0-1 0,-12 0 0 0,-60 0 2 0,-71 0 0 0,-36 0 0 0,-83 13-2 0,-12-13 3 0,0 12-2 0,35-12 1 0,49 0 0 0,35 0-1 0,60 0 0 0,47 0-2 0,60-12 3 0,-12 12-2 0,-12 0 2 0,-60 0-1 0,-71 0 0 0,13 0 0 0,-37 0-2 0,-61 0 4 0,-9 0-4 0,11 0 4 0,24 0-1 0,34 0-1 0,13 12-1 0,49-12 2 0,57 0-4 0,37-12 4 0,-11 12-1 0,-25 0 0 0,-36-13 0 0,-23 13 0 0,-36 0 0 0,12 0 0 0,-12 0 0 0,0 0 0 0,13 13 0 0,-13-13 0 0,11 0 0 0,1 0 0 0,-12 0 0 0,0 0 0 0,0 12 0 0,11-12 0 0,-11 12 0 0,12-12 0 0,-12 0 0 0,0-12 0 0,0 12 0 0,11 12 0 0,2-12 0 0,-13 0 0 0,0 0 0 0,12 0 0 0,-12 0 0 0,0 0 0 0,0 0 0 0,0-12 1 0,0 12-2 0,0 0 1 0,36 0-10 0,10 48-111 0</inkml:trace>
  <inkml:trace contextRef="#ctx0" brushRef="#br0">3775 7668 34 0,'-35'-23'7'0,"23"10"0"0,24 1 2 0,23 12 9 0,1 12-1 0,47 12-5 0,1-12-6 0,82 11 1 0,-12-11-4 0,2 35-1 0,-13 3 0 0,0-29 0 0,12-8 1 0,-1-47 0 0,-11-3-1 0,-12-10-1 0,-23-13 0 0,-25-12 1 0,-12-11 0 0,-35-12-2 0,-36-1 2 0,-36 13-1 0,-11-1 0 0,-25 0-1 0,1-10 1 0,-14 23 0 0,-33 10 0 0,-13 38 0 0,-12 0-2 0,-23 23 1 0,-13 12 1 0,-11 35-1 0,12 13 0 0,22-1-2 0,37 14-1 0,24 9 4 0,23 1-1 0,24 12-1 0,25-11 1 0,23-13-1 0,12 13 1 0,35-1 0 0,37-12-1 0,-2-35 0 0,25-24 4 0,25-12-3 0,-13 0 1 0,1-23 0 0,-38-2-1 0,-46 13 1 0,-23 12 0 0,-13 0 0 0,0-11 0 0,-13-1-1 0,13 12-6 0,0-11-33 0,0 22-60 0</inkml:trace>
  <inkml:trace contextRef="#ctx0" brushRef="#br0">21042 7501 15 0,'-36'0'6'0,"1"12"-2"0,35-12 13 0,0-12 2 0,35 1-7 0,83-2 0 0,63 13-10 0,-3 13-1 0,-59-2-1 0,-95 1 0 0,-24-12 2 0,-72 11-1 0,-23-11 0 0,-25 0 1 0,-23 13-1 0,13-1 0 0,47 0 0 0,60-12-1 0,46 0 1 0,60-12-1 0,36 0 0 0,48-1-2 0,-96 26 3 0,-47-1-2 0,-60-12 3 0,-23 0-2 0,-1 0 2 0,0 0-2 0,24 0 0 0,25 0 1 0,11 0-1 0,0 0-1 0,11 0 2 0,2 0-2 0,-13 12 2 0,12-12-1 0,-12 0 0 0,0-12 0 0,35 12 1 0,1 0-2 0,-23 0 1 0,-13 12 0 0,0-12 0 0,0 0 0 0,0 11-1 0,0-11 2 0,-13 0-1 0,1 0 0 0,12-11 1 0,12 11-2 0,12 0 0 0,-12 0 1 0,-12 0 0 0,11 0 0 0,2-12 0 0,10 12 0 0,-23 0 0 0,12 0-1 0,-12 0 2 0,0 0-1 0,0 0-1 0,0 12 1 0,0-12 1 0,12 0-1 0,-12 0 0 0,0 0 0 0,0 0 0 0,0 0 0 0,0 0 0 0,0 0 0 0,0 0 0 0,0 0 0 0,12 0 0 0,-12 0 0 0,0 0 0 0,0 0 0 0,0 0 0 0,0 0 0 0,0 11-1 0,0-11 1 0,0 0 0 0,0 0-1 0,0 0 1 0,0 0-1 0,0 0 1 0,12 0 1 0,-12 0-2 0,0 0 1 0,0 0-45 0,0 12-5 0</inkml:trace>
  <inkml:trace contextRef="#ctx0" brushRef="#br0">20387 4476 7 0,'0'-11'6'0,"0"-12"6"0,13-2 4 0,21 0-4 0,2 15-3 0,12-14-3 0,0 12-4 0,-1-13 0 0,1-9 0 0,-37-14-1 0,-11 12 1 0,-36-1 0 0,13 14 0 0,-12 12-1 0,-13 22 3 0,0 25-1 0,25 12-1 0,11 23 0 0,12-11 3 0,12-13-1 0,22-23 1 0,27-24-1 0,10-12-3 0,25-13 0 0,-13 15-12 0,-12-1-46 0,-59 11 17 0</inkml:trace>
  <inkml:trace contextRef="#ctx0" brushRef="#br0">20851 4132 17 0,'0'-24'3'0,"24"0"7"0,12 12 5 0,-12 12 1 0,1 48-2 0,-2 23-8 0,0 0-4 0,1-23-1 0,-24-24 1 0,-47 0-1 0,-25-11 0 0,36-38 1 0,36-23-2 0,48-11 1 0,46-14 0 0,3 2 0 0,-51 24 0 0,-10 23-3 0,-23 24-37 0,-1 24-14 0</inkml:trace>
  <inkml:trace contextRef="#ctx0" brushRef="#br0">21364 4108 15 0,'0'0'5'0,"0"-13"13"0,11 13-2 0,13 37-4 0,12 22-3 0,12-11-4 0,-13 0-3 0,-48-25 0 0,-21-12 0 0,-14-22-1 0,24-25 1 0,24-11 2 0,36-14 3 0,24 3-4 0,11 11-2 0,0 22-11 0,1 25-45 0,-61 0 20 0</inkml:trace>
  <inkml:trace contextRef="#ctx0" brushRef="#br0">21888 4072 21 0,'-12'0'5'0,"12"0"5"0,12 12 2 0,-24 24-3 0,12-1-3 0,0 1-2 0,35-11-3 0,1-14 1 0,-12-11-1 0,0-36 1 0,-12-12-2 0,-24 0 1 0,-12-11-1 0,0 24 0 0,-1 24 1 0,-9 11-1 0,-14 34 0 0,0 26 1 0,48-12 0 0,48-25 1 0,23-23-1 0,13-35-1 0,-1-1 0 0,-11 24 3 0,-25 35 1 0,-11 37-3 0,-12 12-1 0,-12-37 1 0,-12-35 2 0,0-71 3 0,-12-25 2 0,24 2-4 0,11 70-3 0,25 12-6 0,-12 24-28 0,-12 12-11 0,-24-14 22 0</inkml:trace>
  <inkml:trace contextRef="#ctx0" brushRef="#br0">21066 4773 13 0,'-13'0'2'0,"-117"25"6"0,70-25 8 0,60-35 0 0,97-1-5 0,103-23 1 0,75 11-4 0,10 12-3 0,-34-1-2 0,-61-9-1 0,-59 21-2 0,-59 2 1 0,-36 12 0 0,-36 11-6 0,-36-13-12 0,-48 26-5 0,-59 21-26 0</inkml:trace>
  <inkml:trace contextRef="#ctx0" brushRef="#br0">21124 4823 12 0,'-141'11'9'0,"45"1"0"0,84-1 9 0,60-34-5 0,82-13 0 0,97-10-5 0,47 9-3 0,12 1-3 0,-72 12 1 0,-58 12 2 0,-74 0 1 0,-46 1 1 0,-24-12-1 0,-24-2-4 0,-12 13-6 0,-47 36-77 0,59-11 51 0</inkml:trace>
  <inkml:trace contextRef="#ctx0" brushRef="#br0">20636 10835 5 0,'25'-24'11'0,"-14"0"1"0,-11 12 3 0,0-12-2 0,13 24-6 0,-13-12-2 0,12 12 2 0,-12 12-1 0,0 12 1 0,-25 12-2 0,14 12-3 0,11 12 0 0,0 22 0 0,-25 49 0 0,2 12 1 0,-24 24 1 0,-1 22-2 0,-11 39 0 0,11-2 0 0,0-36 2 0,1 1-3 0,-1-25 0 0,12-24 0 0,1-33 0 0,-1-50 0 0,12-35 1 0,-1-36 1 0,2-47-2 0,12-12 0 0,-12 0 1 0,-2-13-2 0,25 0 1 0,0 36-2 0,12 25 1 0,12 23 0 0,-24 34 0 0,-11 39-1 0,-14 22 1 0,13 0-1 0,0-11 1 0,24-37 0 0,0-10-1 0,24-14 3 0,10-46-2 0,27-14 1 0,-3-10-1 0,2-13 1 0,-12 12-2 0,-24 14 2 0,-12 9-1 0,-24 25 0 0,0 0 0 0,-13 12-5 0,-34 35-81 0,35-47 51 0</inkml:trace>
  <inkml:trace contextRef="#ctx0" brushRef="#br0">20530 8453 12 0,'0'0'2'0,"-37"-23"4"0,37 11 6 0,25 12 5 0,-1 0-2 0,12 12-9 0,22-1 0 0,27 1 0 0,9 0 1 0,38 1 0 0,23-13-1 0,-25-13-3 0,25 1-2 0,-24 0 2 0,-12 1-2 0,0-25 0 0,-23-1 0 0,-13 3 0 0,-11-14-2 0,-14 0 1 0,-9 2 2 0,-26-4-1 0,-23 3-1 0,-23 0 1 0,-26-25-1 0,3 25 1 0,-14 0-1 0,-11-3 1 0,-13 16-1 0,-23-26 1 0,0 24-1 0,-12 1 0 0,12 24 1 0,11 11 0 0,-12 11 1 0,14 1-3 0,-12 36 2 0,-3-14-2 0,26 16 3 0,0-4-3 0,11 2 1 0,37 11-2 0,11 14 6 0,12-2-5 0,0 13 2 0,24-13-2 0,12 0-1 0,23-12 1 0,12-11 1 0,1-13 1 0,23-11-1 0,1-12 0 0,23-1 1 0,36-11-1 0,0-11-1 0,-24 11 1 0,-35 0 0 0,-38 0 0 0,-33 0 1 0,-1 0-1 0,-12 0 0 0,0 0-1 0,11 11 0 0,2-11-2 0,10 13-5 0,1-13-17 0,-11 0-24 0,-2 0 19 0</inkml:trace>
  <inkml:trace contextRef="#ctx0" brushRef="#br0">23566 8346 5 0,'-11'-12'3'0,"-14"-11"9"0,25 23-3 0,0 0-2 0,0 12 2 0,25 11-3 0,22 13-1 0,24 0 0 0,49-13 1 0,23-34-1 0,0-1-3 0,-12 1-1 0,-24-39 1 0,-25 4-1 0,-33-13 0 0,-13-12-1 0,-25-2 1 0,-22-9 0 0,-2 9 0 0,-34 2 0 0,-24 10 0 0,-37 3 0 0,1 11-1 0,0 22 1 0,-13 25-1 0,2 0 0 0,23 12 0 0,11 24 1 0,0 12-1 0,12 23 1 0,14 13-1 0,22-13-1 0,12 24 1 0,24-11 0 0,24-13-1 0,36 0 3 0,23-23-2 0,24-12 1 0,11-13-1 0,2-11 1 0,23 0 0 0,-12-12-1 0,-12-12 0 0,-11 0 0 0,-37-35 0 0,-35-1 2 0,-25-23-3 0,2-2 2 0,-2-9-1 0,-11 22 0 0,12 1 1 0,-24 0-1 0,-12-1 1 0,-23 12-1 0,-24 14 0 0,-13-3 1 0,1 24-1 0,-13 2 1 0,1 11-1 0,11 0 1 0,37 0-3 0,0 0 3 0,23 11-1 0,0 2 0 0,12-13 0 0,0 12 0 0,12 0 0 0,-13-12 0 0,13 13 0 0,0-13 0 0,13 0 0 0,-13-13 0 0,0 13 0 0,12 0 0 0,-12 0 0 0,0 13 0 0,0-13-5 0,-36 11-38 0,24-1 3 0</inkml:trace>
  <inkml:trace contextRef="#ctx0" brushRef="#br0">20708 6596 2 0,'-11'-12'6'0,"-1"1"2"0,12-2-2 0,0 13 4 0,23 36-5 0,48-12 5 0,37 13-2 0,47-16-3 0,24-21-1 0,11-10-3 0,1-1 3 0,-25-26-3 0,-23 1 1 0,-47-23 0 0,-25-37 1 0,-35 1-1 0,-49 12 0 0,-34 11-1 0,-24-23 0 0,-24 0 0 0,-37 22 0 0,2 27-1 0,-25 34 0 0,0-1 1 0,-12 38 0 0,-22 21-1 0,44 27-1 0,15 22 1 0,35 13-1 0,47-13 2 0,24-1-2 0,36 14 1 0,36-24-2 0,35-13 3 0,48-12 0 0,48-23 0 0,35-24 0 0,0-12 0 0,-23-36 0 0,-1-1 2 0,-48-9-3 0,-45-13 1 0,-38-1 2 0,-36-24-3 0,-23 13 1 0,-23 0 1 0,-26 10-1 0,3 2-1 0,-15 0 1 0,-9 11-1 0,-14 1 1 0,25 34-2 0,11 13 2 0,13 0-2 0,-1 0 2 0,12 0-2 0,12-11 2 0,12 11-1 0,0 0 0 0,-13-12 0 0,13 12-1 0,0 0 2 0,0 0-2 0,0 0 2 0,-11 12-1 0,11-1 0 0,0-11-1 0,-12 0 1 0,12 0 0 0,0 0 1 0,-13 0-1 0,13 0 0 0,-10 0-1 0,10 0 2 0,-12 0-1 0,12 0 0 0,0 0 0 0,-12 13 0 0,-12-1-5 0,-12 11-41 0,36-11 11 0</inkml:trace>
  <inkml:trace contextRef="#ctx0" brushRef="#br0">23138 6607 14 0,'-25'-47'4'0,"2"35"4"0,35 12-4 0,48 25 6 0,35-2 4 0,60 13-7 0,47 10-4 0,36 4-2 0,0-39 1 0,-11-47-1 0,-60-23 1 0,-48-25 1 0,-48-35-1 0,-71-12 1 0,-107-12-1 0,-61-11-1 0,-21 23 2 0,-3 47-3 0,3 49-1 0,-26 35 2 0,-23 59 0 0,24 48 0 0,47 48-1 0,48 37-1 0,70-16 1 0,62-32-1 0,81-49 0 0,85-35 0 0,95-36 3 0,37-24-1 0,-2-24 1 0,-35-24-1 0,-71-23-1 0,-49-36 3 0,-82-37 2 0,-84 39-4 0,-95-4 0 0,-96-10 0 0,-47 0 2 0,-13 12-4 0,27 59 1 0,9 37 1 0,24 46 0 0,25 25 0 0,47 48-1 0,58 47 1 0,39-13-3 0,22 13 1 0,71-13 0 0,48-34-1 0,59-14-1 0,61-34 2 0,11-12-1 0,-11-35 1 0,-37-38 4 0,-11-71-2 0,-24-70-2 0,-72 47 2 0,-71 83-11 0,-24 36-63 0</inkml:trace>
  <inkml:trace contextRef="#ctx0" brushRef="#br0">19554 14109 21 0,'11'-24'9'0,"25"0"9"0,12 1 6 0,-12-1-5 0,-1 0-7 0,-24 1-3 0,2-2-4 0,-13-10-1 0,-13 24 0 0,-23 11-3 0,-34 0 1 0,-26 21-1 0,1 16 0 0,36 23 0 0,11-13-2 0,35 14 0 0,13-15 1 0,36 2 0 0,25 13 1 0,34-3-2 0,-13 26 1 0,-57 11 0 0,-37-35 0 0,-60-26 5 0,-23-9 1 0,-25-50 0 0,38 2-1 0,34-1-2 0,35 24-1 0,13 0-2 0,0 0-1 0,25 0-19 0,47 0-55 0,-37 0 24 0</inkml:trace>
  <inkml:trace contextRef="#ctx0" brushRef="#br0">20400 14097 42 0,'11'-12'3'0,"1"-12"19"0,12 12 5 0,-12-11-9 0,-1 11-11 0,12-12-4 0,2 12 1 0,-13-12-1 0,-24 12 1 0,-13 0-2 0,-34-1 1 0,0 26-2 0,-12 11 1 0,11 23-2 0,13 1 1 0,11 0-1 0,23 11 0 0,38 1 0 0,46 1 0 0,36 10-1 0,-11 11 1 0,-50-22 0 0,-69-13 0 0,-72-10 5 0,-48-26 2 0,23-22-2 0,63 11-3 0,20-13-1 0,37 13 0 0,24 0-13 0,23 0-39 0,12 0-40 0</inkml:trace>
  <inkml:trace contextRef="#ctx0" brushRef="#br0">20911 13967 55 0,'0'-37'15'0,"12"24"13"0,-12 26-9 0,-24 71-10 0,12 35-3 0,-12 25 0 0,1-2-1 0,11-47 0 0,12-24-2 0,0-23-1 0,12-12 0 0,23-26 0 0,25-10 0 0,22-21-2 0,-9 8 1 0,-14-24-1 0,1 14-6 0,-13-1-21 0,-23-11-49 0,-12 23 33 0</inkml:trace>
  <inkml:trace contextRef="#ctx0" brushRef="#br0">20960 14323 29 0,'-25'-12'13'0,"-11"-1"16"0,84 3 5 0,58 10-19 0,1 0-12 0,-11 0-12 0,-72 0-59 0,-24-11 28 0</inkml:trace>
  <inkml:trace contextRef="#ctx0" brushRef="#br0">20960 14133 31 0,'0'0'0'0,"-25"-36"26"0,96 0 3 0,37 1-3 0,-1 10-17 0,-36 14-6 0,-35 11-2 0,-36-12-43 0,0 24-31 0</inkml:trace>
  <inkml:trace contextRef="#ctx0" brushRef="#br0">21852 13680 33 0,'-84'-47'9'0,"-82"-50"8"0,-25 26-2 0,-60 24-5 0,-81 23-4 0,-26 13 0 0,0 46-3 0,-34 12 0 0,-1 37 4 0,12 47-4 0,24 24-2 0,70 48-3 0,98-1 2 0,105 24 0 0,96-23 0 0,95-13-1 0,108-35 4 0,105-25 1 0,74-22 0 0,47-49-1 0,11-34 0 0,12-38-1 0,-35-45-2 0,-24-26 1 0,-60-24 0 0,-47-10 1 0,-95-26-1 0,-84-70 4 0,-72-35 1 0,-70 34 1 0,-61 49-3 0,-60-2-2 0,-93-11 0 0,-84 49-2 0,-97 82-14 0,-117 121-56 0,321-27 0 0</inkml:trace>
  <inkml:trace contextRef="#ctx0" brushRef="#br0">19470 15038 49 0,'12'-36'19'0,"35"-24"23"0,-34 25 3 0,-13 35-23 0,-13 82-12 0,-34 86-5 0,-13 70-2 0,1-60 2 0,-12-47 1 0,-1-35-2 0,13-61-3 0,35-58 2 0,12-72-3 0,12 47 1 0,0 59-1 0,0 85 3 0,0 0-2 0,46-49 1 0,51-60 3 0,10-58-2 0,-36 24-4 0,-59 23 1 0,25 24-41 0,22 0-122 0</inkml:trace>
  <inkml:trace contextRef="#ctx0" brushRef="#br0">17636 16538 12 0,'-12'-25'7'0,"12"2"5"0,0 12 16 0,12 22 3 0,0 49-1 0,12 58-14 0,-12 14-8 0,0-38-4 0,0-23 0 0,-12-34-2 0,0-24 3 0,0-38 1 0,-12-46-1 0,12-13-1 0,0-12 1 0,0-9-9 0,25-3 8 0,9 24-1 0,2 25-1 0,-13 23 1 0,14 24-2 0,-13 85 0 0,-1 45-1 0,0 24 1 0,2-46 3 0,-1-48-4 0,-1-25 3 0,-11-58 1 0,0-49 0 0,12-11-10 0,1 24 11 0,9 0-5 0,2 11 4 0,0 36-5 0,12 48-1 0,-24 83 1 0,-12 24 2 0,11-36 5 0,-11-24-7 0,-1-47 1 0,2-24 2 0,-1-35 2 0,-24 12-6 0,-1 10-38 0,26 13-127 0</inkml:trace>
  <inkml:trace contextRef="#ctx0" brushRef="#br0">18875 16442 81 0,'0'0'0'0,"36"-47"24"0,-12 10 18 0,-24 26-20 0,-24-1-14 0,-36 35-7 0,-11 27-1 0,11-4 1 0,23 26-2 0,26 23 1 0,47-11 5 0,12 0-6 0,-1-13-1 0,-35-24 2 0,-83-23 3 0,-13-24 2 0,25-12-2 0,35 12-4 0,36 0-36 0,36-12-78 0,-36 12 90 0</inkml:trace>
  <inkml:trace contextRef="#ctx0" brushRef="#br0">19196 16454 41 0,'0'-12'14'0,"11"-35"45"0,-11 35-15 0,0 37-23 0,-11 69-9 0,-1 38-6 0,-1-14 2 0,38-23-5 0,-14-35 0 0,25-24-1 0,1-14 0 0,10-22 1 0,25-22-1 0,-25-14-1 0,13-11-10 0,-24-13-32 0,-13 24-67 0,-23 24 57 0</inkml:trace>
  <inkml:trace contextRef="#ctx0" brushRef="#br0">19232 16705 57 0,'0'0'0'0,"-61"-24"48"0,74 0-18 0,83 1-13 0,35-2-11 0,-36 0-9 0,-72 15-56 0,-46-2-30 0</inkml:trace>
  <inkml:trace contextRef="#ctx0" brushRef="#br0">19268 16502 27 0,'0'-12'12'0,"-36"-12"34"0,47 0 5 0,73-10-26 0,23-3-16 0,-35 24-6 0,-1-10-22 0,-35 23-108 0</inkml:trace>
  <inkml:trace contextRef="#ctx0" brushRef="#br0">20339 16408 176 0,'-48'-37'8'0,"-35"-34"-8"0,48 24-1 0,-96-13-1 0,-95-12 4 0,-95 24-3 0,-61 2-1 0,-23 33-5 0,-12 13 4 0,-23 59 1 0,-1 61 0 0,47 45 2 0,62 61-3 0,129 2 4 0,108 34-8 0,83-24-2 0,84-49 3 0,46-68 5 0,134-3-8 0,93-47 4 0,83-34 4 0,36-26 4 0,-11-22 4 0,-1-26 5 0,-35-22 4 0,-48-12 2 0,35-72-13 0,-177 12 6 0,-96-12 10 0,-95-24-11 0,-72-59-5 0,-83 0 1 0,-95 47-4 0,-96 48-3 0,-131 36-13 0,-94 48-61 0,237 35-60 0</inkml:trace>
  <inkml:trace contextRef="#ctx0" brushRef="#br0">16969 17074 10 0,'0'-12'8'0,"0"12"17"0,0-13 4 0,-11 2-3 0,-13-1-11 0,12 12-3 0,-24 0-5 0,-23 12-1 0,-25-1-1 0,-11 2 0 0,-48 11-1 0,-24-1-1 0,-11 1 1 0,-25 13 0 0,12-26 1 0,1 1 0 0,12-1-1 0,11-11-1 0,12 12-1 0,36 0 0 0,36-12 0 0,11 0-1 0,36 0-3 0,13 0 2 0,23 0-2 0,0 0-55 0,11 0-50 0</inkml:trace>
  <inkml:trace contextRef="#ctx0" brushRef="#br0">15255 16965 20 0,'0'0'0'0,"0"-34"23"0,-13 22 10 0,2 0 5 0,-1 24-20 0,-12 24-4 0,-12-1-3 0,-11 1 0 0,-13 12-2 0,-11 11-2 0,-13 1-4 0,14-25 1 0,9-11-1 0,13-12 0 0,25-12 1 0,-1 0 0 0,12 0-4 0,12 11 3 0,12 14-4 0,60 11 3 0,-1-13-1 0,1 37 1 0,-25-24-5 0,-11-1 2 0,0-24 1 0,-24-11 6 0,-12 0-8 0,0 0-7 0,-12 13-173 0</inkml:trace>
  <inkml:trace contextRef="#ctx0" brushRef="#br0">12205 17145 3 0,'0'-25'3'0,"-11"-21"5"0,22 10 12 0,2 24 6 0,-13 24 2 0,12 59-10 0,12 24-9 0,-12 1-3 0,0-13 0 0,-12-36-3 0,0-34 0 0,0-26 4 0,-12-46-2 0,12-12 0 0,12-13-2 0,12 1-1 0,-1 24 1 0,0 23-1 0,13 47-2 0,12 49 2 0,-12 12-2 0,-13 11 0 0,-10-35 0 0,-13-24 0 0,0-14 5 0,0-81-2 0,12-23 2 0,24 22-2 0,-1 12 0 0,13 13-2 0,-12 47-1 0,-1 36-1 0,-12 23 0 0,-10-11 0 0,10 0-2 0,2-25 4 0,21-23-1 0,-10-23 2 0,13-13-1 0,-2-1 1 0,-23-9-1 0,1-13 1 0,-2 22-1 0,-12 14 3 0,2 23-6 0,-13 35 3 0,0 24-5 0,12 1 4 0,11-12-3 0,1-1 5 0,24-58-1 0,11-37 1 0,-11 0-2 0,-12 13 3 0,-12-12-1 0,-13 22 0 0,2 25-3 0,10 36 1 0,-12 12 0 0,2-13 0 0,-13-24 2 0,0-45 2 0,48-37-1 0,11 11-1 0,-23 70-2 0,10 40 0 0,-21-27-1 0,-14 1-3 0,-11-37-25 0,-23-34-63 0,-24-24 19 0</inkml:trace>
  <inkml:trace contextRef="#ctx0" brushRef="#br0">13396 16597 48 0,'-23'-13'18'0,"23"13"14"0,12-10-26 0,-1 10-97 0</inkml:trace>
  <inkml:trace contextRef="#ctx0" brushRef="#br0">13659 16358 114 0,'-48'-58'22'0,"-35"11"-28"0,-49 22 1 0,-93 25 6 0,-110 84 10 0,-10 58-4 0,-11 85-9 0,45 11 2 0,98 24-7 0,117-24-2 0,120-72 14 0,84-11-13 0,118-36 5 0,95-71 2 0,48-36 5 0,1-36 4 0,-25-71 9 0,-46-49-1 0,21-129-8 0,-141-61 8 0,-133 85-2 0,-80 46-6 0,-98 25-2 0,-94 35-1 0,-59 70-4 0,-61 63-5 0,-35 93-60 0,190-1-72 0</inkml:trace>
  <inkml:trace contextRef="#ctx0" brushRef="#br0">4096 14109 48 0,'0'-37'6'0,"0"-34"22"0,13 24 7 0,-1 0-6 0,-12 36-10 0,0 45-11 0,0 37-1 0,11 37-2 0,25-24-1 0,12-25-2 0,11-23 1 0,13-47 1 0,-1-62-1 0,-23-22-1 0,-12 12-1 0,-12 24 0 0,-13 34 0 0,-11 25-1 0,13 84 2 0,-2 70-1 0,-35 48 1 0,-11-23 2 0,-26-71 7 0,-21-61 0 0,-2-59-4 0,14-34-7 0,33 9 1 0,25 24-23 0,72 2-85 0,-24-1 27 0</inkml:trace>
  <inkml:trace contextRef="#ctx0" brushRef="#br0">5014 14227 88 0,'-24'-47'45'0,"24"35"-2"0,36-11-27 0,48 23-12 0,22 0-2 0,1 0-27 0,-48 11-60 0,-46-11 25 0</inkml:trace>
  <inkml:trace contextRef="#ctx0" brushRef="#br0">5049 14371 53 0,'-23'0'16'0,"-13"0"33"0,24-12-6 0,60-12-32 0,59 0-8 0,48 11-13 0,-1 13-55 0,-46-10-14 0</inkml:trace>
  <inkml:trace contextRef="#ctx0" brushRef="#br0">5716 14085 62 0,'0'0'0'0,"0"-24"60"0,11 48-15 0,-11 47-24 0,13 13-14 0,-13-26-5 0,12 26-10 0,-12-24-45 0,36-36-1 0,10-71-18 0</inkml:trace>
  <inkml:trace contextRef="#ctx0" brushRef="#br0">5954 14288 25 0,'36'-36'50'0,"-24"24"1"0,-12 60-18 0,0 35-24 0,36-47-1 0,59-61 1 0,-23-46 1 0,-62-13-1 0,-44 2-5 0,-50 59-6 0,25 46-68 0,47 0-31 0</inkml:trace>
  <inkml:trace contextRef="#ctx0" brushRef="#br0">6621 13799 72 0,'0'-24'4'0,"-35"-118"20"0,-108 45-3 0,-119 63-4 0,-107 22-9 0,-61 48 0 0,2 35 2 0,-24 36-5 0,46 48-3 0,61 24-3 0,94 23 2 0,144 24-3 0,120-34 1 0,106-3 1 0,155-22 2 0,119-37 5 0,119-22-1 0,24-61-6 0,-24-35-4 0,-95-35 3 0,-108-73 1 0,-106-58 3 0,-73-144 7 0,-81-35-4 0,-85 59 0 0,-24 155-3 0,-321-204 6 0,-60 158-6 0,-94 93-3 0,-96 133-23 0,-24 92-150 0</inkml:trace>
  <inkml:trace contextRef="#ctx0" brushRef="#br0">20387 5619 30 0,'-12'0'5'0,"-36"-59"-1"0,37 0-3 0,-1 22 13 0,-24 14 11 0,23 23-8 0,13 0-13 0,25 23 5 0,70 27 1 0,60 8-5 0,71-11 1 0,35-10 1 0,27-37 3 0,9-37-3 0,-11 3-2 0,-24-26-4 0,-60-1 2 0,-72-33-2 0,-93-13 2 0,-61-12 1 0,-83-1-3 0,-48 1 3 0,-13 12-2 0,-9 24 0 0,-27 23-2 0,-33 25 1 0,-37 35 0 0,-12 23 0 0,24 25-1 0,12 34 2 0,36 39-3 0,71 21 1 0,95 13-1 0,84 13 0 0,59-26 1 0,72-11-1 0,58-36 0 0,74-48 1 0,33-10 2 0,15-37-1 0,-50-37 1 0,-58-22 0 0,-73-37-3 0,-70-34 5 0,-49-50-2 0,-47 15 0 0,-36 33-1 0,-11 37-1 0,-36 1 2 0,-48 23-1 0,-48-2 1 0,-35 37-2 0,-1 13 1 0,13 11 0 0,23 35-1 0,-11 37-1 0,58 22-42 0,60-9-87 0</inkml:trace>
  <inkml:trace contextRef="#ctx0" brushRef="#br0">22352 4928 38 0,'-24'-23'9'0,"-24"0"7"0,37 11 12 0,-1-1-2 0,-1 2-4 0,13-1-6 0,-11-24-4 0,22 1-5 0,14-13-4 0,22 12-2 0,1-12 0 0,-2-11 2 0,3-12-1 0,23-1 0 0,22 35 0 0,26 3-3 0,23 22 0 0,35 12-3 0,-23 59 6 0,-25 25-3 0,-10-1 2 0,-25-24 0 0,-35-22 0 0,-47-26 2 0,-13-22 2 0,0-2-9 0,0-22-18 0,-37-38 5 0,-46 2 14 0,0 0 4 0,23 37 5 0,48 21 4 0,12 13-7 0,60 13 0 0,10 45 1 0,-34 14-3 0,0-37 0 0,-24 1 1 0,0-24 0 0,0 1 2 0,0-74-1 0,-12-22-1 0,0 47 0 0,0 48-2 0,-12 60 1 0,12-1-1 0,0 0-1 0,12-12 1 0,0-9 1 0,-36-29 1 0,-48-8 1 0,-46-26 2 0,0-8 0 0,57 8-4 0,37 13-12 0,24 34-144 0</inkml:trace>
  <inkml:trace contextRef="#ctx0" brushRef="#br0">21661 14122 54 0,'0'-13'9'0,"-24"-47"23"0,24 25 9 0,0 22-10 0,0 26-21 0,13 45-3 0,10 15-2 0,24-38 1 0,1-11 0 0,36-35 3 0,35-60-2 0,24-2-3 0,-24 25 3 0,-36-11-2 0,-35 24-1 0,-24-1-2 0,11 11-1 0,-12 14 0 0,2-1-14 0,-1 12-28 0,-37 60-50 0,-10-26 25 0</inkml:trace>
  <inkml:trace contextRef="#ctx0" brushRef="#br0">21613 14298 25 0,'0'0'3'0,"-23"-21"17"0,23 21 8 0,12 0-8 0,-1 34-10 0,2 37-3 0,-13 0-2 0,47-34-2 0,36-49 2 0,72-95-2 0,60 0 0 0,-37 11-1 0,-47 37 1 0,-59 22 0 0,-37 14 1 0,-24 12-2 0,2 11-1 0,-13 0-1 0,-13 23-18 0,-9 25-100 0</inkml:trace>
  <inkml:trace contextRef="#ctx0" brushRef="#br0">19935 16990 18 0,'0'0'0'0,"-12"-25"29"0,12 3 7 0,0 34 9 0,12 11-36 0,11 25-2 0,-11-12 0 0,12 11-2 0,-12-23 0 0,12 0-2 0,12-11 1 0,10-26 1 0,27-47 0 0,33-35-2 0,37-13 0 0,-35 26 1 0,-25 34-1 0,-47 12 0 0,0 13-2 0,-12-1 0 0,0 0-3 0,-1 12-2 0,-35 12-25 0,-23 60-55 0,-1-13 12 0</inkml:trace>
  <inkml:trace contextRef="#ctx0" brushRef="#br0">19708 17383 10 0,'0'0'4'0,"-23"0"5"0,11 0 23 0,34 13 22 0,27 10-43 0,-1 25-6 0,-13-1-1 0,-11 1-2 0,-1-13 7 0,26-35 0 0,34-23-13 0,36-61 12 0,47-47 1 0,25 0-2 0,-24 12-2 0,-48 36-1 0,-47 12 2 0,-13 23-1 0,-11 1 0 0,-24 34-2 0,-12 1-2 0,-1 24 1 0,-11-24-2 0,0 12-2 0,-11 25-50 0,-12 9-87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8455 6322 4 0,'-12'0'11'0,"12"0"2"0,-24-12 5 0,1 12-3 0,-1 0 3 0,-12 0-2 0,36 0-7 0,0 0-7 0,36 0 1 0,11 12-1 0,37 0 1 0,34-12 0 0,25 0 1 0,25-12-1 0,9 12-1 0,-21 0 0 0,-1 12-1 0,-49 1 1 0,-46-2-1 0,-36-11 1 0,-37 0 6 0,-33-24-7 0,-15 12 0 0,-45 0 1 0,-26-11-1 0,-47 12 0 0,-22 22 0 0,10 12 0 0,-11 1-1 0,47 0 0 0,35-1 1 0,73-23 0 0,24 0 0 0,46 0-1 0,60-11 0 0,85 11-1 0,-14-12 1 0,73 1 0 0,-37 11 0 0,-11-13-1 0,-49 13 1 0,-10 0 0 0,-61 0 1 0,-36 0 0 0,-23-12 1 0,-36 0-1 0,-58-1-1 0,-25-8 1 0,-24 8 0 0,-12 13 1 0,24 0-2 0,11 13 0 0,26-2 1 0,23-1-1 0,59-10 0 0,12 13 0 0,70-13 0 0,37 0 0 0,25 0 0 0,10 0 0 0,14-13-1 0,-26 13 1 0,-22-21 0 0,-36 8 0 0,-50 1 1 0,-9 12-1 0,-13 0-54 0,0 12-37 0</inkml:trace>
  <inkml:trace contextRef="#ctx0" brushRef="#br0">11075 6381 15 0,'0'0'0'0,"-107"0"15"0,22 0-5 0,15-11 10 0,33-12-5 0,26 23-8 0,47-13-4 0,59 13 6 0,239 0 6 0,-108 0-11 0,12 0-2 0,12 0-1 0,-59 0 1 0,-60 0 1 0,-85 0 2 0,-56 0-1 0,-74 0-2 0,-71 13 1 0,-48-13-3 0,-10 11 1 0,-14 1 0 0,37-12 1 0,47-12 1 0,60 12 1 0,70 0-3 0,50 0 1 0,69 0-2 0,60 0 1 0,38 0-2 0,22 0 2 0,-25 0-2 0,-33 0 2 0,-85 0-2 0,-71-11 4 0,-131 11 0 0,-96 0-2 0,-46 0 0 0,-25 11 2 0,60 1-2 0,83 12-1 0,95-12 0 0,96 0 2 0,119-24-2 0,83 12-1 0,24-12 1 0,-24 12 0 0,-60-13 0 0,-83 2-1 0,-95-1 3 0,-83 12 0 0,-85 0-2 0,-81 0 2 0,-1 12-3 0,12-12 3 0,83 11-2 0,82 2 1 0,74-13-2 0,94 0 2 0,84-13-2 0,58 2 1 0,-11 11 0 0,-35-12 0 0,-61 1-2 0,-93-14 4 0,-73 13-2 0,-71-1 2 0,-24 38-37 0,70 11-84 0</inkml:trace>
  <inkml:trace contextRef="#ctx0" brushRef="#br0">7360 4715 15 0,'0'-24'1'0,"-12"12"3"0,-1 12-1 0,-10 36 8 0,-26 22 8 0,-22 15 1 0,12-2-9 0,25-10-6 0,-3-27-3 0,37-10-1 0,0-11-8 0,37-26-41 0,-26 1 23 0</inkml:trace>
  <inkml:trace contextRef="#ctx0" brushRef="#br0">7181 4668 15 0,'-12'-13'7'0,"-24"-11"7"0,23 24-2 0,3 0-6 0,20 12 7 0,3 36 2 0,35 13-3 0,0-3-6 0,11 2-3 0,-12-13-1 0,-11-36-1 0,-36 2 0 0,12-1 3 0,-12-12 0 0,-12 0-2 0,12 0-15 0,0-12-77 0</inkml:trace>
  <inkml:trace contextRef="#ctx0" brushRef="#br0">7120 4810 37 0,'0'0'0'0,"0"-12"1"0,13-34 9 0,35 9-5 0,0 24-2 0,-48 13 2 0,-60 50 8 0,-47-16 3 0,-1-10-1 0,85-24-10 0,35-37-4 0,83 3 0 0,0 10-1 0,-11 0 1 0,-49 24 1 0,-35 0 10 0,-71 36-6 0,-48 35-4 0,0-12 2 0,71-34 1 0,48-13-3 0,72-24-1 0,35-24 0 0,11 13-1 0,-47 10 0 0,-58 26 1 0,-60 10 3 0,-49 25-2 0,13-14 0 0,59-21-1 0,48-1-1 0,46-24 1 0,51-24-1 0,-38 36-1 0,-72-11 2 0,-58 34 3 0,-60 13-1 0,-12-11 1 0,71-2-4 0,48-23 0 0,72 11 1 0,34-34-2 0,1 12 0 0,-58 11 1 0,-73 11 2 0,-48 12-1 0,-24 1-1 0,50-11-25 0,46 10-108 0</inkml:trace>
  <inkml:trace contextRef="#ctx0" brushRef="#br0">8455 4715 25 0,'-12'-24'7'0,"-35"-12"19"0,34 1-7 0,38-1-4 0,10 12-1 0,13 11-5 0,0 26-2 0,-2 24-2 0,3 9-2 0,-37 2 0 0,-12 24-1 0,-25-1 0 0,2-23 0 0,-26-2-1 0,3-33 1 0,10-1 0 0,24-24 0 0,12-35-2 0,24-13 1 0,36-11 0 0,-1 10-1 0,0 2 1 0,1 0-1 0,-13 11 1 0,13 1-1 0,-48 34 0 0,0 13 0 0,-24-11 0 0,0 11 1 0,-12 0-1 0,1 24 0 0,-13 23 0 0,12 1 0 0,-1-1-1 0,3 24 1 0,22-10 0 0,22-1 0 0,27-26-1 0,10-9 1 0,1-25 0 0,-11 0 1 0,-26-12-1 0,-12-1 2 0,-11-10-1 0,0-1 0 0,0 0-3 0,0 24-82 0,12 0 33 0</inkml:trace>
  <inkml:trace contextRef="#ctx0" brushRef="#br0">9539 4870 11 0,'-24'12'8'0,"-37"11"-3"0,39 0 3 0,-2 2 1 0,12-13-4 0,12 1 6 0,12-13 1 0,0-25 0 0,0 0-6 0,0-9-3 0,-2-3 1 0,3-10 2 0,-1 0-1 0,24-14-2 0,12 2 1 0,11 13-1 0,13 9-1 0,12 1 2 0,9 1-4 0,14 22 2 0,-10 38-1 0,-2 21 0 0,0 4 0 0,-22 21 1 0,9-24-1 0,61 24 1 0,-107-71-1 0,-36 12 1 0,0-24 0 0,-12-22 0 0,12-16-2 0,-13 3 1 0,-10 12-1 0,10-13 1 0,-10 23-1 0,23 2 0 0,0 23 0 0,12 0 0 0,24 60 0 0,11 11 0 0,-11 1-2 0,-24-26 2 0,-24-9 1 0,-24-13 2 0,-11-1-1 0,22-10-1 0,14-1-1 0,11 0-8 0,0 11-49 0,0 13-18 0</inkml:trace>
  <inkml:trace contextRef="#ctx0" brushRef="#br0">11146 4727 18 0,'-35'25'12'0,"35"-4"-6"0,12-8 2 0,-12-13 16 0,11-23-6 0,1-25-12 0,12-12-3 0,0 2-2 0,-12 8 2 0,0-8 4 0,0 22-1 0,1 12-1 0,-2 0-4 0,12 24 0 0,-23 24-1 0,0 48 0 0,0-1 1 0,0 0-1 0,23-23 0 0,2-12 0 0,11-24 0 0,-1-12 1 0,1-48 1 0,-12 0-1 0,12 2-2 0,-13-4 2 0,1 4-1 0,-24-2 0 0,0 24 1 0,0 12-1 0,0 12 0 0,0 36 0 0,12 47 0 0,-12 12-1 0,24 26 0 0,-11-3 1 0,10 1 0 0,-12-12 0 0,-11-24 2 0,0-11-1 0,-34-25 0 0,-3-11 1 0,-22-24-1 0,10-49 1 0,2-9 0 0,12-2-2 0,23-23 1 0,24-13-1 0,47 2 1 0,25-14-4 0,0 24 3 0,10 14 1 0,-34-3-1 0,-1 25 1 0,-36 12-1 0,13 13 1 0,-23-12 0 0,-13 10 0 0,12 1-3 0,34-13-90 0,-33 25 55 0</inkml:trace>
  <inkml:trace contextRef="#ctx0" brushRef="#br0">3847 14834 23 0,'-24'-11'5'0,"-12"-1"24"0,24-11 8 0,12 11-19 0,60-1-11 0,71 2-2 0,35 11-1 0,-11 0 0 0,-59 0-2 0,-84 0 3 0,-72 0 2 0,-59 0-5 0,-24 0 0 0,36-12-1 0,47 1 2 0,60 11-1 0,60-13-1 0,83 1 2 0,23 12 0 0,-36 0-3 0,-81 12 0 0,-85-12 1 0,-84 0 0 0,-46 0-3 0,-13 13 0 0,73-13 3 0,70 11-1 0,60 1 0 0,94-12 0 0,61 0 2 0,-24 0 0 0,-59 11-2 0,-74 2 1 0,-104-13-1 0,-85 12-2 0,-36-12 0 0,97 0 2 0,82 0 0 0,107 0 0 0,84-12 2 0,24 12 0 0,-72 0-1 0,-72 0-1 0,-47-13 0 0,0 2 1 0,0-1-3 0,0 12-70 0,0 0-6 0</inkml:trace>
  <inkml:trace contextRef="#ctx0" brushRef="#br0">2584 14788 13 0,'-23'0'13'0,"-13"0"14"0,12 0 1 0,11 0-9 0,50 0-8 0,58 0-3 0,36 0-4 0,-24 0-1 0,-83 12 0 0,-36-12 3 0,-95 0-2 0,-61 11-1 0,4-11 1 0,44 12-1 0,95-12-1 0,61 0-1 0,73-12-1 0,55 1-1 0,-32 11 2 0,-72 0-2 0,-60 0 3 0,-60 0 1 0,-72 11 0 0,-11 1-2 0,85-12 0 0,58 0-1 0,107 0 0 0,48 0-1 0,-48-12 1 0,-71 12 0 0,-61-11-6 0,-69 34-141 0</inkml:trace>
  <inkml:trace contextRef="#ctx0" brushRef="#br0">1775 15669 8 0,'0'0'4'0,"-24"0"2"0,12 0-3 0,-1 11-2 0,2-11-1 0,11 12 0 0,-12 0 0 0,-1 1 0 0,13-2-19 0</inkml:trace>
  <inkml:trace contextRef="#ctx0" brushRef="#br0">14433 5382 6 0,'0'0'1'0,"-12"-12"1"0,12 1 3 0,0-2 6 0,0 13 0 0,-12-24 7 0,12 11 3 0,0 13-13 0,0 25-3 0,24 11 3 0,0-1 1 0,-12 13-2 0,-12 24-2 0,-12 11-2 0,12-1-1 0,0 2 0 0,0 0 2 0,0-13-1 0,0-11 1 0,0-1-1 0,-12 1-1 0,12-13-1 0,12 1-1 0,0-25 1 0,-12 2-1 0,0-13 2 0,0 1-1 0,0-2-1 0,0-1 1 0,0 3-1 0,-12-13 2 0,12 0-1 0,0 0 0 0,0 0-1 0,0 0 2 0,0 0-1 0,12-13-1 0,12 13 0 0,-12 0 0 0,22-21-4 0,27 8-55 0,-26 1-28 0</inkml:trace>
  <inkml:trace contextRef="#ctx0" brushRef="#br0">14600 5382 23 0,'-25'-12'2'0,"25"1"-2"0,13-2-1 0,-13-11 3 0,-36 24 8 0,0 0 6 0,2 0 1 0,9 12-3 0,1 0-3 0,24 1-2 0,36 10 5 0,11-23-7 0,25 0-3 0,22 0-1 0,26 0-2 0,11-12 2 0,-1 1-1 0,38-14 1 0,11 13-2 0,23-1 0 0,0 2 1 0,-12-1-2 0,1 12 0 0,-12 0 1 0,-12-11 0 0,23 11-1 0,1 0 0 0,-13 11 1 0,-11 1-2 0,-24-24 1 0,0 12 0 0,0-11 1 0,-36 11-1 0,-59-12 0 0,-14 12 0 0,-21 0 1 0,-1 0-1 0,-12 12 0 0,0-12 0 0,0 23 0 0,0 13 0 0,0 12 0 0,11 23 0 0,-11 36-1 0,-11 36 1 0,11 24-1 0,11 0 4 0,14 11-2 0,-1-59-1 0,-12-47 1 0,-12-37 0 0,0-24 2 0,-25-69-10 0,-11-26-46 0,0 61-33 0</inkml:trace>
  <inkml:trace contextRef="#ctx0" brushRef="#br0">14516 6297 19 0,'-23'0'11'0,"-49"-10"-2"0,60 10 12 0,0 0 8 0,0 0-10 0,36-11-7 0,60 11-3 0,69-13-4 0,62 13-3 0,48 0 1 0,23 0-2 0,23 0 3 0,25 13-2 0,11-2-1 0,-12 12-1 0,-23-11-1 0,-24-12 1 0,-48 0 0 0,-48 0 2 0,-70 0-2 0,-85 0 0 0,-24-12 1 0,-69 12 0 0,-50-13-1 0,-71 13 0 0,-70 0 0 0,-49 0 1 0,-35 0-1 0,-14 25 0 0,-9-13 1 0,11 1-2 0,35-13 1 0,60 0 0 0,23 11 0 0,25 1 1 0,36-1-1 0,35 2 0 0,70-13 0 0,38 0 0 0,35 0 0 0,48 0 0 0,59-13 0 0,71 2 0 0,60-1 0 0,24 12 0 0,48-11 0 0,11 11 1 0,12 0 0 0,0 0-3 0,-36 0 3 0,-46 0-2 0,-84 11 1 0,-155-11 0 0,119-11 0 0,-49 11 1 0,-33 0-1 0,-38 0 1 0,13 0-1 0,0 0 0 0,-24 11 0 0,12-11 0 0,-24 0 1 0,23 0-1 0,0-11 0 0,2-2 0 0,-14 1 1 0,2-23 0 0,-13-37 0 0,12-22-1 0,0-14 1 0,0 1-2 0,-24-25 1 0,0-34 1 0,0 83-1 0,12 35 2 0,0 1-3 0,0-1 1 0,-13 12 0 0,13 12 1 0,13 11-2 0,-13 13 1 0,0 37-1 0,0 58 1 0,12 60-2 0,0 60 1 0,-12-37 2 0,-24 36-2 0,11-107 0 0,2-59 0 0,-1-48 4 0,12-61-1 0,0-92-2 0,12-62 0 0,-12 108 1 0,0 36 0 0,0-61-1 0,0 38 1 0,0 10-2 0,0 48 2 0,11 24-2 0,2 12-1 0,-13-11 1 0,0 11 1 0,12 0-1 0,0-12 1 0,0 1 0 0,10-2-1 0,-9 1 2 0,-13 0-1 0,0 12-1 0,-23 0 1 0,-25-13 0 0,-12 2 0 0,-35-1 0 0,-48 1 0 0,-25-1 0 0,-45 0 1 0,-37-1-1 0,-24 2 0 0,-1-12 0 0,-21 23 1 0,-14 0-1 0,11 0-2 0,27 11 3 0,33 1-2 0,49 12 2 0,11-12-1 0,24 11 0 0,47-23 0 0,61 0 0 0,36 0 0 0,58 12 0 0,72-12 0 0,36 11 0 0,59 2 0 0,35-1 0 0,38 0-1 0,35 12 2 0,23-12-1 0,0-1-1 0,13 1 1 0,-26 0 0 0,-33 1-1 0,-61-13 1 0,-47 11 0 0,-84-22 0 0,-73 11 1 0,-44-25 0 0,-74 13-1 0,-59 1 0 0,-59 11 0 0,-49-12 1 0,-58-12 0 0,-60 12-1 0,-12 12 0 0,36 0 1 0,59 0-2 0,36 12 1 0,22 1 0 0,28-13 0 0,68 0 1 0,72 0-1 0,37-13 0 0,-1 13-1 0,0 0 1 0,-1 0-1 0,2 13 1 0,12-13 0 0,-1-25 0 0,-12 13 1 0,12-12-2 0,-12 24 1 0,12-12 0 0,0 12 0 0,12 48-2 0,0 59 2 0,0 60-2 0,-12 47 3 0,12-23 0 0,0-49-1 0,0-71 1 0,0-71 1 0,0-34 1 0,-12-87-2 0,0-80-1 0,-24 10 0 0,36 60 1 0,13 36 0 0,10 12-1 0,-11 11 1 0,0 49-2 0,0 57 0 0,0 74 0 0,-12 71-1 0,0 70 2 0,-12-23 0 0,12-94 1 0,0-72-2 0,-12-47 4 0,0-97 0 0,-11-95-1 0,11-23-4 0,12 94 3 0,23 61-1 0,1 35-1 0,-12 58 0 0,0 75 1 0,-12 9 0 0,-12-46 0 0,0-49 1 0,0-24-1 0,-11-34 1 0,-2-36-2 0,14 36-4 0,11 10-25 0,0 26-94 0</inkml:trace>
  <inkml:trace contextRef="#ctx0" brushRef="#br0">1370 15788 18 0,'-25'-24'14'0,"-22"0"29"0,0 12 1 0,-2 12-26 0,38 0-8 0,35-11-7 0,83-2 0 0,12 13-2 0,-23 0 1 0,-73 0 1 0,-46 0 6 0,-73 0-6 0,-71 13-1 0,13-13 1 0,59 0 1 0,59 0 0 0,36-13-3 0,83 1 0 0,47 12-1 0,2 12 0 0,-37 1 0 0,-59-2 0 0,-36-11-1 0,-12 0 2 0,0 0 0 0,0 0-13 0,0 36-80 0,1-24 16 0</inkml:trace>
  <inkml:trace contextRef="#ctx0" brushRef="#br0">1834 15621 16 0,'0'-25'16'0,"0"-9"13"0,0-3 7 0,0 14-12 0,-12 35-15 0,-23 36-2 0,10 23 0 0,14 36-4 0,11-12 2 0,24 1-6 0,23-25 2 0,25-12-1 0,-1-47 3 0,-11-24-2 0,-14-47 2 0,-21 0-4 0,-14-25 4 0,-11-24-2 0,-36-22 2 0,-22 59 0 0,-14 35 1 0,13 36-4 0,-1 48-7 0,25 47-78 0,46-60 17 0</inkml:trace>
  <inkml:trace contextRef="#ctx0" brushRef="#br0">2465 15717 48 0,'-13'0'7'0,"3"-13"42"0,-1 26-23 0,11 21-17 0,0-34-2 0,11 13 1 0,-11-26 0 0,-36 62 1 0,24-14-4 0,24-23-2 0,24-59-1 0,-1-2-2 0,-35 26-14 0,-12 23-115 0,12 0 96 0</inkml:trace>
  <inkml:trace contextRef="#ctx0" brushRef="#br0">3025 15704 46 0,'0'0'0'0,"-36"-24"34"0,36 1 5 0,23-13-29 0,2 0-2 0,-1-11-1 0,-12 0-2 0,-24-25-1 0,-1 23-1 0,-10 2 0 0,-13 23 0 0,1 24-1 0,-1 0 0 0,-12 37-1 0,24 10-1 0,13 1 0 0,22 12 1 0,37-1-1 0,12 0 1 0,11 12-1 0,-35 13-1 0,-24-26 1 0,-60-8 1 0,-35-16 1 0,-1-34-2 0,36-23 0 0,25-25 2 0,23 1-1 0,59-24-2 0,37 23-1 0,-1 25-33 0,-13 23-96 0</inkml:trace>
  <inkml:trace contextRef="#ctx0" brushRef="#br0">3393 15478 42 0,'0'-12'4'0,"25"-59"42"0,-13 35-7 0,-12 72-26 0,-24 83 1 0,11 36-6 0,2-48-3 0,11-36-1 0,0-59-6 0,0 1-59 0,24-38-43 0</inkml:trace>
  <inkml:trace contextRef="#ctx0" brushRef="#br0">3871 15573 42 0,'0'0'6'0,"35"-35"32"0,-11 22-4 0,-1-10-23 0,-10-1-2 0,-1-13-4 0,-12-9-1 0,-36 10-1 0,-12 13-1 0,1 10-1 0,23 13-1 0,-12 36 1 0,24 24-1 0,24 23 1 0,61 24-1 0,-16 12 0 0,-21 25 0 0,-108-121 1 0,2-46 1 0,10-27 1 0,49-32-2 0,46 11-2 0,50-13-2 0,21 24-26 0,13 60-71 0,-108 0 74 0</inkml:trace>
  <inkml:trace contextRef="#ctx0" brushRef="#br0">4490 15550 39 0,'0'0'0'0,"0"-59"32"0,12 9 11 0,-24 4-25 0,-12 10-7 0,-1 13-2 0,-33 23-4 0,-2 0-1 0,12 23-2 0,37 13-2 0,11 23 1 0,47 1-1 0,1 35-1 0,-2 0-1 0,-56-23 1 0,-38-36 2 0,-12-36 3 0,12-61 2 0,37-10-3 0,70-13-3 0,37 26-6 0,11 22-56 0,-71 36-41 0</inkml:trace>
  <inkml:trace contextRef="#ctx0" brushRef="#br0">2227 14679 19 0,'0'-10'2'0,"12"-74"17"0,-12 48 14 0,-12 24-4 0,-1 83-12 0,2 97-4 0,0 22-8 0,11-23 0 0,-24-48 2 0,-12-83-1 0,11-59-1 0,-11-85-2 0,26 36-2 0,10 72-1 0,23 59 0 0,13 25-1 0,24-60 1 0,23-48 1 0,-24-23-1 0,-47 23-28 0,-12 24-83 0</inkml:trace>
  <inkml:trace contextRef="#ctx0" brushRef="#br0">3917 13787 33 0,'0'0'2'0,"-23"12"21"0,10 35 19 0,3-10-22 0,-1-13-6 0,11-48-4 0,0-60-5 0,11-47-2 0,24-47-2 0,-11 48 1 0,-24 34 2 0,-13 71 5 0,2 14-7 0,-14 82-2 0,25 1 0 0,-21-12 2 0,8-49 2 0,13-59-1 0,34-36-2 0,27 61 0 0,-13 23-1 0,-1 48 2 0,1-12-4 0,-37-13-42 0,-11 1-86 0</inkml:trace>
  <inkml:trace contextRef="#ctx0" brushRef="#br0">3108 12979 23 0,'-35'-13'14'0,"-13"13"21"0,24 0 2 0,24 13-22 0,47-26-3 0,49 1-5 0,11 12-3 0,-24-12-1 0,-24-1-2 0,-34 13-1 0,-13 0-32 0,-12 13-51 0</inkml:trace>
  <inkml:trace contextRef="#ctx0" brushRef="#br0">3300 12740 17 0,'0'-24'24'0,"0"24"14"0,-13 37-4 0,1 57-16 0,12 38-6 0,0-2-4 0,0-47 0 0,12-36-2 0,-12-22-3 0,0-25 0 0,0-25-1 0,0-9-6 0,0 9-33 0,13 13-83 0</inkml:trace>
  <inkml:trace contextRef="#ctx0" brushRef="#br0">3966 12835 22 0,'0'0'0'0,"0"-36"16"0,0-10 15 0,0 21-7 0,-13 13-3 0,-23 24-10 0,0 59-5 0,15 1-4 0,21-1 0 0,21-23-2 0,28-25 2 0,11-23 0 0,-13-34 2 0,-24-27-2 0,-23-22 0 0,-47-12-1 0,12 24-2 0,-13 46 1 0,12 50 1 0,2 46-18 0,-3 47-102 0</inkml:trace>
  <inkml:trace contextRef="#ctx0" brushRef="#br0">4371 12966 55 0,'0'0'0'0,"-24"-12"52"0,24 12-19 0,0 0-19 0,0 0-2 0,-12 0-6 0,24 12-4 0,-12-12-1 0,12 0-41 0,-12 13-80 0</inkml:trace>
  <inkml:trace contextRef="#ctx0" brushRef="#br0">4656 12728 44 0,'0'-12'5'0,"0"-24"22"0,0 48 15 0,0 95-24 0,-11 23-9 0,11-9-2 0,-12-50-2 0,-1-37-3 0,13-9-1 0,0-25-25 0,-11-12-106 0</inkml:trace>
  <inkml:trace contextRef="#ctx0" brushRef="#br0">4918 12764 28 0,'0'0'5'0,"0"-48"20"0,11 24 9 0,-11 12-14 0,0 12-8 0,13 12-2 0,-13 12-3 0,-13 24-1 0,13-13-2 0,-11 1-1 0,0 24 0 0,11-13-1 0,0 1-2 0,35-25 2 0,13-23-1 0,11 0 1 0,-11-47-1 0,-12 23 0 0,-25 0 0 0,-11 35-1 0,13 26 0 0,-13 34 0 0,0-24-1 0,-13 3-1 0,-34-4-1 0,35-21-35 0,12-25-82 0</inkml:trace>
  <inkml:trace contextRef="#ctx0" brushRef="#br0">5478 12811 38 0,'24'-24'23'0,"-12"11"27"0,-37 26-26 0,-22 47-13 0,12 35-6 0,35 0-3 0,46-35-1 0,15-23-2 0,-2-50 6 0,-35-35-3 0,-48 12 6 0,-35 12-3 0,-13 24-4 0,37 37-8 0,23 34-71 0,12-47 6 0</inkml:trace>
  <inkml:trace contextRef="#ctx0" brushRef="#br0">5870 12787 50 0,'0'-13'6'0,"13"-58"33"0,23 24 1 0,-13 35-30 0,25 37-5 0,-12 34-1 0,-13 24-2 0,-10 12 4 0,-62-22 2 0,-33-15-4 0,-2 2-1 0,49-36-2 0,57-11 1 0,86-2-1 0,35-11 0 0,-47 0-1 0,-49-11 1 0,-35-14 0 0,-37 25-26 0,-33 12-115 0</inkml:trace>
  <inkml:trace contextRef="#ctx0" brushRef="#br0">16207 5359 47 0,'-24'-50'27'0,"36"16"-12"0,36-14-2 0,-24-35-4 0,-12-49-1 0,-12-23 0 0,0 50 1 0,0 55-6 0,11 39-2 0,-11 59 1 0,-47 23 1 0,-1 13 2 0,25-50-3 0,-2-34 3 0,14-46-3 0,35-26-1 0,23 25 0 0,25 47-2 0,11 35 0 0,1 13 1 0,-38-24-5 0,-33-12-37 0,-49-24-49 0</inkml:trace>
  <inkml:trace contextRef="#ctx0" brushRef="#br0">16136 4371 30 0,'-12'-25'8'0,"24"-23"5"0,12-11 0 0,-24 23-4 0,0-1 0 0,-36 26-6 0,-13-1 2 0,-22 12 6 0,12 36-5 0,12 12-3 0,11 23 0 0,12 2 1 0,0 9-2 0,24-34 0 0,24-48 2 0,36-36-2 0,10-12-1 0,15 23-1 0,-27 38 3 0,-22 35 1 0,-23 12-2 0,-13-26-3 0,0 3-24 0,0-13-44 0,0-24 30 0</inkml:trace>
  <inkml:trace contextRef="#ctx0" brushRef="#br0">16671 4143 16 0,'0'-23'12'0,"0"-2"12"0,-70 25 12 0,-14 13-18 0,36 34-13 0,71 37-4 0,26-2-1 0,11 2 0 0,-37-24 1 0,-35-24 7 0,-59-24-2 0,-1-12-4 0,25 0-5 0,47 0-37 0,47-24-43 0</inkml:trace>
  <inkml:trace contextRef="#ctx0" brushRef="#br0">16862 4250 43 0,'0'0'0'0,"-12"-71"26"0,12 47-16 0,-23 35-2 0,-13 50 4 0,24 33-5 0,49-23-4 0,9-10-2 0,-22-25 3 0,-60-12 4 0,-23-13-5 0,11 1-19 0,36-12-60 0,12 0 49 0</inkml:trace>
  <inkml:trace contextRef="#ctx0" brushRef="#br0">17065 4274 48 0,'0'0'0'0,"-13"-71"32"0,26 71-20 0,10 24 0 0,-34 36-4 0,-1-13-3 0,12-23-4 0,0-11 0 0,0 33 2 0,35-21-3 0,1-2 1 0,-11-23-1 0,9-36 0 0,-9-22 1 0,-2 21 0 0,13 13 0 0,-12 12 1 0,-12 24-1 0,0 36 1 0,0 23-1 0,-12-11-13 0,22-13-52 0,3-23 12 0</inkml:trace>
  <inkml:trace contextRef="#ctx0" brushRef="#br0">17482 4382 34 0,'-13'-48'28'0,"37"24"-12"0,36 35-1 0,-12 60-3 0,-37 2-5 0,-22-14-2 0,-25-47-2 0,11-1 1 0,14-57 0 0,35-2-3 0,35 0 0 0,1 25-1 0,-24 33 0 0,-23 40 0 0,-13-3 0 0,-13-23 1 0,1-36 0 0,24-36 0 0,12-13 0 0,22 51-1 0,3 33 0 0,-1 48-1 0,-2-34 0 0,15-37 0 0,-14-48 0 0,-10-25 2 0,-26 39-1 0,1 58-1 0,12 95 1 0,35 48-1 0,-35-49 1 0,-24-81 1 0,-24-87 2 0,-23-55-1 0,11-16-1 0,24-44-2 0,60 117-2 0,35 60 2 0,-35 59 0 0,-60 13 1 0,-60-61 1 0,-11-11 0 0,60-35-9 0,70-25-24 0,60-25-5 0,-12-32 20 0,-36-62 20 0,-11 37 28 0,-12 80-3 0,0 100-19 0,-24 92-4 0,-12 24-4 0,-25-72 0 0,14-57 2 0,58-61-1 0,37-47-7 0,11 24-1 0,-47 70 4 0,-36 49 2 0,-12-12-22 0,0-49-51 0</inkml:trace>
  <inkml:trace contextRef="#ctx0" brushRef="#br0">18826 4179 59 0,'0'0'0'0,"13"-47"24"0,35 58-56 0,-48 12-7 0</inkml:trace>
  <inkml:trace contextRef="#ctx0" brushRef="#br0">18291 4227 73 0,'-25'0'2'0,"-9"-11"6"0,165 11-46 0,-72 0-4 0</inkml:trace>
  <inkml:trace contextRef="#ctx0" brushRef="#br0">19113 4310 80 0,'-12'0'8'0,"-24"36"6"0,36 10-12 0,24-33 1 0,-24-13-2 0,0-47 0 0,-24 10-4 0,24 37-1 0,84 0-20 0,23 0-5 0,-36-11 30 0,-71 35 38 0,-35 47-17 0,35-47-16 0,94-24-12 0,2-37-44 0,-83 27-6 0</inkml:trace>
  <inkml:trace contextRef="#ctx0" brushRef="#br0">21577 4547 26 0,'-11'-34'16'0,"-14"-14"8"0,25 25-7 0,13-2-6 0,10 25-3 0,13 48-3 0,-36 23 0 0,0 13-2 0,13 11 0 0,22-12-1 0,24-47 0 0,1-24 2 0,0-48-1 0,-24-35-1 0,-1-13-1 0,1 26-1 0,0-3 0 0,-12 14 1 0,-12 11 0 0,-2 25 1 0,-10-2-1 0,0 13-1 0,-10 36 0 0,-2 23 0 0,12 14 0 0,-12 45-1 0,0 37 1 0,0-1 1 0,12-11-2 0,-12-12 3 0,-12-36 1 0,-23-47 0 0,-25-36 3 0,12-72-2 0,24-70-3 0,36-13 0 0,25 12 0 0,58 36-1 0,36 11 0 0,-1 37 0 0,-33 23 0 0,-50 24-1 0,-23 0-9 0,-12 0-64 0,-12-12 14 0</inkml:trace>
  <inkml:trace contextRef="#ctx0" brushRef="#br0">21852 3774 56 0,'-84'-23'14'0,"49"46"1"0,11 61 4 0,-24 11-4 0,0-12-3 0,12-47-4 0,36-24 0 0,0-35-2 0,49-48-5 0,-14 10 0 0,-23 1 0 0,-1-11-1 0,-11 12 2 0,25 34 0 0,-1 2 0 0,-1 23 0 0,1 23 1 0,0 25-1 0,24 0 1 0,11 0-1 0,1 0 0 0,-12-37-1 0,-25 1 1 0,-23-1-19 0,-13 14-125 0</inkml:trace>
  <inkml:trace contextRef="#ctx0" brushRef="#br0">15779 7668 40 0,'-24'-12'14'0,"24"1"-10"0,59 11-4 0,1-13 1 0,-12 13-2 0,-2 13-39 0</inkml:trace>
  <inkml:trace contextRef="#ctx0" brushRef="#br0">15814 8430 42 0,'-12'0'11'0,"36"-12"-8"0,36-12-3 0,22 12 0 0,25 24-10 0,-94-12-18 0</inkml:trace>
  <inkml:trace contextRef="#ctx0" brushRef="#br0">15886 9156 51 0,'-12'13'1'0,"48"-2"-5"0,11 1-39 0</inkml:trace>
  <inkml:trace contextRef="#ctx0" brushRef="#br0">12302 14847 0 0,'-24'-13'16'0,"0"2"4"0,12-1-2 0,24 12-7 0,46 0-4 0,62 0-2 0,-12-11-1 0,-37 11-2 0,-59 11 3 0,-83-11-1 0,-84 12-2 0,0-1 0 0,48-11 1 0,71 13-1 0,36-13 0 0,60 0 1 0,35-13-2 0,-12 13 0 0,-23 0 0 0,-37 0 0 0,-11 0-1 0,0 13 0 0,12-13 1 0,-1 12-1 0,-23-12 1 0,-23 0 0 0,-72 0-1 0,-12 0 1 0,46 0 0 0,61 0-1 0,25 0 0 0,57 12 2 0,74-12 0 0,47 0 0 0,34 0 0 0,14 0-3 0,-48-12 2 0,-73 0 0 0,-45 12 0 0,-74 0 0 0,12 0-1 0,-23 0 0 0,0 0 0 0,12 0 1 0,-58 12-1 0,-63 0 0 0,-81-12 0 0,-60-12 2 0,12 12-2 0,35 0-1 0,60 0 1 0,36 12 0 0,60-12 0 0,23 0 0 0,36 0 0 0,35 0 0 0,72 0 1 0,72 0 0 0,95 0 1 0,35 0-3 0,-47 0 2 0,-49 0 0 0,-105 0 0 0,-72 0-1 0,-48 0 1 0,-24 0 0 0,-48-12-1 0,-107 12 0 0,-93-12 0 0,-73 12 0 0,11 0 0 0,71 0-1 0,97 0 1 0,83 0 0 0,71 0 0 0,83 0 0 0,382-13 2 0,-96 13-3 0,-59 13 1 0,-84-1 0 0,-96 0 1 0,-81 1-1 0,-37-26 1 0,-37 13-1 0,-22-24-10 0,0 36-110 0</inkml:trace>
  <inkml:trace contextRef="#ctx0" brushRef="#br0">14135 14466 31 0,'0'0'2'0,"12"-13"1"0,12 26 12 0,-1 24-1 0,13-3-4 0,35-22 4 0,25-12-5 0,12 0-5 0,-25-12-1 0,-25 1 0 0,-9-12 2 0,-13-27 0 0,11-21-3 0,-35-13 1 0,0 2-2 0,-24-1 1 0,-24-1 0 0,-11 2-1 0,-1 22-1 0,1 24 1 0,-26 24-1 0,-9-1 0 0,-13 13 0 0,0 25-1 0,11 21 1 0,23 4-1 0,27 32 1 0,22 14-1 0,12 23 0 0,46-1 2 0,15-22 0 0,23-25 1 0,-1-46 0 0,0-14-1 0,-47-11-12 0,-36 0-39 0,-12 0-18 0</inkml:trace>
  <inkml:trace contextRef="#ctx0" brushRef="#br0">11039 14942 0 0,'12'0'10'0,"-12"-12"12"0,0 0 0 0,-47 1-4 0,-2 11-5 0,26-12-4 0,35 12-4 0,83 0-3 0,36 0-1 0,-12 12-1 0,-47-1 1 0,-37-11 0 0,-46 12 3 0,-49-12-1 0,-47 0-2 0,0 0 1 0,0 0 0 0,47 12 0 0,35-12-1 0,61 13 0 0,84-13 0 0,35 0 0 0,-24 0-1 0,-36 11 1 0,-83-11-1 0,-37 0 4 0,-57-11-3 0,-61 11 0 0,-24-13 0 0,48 13-1 0,70 13 0 0,62-2 0 0,95 1 0 0,58-12 0 0,-23 11 0 0,-36-11 0 0,-59 0-1 0,-48 0 2 0,-72-11 1 0,-58 11-1 0,-38 0 0 0,50 11-1 0,70-11-1 0,35 13 3 0,85-13-3 0,60-24 1 0,11 12 1 0,-24 12-2 0,-48-11 0 0,-59 11 2 0,-73-13 0 0,-69 13-1 0,-24 0 1 0,59 0-2 0,82 0 1 0,96 0 0 0,25 13 1 0,-1-13-2 0,-47 0 2 0,-48-13-2 0,-36-11-4 0,-60 1-52 0,50 23-8 0</inkml:trace>
  <inkml:trace contextRef="#ctx0" brushRef="#br0">10039 15240 41 0,'0'-12'12'0,"-12"-1"17"0,-12 13 3 0,-1 0-12 0,-9 13-2 0,-2-1-4 0,24-12-2 0,72-12 1 0,59-1-11 0,-1 13-1 0,-46 13 1 0,-60-13 2 0,-48 0 0 0,-59 0-1 0,-24 0-1 0,12 0-1 0,12 12 1 0,59-12 1 0,36 0-2 0,95-12-2 0,48 12 1 0,-24 12 1 0,-72-12-1 0,-47 0 2 0,-94 0-1 0,-37 0 0 0,-12 0 0 0,35 0 1 0,85 0-2 0,82 0 1 0,96 0-4 0,0 12 4 0,-36 1-2 0,-72-2 2 0,-47-22 0 0,-59-2 0 0,12 1-12 0,-13 12-176 0</inkml:trace>
  <inkml:trace contextRef="#ctx0" brushRef="#br0">16671 13967 18 0,'-70'-13'14'0,"22"1"7"0,23 0 1 0,38 12-7 0,81-13-6 0,62 13-2 0,33 0-3 0,3 13-2 0,-73-13 1 0,-83-23 1 0,-60-13 1 0,-48 11-2 0,-23 14-1 0,24 11-1 0,11 48 0 0,35 47 0 0,25 95 1 0,0 1 2 0,-22-47 5 0,-38-86 3 0,-22-22-5 0,21-59-4 0,25-14-2 0,36 14-24 0,60-13-78 0,-48 36 62 0</inkml:trace>
  <inkml:trace contextRef="#ctx0" brushRef="#br0">17934 13633 65 0,'-13'-47'27'0,"2"94"-17"0,-72 132 14 0,-12 81-7 0,59-34-11 0,61-71-4 0,45-82-10 0,24-73-67 0,-33-36 14 0</inkml:trace>
  <inkml:trace contextRef="#ctx0" brushRef="#br0">18363 13907 62 0,'0'0'0'0,"-36"10"18"0,-25 99 4 0,-9-2-3 0,34 0-12 0,72-24-4 0,47-24-1 0,25-46 0 0,-1-60 0 0,-36-49 0 0,-59 0 0 0,-60-34-1 0,-36 34-1 0,13 62 1 0,-1 55-2 0,14 52 2 0,46 22 0 0,36-24 0 0,47 0-1 0,36-46-5 0,-12-25-74 0,-71-12 25 0</inkml:trace>
  <inkml:trace contextRef="#ctx0" brushRef="#br0">18613 13633 39 0,'13'-84'16'0,"33"50"6"0,26 92 3 0,-1 181-12 0,-35 94-1 0,-72-25-1 0,-59-116 7 0,-12-85-7 0,47-48-7 0,36-47-2 0,36-47-14 0,12-13-134 0</inkml:trace>
  <inkml:trace contextRef="#ctx0" brushRef="#br0">19673 14227 57 0,'-24'-11'15'0,"0"-12"24"0,0-2 13 0,24 13-23 0,12 12-22 0,60 0-2 0,59 0 0 0,11 0-1 0,-34-11-2 0,-49 11 0 0,-47-12 0 0,-12 12-5 0,0-11-23 0,-25 22-49 0,2 1-29 0</inkml:trace>
  <inkml:trace contextRef="#ctx0" brushRef="#br0">19661 14371 91 0,'-36'0'13'0,"-60"24"31"0,73-12-17 0,82-12-14 0,96-12-6 0,48-1-1 0,-60 13-1 0,-72-11 0 0,-71 11 2 0,-12 0-4 0,-12-12-2 0,12 12-11 0,-22 23-57 0,9-10-45 0</inkml:trace>
  <inkml:trace contextRef="#ctx0" brushRef="#br0">21185 13896 39 0,'0'0'0'0,"24"-50"20"0,11-21 7 0,13 12 11 0,-24 11-9 0,-24 25-13 0,-24 11-7 0,-36 47-3 0,-35 25-3 0,11 58-1 0,14 26-1 0,47 11-1 0,46-36 0 0,72-35 0 0,12-61 1 0,13-59 1 0,-2-47-1 0,-36-1 1 0,-46 61-2 0,-36 23 0 0,-11 59 0 0,11 14-1 0,47-27 2 0,26-21-1 0,-3-25 1 0,-10-37 0 0,-36-22 0 0,-24-25 1 0,-59 38-2 0,-2-4 1 0,14 39-1 0,0 22-1 0,-2 50 0 0,38 22 0 0,11-11 1 0,47-1 0 0,2-48 0 0,22-10 0 0,12-37 0 0,13-36 1 0,-25-11 0 0,-23-1-1 0,-14 60 0 0,38 36-1 0,0 60 0 0,-35 0-1 0,-62-50 3 0,-82-9 1 0,24-50-3 0,71-22-54 0,119-36-79 0</inkml:trace>
  <inkml:trace contextRef="#ctx0" brushRef="#br0">22507 13691 49 0,'12'-23'38'0,"-36"107"-15"0,0 106-12 0,24 1-9 0,11-60-1 0,-11-60-16 0,0-47-55 0,0-35 35 0</inkml:trace>
  <inkml:trace contextRef="#ctx0" brushRef="#br0">22328 14085 54 0,'-24'-24'17'0,"-36"12"26"0,96-11-30 0,130-13-11 0,73 13-30 0,-120 10-48 0</inkml:trace>
  <inkml:trace contextRef="#ctx0" brushRef="#br0">23732 13728 63 0,'0'-71'9'0,"37"23"9"0,-25 12 10 0,-36 24-14 0,-60 48-8 0,1 58-1 0,59 50-4 0,36 47-2 0,36 10 2 0,-35-33 3 0,-38-73 0 0,-46-48-1 0,-1-35-15 0,1-71-69 0,35-1 22 0</inkml:trace>
  <inkml:trace contextRef="#ctx0" brushRef="#br0">23245 14026 49 0,'0'-36'22'0,"83"0"2"0,47-1-14 0,51 16-19 0,-3-4-82 0</inkml:trace>
  <inkml:trace contextRef="#ctx0" brushRef="#br0">24162 13691 72 0,'0'0'10'0,"12"37"22"0,13 47-14 0,-14-50-7 0,1-34-4 0,47-94-3 0,13-1-2 0,-37 71-2 0,-35 82 0 0,0 50-1 0,47-36-1 0,-22-60-2 0,-1-49-11 0,-1-10-30 0,-23 35-26 0</inkml:trace>
  <inkml:trace contextRef="#ctx0" brushRef="#br0">21221 15085 86 0,'-155'-25'22'0,"-71"15"-7"0,118 10 0 0,144-24 4 0,249-24-14 0,252-12-1 0,177 37 2 0,37 23-10 0,-61 0-2 0,-94 0 5 0,-359-11 3 0,-237 11-6 0,-190-13-21 0,-180 13-42 0,84 36 11 0</inkml:trace>
  <inkml:trace contextRef="#ctx0" brushRef="#br0">20506 15323 91 0,'-179'0'22'0,"-70"36"-16"0,165-25-5 0,179-22 15 0,179-25-4 0,203-11-10 0,142 11-1 0,48 0 0 0,0 36 0 0,-60 0-1 0,-119 24-1 0,-154-24 6 0,-180 0 0 0,-142-24 9 0,-83 1-11 0,-36-1-4 0,11 11-22 0,-11 26-126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2107 5179 38 0,'-58'0'6'0,"46"0"-4"0,-48 12 10 0,48-12 11 0,0-12 3 0,36-13-11 0,48-21-8 0,47-2-3 0,71 24 0 0,60 12 2 0,96 0 1 0,34 1-1 0,37-1 2 0,0 1 0 0,-35-14-4 0,-85 13-2 0,-95 12 0 0,-118-13-1 0,-84 13 2 0,-36 0-4 0,-47 0-31 0,-48 13-61 0,95-1 53 0</inkml:trace>
  <inkml:trace contextRef="#ctx0" brushRef="#br0">1560 5430 75 0,'-107'-37'10'0,"71"37"-7"0,84 12-1 0,95-35 8 0,120-13 7 0,105-12-6 0,85 13-3 0,71-49 1 0,35 13-5 0,-36-13 4 0,-45 25-7 0,-97-1 1 0,-131 12 0 0,-155 14 5 0,-83 21-3 0,-48 1-12 0,-11 37-126 0</inkml:trace>
  <inkml:trace contextRef="#ctx0" brushRef="#br0">5800 7310 65 0,'-24'-35'7'0,"12"-1"3"0,12 24-7 0,0 12 9 0,0 48 9 0,36 46-7 0,-2 109-6 0,15 83-3 0,-13-13 1 0,-13-10 1 0,1-61 0 0,-11-60-2 0,-13-46 0 0,-13-37-1 0,1-34-2 0,-11 0 0 0,11-14 0 0,-12-22-1 0,12 11 0 0,12 0-1 0,12-13 1 0,12 13-1 0,47-24 0 0,60 0 0 0,35-12-1 0,61 24 0 0,34 0-1 0,38 1 2 0,-85 11-2 0,239 0-1 0,-108 11 2 0,-48 1 0 0,-46-12 0 0,-85 0 2 0,-34 0-1 0,-73 0-1 0,-23-12 1 0,-36 12 2 0,0-23-1 0,-12-13-2 0,24-23 3 0,0-62-2 0,12-80 1 0,-1-84 1 0,-23 46 1 0,12 26-3 0,12 45 3 0,-12 26-4 0,-12 58 2 0,0 36-2 0,-12 25 3 0,-24 11-3 0,-11 12 0 0,-1-12 1 0,0-1 1 0,-47 2 1 0,-25-1-3 0,-46 1 2 0,-24-14-3 0,-25 13 4 0,-11-1 0 0,-25 13-1 0,15 0-2 0,21 0 3 0,24 0-3 0,13 13 2 0,11-1-1 0,13-12 3 0,22 0-2 0,-11 12 0 0,12 12 0 0,11-1-1 0,26-10 1 0,22-1 1 0,37 11 1 0,23-11-1 0,0-12-1 0,0 11 0 0,0 2-1 0,12 11 1 0,0-24-1 0,0 13 1 0,12 10-5 0,35 48-81 0,-11-47-19 0</inkml:trace>
  <inkml:trace contextRef="#ctx0" brushRef="#br0">19101 10239 27 0,'-12'0'9'0,"12"-35"11"0,0 11 5 0,12 1 17 0,0-2-13 0,24 13-14 0,22-1-8 0,3 63-2 0,-15 21-1 0,-46 0-2 0,-22-24 2 0,-27 1-2 0,26-36 0 0,10-1 0 0,2-11-1 0,11-11-1 0,11-25 2 0,38-11-3 0,9-1 2 0,3-11-1 0,-14 0 1 0,-11 34 0 0,-24-10-1 0,-24 24-1 0,0-2 1 0,-12 37 2 0,-23 36 0 0,11 34-2 0,24-22 0 0,35-25 2 0,13-23 0 0,12-12 2 0,-12-24-3 0,-11 1-19 0,-14 22-73 0,-11 12 1 0</inkml:trace>
  <inkml:trace contextRef="#ctx0" brushRef="#br0">19851 10442 85 0,'12'46'49'0,"-12"38"-19"0,-36-13-11 0,-35-21-3 0,10-39-7 0,15-11-7 0,10 0-11 0,-12 0-64 0,48-11-28 0</inkml:trace>
  <inkml:trace contextRef="#ctx0" brushRef="#br0">20375 10132 74 0,'0'0'0'0,"-24"-46"40"0,24 21-22 0,24 13 3 0,-12 12 0 0,-12 48-8 0,0 23-8 0,0 0-3 0,24-11-2 0,12-36 1 0,35-35 1 0,-23-39-1 0,-14-8 0 0,2-2-1 0,0 23 1 0,-11 3-1 0,-1 22 0 0,-24 0 0 0,-13 24 0 0,2 34 0 0,-1 63 0 0,12-2 0 0,12 12 0 0,-1 0-1 0,-11-12 2 0,-11-24 0 0,-25-23 1 0,-12-36 0 0,1-24 1 0,-13-24 0 0,47-60-2 0,26 13 0 0,47-13-2 0,23 37 1 0,0 0-2 0,-11 23 4 0,-25 0-1 0,-47 24-1 0,-23 12-21 0,-1 47-72 0,12-35 7 0</inkml:trace>
  <inkml:trace contextRef="#ctx0" brushRef="#br0">21328 10668 86 0,'-12'-36'17'0,"35"24"-10"0,25 1 21 0,-36 11 6 0,-24 47-16 0,-23 13-11 0,-12 22-2 0,10-21 1 0,13-26-1 0,1-23-1 0,-2-12-2 0,2-24 0 0,-1 1-16 0,-1 12-134 0,15 11 102 0</inkml:trace>
  <inkml:trace contextRef="#ctx0" brushRef="#br0">19350 11371 48 0,'-11'-37'17'0,"11"37"-2"0,11 13 6 0,-11 106 1 0,-23 12-10 0,10-24-2 0,-9-48-5 0,10-36-1 0,12-10-4 0,0-26 3 0,-12-10 0 0,12-12-4 0,0-25 2 0,35 2-2 0,25 21 3 0,-1 1-2 0,-23 36 1 0,-12 36-3 0,0 47 6 0,-12 1-3 0,-1-13 4 0,-11-46-5 0,0-25 0 0,0-13-32 0,0 13-90 0</inkml:trace>
  <inkml:trace contextRef="#ctx0" brushRef="#br0">19887 11786 61 0,'0'0'0'0,"12"0"6"0,-1 37 3 0,-34 10 33 0,-37 24-22 0,25-21-14 0,10 8-4 0,14-11-1 0,22-22 2 0,38-2-3 0,22-23 2 0,-23-11-2 0,-1-13 0 0,-35-12 2 0,12-12-1 0,-12-11 0 0,-12 0-1 0,-24 11 1 0,-24 0-1 0,-11 23 1 0,0 14-1 0,35 47-1 0,11 12 1 0,26 23 0 0,45-23 0 0,-9-24 0 0,-2-14-3 0,1-20-54 0,-24-1-37 0</inkml:trace>
  <inkml:trace contextRef="#ctx0" brushRef="#br0">20542 11300 79 0,'0'0'0'0,"0"-71"18"0,36 58-16 0,-36 13 10 0,-108 84 6 0,13 46-8 0,36 0-6 0,47 2-3 0,35-38 0 0,25-21 0 0,11-25-1 0,13-37-13 0,0-11-77 0,-60 0 55 0</inkml:trace>
  <inkml:trace contextRef="#ctx0" brushRef="#br0">20756 11526 28 0,'-11'0'8'0,"-13"-25"27"0,24 2-6 0,24-13-16 0,23 12-9 0,1 11 0 0,-1 86 0 0,-23 22 0 0,-24-12-2 0,-36-11 3 0,1-48-3 0,23-13 1 0,24-59-2 0,23 1 1 0,25-24-3 0,-1 11 2 0,-23 12-2 0,-36 25 2 0,0 12 1 0,-36 34 2 0,-11 36-3 0,35 14 0 0,12-27 0 0,48-10-2 0,11-13-11 0,1-23-39 0,-13-23-28 0</inkml:trace>
  <inkml:trace contextRef="#ctx0" brushRef="#br0">21232 11394 15 0,'0'-23'16'0,"24"-37"4"0,25 72 20 0,-2 83-6 0,-35 72-20 0,-12 0-5 0,-36-37 0 0,-12-58-3 0,0-35-4 0,12-62-3 0,0-34-22 0,-10-1-111 0</inkml:trace>
  <inkml:trace contextRef="#ctx0" brushRef="#br0">21828 11823 60 0,'-12'-24'13'0,"-12"11"8"0,12-10 11 0,-23 23 5 0,-1-11-19 0,11-1-6 0,2 0-7 0,23-1-2 0,48 2-1 0,47 11 1 0,48-12 0 0,11 1-3 0,2 11 2 0,-37-13 1 0,-36 1-1 0,-60 12 0 0,-23-12-1 0,0-11 0 0,-11-1-1 0,-1 12 1 0,-12-13-2 0,-11 14 1 0,23 11 0 0,24 11-1 0,70 39 0 0,-11-16 1 0,-58 3 0 0,-120 10-5 0,-36-23-28 0,131-13-135 0</inkml:trace>
  <inkml:trace contextRef="#ctx0" brushRef="#br0">22912 11478 37 0,'0'-23'11'0,"35"-14"24"0,-35 24 12 0,0 2-11 0,-13-1-23 0,13 35-10 0,36 50-1 0,0 9 1 0,0-11 1 0,1-21-5 0,10-39 3 0,1-35-1 0,-1-23 1 0,1-1 0 0,-12 1-2 0,-13-1 1 0,0 12-1 0,-10 12 0 0,-13 11 2 0,0 2 0 0,-13 22-1 0,13 39-1 0,0 32 1 0,-11 49-2 0,11 0 1 0,-12 11 1 0,1-21 2 0,-12-27-4 0,-14-22 1 0,-23-37 3 0,12-47-1 0,1-47 0 0,24-12-1 0,23-13-1 0,47 1 0 0,36 11 1 0,2 37-1 0,-15 11 2 0,-58 12-5 0,-12 12-7 0,-12-25-62 0,-1-9-50 0</inkml:trace>
  <inkml:trace contextRef="#ctx0" brushRef="#br0">23221 10869 86 0,'0'0'0'0,"0"-34"15"0,0 34 14 0,-24 34 8 0,-24 39-22 0,1-14-5 0,24-11-2 0,10-36-3 0,13 1-3 0,0-26-1 0,36-24 0 0,-12 3 0 0,-1-14 0 0,2-25-1 0,-2 39 3 0,-11 10 0 0,12 11-3 0,0 13 5 0,13 61-4 0,9 22 0 0,1-24 1 0,-22 1 1 0,-1-47 1 0,-13-2-2 0,-11-22 0 0,0-26-2 0,0 13-26 0,-11 12-162 0</inkml:trace>
  <inkml:trace contextRef="#ctx0" brushRef="#br0">19685 13109 36 0,'0'0'0'0,"-48"0"11"0,24 0 10 0,24 12 17 0,12-12-19 0,48-12-12 0,22 12-3 0,2-12 0 0,-12-1-2 0,-13-21 0 0,-23-26 0 0,1 12-1 0,-26 24 0 0,-22-11 0 0,-26 10 0 0,-35 25-1 0,13 37 2 0,-1 22 0 0,13 12-2 0,23 13 2 0,24-13 0 0,36-12 0 0,23-22 1 0,25-14 0 0,-1-23-1 0,-35-12-2 0,-2-11-29 0,3-2-101 0</inkml:trace>
  <inkml:trace contextRef="#ctx0" brushRef="#br0">20232 13061 29 0,'-13'-24'17'0,"13"0"15"0,25 13 4 0,-1 46-21 0,-12 49-9 0,-1 0-4 0,-11-25 2 0,0-36 0 0,-23-23 2 0,10-71-3 0,13 0 1 0,36-1-3 0,12 12 0 0,13 26-6 0,-2 34-43 0,-12 11-53 0</inkml:trace>
  <inkml:trace contextRef="#ctx0" brushRef="#br0">20590 13025 25 0,'0'0'0'0,"10"-12"28"0,26 12-17 0,13 24 20 0,-26 36-8 0,-34 11-15 0,-37-34 5 0,12-26-2 0,23-72-5 0,62-10-5 0,23 24-14 0,11 23-82 0,-59 24 56 0</inkml:trace>
  <inkml:trace contextRef="#ctx0" brushRef="#br0">21339 12990 75 0,'-11'0'51'0,"11"-36"-42"0,71 24-7 0,-11-1-3 0,-24 13-40 0,-1 0-49 0</inkml:trace>
  <inkml:trace contextRef="#ctx0" brushRef="#br0">22161 12824 42 0,'-11'-37'26'0,"46"-10"5"0,1 35-4 0,0 48-14 0,-36 47-7 0,0-24-3 0,23-11-1 0,25-48 0 0,12-48 0 0,-2 0-1 0,3 1 0 0,-26 0-1 0,-11 11 0 0,-24 36 5 0,-13 25-2 0,-9 57-2 0,10 62-1 0,12 57-1 0,-12 2 1 0,-13-60-1 0,-34-36 2 0,0-60 2 0,-1-47 1 0,25-60 3 0,35-34-5 0,35-1 0 0,37-26-2 0,11-21-9 0,-23 35-63 0,-48 71-21 0</inkml:trace>
  <inkml:trace contextRef="#ctx0" brushRef="#br0">22400 12372 102 0,'0'-13'12'0,"-36"13"11"0,24 59-6 0,0 0-8 0,0-46-4 0,12-37 1 0,24-59-3 0,0 22-1 0,10 50 2 0,2 59 0 0,13 47-3 0,-2-24-1 0,-23-35-13 0,-12-12-57 0,-12-11-22 0</inkml:trace>
  <inkml:trace contextRef="#ctx0" brushRef="#br0">22888 12824 165 0,'-24'0'15'0,"-13"-13"-8"0,110-11-1 0,33 1-1 0,1 23-6 0,-71 0-40 0,-36 23-108 0</inkml:trace>
  <inkml:trace contextRef="#ctx0" brushRef="#br0">23471 12548 105 0,'0'0'0'0,"-24"-46"58"0,24 46-39 0,11 35 0 0,14 49-11 0,-14 11-7 0,14-24 0 0,11-47-1 0,35-24 1 0,1-47 0 0,-1-25 1 0,-1 12-2 0,-21 13 2 0,-37 35-2 0,-12 24 1 0,-25 95-3 0,2 59 1 0,10 37-1 0,3-48 2 0,-2-48-1 0,-36-47 2 0,11-49 0 0,3-45 2 0,-2-87-2 0,60-9 1 0,59 23-3 0,48 11-1 0,0 48 3 0,-36 25-2 0,-83 12 3 0,-12-2-2 0,-12 13-8 0,-35 0-101 0,35 0 47 0</inkml:trace>
  <inkml:trace contextRef="#ctx0" brushRef="#br0">20101 14466 30 0,'11'-24'17'0,"25"1"16"0,-23-1-5 0,-13 11-16 0,0 13-5 0,-13 0 0 0,-34 25-4 0,-12 21-2 0,-1 4 0 0,24-4 0 0,25 2-1 0,34 13 0 0,25-15 0 0,12 13 0 0,-25-34 0 0,-35-13 4 0,-46-1 2 0,-27-11-4 0,37 0 0 0,0 0-2 0,36 0-14 0,0 0-92 0,13 0 76 0</inkml:trace>
  <inkml:trace contextRef="#ctx0" brushRef="#br0">20316 14621 78 0,'0'-24'52'0,"23"1"-24"0,-23 10-16 0,-12 1-11 0,12 24-30 0,12 1-99 0</inkml:trace>
  <inkml:trace contextRef="#ctx0" brushRef="#br0">20600 14430 63 0,'0'-11'10'0,"0"-13"32"0,0 48-18 0,-22 47-11 0,22 24-8 0,22-11-2 0,14-24 0 0,-11-26-1 0,-1-9-1 0,12-13 0 0,11-24 1 0,13-13-6 0,-1-9-15 0,-47 9-44 0,-36 13-14 0</inkml:trace>
  <inkml:trace contextRef="#ctx0" brushRef="#br0">20600 14608 23 0,'0'0'4'0,"-10"-11"17"0,81-12-7 0,47-2-12 0,-22 2-37 0,-96 23 8 0</inkml:trace>
  <inkml:trace contextRef="#ctx0" brushRef="#br0">20566 14453 45 0,'-12'-23'21'0,"71"0"4"0,36-2-4 0,12 14-19 0,-35-1-63 0,-72 12 20 0</inkml:trace>
  <inkml:trace contextRef="#ctx0" brushRef="#br0">22602 14168 20 0,'12'-35'5'0,"24"11"8"0,-13 0 10 0,-11 0 4 0,-24 24-7 0,-83 72-6 0,-12 72-7 0,46 32-5 0,61-32-1 0,49-25-1 0,34-59 0 0,13-48-7 0,-25-60-69 0,-46 37 30 0</inkml:trace>
  <inkml:trace contextRef="#ctx0" brushRef="#br0">22734 14419 44 0,'0'-37'11'0,"23"3"21"0,1 34-12 0,-1 47-11 0,-11 36-3 0,-1-24-3 0,2-47-1 0,23 0-1 0,12-47-1 0,-13-13 1 0,-11 0 0 0,-24 37 2 0,12-1 0 0,-12 58-3 0,24 62 0 0,-12 23 0 0,-1-23 7 0,-70-49 1 0,-12-34-3 0,-14-25-4 0,51-25-26 0,57 13-102 0</inkml:trace>
  <inkml:trace contextRef="#ctx0" brushRef="#br0">22934 14014 28 0,'-10'-13'10'0,"10"2"24"0,0 11-5 0,0 48-14 0,-12-1-5 0,-12-23-1 0,-12-11-4 0,24-26-4 0,36-35 1 0,36 13-2 0,-14 23-1 0,3 36 1 0,-13 35-2 0,-1-34 1 0,1-2-52 0,-13-23-18 0</inkml:trace>
  <inkml:trace contextRef="#ctx0" brushRef="#br0">23257 14216 32 0,'0'0'30'0,"37"11"6"0,33-34-33 0,24 12-38 0,-45 11-19 0</inkml:trace>
  <inkml:trace contextRef="#ctx0" brushRef="#br0">23864 14180 52 0,'-12'-35'30'0,"24"23"5"0,12 59-17 0,-12 25-12 0,12-36-5 0,36-26 3 0,-1-68-1 0,0-2-1 0,-35 13 4 0,-12 47 0 0,0 47-6 0,0 61 1 0,12 46-2 0,-24-22 3 0,-60-37 5 0,-48-48-2 0,-10-23-5 0,57-48 2 0,51-23-41 0,45-14-98 0</inkml:trace>
  <inkml:trace contextRef="#ctx0" brushRef="#br0">24471 13990 103 0,'24'-36'19'0,"59"49"2"0,13 142-7 0,-36 82-8 0,-84-35-1 0,-36-105 0 0,-35-63-13 0,35-47-116 0,49-8 91 0</inkml:trace>
  <inkml:trace contextRef="#ctx0" brushRef="#br0">24614 13645 74 0,'0'-36'16'0,"48"-24"27"0,12 37-16 0,11 12-16 0,12 45-5 0,-36 50-2 0,-34 11 4 0,-49-36 0 0,-23-11-2 0,-13-24-2 0,37-12 0 0,45 0-3 0,98-12 2 0,35-12-1 0,-23 0-1 0,-85-1-1 0,-24 2 1 0,-34-1-9 0,0 12-162 0</inkml:trace>
  <inkml:trace contextRef="#ctx0" brushRef="#br0">19292 14537 25 0,'0'-11'3'0,"58"-25"24"0,3-1 17 0,-14 26-17 0,-10-1-12 0,-14 1-4 0,13-13-3 0,-25 24-3 0,-11-13 3 0,-47 26-5 0,-25 11-2 0,1 23 0 0,23 13-1 0,35-1 0 0,26 1 0 0,46 11 0 0,25 1-1 0,-12 11 1 0,-60-24 2 0,-96-23 2 0,-36-13 2 0,2 2-3 0,93-25-2 0,38-12-5 0,94-12-54 0,-48 1-57 0</inkml:trace>
  <inkml:trace contextRef="#ctx0" brushRef="#br0">21876 14109 11 0,'-11'-12'14'0,"-14"0"10"0,-23-12 12 0,1 24-10 0,22 11-16 0,25 2-6 0,96-1-1 0,47-12 0 0,-12 12 0 0,-60-12 0 0,-59 0-1 0,-12 0-7 0,-12 0-66 0,-12 0 25 0</inkml:trace>
  <inkml:trace contextRef="#ctx0" brushRef="#br0">21876 14109 37 0,'0'0'0'0,"-48"-12"39"0,24 24 0 0,-12 12-23 0,24 23-9 0,24 0-3 0,48-10 0 0,11-13-2 0,1 23-1 0,-24-11 1 0,-25 0 0 0,-23-1 2 0,0 1-2 0,-35 0 0 0,-1 24 0 0,-24 11-1 0,-11 0 0 0,-13 1 0 0,37-13 0 0,22-22 0 0,38-3 0 0,70-22-1 0,72-12 1 0,-12 0-2 0,-48 12 1 0,-71-12 1 0,-36 0 0 0,0 0-36 0,0 0-69 0</inkml:trace>
  <inkml:trace contextRef="#ctx0" brushRef="#br0">19243 16312 61 0,'-11'-25'7'0,"11"2"22"0,0 35-22 0,0 36 6 0,-12 107 1 0,12-25-10 0,12-46 4 0,-1-61-1 0,2-58-2 0,-13-96-4 0,0-11 2 0,12 34-2 0,12 61-2 0,11 34 3 0,13 60-2 0,11 74 2 0,-11-39-1 0,-35-34 0 0,-13-36-1 0,0-60 5 0,23-71-3 0,24 36 1 0,1 70-3 0,0 97-2 0,-14 24 2 0,-34-13 0 0,0-35 0 0,-22-37-19 0,22-23-81 0,12-12 47 0</inkml:trace>
  <inkml:trace contextRef="#ctx0" brushRef="#br0">20125 16287 54 0,'-13'-11'24'0,"-10"-1"14"0,-48 83-24 0,23 36-10 0,84-11-3 0,83-50 2 0,-71-9-1 0,-73-1 7 0,-117 23-7 0,35-11-12 0,107-36-57 0,71-49-6 0</inkml:trace>
  <inkml:trace contextRef="#ctx0" brushRef="#br0">20327 16454 21 0,'24'-35'36'0,"0"-1"20"0,1 36-32 0,-25 48-6 0,-37 47-9 0,13 0-3 0,36-11 0 0,37-50-4 0,33-9-1 0,-10-25 0 0,-13-25-4 0,-11 2-17 0,-37-25-57 0,2 25-2 0</inkml:trace>
  <inkml:trace contextRef="#ctx0" brushRef="#br0">20470 16597 60 0,'-23'0'23'0,"58"-23"-9"0,96-25-14 0,12 1-63 0,-131 34 30 0</inkml:trace>
  <inkml:trace contextRef="#ctx0" brushRef="#br0">20470 16431 55 0,'-36'-23'32'0,"72"-27"-7"0,72 4-11 0,-1 10-11 0,-60 24-1 0,-47 1-10 0,-11 34-97 0</inkml:trace>
  <inkml:trace contextRef="#ctx0" brushRef="#br0">21971 16145 21 0,'12'-72'19'0,"0"13"33"0,0 59-25 0,-12 107-11 0,-12 25-7 0,12-38-7 0,24-33-1 0,-1-50-37 0,-23 1-72 0</inkml:trace>
  <inkml:trace contextRef="#ctx0" brushRef="#br0">21733 16693 65 0,'0'0'0'0,"-49"0"44"0,49 0-22 0,61-25-13 0,105 2-6 0,24-1 1 0,-34 12-3 0,-49 0-2 0,-71 12-1 0,-36 0-42 0,-24 24-56 0</inkml:trace>
  <inkml:trace contextRef="#ctx0" brushRef="#br0">21554 17170 32 0,'0'0'0'0,"-13"-37"40"0,26 13 5 0,23-11-26 0,24 35-10 0,-1 0-6 0,-12 46-1 0,-47 27-1 0,-47-2 1 0,-25 1 0 0,-11-25 0 0,47-11 2 0,23-25 2 0,13 2-1 0,25-26-1 0,47-10-2 0,-1 12 0 0,-11-2-2 0,11 1 0 0,-35 0-23 0,12 24-67 0,-25-12 37 0</inkml:trace>
  <inkml:trace contextRef="#ctx0" brushRef="#br0">22042 17264 68 0,'0'-36'24'0,"0"12"3"0,12 24-8 0,12 24-6 0,-12 23-2 0,-12 2-6 0,0-14 2 0,0 2-8 0,0-37 5 0,0 11-4 0,-12-35 4 0,12-13-3 0,23-34-1 0,26 24-1 0,-2 12 4 0,13 23-4 0,-1 35 1 0,-35 37-3 0,-12 0 4 0,-12-38 2 0,0 3 0 0,0-37-4 0,12-1-20 0,0-33-118 0</inkml:trace>
  <inkml:trace contextRef="#ctx0" brushRef="#br0">22697 16027 11 0,'-47'-13'21'0,"11"13"21"0,11 0-4 0,25 0-24 0,25-12-6 0,70-13-2 0,12 14-2 0,11 22-3 0,-21 2-1 0,-49-1-1 0,-25-12 3 0,-12 0-12 0,-11 0-36 0,-11 12-44 0</inkml:trace>
  <inkml:trace contextRef="#ctx0" brushRef="#br0">22685 16027 45 0,'-24'-25'20'0,"-23"13"22"0,35 12-21 0,12 0-14 0,36 37 1 0,11 21-1 0,13 2-3 0,-1-2-1 0,13-8-1 0,-24-3 0 0,-2 0-4 0,-21-11 2 0,-25 12 0 0,-12 11 3 0,-47 13 1 0,-13 0 1 0,-12-1-3 0,37-12 0 0,23-11-2 0,36-25 0 0,60-11 1 0,59-36-4 0,23 1 2 0,-58 12 0 0,-61 11 1 0,-23 0 0 0,-12 0-2 0,0-13-41 0,36 1-81 0</inkml:trace>
  <inkml:trace contextRef="#ctx0" brushRef="#br0">23626 16073 4 0,'0'0'0'0,"36"-59"13"0,0 35 20 0,-36 11 5 0,-59 74-23 0,-25 70-4 0,36 12-6 0,60-47-4 0,35-25-1 0,26-37 0 0,-14-21-3 0,-12-13-29 0,-35-13-53 0</inkml:trace>
  <inkml:trace contextRef="#ctx0" brushRef="#br0">23829 16203 19 0,'0'-34'15'0,"10"-3"31"0,-10 26-25 0,0 71-8 0,-10 12-7 0,-2-1-5 0,47-37 1 0,49-34 0 0,-2-58 1 0,-33 22-3 0,-49 36 6 0,0 71-3 0,0 36-1 0,0-11 0 0,0-37-1 0,-60-11 4 0,-36-12-7 0,37-12-21 0,46-36-92 0</inkml:trace>
  <inkml:trace contextRef="#ctx0" brushRef="#br0">24114 15966 52 0,'-12'-12'15'0,"-11"48"6"0,-13 12-2 0,0-36-8 0,13-24-8 0,70-72 0 0,12 49-2 0,-23 47 1 0,-12 71-1 0,12 1-4 0,23-50-29 0,-35-21-61 0</inkml:trace>
  <inkml:trace contextRef="#ctx0" brushRef="#br0">24388 16169 44 0,'11'12'26'0,"38"-12"-14"0,34-36-39 0,-36 36-28 0</inkml:trace>
  <inkml:trace contextRef="#ctx0" brushRef="#br0">24603 16157 25 0,'11'-12'13'0,"13"12"19"0,0 24-15 0,0 10-11 0,-12-34-2 0,34-34 2 0,-10-26 4 0,-23 24 3 0,-1 36-4 0,-12 59-3 0,0 25-1 0,0-13-2 0,-12 0-1 0,-37-21-2 0,-21-4-35 0,46-21-81 0</inkml:trace>
  <inkml:trace contextRef="#ctx0" brushRef="#br0">24900 15859 31 0,'12'-24'15'0,"60"-11"28"0,-13 82-21 0,-23 96-7 0,-48 36-4 0,-48-48-8 0,-11-48-11 0,47-58-95 0</inkml:trace>
  <inkml:trace contextRef="#ctx0" brushRef="#br0">25019 15525 26 0,'12'-11'11'0,"48"-37"25"0,-13 23-1 0,-11 25-19 0,-12 37-2 0,-24 35 0 0,0 11-6 0,-24 12-2 0,0-47 1 0,1-24-3 0,23-24 1 0,47-12 0 0,37-25-4 0,11 14-1 0,-48 12-2 0,-23-2 3 0,-24 1-1 0,-24 0-16 0,0 12-146 0</inkml:trace>
  <inkml:trace contextRef="#ctx0" brushRef="#br0">18172 16907 32 0,'-47'-24'20'0,"11"12"13"0,24 12-12 0,60 0-12 0,83 0-3 0,47-11-3 0,-23-14-2 0,-95 13-27 0,-60 12-52 0,-23 0 57 0</inkml:trace>
  <inkml:trace contextRef="#ctx0" brushRef="#br0">18100 17049 13 0,'-23'0'26'0,"59"13"10"0,71-13-16 0,71-24-9 0,-11 1-7 0,-95 23-58 0,-72 0-2 0</inkml:trace>
  <inkml:trace contextRef="#ctx0" brushRef="#br0">15564 16668 12 0,'-13'-11'16'0,"3"-1"29"0,20-12-18 0,26 24-16 0,72 0-7 0,35-12-1 0,-13-13-3 0,-23 3 1 0,-71-2 1 0,-59-1 1 0,-61 25-3 0,-10 25 2 0,34 46-2 0,36 36 5 0,36 48-6 0,-12 0 2 0,-47-61 4 0,-25-21 3 0,1-73-3 0,23-73-5 0,60 2-35 0,83 37-70 0</inkml:trace>
  <inkml:trace contextRef="#ctx0" brushRef="#br0">16362 16502 36 0,'0'-48'37'0,"0"96"-8"0,-83 131-7 0,-24 34-8 0,82-45-11 0,38-73-3 0,58-48-24 0,36-58-71 0,-83-1 79 0</inkml:trace>
  <inkml:trace contextRef="#ctx0" brushRef="#br0">16803 16739 41 0,'-12'-11'30'0,"-24"-1"-3"0,-12 85-10 0,1 21-7 0,47-12-9 0,59-32 0 0,38-50-1 0,9-25 1 0,-48-22 0 0,-33-25 1 0,-25-10 1 0,-71-26-1 0,-26 36-5 0,-9 84 3 0,35 48 5 0,59 35-5 0,60-24-1 0,72-35-1 0,-14-25-21 0,-35-22-71 0,-59-1 76 0</inkml:trace>
  <inkml:trace contextRef="#ctx0" brushRef="#br0">17124 16408 69 0,'0'11'11'0,"60"144"-3"0,-36 35 17 0,-12 1-12 0,-60-60-7 0,-47-24-4 0,-2-96-31 0,86-34-74 0</inkml:trace>
  <inkml:trace contextRef="#ctx0" brushRef="#br0">14850 17882 84 0,'-23'0'6'0,"-14"-23"5"0,13 12 2 0,36-1 4 0,119-13-3 0,227-46-9 0,320-24-4 0,-154 24-5 0,261-13-15 0,-463 61 20 0,-202 23 0 0,-156 0-15 0,-107 11-25 0,-83 25-23 0,130-12 47 0</inkml:trace>
  <inkml:trace contextRef="#ctx0" brushRef="#br0">15052 17907 26 0,'0'0'0'0,"-178"0"16"0,-1 36-5 0,130-24 11 0,169-48-2 0,226-47-6 0,225-13-9 0,49-11 0 0,-50 25-1 0,-57 45-13 0,-393 24 16 0,-144 13 0 0,-84 0-11 0,-58 13-72 0,94-1 28 0</inkml:trace>
  <inkml:trace contextRef="#ctx0" brushRef="#br0">12921 17371 16 0,'0'-25'3'0,"-13"-9"30"0,26 58-14 0,22 70-2 0,-11 38-3 0,0-49-4 0,-24 12-8 0,-12-58 1 0,0-37 3 0,0-72 0 0,12-48-8 0,49 25 2 0,-2 72 3 0,24 34-4 0,-23 62 0 0,-14-39 14 0,-21 26-12 0,-13-24 0 0,-13-24 2 0,3-36 1 0,33-60-6 0,25 37-2 0,-1 35 4 0,13 48 4 0,-13-13 2 0,-22 25-9 0,-14-12-22 0,-11-12-63 0,0-24 55 0</inkml:trace>
  <inkml:trace contextRef="#ctx0" brushRef="#br0">13647 17467 25 0,'0'-24'19'0,"23"24"17"0,-10 24-11 0,-13 10-11 0,-13 39-8 0,13-50 4 0,25 13-10 0,34-24 1 0,13-24 3 0,35-36-4 0,-25 1-2 0,-33 10 5 0,-37 26 4 0,-12 11-4 0,24 48 0 0,-24-12 0 0,-12-13 4 0,12-11-6 0,0-47-7 0,47-25 8 0,-11 24 0 0,12 36-3 0,11 23 1 0,-23 14-1 0,-24-13 0 0,-12-12-15 0,-36-12-30 0,-35 11-50 0</inkml:trace>
  <inkml:trace contextRef="#ctx0" brushRef="#br0">13981 16990 89 0,'-25'-35'9'0,"25"23"17"0,25 0-6 0,-2 0-16 0,37 36-31 0,-12 59-89 0</inkml:trace>
  <inkml:trace contextRef="#ctx0" brushRef="#br0">13790 18074 18 0,'0'0'0'0,"12"-60"31"0,24 24 5 0,-25 61-17 0,-22 58-10 0,-25 0-1 0,0 11-9 0,11 2 1 0,38-48 2 0,71-24 4 0,11-24-1 0,-13-36 0 0,-21-12 0 0,-25 1-1 0,-13-48-7 0,-58-12 6 0,-13 35 2 0,-12 24-4 0,1 48-5 0,11 36-2 0,36 36 2 0,24-25 11 0,25 12-9 0,45 12 3 0,14-34-1 0,-13-24 3 0,-47-13 6 0,-25 0-5 0,-11-13-21 0,-11-11-102 0,11 24 94 0</inkml:trace>
  <inkml:trace contextRef="#ctx0" brushRef="#br0">7943 7059 2 0,'0'0'4'0,"-12"0"15"0,12-10-10 0,-24 10 3 0,1 0 1 0,23 0-6 0,11 10 3 0,49-10 2 0,46 13-3 0,-10-13-5 0,-13-13 1 0,-47 13 1 0,-36 0 4 0,-23-10-7 0,-49 10-2 0,-23 10 2 0,13-10-2 0,33 13-1 0,25-13 2 0,36 0 0 0,60 0-1 0,35 0 0 0,0-13-4 0,-48 13 4 0,-47 0 4 0,-24-10 0 0,-47 10-5 0,-13 10 0 0,49-10 1 0,11 0 0 0,47 0-2 0,12-10 2 0,-11 10-1 0,-11-11-1 0,-37 11 3 0,-1 0-1 0,2 0 0 0,11 11-2 0,0-11 2 0,0 0-2 0,0 10 2 0,0-10-2 0,0 0-39 0,-25 13-50 0</inkml:trace>
  <inkml:trace contextRef="#ctx0" brushRef="#br0">11111 5049 12 0,'-13'0'10'0,"-23"23"3"0,25-12-5 0,-1 2 6 0,12-1 5 0,0-12 0 0,0-12-7 0,0-1-7 0,12-21-2 0,-1-3-1 0,25-22 0 0,36-12 0 0,12 12 0 0,35 9-3 0,-24 16 1 0,-36-3 3 0,-11 14 1 0,-24-1-2 0,-24 24 0 0,-11-12-1 0,-14 12-1 0,-34 12 0 0,11 1 2 0,-23-2-2 0,11 12 2 0,1-10-1 0,23-1-1 0,12-12 0 0,24 0 1 0,24-12-1 0,23-1 0 0,1 2 0 0,-12-1-1 0,10-12 1 0,15 12 0 0,-14 12 0 0,-35 36-1 0,-12 24 2 0,-12-13 0 0,12-10 0 0,0-14-3 0,-11-12-22 0,11 14-48 0,0-25 32 0</inkml:trace>
  <inkml:trace contextRef="#ctx0" brushRef="#br0">11788 4371 22 0,'-22'0'11'0,"-2"-13"6"0,12 13-13 0,36 0-1 0,23 0 2 0,12-12 4 0,-10-13-2 0,-2-9-3 0,-11-3-3 0,-25 14 1 0,-22-1 1 0,-25 24 3 0,11 0-2 0,3 24-2 0,-2 23 0 0,12 13 0 0,24-23 1 0,23-3 0 0,1-10 0 0,11-24-3 0,13-12-23 0,-12-13-30 0,-24 15 29 0</inkml:trace>
  <inkml:trace contextRef="#ctx0" brushRef="#br0">12361 4239 18 0,'0'0'0'0,"-13"-36"18"0,2 12-8 0,-14 11-7 0,25 13 0 0,-10-11 6 0,-2 11 0 0,0 24-2 0,-24 24 0 0,-1 12-4 0,3-13-1 0,22-23 1 0,1-24 3 0,34-24-4 0,36-12-1 0,-11 25 2 0,-24 11 0 0,-1 34 0 0,-11 16-13 0,-12-29-30 0,0-21 9 0,11-10 3 0</inkml:trace>
  <inkml:trace contextRef="#ctx0" brushRef="#br0">12504 4216 8 0,'0'0'0'0,"48"-50"17"0,-13 27-9 0,-11 23-3 0,-36 23 8 0,-35 27-1 0,-1-4-6 0,35 2-4 0,13-12-2 0,36-11 1 0,12-25 0 0,36-25-2 0,11-23-1 0,-13-34-2 0,-33-2 0 0,-37 0 3 0,-12 26 0 0,-12 33 3 0,-1 13-1 0,2 49 3 0,-1 45 8 0,-1 25-2 0,13-12-6 0,13-48-1 0,-1-34 1 0,12-49 1 0,24 0-4 0,-1 24-1 0,1 83-1 0,11-10-30 0,-11-51-10 0,-24-10 21 0</inkml:trace>
  <inkml:trace contextRef="#ctx0" brushRef="#br0">13933 4143 27 0,'0'-11'10'0,"12"-26"4"0,-12 37-13 0,-23 13-2 0,-73 22 2 0,-23 13 10 0,35 11-6 0,49-11-4 0,35-25-1 0,71-23-1 0,11-23 0 0,15-36 1 0,-26-25-1 0,-35-35 2 0,-36 0 0 0,-12 48-1 0,-12 47 2 0,-12 60 1 0,12 71 1 0,13 36-3 0,11-24 1 0,0-36-13 0,35-47-50 0</inkml:trace>
  <inkml:trace contextRef="#ctx0" brushRef="#br0">14254 4108 27 0,'0'-36'7'0,"-11"12"2"0,-2 12-7 0,-10-13-2 0,-13 15 8 0,12 10 4 0,-1 10-7 0,-9 40-3 0,10-3 0 0,0 0 0 0,12-11 0 0,12 0-1 0,0-24 1 0,24-24 2 0,12-12-3 0,11 24-1 0,1 36 0 0,-1-13-1 0,-10-35 1 0,10-35 0 0,1-13-1 0,-13-35 1 0,1-24-8 0,-12 36 8 0,1 47 0 0,-25 24 0 0,0 24 1 0,-25 47 2 0,1 49-2 0,0-13 0 0,12-12 0 0,24-22-1 0,24-38 0 0,24-23 2 0,23-23-3 0,0-27-1 0,-36-8 0 0,-22-14 2 0,-25 37 2 0,-25 45 0 0,25 63-1 0,36-14-10 0,-36-11-18 0,-59-36 9 0,-48-12 17 0,-12-37-2 0,12-34 5 0,59 0 7 0,60 24-2 0,83-13-6 0,36 49-34 0</inkml:trace>
  <inkml:trace contextRef="#ctx0" brushRef="#br0">15278 4001 56 0,'0'0'6'0,"-23"119"21"0,-1 48-23 0,24-25-8 0,-25-82 3 0,2-60 2 0,12-13 0 0,-26-58 3 0,14-24-1 0,23-49-5 0,60 14-2 0,35 71 3 0,0 72 0 0,-36 81 2 0,-70-23 0 0,-85-35-3 0,13 0-37 0,47-36 1 0</inkml:trace>
  <inkml:trace contextRef="#ctx0" brushRef="#br0">15444 4036 22 0,'37'-25'17'0,"23"15"2"0,-25 45-14 0,-24 13-5 0,-22 0 1 0,-24-48 2 0,23-12 5 0,24-24-4 0,23-12-4 0,-11 2 1 0,-24-4 0 0,-24 50-3 0,-11 13 3 0,-1 24-1 0,24-3 0 0,24 3 0 0,34-14 0 0,15-35 1 0,46-24 0 0,-35 24-1 0,-37 12 3 0,-11 24-2 0,-12 0 0 0,12-35 1 0,12-26-1 0,-1 14-2 0,-11 46 2 0,36 14-2 0,23-14-19 0,0-71 3 0,-34-23 17 0,-38-13 4 0,-11 61 5 0,0 23-7 0,36 35-14 0,23-35-38 0</inkml:trace>
  <inkml:trace contextRef="#ctx0" brushRef="#br0">16410 3835 8 0,'0'-61'28'0,"12"1"11"0,-12 97-20 0,-12 81-13 0,48 49-15 0,10-48-51 0,-33-95 31 0</inkml:trace>
  <inkml:trace contextRef="#ctx0" brushRef="#br0">16469 4084 2 0,'-13'-12'4'0,"-9"-107"17"0,34 59 11 0,70 48-22 0,50 12-69 0</inkml:trace>
  <inkml:trace contextRef="#ctx0" brushRef="#br0">15862 3785 121 0,'0'0'0'0,"-107"-71"-17"0,107 84-65 0</inkml:trace>
  <inkml:trace contextRef="#ctx0" brushRef="#br0">10717 3191 24 0,'-34'-13'3'0,"-98"2"9"0,37-1-1 0,47 1 0 0,35 11-4 0,49-13 0 0,35-11 3 0,37 13 0 0,47-1-2 0,48 1-3 0,59-2-3 0,47 13-1 0,25 0 1 0,23 0 1 0,48 0 0 0,47 13-1 0,13-2 0 0,-13-11-1 0,-23 0 1 0,-24 0-1 0,-48-11 2 0,-23 11-2 0,-61 0 1 0,-82 0-2 0,-73 0 1 0,-93 0-1 0,-50 11 0 0,-82 1 1 0,-59-1 0 0,-72 1-2 0,-84-12 1 0,-47 12 1 0,-35 1-2 0,-25-2 1 0,-24-11-2 0,-23 0 2 0,-24 0 1 0,35 0 0 0,37 12-1 0,47 12 2 0,59 0-2 0,60-11-1 0,83 8 2 0,60-8 1 0,72-1-1 0,47-12-2 0,71 0 0 0,84 0 1 0,119-12-1 0,71-11 2 0,60-1-2 0,36 0 0 0,23 11-1 0,13 13 1 0,-1 0 1 0,-47 0 3 0,-60-11-2 0,-73 11-2 0,-104 0 1 0,-133-12 1 0,-95 24-52 0,13 12-18 0</inkml:trace>
  <inkml:trace contextRef="#ctx0" brushRef="#br0">9765 6536 8 0,'0'-23'9'0,"-24"-13"14"0,12 0-7 0,36 13-4 0,-24 11-4 0,0 24-6 0,12 11 2 0,1 25 2 0,-13 11-1 0,11 13 0 0,1-24-3 0,-1-1 0 0,-11-11 0 0,0 0-2 0,0-24 4 0,0-1-3 0,0 1 2 0,13-12-2 0,-13 0 0 0,12 11 0 0,22-11 1 0,27 0-2 0,21 0 1 0,38-11-1 0,23 11 1 0,11 0 0 0,25-12-1 0,0 1-2 0,-13 11 3 0,25 0-1 0,-12 0-1 0,0-12 1 0,-1 0 0 0,0 12 0 0,-46 0 1 0,-85 0-1 0,132 0 0 0,-13 12 0 0,-34-12 0 0,-108 0 0 0,142 0 0 0,-11 0 1 0,-12 12 0 0,-24-12-1 0,-12-12-1 0,-12 12 1 0,1-12 0 0,-1 12 0 0,-34 0 0 0,-15 0 0 0,-10 0 1 0,0 0-1 0,-1 0 0 0,-24 0 0 0,-11 0 1 0,13-13 1 0,23-10-2 0,0-1 0 0,-24 12 1 0,-24-23 0 0,-1-13-1 0,2-12 1 0,-1 36-1 0,12 13-1 0,0 46 1 0,-13 1-1 0,13 12 1 0,-11 23-115 0</inkml:trace>
  <inkml:trace contextRef="#ctx0" brushRef="#br0">10717 6452 4 0,'0'-23'13'0,"0"-12"7"0,-11 11-6 0,22 12-12 0,2 60 1 0,-13 48 2 0,0 34 1 0,0 13-4 0,0 11 0 0,0-11-1 0,-36-47 0 0,-12-25 1 0,1-23 2 0,-1-25-1 0,12-46 0 0,1-37-1 0,23 24-2 0,0 13 0 0,47 35 0 0,1 47 0 0,24-11-1 0,-13-13 0 0,-35-35 3 0,12-58 5 0,12-15-4 0,0 62-3 0,11 34-80 0</inkml:trace>
  <inkml:trace contextRef="#ctx0" brushRef="#br0">10408 7750 24 0,'-24'-34'11'0,"-1"-3"-4"0,38 26 5 0,-1-1 10 0,-12 83-7 0,0 48-10 0,36-12-4 0,24-71 1 0,-13-24 0 0,13-60 1 0,-13-11-2 0,-11-14 0 0,0 27 0 0,-25-2 0 0,-11 0 0 0,0 14-1 0,0 34 0 0,0 71 0 0,-11 47-1 0,11 37 0 0,0 24 1 0,24 10-2 0,-24-45 2 0,-24-37 0 0,-24-59 2 0,-23-37 3 0,-1-58-3 0,25-36 1 0,35-13-2 0,36-22-1 0,70-3 0 0,15 39-2 0,-39 34-1 0,-47 36-100 0</inkml:trace>
  <inkml:trace contextRef="#ctx0" brushRef="#br0">10551 7440 12 0,'0'0'0'0,"-13"-21"28"0,13 8-17 0,0 26-3 0,0 21 6 0,-23 14-2 0,10-12-5 0,13-12-5 0,-11-1 1 0,11-12-2 0,0-11 2 0,0-11-2 0,11-24 0 0,2-1-1 0,10-12 1 0,2 2-1 0,11 21 1 0,-1 13-1 0,-23 12 0 0,0 0 2 0,0 37 1 0,24 9-1 0,0-21-1 0,-2 9-9 0,-21-9-78 0</inkml:trace>
  <inkml:trace contextRef="#ctx0" brushRef="#br0">14695 5619 21 0,'-36'-23'19'0,"36"12"-10"0,12 11 0 0,24 0 3 0,35 0-4 0,48-13-3 0,-11 13-2 0,-25 13-2 0,-59-13 1 0,-84 11 0 0,-71 1-1 0,0 12-1 0,36-12 3 0,59 0-3 0,36-12 2 0,72 23-1 0,47-23 1 0,24 11-1 0,-73-11 1 0,-70 13-1 0,-106 11 2 0,-73 0-2 0,36-12 1 0,108-12 1 0,59-12-3 0,70 12 1 0,26 0-1 0,11-11 1 0,-37-2 0 0,-58 1 1 0,-47 12 0 0,-50 25-102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17493 7595 25 0,'-24'-11'0'0,"-48"-12"2"0,61 23 0 0,11 0 10 0,0 0-2 0,60 0-1 0,34 0-3 0,26 0-3 0,-36 11-2 0,-73 1 1 0,-45-12 1 0,-51 0-1 0,2 0-1 0,23-12 0 0,49 12 0 0,22 0 0 0,49-23 0 0,11 23 0 0,1 0 1 0,-36 12-39 0,-24-1 1 0</inkml:trace>
  <inkml:trace contextRef="#ctx0" brushRef="#br0">18481 7632 39 0,'0'0'0'0,"-47"-24"3"0,47 24-3 0,60-13 1 0,-13-10 5 0,1 0 5 0,23 11-5 0,1 12-4 0,-36 0-1 0,-36 0 1 0,-72 12-1 0,-11-12 1 0,-1 12-2 0,49-12 0 0,47 0 1 0,47 0 1 0,48 0-2 0,1-12 2 0,-37 12-1 0,-47-12 5 0,-37-1-2 0,-59 13-3 0,2 25-24 0,58-13-24 0</inkml:trace>
  <inkml:trace contextRef="#ctx0" brushRef="#br0">17589 6406 48 0,'-36'-12'7'0,"23"-1"4"0,26-10 38 0,23-38-41 0,23-44-2 0,14-16-2 0,-3 39-2 0,2 9-3 0,-25 15 2 0,-23 22 2 0,-24 36 2 0,0 0-3 0,-36 36-1 0,-35 12 0 0,22-1 2 0,15-11-2 0,11-36 1 0,10-12 0 0,13-36-1 0,36 25-2 0,23-1 2 0,-11 24-2 0,-1 34 1 0,-24-9 1 0,-23 0 0 0,13-14-18 0,10 1-71 0,-10-12 40 0</inkml:trace>
  <inkml:trace contextRef="#ctx0" brushRef="#br0">18196 5204 66 0,'-24'-50'11'0,"-23"29"14"0,11 42-9 0,-24 52-5 0,13 34-5 0,11-24-2 0,24-11-3 0,35-13-1 0,25-22 3 0,36-37-2 0,11-25 0 0,-13-21 0 0,-33-15 1 0,-26 1-1 0,-23-24 0 0,-23 13-1 0,-13 0 2 0,-23 37-2 0,-1 9 0 0,0 25-1 0,1 36 1 0,35 24-1 0,24-1 3 0,36 24-4 0,11-24 1 0,37-23 1 0,-36-24 1 0,-24-12 2 0,-1-12-2 0,-11 1 0 0,-12 11-14 0,-12 11-51 0,12-11 8 0</inkml:trace>
  <inkml:trace contextRef="#ctx0" brushRef="#br0">4822 12703 0 0,'-11'0'2'0,"-1"13"-4"0</inkml:trace>
  <inkml:trace contextRef="#ctx0" brushRef="#br0">4740 12728 12 0,'0'0'6'0,"-12"-12"5"0,0-1 3 0,12-10-1 0,12 23-2 0,-12 0 1 0,12 0 1 0,0 12-2 0,1 12-2 0,8 0-3 0,28 23-2 0,23-10 2 0,-1 10-3 0,0 11 1 0,-10-33 1 0,-14 0-1 0,0-2 1 0,-11-12-2 0,-24 1-1 0,-12-24 1 0,-12-11-4 0,-12-13-14 0,0 0-37 0,12 13-29 0</inkml:trace>
  <inkml:trace contextRef="#ctx0" brushRef="#br0">5026 12548 24 0,'-12'-11'11'0,"12"-24"1"0,12 23-3 0,-12-1 10 0,-12 50 2 0,-24 81-4 0,36 14-13 0,-13-1 0 0,-10-36 2 0,-1-12-1 0,-11-22 0 0,10-27-3 0,14-10 0 0,11 0-3 0,0-24 1 0,-12 12 1 0,12-12 1 0,-13-12-11 0,38-24-71 0,-1 1 28 0</inkml:trace>
  <inkml:trace contextRef="#ctx0" brushRef="#br0">6394 11382 15 0,'-11'0'10'0,"11"-11"9"0,-12-13 15 0,12 24-10 0,12 0-13 0,35 12-4 0,25 34-1 0,12 4-2 0,-1-4 0 0,-13 13 0 0,2-22 1 0,24-13-2 0,-13-14-2 0,-47 3 1 0,-24-13 3 0,-12 12 4 0,0-12-6 0,0 0-2 0,-12-12-8 0,0-22-28 0,-12-3-81 0</inkml:trace>
  <inkml:trace contextRef="#ctx0" brushRef="#br0">6824 11061 35 0,'0'-12'3'0,"-13"-24"12"0,38 24-3 0,-25 12 12 0,-25 60-4 0,-11 35-9 0,25 12-4 0,-1-11-2 0,-11 11 0 0,-1-13-2 0,-12 14 1 0,12-24 0 0,0-13-1 0,1-24 0 0,23 1 1 0,0-12-1 0,0-12-2 0,0-11 1 0,0-38-6 0,23-47-67 0,1 37 6 0</inkml:trace>
  <inkml:trace contextRef="#ctx0" brushRef="#br0">8204 9965 58 0,'-47'-23'18'0,"47"-1"-6"0,11 12 10 0,2 0 7 0,10 24-13 0,26 36-7 0,10 0-4 0,25 11 0 0,-1-13-2 0,-13 15 1 0,-21-13 2 0,-1-25 1 0,-2 0-4 0,3-10 0 0,-13-13-2 0,-24 12 1 0,-24-12 1 0,-1-12-5 0,-10-12-33 0,10-23-118 0</inkml:trace>
  <inkml:trace contextRef="#ctx0" brushRef="#br0">8634 9751 57 0,'0'-12'10'0,"-36"-11"-1"0,36 12-8 0,-13 45 60 0,-10 50-44 0,0 35-8 0,11 0-3 0,-12 0 0 0,-12 13 1 0,0-38-1 0,1-12-1 0,11-9 0 0,1-37-1 0,10-13 0 0,1-11 1 0,0-24-3 0,0-23-9 0,36-1-141 0,-24 25 102 0</inkml:trace>
  <inkml:trace contextRef="#ctx0" brushRef="#br0">20708 8644 47 0,'0'-11'9'0,"0"-60"2"0,60 34-3 0,-24 13 18 0,-36 24-10 0,-12 48-4 0,12 23-5 0,12 1-4 0,24-13 0 0,23-47 1 0,2-12 0 0,9-59-2 0,2-12 0 0,-14 0-2 0,-22 10 1 0,-11 25 0 0,-25 24 1 0,0 71 1 0,0 73-3 0,23 58 0 0,13 13 0 0,-36-25 1 0,-24-48 2 0,-47-57 1 0,23-37 1 0,13-95 1 0,11-49-3 0,12-23-3 0,36-11 2 0,35 21-1 0,24 39-1 0,24 46-19 0,1 24-78 0,-84 12 49 0</inkml:trace>
  <inkml:trace contextRef="#ctx0" brushRef="#br0">21780 8608 93 0,'0'-12'11'0,"-12"-11"23"0,72-1-20 0,0 12-8 0,-1 0-4 0,1 24-7 0,-38 0-27 0,-9 12-25 0,-26-1-1 0</inkml:trace>
  <inkml:trace contextRef="#ctx0" brushRef="#br0">21745 8811 43 0,'-12'0'18'0,"-84"0"19"0,85 0-13 0,58-12-6 0,36-12-10 0,37 12-6 0,-13 0-8 0,-48 24-61 0,-47-12 7 0</inkml:trace>
  <inkml:trace contextRef="#ctx0" brushRef="#br0">22459 8430 73 0,'-13'-36'12'0,"13"-12"8"0,61 13 1 0,-15-1-4 0,-10 47-7 0,0 60-4 0,-11 13-2 0,-14-13 0 0,-47-10-1 0,-11-14 0 0,0-34-1 0,35-13 0 0,35-50-1 0,24-8-1 0,25 11 1 0,1-1-1 0,-14-12 1 0,-25 24-1 0,-21 1 2 0,-26 22-3 0,-10 13 1 0,-13 25 3 0,-11 21-3 0,-1 38 0 0,48 0 0 0,12-13-1 0,48-11 2 0,11-49-2 0,-11-11 4 0,-24-11-2 0,-14-1 2 0,-22 1-1 0,0-2-2 0,0 1-12 0,-10 0-123 0</inkml:trace>
  <inkml:trace contextRef="#ctx0" brushRef="#br0">23995 9406 29 0,'0'0'0'0,"-11"-11"7"0,-2-49 15 0,26-1 17 0,10 38-1 0,-23 35-25 0,-47 70-3 0,-13 39-8 0,35-26-2 0,25-24 2 0,72-35 0 0,24-24 0 0,11-37 0 0,-1-34 0 0,-57-24-1 0,-37-12 1 0,-37 1-1 0,-22 21-1 0,12 2 0 0,-25 60 0 0,-11 11 0 0,10 71 0 0,38 0 0 0,46 13-1 0,61-13 1 0,-12-24-1 0,-13-35 2 0,-36-12 0 0,13-12-25 0,1 12-104 0</inkml:trace>
  <inkml:trace contextRef="#ctx0" brushRef="#br0">24412 9799 52 0,'-24'-23'11'0,"35"-2"8"0,-11 13 26 0,0 24-22 0,-23 36-15 0,10 11-6 0,26 1-1 0,23-24 3 0,-13-25 0 0,13-34 0 0,-12-49-2 0,-12 1 1 0,-35 11 1 0,-13 37-2 0,0 23-21 0,0 23-86 0,23-23 64 0</inkml:trace>
  <inkml:trace contextRef="#ctx0" brushRef="#br0">24757 9477 76 0,'0'0'0'0,"-23"-35"22"0,33 35-9 0,26-13 9 0,13 13-16 0,22 13-3 0,-23-1-28 0,-24 0-39 0,-24-12 25 0</inkml:trace>
  <inkml:trace contextRef="#ctx0" brushRef="#br0">24710 9596 61 0,'-36'0'12'0,"36"0"2"0,36-12 12 0,11 1-7 0,48-1-15 0,1 12-47 0,-37 0-35 0</inkml:trace>
  <inkml:trace contextRef="#ctx0" brushRef="#br0">25210 9442 63 0,'-24'-24'39'0,"12"12"-13"0,12 48-25 0,0 22-1 0,12-8 0 0,24-39 5 0,-12-22 14 0,11-50-3 0,-23 1-1 0,-24 26-4 0,-11 21-7 0,-13 13-6 0,-25 24-27 0,4 12-125 0</inkml:trace>
  <inkml:trace contextRef="#ctx0" brushRef="#br0">22650 9466 118 0,'-12'-60'5'0,"24"49"-5"0,-1 45 7 0,-58 50 16 0,11 11-12 0,36-11-7 0,36-25-3 0,23-34 1 0,13-38-1 0,-13-24 1 0,1-21-1 0,-24-2 1 0,-24-11-1 0,-24-12 0 0,-24-1 0 0,-1 38 0 0,3 21-1 0,-14 37 0 0,12 47-1 0,12 25 1 0,48-13-1 0,35-35 0 0,0-1 1 0,26-23-26 0,-27 12-69 0,-45-24 56 0</inkml:trace>
  <inkml:trace contextRef="#ctx0" brushRef="#br0">23079 9776 104 0,'0'0'0'0,"-24"59"16"0,35 12-1 0,-11-23-3 0,0-13-8 0,-11-11-25 0,11-12-94 0</inkml:trace>
  <inkml:trace contextRef="#ctx0" brushRef="#br0">23197 9596 48 0,'-12'-23'16'0,"36"11"-6"0,12 1-6 0,0 11-2 0,0 0-3 0,-2 0-22 0,-9 11-22 0,-25-11 34 0</inkml:trace>
  <inkml:trace contextRef="#ctx0" brushRef="#br0">23257 9716 13 0,'-12'0'4'0,"0"0"18"0,12-24 9 0,12 12-8 0,48-13-14 0,-1 14-8 0,-11 11-21 0,-2 0-59 0</inkml:trace>
  <inkml:trace contextRef="#ctx0" brushRef="#br0">23602 9477 44 0,'0'-11'8'0,"-12"-1"0"0,24 58 14 0,-36 38-2 0,12-13-11 0,12-21-7 0,0-29-5 0,24-21-53 0,-12 0 4 0</inkml:trace>
  <inkml:trace contextRef="#ctx0" brushRef="#br0">22888 10394 43 0,'-61'-24'13'0,"38"12"-9"0,12 0 11 0,22 1 2 0,85-12-3 0,94-2-6 0,37 0-2 0,-37 14-1 0,-71-1-1 0,-95 12 1 0,-60-11-2 0,-120 34-3 0,-57 13 1 0,-49 0 0 0,47-13 2 0,97-11-3 0,70-12 0 0,71-12 0 0,86 1 0 0,33-12-2 0,-35 23-38 0,-59 11-51 0</inkml:trace>
  <inkml:trace contextRef="#ctx0" brushRef="#br0">24531 10275 74 0,'0'0'0'0,"-178"-13"31"0,81 13-19 0,74 0-3 0,46 0-4 0,109-11-4 0,71-12 1 0,22 11 4 0,-34 12 0 0,-71 12-2 0,-120-12 1 0,-120 23-5 0,-82-12-1 0,-36 14-1 0,34-13 4 0,74 1-2 0,107-26 0 0,154-11 0 0,131-12-2 0,47 25 7 0,-47 11-3 0,-143 11 3 0,-119-11-4 0,-71-11-49 0,35 11-39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3597 5359 2 0,'-12'0'-2'0</inkml:trace>
  <inkml:trace contextRef="#ctx0" brushRef="#br0">3561 5359 7 0,'0'0'0'0,"-25"0"14"0,2 0-4 0,10 0-3 0,26 0 5 0,10-13 3 0,26 1 3 0,22-13-5 0,48-9-5 0,23 10-5 0,26 24 0 0,-25-13-2 0,-60 2 1 0,-59-1 1 0,-24-12 0 0,-37 12-2 0,-22 12-1 0,-36 0-1 0,24 12 1 0,22 1 1 0,49 34-1 0,72 72-1 0,12 25 2 0,-36-26 0 0,-60-35 9 0,-60-47-1 0,-23-24-6 0,24-12-13 0,35 11-62 0,36-11 19 0</inkml:trace>
  <inkml:trace contextRef="#ctx0" brushRef="#br0">4728 5751 42 0,'-12'0'11'0,"-24"47"21"0,-11 25 2 0,-25-1-19 0,13 1-8 0,34-25-7 0,50-23 1 0,34-12-27 0,13-12-82 0</inkml:trace>
  <inkml:trace contextRef="#ctx0" brushRef="#br0">4584 5845 106 0,'-34'-34'4'0,"34"34"-5"0,11 59 14 0,-59 37 15 0,1 9-9 0,22-21-13 0,50-13-5 0,35-58 0 0,23-13 0 0,-12-60 1 0,-35-23-1 0,0 0 0 0,-12 11 0 0,-14-11-1 0,-20 23 1 0,-50 2 0 0,-11 33 0 0,-1 50-1 0,25 46 0 0,71 0 0 0,35-12 0 0,12-11 0 0,1 0 1 0,-25-37 1 0,-11 1-4 0,12-47-55 0,-36 10-39 0</inkml:trace>
  <inkml:trace contextRef="#ctx0" brushRef="#br0">5466 5525 30 0,'-59'-11'26'0,"11"11"-1"0,24 0-5 0,24 0-5 0,-12 0-2 0,24 0-4 0,24 0-3 0,24-13-4 0,34 1-2 0,-22 0 0 0,-12-1-9 0,-36 13-21 0,-12 0-23 0,-12 25 2 0</inkml:trace>
  <inkml:trace contextRef="#ctx0" brushRef="#br0">5395 5798 69 0,'-95'0'33'0,"71"0"-23"0,119-12 0 0,0-11 4 0,0 23-3 0,-23-12-5 0,-60 12-3 0,-12 0-2 0,12 0-60 0,1 0-31 0</inkml:trace>
  <inkml:trace contextRef="#ctx0" brushRef="#br0">7503 4773 77 0,'-48'-94'22'0,"24"46"11"0,24 37-15 0,0 143-6 0,0 69-4 0,24-34-3 0,-1-49-2 0,13-10-5 0,-13-37-51 0,-10-35-47 0</inkml:trace>
  <inkml:trace contextRef="#ctx0" brushRef="#br0">6632 5953 64 0,'-59'-12'17'0,"36"-13"14"0,59-9 7 0,83-14-24 0,119 25-8 0,60-2-1 0,23 25-4 0,12 0 4 0,-24 12-1 0,-46-12-2 0,-60 0 1 0,-84-24-1 0,-72 13 0 0,-47 11-5 0,0 11-54 0,-12 1-48 0</inkml:trace>
  <inkml:trace contextRef="#ctx0" brushRef="#br0">6598 6668 26 0,'0'-24'19'0,"11"-36"-16"0,12 1 29 0,-23-1 6 0,0 13-7 0,25 23-21 0,35 0-4 0,11 12-1 0,1 35-1 0,-14 25-2 0,-33 36-1 0,-37 23 0 0,-24 1-1 0,-35-14 1 0,-1-22 0 0,13-25 0 0,23-11-1 0,36-25 1 0,24-11 2 0,34-23-2 0,39-13 0 0,10 24 1 0,-36 1 1 0,-23-1-1 0,-24 24-71 0,-11-12-30 0</inkml:trace>
  <inkml:trace contextRef="#ctx0" brushRef="#br0">7395 6548 93 0,'0'0'0'0,"-24"-35"41"0,60 24-19 0,48 57-7 0,-13 13-8 0,1 2-5 0,-37-14-1 0,-11 0-3 0,-24-10-34 0,-13-26-60 0,2-11 62 0</inkml:trace>
  <inkml:trace contextRef="#ctx0" brushRef="#br0">7610 6489 54 0,'0'-12'20'0,"0"37"17"0,-24 46-11 0,-36 47-4 0,1-34-7 0,36-60-10 0,10-13-8 0,37 1-62 0,-1-24-29 0</inkml:trace>
  <inkml:trace contextRef="#ctx0" brushRef="#br0">7967 6394 23 0,'0'0'14'0,"0"12"10"0,-12 0 6 0,-12-12-4 0,12 11-13 0,0 1-7 0,12-1 2 0,0-11 2 0,-12 13-4 0,12-13-2 0,-11-13-2 0,22 2-1 0,-11-1 0 0,12 1 0 0,-12-13 1 0,0 11 1 0,24-10 0 0,0-1-2 0,0 0 0 0,1 11 1 0,9 3 3 0,-11-1-2 0,26 11-1 0,-13 21-2 0,11 29-1 0,-36 9 3 0,-11-13 1 0,-23 4-1 0,-1-16 1 0,-23-10-1 0,11-11-1 0,0-13 0 0,36 0 0 0,23 0-2 0,50 34 1 0,10 16-2 0,-12 32 1 0,-59 1 2 0,-59-35 3 0,-49-12 4 0,25-25 1 0,23-22-5 0,25-1 1 0,23 1-5 0,0-2 2 0,10-11-11 0,-10 0-49 0,25 1-77 0</inkml:trace>
  <inkml:trace contextRef="#ctx0" brushRef="#br0">9597 4643 48 0,'13'0'2'0,"35"-12"9"0,-1-11 17 0,-35 23-8 0,-71 12-4 0,-48 23-4 0,-12 1-2 0,23 0-6 0,48-11-1 0,25-25 1 0,23 11 4 0,-13 12-3 0,13 1-2 0,13 23 0 0,-1 13 0 0,-1 1 2 0,-11 10-3 0,13 34 1 0,-13 16-3 0,0 9 0 0,-13 0 1 0,13-9 0 0,0-3 0 0,-11-10 4 0,-1-13-2 0,-1-12-2 0,2 1-1 0,11-13 1 0,-12-35 0 0,12 0 0 0,0-13-1 0,12-11 1 0,24 13-1 0,23-14 0 0,25-11 1 0,-14-11-1 0,15-2 1 0,-2-11-1 0,-36 11-1 0,-47 13 1 0,0 0-10 0,-36-10-157 0</inkml:trace>
  <inkml:trace contextRef="#ctx0" brushRef="#br0">7431 2334 75 0,'-60'-48'4'0,"-12"48"0"0,14 48 9 0,9 23 0 0,13 36-2 0,36 12-3 0,25-12-2 0,35-35-4 0,23-35 2 0,0-50-1 0,1-47 1 0,-38-22-2 0,-21-14-1 0,-13 0-1 0,-24-22 1 0,-24 22 1 0,-12 37-1 0,-11 47-2 0,0 58 1 0,23 27-2 0,47-2 2 0,61 1 2 0,24-25-1 0,-25 0 0 0,-23-10-29 0,-26-3-77 0</inkml:trace>
  <inkml:trace contextRef="#ctx0" brushRef="#br0">7907 2763 118 0,'-12'0'6'0,"-35"130"11"0,35-11-14 0,48-47-1 0,-36-49 0 0,0-11-9 0,0-12-66 0,0-12 15 0</inkml:trace>
  <inkml:trace contextRef="#ctx0" brushRef="#br0">8288 2608 92 0,'-48'-12'24'0,"61"12"-13"0,94-12-7 0,0-12-2 0,11 1-3 0,-46 23-29 0,-24 23-66 0</inkml:trace>
  <inkml:trace contextRef="#ctx0" brushRef="#br0">8349 2868 83 0,'-37'-10'26'0,"-35"10"0"0,97-24-24 0,93-13-14 0,26 3-24 0,21-3-23 0,-152 37 37 0</inkml:trace>
  <inkml:trace contextRef="#ctx0" brushRef="#br0">9181 2286 80 0,'0'0'13'0,"-47"0"41"0,-1 143-41 0,35 24-7 0,26-60-2 0,-1-47-2 0,-1-60 1 0,-11-13-48 0,0 1-69 0</inkml:trace>
  <inkml:trace contextRef="#ctx0" brushRef="#br0">10301 4917 68 0,'-12'-47'17'0,"-12"34"12"0,-35 38-11 0,-24 129-3 0,10 73-4 0,73-37-3 0,49-35-2 0,9-36-4 0,3-60 0 0,10-34-36 0,-1-62-95 0</inkml:trace>
  <inkml:trace contextRef="#ctx0" brushRef="#br0">10622 5298 74 0,'-12'-94'18'0,"48"69"13"0,1 73-4 0,-26 95-12 0,-11-12-6 0,0-47-6 0,12-37-16 0,35-23-130 0</inkml:trace>
  <inkml:trace contextRef="#ctx0" brushRef="#br0">11028 5501 91 0,'-48'-24'68'0,"12"24"-53"0,131-36-11 0,36 25-9 0,-24 11-58 0,-35 11-34 0</inkml:trace>
  <inkml:trace contextRef="#ctx0" brushRef="#br0">11813 5238 102 0,'-12'-34'15'0,"-1"-3"14"0,49 121-20 0,-11 70-4 0,-1-24-3 0,-12-46-17 0,23-36-109 0</inkml:trace>
  <inkml:trace contextRef="#ctx0" brushRef="#br0">12159 4953 124 0,'0'0'0'0,"-36"-25"17"0,155 193-8 0,23 82-3 0,-69-36-3 0,-110-71 1 0,-105-60-7 0,-13-24-138 0</inkml:trace>
  <inkml:trace contextRef="#ctx0" brushRef="#br0">12254 4560 59 0,'0'0'0'0,"58"-47"4"0,87 23 5 0,-75 48 32 0,-57 47-13 0,-37 24-16 0,-12-11-2 0,13-49 3 0,10-35-1 0,73-35-10 0,95-1-11 0,58 36-135 0</inkml:trace>
  <inkml:trace contextRef="#ctx0" brushRef="#br0">13110 5215 94 0,'-70'-11'28'0,"94"-14"-11"0,71 13-12 0,12 12-6 0,0 0-60 0,-71 0-1 0</inkml:trace>
  <inkml:trace contextRef="#ctx0" brushRef="#br0">13349 4989 123 0,'-24'0'5'0,"-94"119"10"0,118 11-11 0,35-9-10 0,12-63-113 0</inkml:trace>
  <inkml:trace contextRef="#ctx0" brushRef="#br0">14516 4560 74 0,'0'-13'5'0,"-71"-10"16"0,23 107 4 0,-48 94-6 0,14 37-5 0,70-37-8 0,83-48-6 0,60-57-49 0,-47-50-52 0</inkml:trace>
  <inkml:trace contextRef="#ctx0" brushRef="#br0">14838 4786 118 0,'-11'-23'4'0,"-38"-13"18"0,49 132-9 0,36 59-6 0,11 11-8 0,1-47-44 0,-48-60-57 0</inkml:trace>
  <inkml:trace contextRef="#ctx0" brushRef="#br0">14646 4917 71 0,'-22'-47'27'0,"69"23"-6"0,25 12-6 0,-37 60-1 0,-11 35-5 0,-12 24-6 0,-36-12-1 0,-12-35 5 0,25-24 2 0,-1-24-5 0,35-1-2 0,25-11-1 0,36-35-1 0,57 22-57 0,-69-10-50 0</inkml:trace>
  <inkml:trace contextRef="#ctx0" brushRef="#br0">15444 5049 141 0,'-82'-37'15'0,"82"37"-7"0,119-11-17 0,23 22-117 0</inkml:trace>
  <inkml:trace contextRef="#ctx0" brushRef="#br0">15814 4786 21 0,'48'-13'34'0,"47"3"14"0,-35 70-14 0,-48 45-16 0,-37-21-4 0,-11-36-3 0,36-25-5 0,73-46-4 0,58 12-23 0,0-14-124 0</inkml:trace>
  <inkml:trace contextRef="#ctx0" brushRef="#br0">16386 4524 129 0,'-24'12'5'0,"84"179"5"0,82 60-2 0,-94-25-4 0,-132-71-1 0,-95-73-70 0,145-70 7 0</inkml:trace>
  <inkml:trace contextRef="#ctx0" brushRef="#br0">16588 4227 67 0,'13'-11'5'0,"10"-26"28"0,24 37 1 0,1 83-20 0,-12 47-8 0,-12-57 5 0,131-109 1 0,-1-22-23 0,12 58-81 0,-117 11 26 0</inkml:trace>
  <inkml:trace contextRef="#ctx0" brushRef="#br0">17339 4928 137 0,'-60'-34'7'0,"72"22"-5"0,130-13-1 0,26 14-24 0,-73-12-68 0,-95 23 65 0</inkml:trace>
  <inkml:trace contextRef="#ctx0" brushRef="#br0">17506 4668 100 0,'-73'11'27'0,"-9"120"-11"0,105 37-12 0,49-13-15 0,-12-84-75 0,-60-71 49 0</inkml:trace>
  <inkml:trace contextRef="#ctx0" brushRef="#br0">18589 4358 96 0,'0'-48'4'0,"-12"12"-2"0,12 120 10 0,-96 118 3 0,2 24 2 0,81-47-6 0,73-61-7 0,71-57-27 0,0-61-95 0</inkml:trace>
  <inkml:trace contextRef="#ctx0" brushRef="#br0">18815 4560 78 0,'0'0'0'0,"-47"-24"11"0,69 24-10 0,14 0 2 0,-11-23 32 0,-1 11-16 0,23 24-15 0,13 35-3 0,-48 24 0 0,-12-11 0 0,-48-12 3 0,24-1 2 0,24 13-4 0,47-1 0 0,-22-36-1 0,-25-10 2 0,-72-37-2 0,12 12 3 0,13 12-3 0,47 0-3 0,36 0 1 0,24 0-1 0,-13 23 0 0,-23 27 1 0,-37-4 1 0,-69-21 2 0,21-14-5 0,38 1-91 0,23-12 43 0</inkml:trace>
  <inkml:trace contextRef="#ctx0" brushRef="#br0">19303 4752 108 0,'-47'-50'27'0,"11"39"-21"0,130 11-6 0,14-12 1 0,-24 12-1 0,-13 0-17 0,-35 0-87 0</inkml:trace>
  <inkml:trace contextRef="#ctx0" brushRef="#br0">19840 4405 58 0,'0'0'0'0,"-24"-13"4"0,48 13-3 0,-24-10 10 0,0-1 28 0,0-2-21 0,47 13-11 0,1 34-5 0,-25 27 1 0,-23 10-2 0,-23-11 2 0,11-24 3 0,47-1-4 0,13 37-2 0,-36-13 0 0,-60-35 2 0,-23-24 1 0,23-24-18 0,24 1-122 0</inkml:trace>
  <inkml:trace contextRef="#ctx0" brushRef="#br0">20232 4429 132 0,'0'0'0'0,"0"84"14"0,72 130-12 0,-13-24-1 0,-59-95 1 0,-95-35-19 0,-36-49-107 0</inkml:trace>
  <inkml:trace contextRef="#ctx0" brushRef="#br0">20280 4011 66 0,'24'-58'11'0,"72"58"2"0,-37 48 9 0,-48 35-1 0,1-35 2 0,36-37-11 0,71-22-13 0,36-1-64 0,-108 24-12 0</inkml:trace>
  <inkml:trace contextRef="#ctx0" brushRef="#br0">20935 3751 134 0,'-12'-24'5'0,"-24"-36"9"0,166 73-13 0,49 34-2 0,-59 11 0 0,-97 15 2 0,-23 46 3 0,0 59-2 0,0 84 0 0,0 23-1 0,-23-34 0 0,-25-108 1 0,-24-85 6 0,-10-45-4 0,-2-72-8 0,1-37-20 0,47-11-44 0,24 48-2 0</inkml:trace>
  <inkml:trace contextRef="#ctx0" brushRef="#br0">22150 4371 101 0,'-13'-13'8'0,"-23"-35"30"0,85 25-31 0,45 23-8 0,14 0 1 0,11 11-14 0,-24 12-22 0,-36 14-15 0,-59-24 10 0</inkml:trace>
  <inkml:trace contextRef="#ctx0" brushRef="#br0">21971 4691 129 0,'0'0'0'0,"-106"-36"2"0,176 36-3 0,73 0 0 0,0 0 3 0,24-12-2 0,11-11-45 0,-83 11-25 0</inkml:trace>
  <inkml:trace contextRef="#ctx0" brushRef="#br0">23174 4346 94 0,'0'0'0'0,"-61"-48"39"0,14 108-35 0,0 71-3 0,34-23-1 0,38-14 1 0,70-22 0 0,48-49 1 0,0-46-1 0,-36-72 0 0,-83-60 2 0,-60 0 8 0,-71 71-4 0,-24 60-6 0,0 61-17 0,24 47-121 0</inkml:trace>
  <inkml:trace contextRef="#ctx0" brushRef="#br0">5834 8441 89 0,'-11'-59'16'0,"47"11"10"0,0 0 0 0,-48 48-13 0,-59 71-6 0,-25 50 0 0,50 9-4 0,57-23-3 0,96-47 1 0,11-47 2 0,14-50-2 0,-25-22 1 0,-47-37-2 0,-37-35 2 0,-23-11-1 0,-35 21 0 0,-37 39 0 0,-23 70-1 0,11 48-2 0,25 72 2 0,59 22 2 0,59 0-3 0,37-34 0 0,-13-37 1 0,-47-46 1 0,-12-26-7 0,-12-10-86 0,0 23 15 0</inkml:trace>
  <inkml:trace contextRef="#ctx0" brushRef="#br0">6681 8680 73 0,'-12'-24'15'0,"-12"24"5"0,24-12-1 0,-13 12-7 0,13 0 0 0,-11 0 3 0,11 12-5 0,0-12 2 0,0-12 8 0,0 12-13 0,0 0-7 0,0 0 2 0,0 0-3 0,0 12 5 0,0-12-4 0,0 11 2 0,-12 49 0 0,12 24-1 0,0 35 3 0,0-24-1 0,-11-35 2 0,11-49-1 0,0-11-5 0,23-35-30 0,37-25-111 0,-48 48 94 0</inkml:trace>
  <inkml:trace contextRef="#ctx0" brushRef="#br0">7217 8418 91 0,'0'0'0'0,"-25"-24"48"0,38 12-14 0,34 0-21 0,36 12-13 0,26 0-22 0,-27 12-88 0,-71-12 71 0</inkml:trace>
  <inkml:trace contextRef="#ctx0" brushRef="#br0">7156 8620 79 0,'-57'13'36'0,"57"-38"5"0,70-10-27 0,60 11-18 0,62 0-68 0,-97 11-4 0</inkml:trace>
  <inkml:trace contextRef="#ctx0" brushRef="#br0">7955 8323 105 0,'-36'-24'26'0,"1"24"2"0,-1 47-19 0,11 48-4 0,25-11 0 0,49-13-1 0,22-59 2 0,1-37 5 0,-37-57 2 0,-24-37-4 0,-68 23-6 0,-16 73-13 0,26 46-78 0,47 14-27 0</inkml:trace>
  <inkml:trace contextRef="#ctx0" brushRef="#br0">8265 8453 156 0,'-12'-12'7'0,"-24"-22"23"0,59 9-25 0,2 25-47 0,-25 12-70 0</inkml:trace>
  <inkml:trace contextRef="#ctx0" brushRef="#br0">8670 8252 85 0,'0'0'0'0,"-24"-25"36"0,24 25-8 0,0 0-8 0,-12 25-6 0,-12 22-7 0,-1-12-4 0,25-12-2 0,36 2 2 0,24 11-3 0,0 24 0 0,-37 24 0 0,-10-38 9 0,-37-10 5 0,-24-24-7 0,-11-12-5 0,-2 11-1 0,15-11-26 0,34-11-55 0,12-37-33 0</inkml:trace>
  <inkml:trace contextRef="#ctx0" brushRef="#br0">8692 8239 136 0,'-11'-37'35'0,"83"-9"-4"0,95-26-17 0,-24 48-10 0,-97 13-20 0,-69 34-147 0</inkml:trace>
  <inkml:trace contextRef="#ctx0" brushRef="#br0">3300 10966 53 0,'-37'-13'21'0,"1"-10"-10"0,13 12 38 0,10-2-21 0,73 1-10 0,71 12-5 0,59-12-4 0,1-1-4 0,-48-8-2 0,-96 8-2 0,-47 1 2 0,-72 0-3 0,-10 12 1 0,11 0-1 0,22 37 0 0,26 45 0 0,23 37 0 0,0 0 0 0,0-47 6 0,-48-12 0 0,-11-37-4 0,10-23-4 0,27-12-30 0,34 1-94 0,-2 11 79 0</inkml:trace>
  <inkml:trace contextRef="#ctx0" brushRef="#br0">4454 10739 111 0,'23'-59'15'0,"-46"47"0"0,-96 119 7 0,-11 60-12 0,46 11-4 0,59-48-2 0,85-21-23 0,36-74-78 0,-61-35 36 0</inkml:trace>
  <inkml:trace contextRef="#ctx0" brushRef="#br0">4692 10953 108 0,'0'-23'8'0,"0"59"5"0,-72 72 5 0,13 10-11 0,48-35-4 0,58-47-3 0,48-24 2 0,24-24-2 0,-35-59 0 0,-61-13-1 0,-58-35 0 0,-37 24 0 0,-23 59 3 0,35 49 2 0,24 58-3 0,49 13 2 0,70-2-4 0,48-46-19 0,-24-24-87 0,-96-12 75 0</inkml:trace>
  <inkml:trace contextRef="#ctx0" brushRef="#br0">5014 10609 160 0,'0'0'4'0,"12"47"-1"0,72 120 9 0,-25 71-1 0,-48-36-3 0,-47-83 0 0,-35-59-7 0,35-72-50 0,48-36-84 0</inkml:trace>
  <inkml:trace contextRef="#ctx0" brushRef="#br0">5597 11001 174 0,'-12'-48'13'0,"60"14"-6"0,35 9-6 0,-11 25-39 0,-37 25-103 0</inkml:trace>
  <inkml:trace contextRef="#ctx0" brushRef="#br0">5573 11120 144 0,'-95'36'33'0,"131"-13"-16"0,95-23-13 0,47-11-60 0,-95 11-76 0</inkml:trace>
  <inkml:trace contextRef="#ctx0" brushRef="#br0">7348 10549 120 0,'0'0'0'0,"12"-95"37"0,-1 142-13 0,-11 108-3 0,12 24-13 0,0-24-9 0,12-71-16 0,-24-26-82 0,0-58 24 0</inkml:trace>
  <inkml:trace contextRef="#ctx0" brushRef="#br0">6752 11359 101 0,'-131'0'23'0,"83"-12"-1"0,73-12 9 0,129-12-19 0,193 12 0 0,104 1-7 0,-10 23-4 0,-120 23-2 0,-166-23 2 0,-143 0 0 0,-72 0-45 0,1 24-92 0</inkml:trace>
  <inkml:trace contextRef="#ctx0" brushRef="#br0">6490 11978 81 0,'0'0'0'0,"-47"-84"25"0,59 1 4 0,47 47 12 0,36 13-27 0,25 46-5 0,-25 49-3 0,-83 35-7 0,-60 12 4 0,-59-12 0 0,-1-24 4 0,61-35-1 0,47-37 0 0,13 2-2 0,46-26 2 0,36-10 0 0,0-13-5 0,24 24-2 0,-36 24-18 0,-23 13-29 0,-11-2-110 0</inkml:trace>
  <inkml:trace contextRef="#ctx0" brushRef="#br0">7335 11966 159 0,'0'0'0'0,"-23"0"19"0,71 59-6 0,23 12-7 0,24 0-9 0,-35-21-27 0,-48-27-61 0,-24-35 22 0</inkml:trace>
  <inkml:trace contextRef="#ctx0" brushRef="#br0">7562 11930 80 0,'0'-12'42'0,"-48"12"8"0,-11 84-25 0,-25-1-16 0,12 12-6 0,49-35-22 0,35-1-153 0</inkml:trace>
  <inkml:trace contextRef="#ctx0" brushRef="#br0">7967 11823 90 0,'-24'-24'67'0,"0"0"-74"0,48 1 11 0,-24 23 3 0,12 0 4 0,12 11 0 0,12 12-7 0,46 38-3 0,-22 10 0 0,-60 13 4 0,-35-37 2 0,10-23-4 0,25 24-3 0,49 23 0 0,-27-12-1 0,-33-22 8 0,-85-37-4 0,-46 0 0 0,35 0-25 0,60 0-144 0</inkml:trace>
  <inkml:trace contextRef="#ctx0" brushRef="#br0">9515 10073 121 0,'36'-48'19'0,"-24"48"-5"0,-96 36 2 0,-94 23-10 0,35-11-3 0,83-25 1 0,60-10-3 0,36 22 1 0,0 38 2 0,-25 21 3 0,-22 49 0 0,-14 72-4 0,-11 45 0 0,13 16-1 0,-12-39 2 0,11-22-1 0,36-85-2 0,83-46 0 0,84-59-1 0,47-25 1 0,-60 0-2 0,-82-13 3 0,-72 1-2 0,-48-24-32 0,-12 24-130 0</inkml:trace>
  <inkml:trace contextRef="#ctx0" brushRef="#br0">9978 10549 36 0,'0'-48'23'0,"36"-11"4"0,13 0 6 0,-13 22-8 0,-25 37-12 0,-71 48-5 0,-46 83 0 0,10 95-6 0,85-47-1 0,82-48 0 0,48-24-1 0,-12-59 2 0,-48-14 4 0,-34-34-2 0,-25 0-3 0,0-21-22 0,0-16-104 0,0 24 88 0</inkml:trace>
  <inkml:trace contextRef="#ctx0" brushRef="#br0">10408 10693 23 0,'0'-25'10'0,"12"0"19"0,-1 2 6 0,-11 23-14 0,-11 0-14 0,-1 48-1 0,-1 23-1 0,2 13-2 0,11-1-2 0,24-36 1 0,12 1-2 0,0-12 1 0,-1-36 0 0,-12-13 3 0,-10-10-2 0,10-12 1 0,-10-12-2 0,-13-24 2 0,0 21 1 0,-13 3 1 0,-10 12-5 0,10-1 1 0,-10 12 0 0,-1 24 0 0,-23 24-2 0,-2 0-5 0,13-12-21 0,26 11-62 0,10-23 53 0</inkml:trace>
  <inkml:trace contextRef="#ctx0" brushRef="#br0">11206 10775 45 0,'0'0'19'0,"0"-36"31"0,12 13-14 0,-12 11-18 0,12 1-8 0,-12 22-15 0,0 24-49 0,0-10-50 0</inkml:trace>
  <inkml:trace contextRef="#ctx0" brushRef="#br0">11527 10609 59 0,'0'-12'17'0,"12"0"12"0,0 12-8 0,-24 12-11 0,-12 11-6 0,13 0-2 0,11 14-1 0,0-1-1 0,11-13 0 0,25 13 0 0,1 0 1 0,22 1-1 0,-12 21-1 0,-35-11 5 0,-12-10 7 0,-59-3-4 0,-13-21-1 0,12-13-2 0,37-36-3 0,10 25-3 0,26-1-20 0,10 0-73 0,1 12 43 0</inkml:trace>
  <inkml:trace contextRef="#ctx0" brushRef="#br0">11575 10632 65 0,'0'-12'16'0,"13"-47"11"0,57 11 6 0,2 13-16 0,-24 24-9 0,-38 11-3 0,-10 21-2 0,-34 4-25 0,58 0-112 0</inkml:trace>
  <inkml:trace contextRef="#ctx0" brushRef="#br0">12409 10764 56 0,'-12'0'21'0,"-83"0"26"0,71 0-15 0,24-25-17 0,59 13-5 0,36 1-6 0,13-1-3 0,-37 12-5 0,-23 12-52 0,-36-12-56 0</inkml:trace>
  <inkml:trace contextRef="#ctx0" brushRef="#br0">12992 10538 117 0,'0'0'0'0,"-48"34"10"0,37 110-4 0,11-37-2 0,-25-36-5 0,14-35-57 0,11-24-14 0</inkml:trace>
  <inkml:trace contextRef="#ctx0" brushRef="#br0">13064 10383 117 0,'-24'-37'22'0,"71"37"-16"0,61 108 4 0,-37 81 1 0,-35-21-2 0,-60-49-5 0,-59-71-5 0,11-25-133 0</inkml:trace>
  <inkml:trace contextRef="#ctx0" brushRef="#br0">13349 9906 77 0,'13'-36'58'0,"10"24"-18"0,13 48-24 0,-12 35-7 0,-24 13-1 0,12-36 3 0,11-48-2 0,74-36-7 0,21 24-13 0,0 12-106 0,-93 12 51 0</inkml:trace>
  <inkml:trace contextRef="#ctx0" brushRef="#br0">14433 10501 47 0,'-24'-13'43'0,"12"3"5"0,36-14-13 0,60 12-20 0,46-13-12 0,1 14-18 0,-36-1-98 0,-95 12 69 0</inkml:trace>
  <inkml:trace contextRef="#ctx0" brushRef="#br0">14695 10216 114 0,'-83'23'64'0,"46"121"-57"0,86-14-6 0,-14-34-1 0,-12-49-123 0,-23-35 75 0</inkml:trace>
  <inkml:trace contextRef="#ctx0" brushRef="#br0">15886 9739 105 0,'0'0'0'0,"24"-23"7"0,-24 83 29 0,-96 70-6 0,-23 61-15 0,36 11-7 0,83-47-5 0,71-48-2 0,48-59 0 0,24-37-26 0,-35-46-123 0</inkml:trace>
  <inkml:trace contextRef="#ctx0" brushRef="#br0">16362 10025 187 0,'-47'-48'5'0,"94"84"-7"0,1 71 5 0,-48 35 8 0,-24-10-10 0,36-59-38 0,0-27-113 0</inkml:trace>
  <inkml:trace contextRef="#ctx0" brushRef="#br0">16816 10323 160 0,'0'-11'37'0,"-25"-39"-20"0,143 27-16 0,2 0-28 0,-61 11-122 0</inkml:trace>
  <inkml:trace contextRef="#ctx0" brushRef="#br0">17612 9989 131 0,'-23'-35'19'0,"58"-1"-17"0,37 24 24 0,-36 12-7 0,10 36-12 0,15 35-7 0,-37 13 1 0,-60-1 4 0,-36-12 3 0,1-35 1 0,35-11-4 0,36-14-3 0,48 1 0 0,23-12-1 0,47-12-11 0,2-24-89 0,-84 11 3 0</inkml:trace>
  <inkml:trace contextRef="#ctx0" brushRef="#br0">18196 9835 179 0,'-12'-12'8'0,"107"107"-5"0,48 107-1 0,-107 24 11 0,-107-59-7 0,-60-48-9 0,-36-83-109 0,144-36 47 0</inkml:trace>
  <inkml:trace contextRef="#ctx0" brushRef="#br0">18601 9287 130 0,'0'0'0'0,"48"24"37"0,71 47-14 0,0 1-9 0,-48-49 1 0,-35-11-4 0,-12-24-4 0,95-11-11 0,94 11-101 0,-177 12 35 0</inkml:trace>
  <inkml:trace contextRef="#ctx0" brushRef="#br0">18553 9192 68 0,'-24'-12'14'0,"-24"-12"5"0,48 0 26 0,36 0-6 0,60 12-23 0,35 48-7 0,-24 35-5 0,-83 25 1 0,-73-13 2 0,-33-11-1 0,34-37-1 0,35-24-2 0,98-11-2 0,58-11-2 0,-1 11 0 0,-34-12 2 0,-62 1-2 0,-46 22-33 0,13 25-147 0</inkml:trace>
  <inkml:trace contextRef="#ctx0" brushRef="#br0">19422 10204 163 0,'-36'-13'21'0,"25"-10"-17"0,118-13 6 0,12 11 0 0,11 4-8 0,-10 21-29 0,-72 0-144 0</inkml:trace>
  <inkml:trace contextRef="#ctx0" brushRef="#br0">19625 9931 154 0,'0'0'0'0,"-107"71"32"0,107 59-24 0,36 0-5 0,11-34-49 0,1-60-97 0</inkml:trace>
  <inkml:trace contextRef="#ctx0" brushRef="#br0">20578 9680 137 0,'-12'-59'25'0,"-24"82"-21"0,-94 109 14 0,-51 57 4 0,99-10-11 0,118-24-8 0,82-60-1 0,50-47-11 0,-2-60-166 0</inkml:trace>
  <inkml:trace contextRef="#ctx0" brushRef="#br0">20721 9881 190 0,'0'0'0'0,"-36"-11"8"0,72 118 1 0,-12 23-1 0,-24 2-4 0,11-36-13 0,12-37-163 0</inkml:trace>
  <inkml:trace contextRef="#ctx0" brushRef="#br0">21053 10144 205 0,'-47'-37'7'0,"58"27"-4"0,86 20-76 0,-87-10-32 0</inkml:trace>
  <inkml:trace contextRef="#ctx0" brushRef="#br0">21459 9918 171 0,'-60'13'22'0,"72"58"-10"0,82 13-7 0,-9-2-3 0,-49 1-1 0,-132-22-15 0,-154-122-120 0,214 14 78 0</inkml:trace>
  <inkml:trace contextRef="#ctx0" brushRef="#br0">21375 9931 52 0,'0'0'0'0,"96"-61"111"0,35 38-83 0,0-14-24 0,12 14-135 0,-131 23 82 0</inkml:trace>
  <inkml:trace contextRef="#ctx0" brushRef="#br0">22019 10168 197 0,'-84'-61'39'0,"132"61"-41"0,190 0-18 0,-71 0-137 0,-145 13 112 0</inkml:trace>
  <inkml:trace contextRef="#ctx0" brushRef="#br0">22578 9823 121 0,'-12'-13'11'0,"35"2"-12"0,38 11-2 0,-50-12 21 0,-11 12 7 0,24 0-10 0,-12 0-5 0,25 12-7 0,-3 47-3 0,-9 1 0 0,-25-13 5 0,-48 1 1 0,37-25-2 0,45 27-5 0,-9-4 2 0,-25 13 3 0,-36-34 4 0,0-37-7 0,12-1-3 0,12-10-60 0,-12 23-89 0</inkml:trace>
  <inkml:trace contextRef="#ctx0" brushRef="#br0">23090 9692 169 0,'0'-12'7'0,"0"37"1"0,95 117-5 0,-35 47 10 0,-84-21-5 0,-84-49-7 0,-81-36-23 0,58-35-123 0</inkml:trace>
  <inkml:trace contextRef="#ctx0" brushRef="#br0">23294 9335 37 0,'11'0'15'0,"48"-24"22"0,-11 12 10 0,-2 24-18 0,3 47-12 0,-26 48-6 0,-10-34 0 0,-13-62 4 0,47-22-7 0,72-26-11 0,47 13-84 0,-105 12-16 0</inkml:trace>
  <inkml:trace contextRef="#ctx0" brushRef="#br0">24126 9324 102 0,'0'-97'66'0,"60"39"-65"0,35 45 6 0,-13 37 10 0,-21 83-4 0,-37 83-1 0,-37 25 0 0,-10 11-4 0,10-24-1 0,13-47-7 0,-46-72 4 0,-51-83 1 0,-21-46-6 0,-36-15-82 0,106 61-45 0</inkml:trace>
  <inkml:trace contextRef="#ctx0" brushRef="#br0">12123 13859 132 0,'0'0'0'0,"-60"-36"43"0,60 36-24 0,12-11-17 0,61 11 9 0,45 0-9 0,13 0-1 0,-1 11 0 0,-70 1-19 0,-24-12-54 0,-84 24-32 0</inkml:trace>
  <inkml:trace contextRef="#ctx0" brushRef="#br0">12087 14072 56 0,'-24'13'16'0,"-119"47"50"0,119-37-33 0,108-11-16 0,95-12-10 0,35 0-4 0,-71-24 3 0,-96-10-2 0,-47-3-3 0,-23 24-6 0,-26 2-48 0,26 35-81 0</inkml:trace>
  <inkml:trace contextRef="#ctx0" brushRef="#br0">13695 13775 25 0,'12'-23'19'0,"22"-38"9"0,-21-10 17 0,-13 24-6 0,-35 60-24 0,-1 58-6 0,12 59-6 0,12 25-3 0,48 0-1 0,35-59 3 0,1-62 0 0,24-45 0 0,-14-60 1 0,-34-48 2 0,-36-24 0 0,-48 12 0 0,-47 59-2 0,-13 60-3 0,-12 48-5 0,26 47-51 0,70 1-72 0</inkml:trace>
  <inkml:trace contextRef="#ctx0" brushRef="#br0">14409 13871 137 0,'0'-48'11'0,"24"12"6"0,-24 13-2 0,-12 11-13 0,0 47-55 0,36-10-55 0</inkml:trace>
  <inkml:trace contextRef="#ctx0" brushRef="#br0">14850 13609 102 0,'0'-23'10'0,"11"-2"16"0,-11 37 5 0,-34 60-19 0,9 11-9 0,13-24-1 0,12-23-1 0,60-24 1 0,23-12-1 0,11 24-1 0,-22 59-2 0,-47 24 3 0,-50-34 11 0,-47-39 0 0,-10-10-4 0,11-36-4 0,24-23-6 0,22-13-43 0,25 24-101 0</inkml:trace>
  <inkml:trace contextRef="#ctx0" brushRef="#br0">14886 13691 91 0,'35'-58'28'0,"49"22"-8"0,-1 12-5 0,-23 24-12 0,-13 24-4 0,-11 12-49 0,-25-24-43 0</inkml:trace>
  <inkml:trace contextRef="#ctx0" brushRef="#br0">15910 13812 76 0,'-36'-25'22'0,"48"13"-4"0,12-22 3 0,-2-3-15 0,14 1-1 0,-11-12-1 0,-25-23-1 0,-25 12-2 0,-21 11 0 0,-14 37 0 0,-23 22 1 0,-1 37-2 0,12 11 0 0,61 1 0 0,22-1 0 0,73 14 0 0,11 21 0 0,-35 1-1 0,-36-11 1 0,-48-26 0 0,-83-21 2 0,-25-37 4 0,50-48-1 0,58-23-1 0,107-36-3 0,83 11-14 0,13 37-131 0</inkml:trace>
  <inkml:trace contextRef="#ctx0" brushRef="#br0">5716 14621 46 0,'11'-36'10'0,"2"0"32"0,-37 36-10 0,-47 72-15 0,-1 47-9 0,49 25-7 0,82-50 1 0,36-46-5 0,24-60 5 0,-23-72-1 0,-61-58 4 0,-35-49-1 0,-48 47-3 0,-24 62 0 0,-10 93-1 0,11 97-1 0,71 23 1 0,71-12 0 0,24-36-2 0,24-35-11 0,-23-24-90 0,-84-12 63 0</inkml:trace>
  <inkml:trace contextRef="#ctx0" brushRef="#br0">6324 14918 85 0,'-24'37'43'0,"24"68"-10"0,-24 4-19 0,12-26-10 0,-1-36-8 0,13-35-86 0,13-12 10 0</inkml:trace>
  <inkml:trace contextRef="#ctx0" brushRef="#br0">6871 14729 114 0,'0'0'11'0,"-35"-25"14"0,94 13-6 0,60 12-14 0,23 0-9 0,-35 24-96 0,-94-24 49 0</inkml:trace>
  <inkml:trace contextRef="#ctx0" brushRef="#br0">6907 14907 47 0,'-71'0'67'0,"59"11"-37"0,95-34-21 0,72-1-12 0,35-24-33 0,-11-23 10 0,-60-12 37 0,-71 47 33 0,-48 11-19 0,-24 75-11 0,0 68-11 0,60-10-3 0,58-62-1 0,49-58 4 0,-47-72 2 0,-72-58-2 0,-60 58 3 0,-71 61-4 0,-24 46-11 0,36 73-161 0</inkml:trace>
  <inkml:trace contextRef="#ctx0" brushRef="#br0">6097 16240 41 0,'0'0'0'0,"-71"-24"36"0,58 11 11 0,38 13-30 0,70 0-7 0,48-10-5 0,0-2-4 0,-36-12 0 0,-71-1 7 0,-36-9 2 0,-48 9-5 0,-11 25 2 0,34 48-6 0,2 47-2 0,35 13 0 0,-1 10-3 0,-47-22 4 0,-22-50 2 0,-14-33 2 0,36-26-2 0,13 13-15 0,58 25-72 0,1-13 0 0</inkml:trace>
  <inkml:trace contextRef="#ctx0" brushRef="#br0">7110 16002 59 0,'0'-59'30'0,"0"11"35"0,-72 72-41 0,-35 142-12 0,36 36-12 0,58 1-7 0,84-48-26 0,25-72-61 0,-60-83 41 0</inkml:trace>
  <inkml:trace contextRef="#ctx0" brushRef="#br0">7348 16300 53 0,'0'0'0'0,"-13"-13"72"0,-10 73-37 0,-13 47-20 0,23 1-14 0,85-36 6 0,48-49-4 0,-13-46-3 0,-59-61-2 0,-36-35 7 0,-60 23-2 0,-48 73-1 0,37 46 1 0,35 50-3 0,73-15-3 0,57-11-25 0,13-34-115 0</inkml:trace>
  <inkml:trace contextRef="#ctx0" brushRef="#br0">7800 16061 109 0,'0'0'15'0,"84"108"7"0,-1 58-6 0,-59 25-14 0,-60-49 4 0,-71-58-13 0,59-47-114 0,48-37 85 0</inkml:trace>
  <inkml:trace contextRef="#ctx0" brushRef="#br0">8527 16347 153 0,'0'-12'4'0,"0"-23"5"0,119 22 14 0,-37 26-20 0,14-1-8 0,-24 0-74 0,-59-1-18 0</inkml:trace>
  <inkml:trace contextRef="#ctx0" brushRef="#br0">8491 16526 117 0,'-72'24'14'0,"72"10"20"0,179-21-9 0,83-13-18 0,-49 0-3 0,-128-23-1 0,-98-1-7 0,-93-13-104 0,82 26 42 0</inkml:trace>
  <inkml:trace contextRef="#ctx0" brushRef="#br0">10599 16300 16 0,'0'0'11'0,"0"-24"29"0,0 12 5 0,0 1-18 0,-25-2-10 0,25-24-5 0,0 3-3 0,36-3-4 0,24 26-5 0,0 11 2 0,-14 11 0 0,3 26-1 0,-25 22 0 0,-12 25 0 0,-24 12 1 0,-24-38 1 0,-12 2-1 0,-11-12-1 0,-1-1 4 0,13-11 4 0,-1 0-7 0,24-13 1 0,12 0-1 0,35-23-1 0,61 0-1 0,59-23-2 0,-12 23 1 0,-47-11 1 0,-73-1 0 0,-22 12-12 0,-14-12-53 0,38 12-55 0</inkml:trace>
  <inkml:trace contextRef="#ctx0" brushRef="#br0">11336 16538 119 0,'-11'-25'21'0,"-1"2"23"0,-1-1-22 0,2 12-15 0,11 12-13 0,24 0-75 0,-12 12-12 0</inkml:trace>
  <inkml:trace contextRef="#ctx0" brushRef="#br0">11682 16169 17 0,'-12'0'16'0,"12"-12"9"0,0 0 25 0,12-1-21 0,0 13-12 0,0-11-3 0,12-12-4 0,0 10-2 0,10 1-3 0,2 12 0 0,25 12-3 0,-2 35-1 0,-11 24-2 0,-24 13 1 0,-48-13 0 0,-59-21 1 0,47-27-3 0,48 12 1 0,34 37 0 0,26 11 2 0,-36-47 2 0,-47-12-1 0,-73-24 0 0,-11-24 0 0,34 12-3 0,51 12-38 0,45 0-99 0,-24 0 113 0</inkml:trace>
  <inkml:trace contextRef="#ctx0" brushRef="#br0">12373 16145 49 0,'0'-36'46'0,"0"0"0"0,24 13-27 0,36 0-5 0,-1-2-2 0,0 37-5 0,-11 47-4 0,-36 13-1 0,-24-1 0 0,-36-11-1 0,25 11-2 0,58 13 0 0,37 23-2 0,-25-11 7 0,-94-49 0 0,-60-35-2 0,-36-24-1 0,71-1-11 0,72 2-116 0,0 11 82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17208 6013 9 0,'0'-47'20'0,"0"-24"-11"0,0 34-1 0,0 13 2 0,-24 1 6 0,12 10 1 0,-12 26-11 0,-12 34-1 0,12 11 1 0,-12 26 2 0,13 0-1 0,10-1-3 0,13-11-2 0,25-24 0 0,11-13 0 0,11-10 0 0,13-14 0 0,-1-35 0 0,-11-13 0 0,-12 3-1 0,-2-14 0 0,-9 0 0 0,-14-23 0 0,-11 12-1 0,0 11 1 0,-11 0-1 0,-1 2-1 0,-11-4 2 0,-1 27-1 0,-12 12 0 0,-1-2 1 0,3 1 0 0,-2 12-1 0,0 0 0 0,12 25 0 0,24-2-11 0,24 1-57 0,-11-12 10 0</inkml:trace>
  <inkml:trace contextRef="#ctx0" brushRef="#br0">18387 5774 52 0,'-36'-23'10'0,"36"12"-7"0,12 11 2 0,-24 23 15 0,-24 12-6 0,-13 49-7 0,27 0-3 0,-2-2-2 0,24-9-2 0,12-15 1 0,0-34 2 0,35-12 0 0,0-12-1 0,2-36-1 0,-14-22 1 0,-12 8 4 0,-10-21 0 0,-1 12-1 0,-24 0-3 0,-12-12 0 0,1 34-1 0,10 37-1 0,-11 37-18 0,1-14-50 0,23-12 16 0</inkml:trace>
  <inkml:trace contextRef="#ctx0" brushRef="#br0">18780 5870 87 0,'-24'-36'19'0,"48"24"-3"0,-1 1-5 0,-36 22-8 0,13 25-36 0,0-12-63 0</inkml:trace>
  <inkml:trace contextRef="#ctx0" brushRef="#br0">19005 5715 33 0,'0'-25'6'0,"36"14"9"0,-24 22 11 0,-24 26-2 0,-11 10-13 0,10-10-6 0,13-14-3 0,25-12 1 0,10 2-2 0,13-1-1 0,-12 24 1 0,-24 11 0 0,-12-11 2 0,0-12 2 0,-24 11 2 0,-24-12 0 0,0-10 1 0,12-26-2 0,25 13-4 0,22 0-2 0,14 0-8 0,22-11-25 0,-11-12-76 0</inkml:trace>
  <inkml:trace contextRef="#ctx0" brushRef="#br0">19089 5740 72 0,'-84'-73'39'0,"97"38"-29"0,94 11-3 0,0 12 3 0,0-12 0 0,-60 12-1 0,-47 0-2 0,-23-11-6 0,10 12-36 0,13 11-55 0</inkml:trace>
  <inkml:trace contextRef="#ctx0" brushRef="#br0">4871 13657 0 0,'0'0'1'0,"24"0"4"0,-24-12 8 0,12-13-4 0,-12 14 9 0,0-1 5 0,-12 12 0 0,0 0-7 0,-13 12-2 0,14 12-5 0,-14 0-1 0,2-1-2 0,23 25-2 0,23-48-2 0,13-24 1 0,13-12-2 0,-38 1 1 0,-11-1 1 0,0 0 1 0,-23 24-1 0,-1 12-2 0,-12 48 0 0,0-12 0 0,23 11 0 0,26 1-1 0,23-35 0 0,0-13 2 0,22-37 0 0,-22-10-1 0,-36-13 0 0,-11 24 0 0,-36 24 2 0,11 36-2 0,12 23-1 0,35-10 1 0,26-14-1 0,-3-35 1 0,-9-11 0 0,-14-13 0 0,-22 36-25 0,-1 36-118 0</inkml:trace>
  <inkml:trace contextRef="#ctx0" brushRef="#br0">6705 12979 17 0,'0'-13'15'0,"24"-11"4"0,-14 11 7 0,-10 2 1 0,-10 11-8 0,-14 11-6 0,0 26-6 0,0-1-3 0,24-13-2 0,24-11 1 0,0-24-1 0,10-23 1 0,-9-26 0 0,-14 15 0 0,-22 21 2 0,-1 14-2 0,-11 22-2 0,-13 26-1 0,12 10 1 0,24 1-1 0,12-25 0 0,24-23 1 0,11-34 0 0,-23-27 0 0,-12 14 0 0,-37 34 0 0,-21 38 1 0,10 21-2 0,36-9 0 0,36-24 2 0,10-38-1 0,-10-23 1 0,-47 25-2 0,-25 11 0 0,36 36-37 0,47 23-89 0</inkml:trace>
  <inkml:trace contextRef="#ctx0" brushRef="#br0">8777 12156 7 0,'0'-12'16'0,"0"-23"2"0,12 11 6 0,-24 1 3 0,-1 23-3 0,-10 11-8 0,-13 25-7 0,1 11-4 0,11 1-2 0,35-24-1 0,2-1 0 0,22-11 0 0,13-35 0 0,-12-25-1 0,-25 0 1 0,-22 0 3 0,-25 25-2 0,0 12 0 0,-11 22-1 0,23 25-1 0,-1 11 0 0,38-11 0 0,34-11 0 0,0-25 0 0,14-50 1 0,-50-8-1 0,-34 22 2 0,-26 12 1 0,-9 24-3 0,45 0 0 0,26 24-20 0,34 59-130 0</inkml:trace>
  <inkml:trace contextRef="#ctx0" brushRef="#br0">20530 7382 12 0,'0'0'12'0,"-12"-36"1"0,12 12 8 0,12 0 2 0,0 1-7 0,12 23-9 0,10 23 1 0,2 25 0 0,0-12-5 0,-11 12 0 0,-25-25 1 0,-36 1-1 0,0-11 1 0,11-26-1 0,25 1-2 0,36-13-3 0,0 15 2 0,13-26 1 0,9 0-2 0,-9 0 1 0,-14 12 1 0,-23 1-1 0,-24 12 0 0,-23-2 0 0,11 13 0 0,-12 24 1 0,13 36 0 0,23-1-1 0,11 0 1 0,1-47 0 0,-1-12 1 0,2-12-4 0,23-11-23 0,23 33-63 0,-59-10 62 0</inkml:trace>
  <inkml:trace contextRef="#ctx0" brushRef="#br0">21339 6775 30 0,'-11'-36'0'0,"11"-12"0"0,0 25 5 0,-23-25 19 0,10 35 2 0,1 2-17 0,24 22-7 0,-12 50 0 0,24 58 2 0,-35 59-2 0,-2 84 0 0,1 60 2 0,12 94-2 0,25 26-1 0,-25 44 4 0,-13 3 2 0,26-13-2 0,21-59-4 0,-9-83 0 0,-25-95 1 0,-25-86 1 0,2-117 1 0,12-131-33 0,11-83-76 0</inkml:trace>
  <inkml:trace contextRef="#ctx0" brushRef="#br0">20768 8084 49 0,'-12'-35'34'0,"12"12"7"0,0 10-20 0,0 72-4 0,12 84-6 0,-12 12-3 0,11-60 1 0,-11-59 0 0,0-72 4 0,13-83-10 0,-1-35-2 0,12 59 0 0,-12 70 0 0,-12 25-18 0,0 72-81 0,0-35 24 0</inkml:trace>
  <inkml:trace contextRef="#ctx0" brushRef="#br0">20578 9358 70 0,'-24'-34'24'0,"24"9"-9"0,12-11 8 0,0 13 12 0,0-14-17 0,11 14-13 0,25 12-4 0,12 22 1 0,-13 24-1 0,-36 13 2 0,-11 0-2 0,-11-1 1 0,-36 13-1 0,-13 22 2 0,-11-32-2 0,23-16 6 0,36-22-6 0,48 0 1 0,47-12-2 0,24-12 2 0,-12-11 0 0,-47 11-1 0,-48 12 0 0,-12-11-19 0,0 34-83 0,0 0 25 0</inkml:trace>
  <inkml:trace contextRef="#ctx0" brushRef="#br0">20578 10132 77 0,'-24'0'11'0,"12"-12"6"0,12-1 14 0,0-8 0 0,12 8-17 0,0 1-10 0,12 0-1 0,11 12 0 0,25 0-1 0,0 0 2 0,-26 37-2 0,-45 21 3 0,-60-11-1 0,46 1-3 0,61 12-1 0,71-13 0 0,-35 13 0 0,-84-24 1 0,-107-11 3 0,-59-25-3 0,59-37-20 0,94-35-157 0</inkml:trace>
  <inkml:trace contextRef="#ctx0" brushRef="#br0">19458 7811 67 0,'0'0'0'0,"-47"-24"9"0,11 24-6 0,36-12 10 0,11-13 4 0,49 14-5 0,23-1-1 0,49 1-6 0,34-14-5 0,73 13 2 0,58-11-1 0,72 12-2 0,59-14 4 0,49 13-4 0,36-1 2 0,22 2-3 0,-58-1 1 0,-96 1 10 0,-95-1 2 0,-97-13-4 0,-69 2-6 0,-59 23-18 0,-50 0-107 0</inkml:trace>
  <inkml:trace contextRef="#ctx0" brushRef="#br0">21852 7084 53 0,'0'-35'19'0,"24"11"4"0,11 0 6 0,-35 11-5 0,-12 50-8 0,1 10-11 0,11 13-2 0,0 11-3 0,47-35 2 0,25-24-1 0,11-12-1 0,0-24 0 0,-35-35 2 0,0 11-1 0,-37 0 0 0,-11 14 0 0,0 9-1 0,12 25-1 0,-12 36 1 0,12 47-1 0,-12 49 0 0,0 23 0 0,12-25 1 0,0-47 0 0,-36-24 1 0,-47-23 0 0,11-36 3 0,24-59-2 0,25-14-1 0,70 2 0 0,36-13-1 0,25 13-2 0,-25 12 4 0,-37 36 0 0,-45 23-3 0,-37 11-45 0,13 26-86 0</inkml:trace>
  <inkml:trace contextRef="#ctx0" brushRef="#br0">22781 6536 87 0,'0'0'0'0,"-24"-34"4"0,35 57-3 0,2 36 1 0,-37 60 17 0,-12 61-9 0,0 201 1 0,12-13-5 0,13 239 2 0,-1 0 0 0,-12 47-8 0,-24-57 3 0,35-145 8 0,38-226-4 0,11-23-1 0,-36-157-5 0,11-151-79 0,-22 45-2 0</inkml:trace>
  <inkml:trace contextRef="#ctx0" brushRef="#br0">21947 7989 96 0,'0'0'0'0,"-25"-24"53"0,14 85-45 0,22 21-5 0,2-9 0 0,-13 9-51 0,-13 1-59 0</inkml:trace>
  <inkml:trace contextRef="#ctx0" brushRef="#br0">21840 9001 112 0,'-24'-24'8'0,"84"1"-6"0,23 12 16 0,-47 57-5 0,-2 2-7 0,-21 11-1 0,-36 25 3 0,-49-1-1 0,24-22-2 0,25-40-1 0,23 4 0 0,12-25 3 0,47-12-4 0,48-11-8 0,24 12-97 0,-106 11 42 0</inkml:trace>
  <inkml:trace contextRef="#ctx0" brushRef="#br0">21865 10107 61 0,'0'0'0'0,"-25"-21"18"0,37 8-2 0,-12 1 25 0,0 0-13 0,13 12-19 0,21-13-6 0,38 26-2 0,-24 35 0 0,-25 12-1 0,-58 11 4 0,-13-12-1 0,60-34-2 0,59 21-1 0,-12 26 0 0,-70-14 8 0,-96-33 0 0,-48-37-8 0,60-59-56 0,82-1-75 0</inkml:trace>
  <inkml:trace contextRef="#ctx0" brushRef="#br0">23197 6894 24 0,'-12'-11'13'0,"24"-2"-4"0,-12 13 17 0,0-12 3 0,0 24 4 0,-12 24-25 0,12 12-5 0,0-1 0 0,12-10 0 0,0-16-1 0,0-8 0 0,24-1 0 0,1-24-2 0,9-11 0 0,-22-1 1 0,-12-24-1 0,-1 12 1 0,2 12-1 0,-13 1 0 0,12 12 0 0,-12 22 0 0,-12 1 0 0,12 47-1 0,0 14 0 0,0 9 1 0,0 25 0 0,-13 24-1 0,2-24 2 0,11-48-1 0,-12-22 1 0,-24-26 2 0,-11-22 0 0,-1-49-1 0,24 12-1 0,12-11-1 0,48-13 1 0,0 14-1 0,35 8 0 0,13 16 0 0,-37-3-4 0,-24 14-36 0,-23 23-65 0</inkml:trace>
  <inkml:trace contextRef="#ctx0" brushRef="#br0">23673 6965 57 0,'-11'0'8'0,"11"-11"5"0,11 11 5 0,25 0-2 0,12-13-13 0,0 26-2 0,-14-13-17 0,2 11-29 0,-36-11 6 0</inkml:trace>
  <inkml:trace contextRef="#ctx0" brushRef="#br0">23662 7143 42 0,'-23'0'20'0,"23"0"6"0,11 0-13 0,25-11-7 0,23 11-5 0,1-12 0 0,10 12-13 0,-9-11-75 0</inkml:trace>
  <inkml:trace contextRef="#ctx0" brushRef="#br0">24126 6906 46 0,'-12'-12'21'0,"-12"1"-2"0,24 11-14 0,0 58 8 0,0-11 1 0,0 14-11 0,12-26 0 0,24-10-2 0,-12-25 3 0,13-25-3 0,-14-10 3 0,-12-13 9 0,-22 1-1 0,-1 10-3 0,-24 14-4 0,12 12-4 0,0 11-20 0,24 23-52 0,0-12 4 0</inkml:trace>
  <inkml:trace contextRef="#ctx0" brushRef="#br0">24435 6941 109 0,'-11'-24'28'0,"22"13"-12"0,2 11-14 0,-13 11-6 0,0 13-58 0,0-11-19 0</inkml:trace>
  <inkml:trace contextRef="#ctx0" brushRef="#br0">24638 6846 38 0,'0'0'0'0,"-12"0"31"0,12 0 0 0,-12 0-15 0,-11 12-11 0,10 13-4 0,2-2 0 0,-1 0 1 0,12 13-1 0,36-13 0 0,11-10 0 0,-23 11-2 0,0 10 0 0,-24 3 3 0,-12 10 3 0,0-22 5 0,-12-25 2 0,-11-12 0 0,-1-12-3 0,13 1-6 0,23 10-2 0,0 13-3 0,23 0-43 0,1-12-77 0</inkml:trace>
  <inkml:trace contextRef="#ctx0" brushRef="#br0">24591 6787 57 0,'0'0'0'0,"-24"-48"26"0,83 24-9 0,25 0 10 0,-14 11-6 0,-21 13-13 0,-26 0-4 0,-23 0-43 0,13 13-59 0</inkml:trace>
  <inkml:trace contextRef="#ctx0" brushRef="#br0">24972 6870 92 0,'0'-24'27'0,"107"36"-9"0,-82 36-8 0,-25 11-1 0,-13-36-4 0,-35 14 1 0,0-13-5 0,25-14 2 0,10-10-1 0,26-21-1 0,22-16 0 0,25 1 1 0,0-12-1 0,-13 14-1 0,-11-3 3 0,-36 24 1 0,-24 26-4 0,-35 35 0 0,11 23 0 0,48 2-1 0,48-27 2 0,11-21 1 0,1-25 1 0,-25 0 0 0,-23 0 3 0,-24-13-4 0,12 13-1 0,12 13-165 0</inkml:trace>
  <inkml:trace contextRef="#ctx0" brushRef="#br0">23305 6418 47 0,'0'-24'16'0,"-11"11"17"0,-2-10 5 0,1 35-18 0,-12 24-5 0,12 23-7 0,0 1 0 0,-12-25-3 0,1-22 6 0,-2-26-5 0,14-11-1 0,35-10-6 0,11-16 3 0,-11 16-3 0,0-3 4 0,0-10-2 0,12 35 2 0,-1 24-2 0,1 48 1 0,-12-13 0 0,12-11 0 0,-25-24 1 0,0-12-1 0,2 13-11 0,23 21-171 0</inkml:trace>
  <inkml:trace contextRef="#ctx0" brushRef="#br0">23494 8084 43 0,'0'-24'10'0,"-11"13"-4"0,11-12 15 0,0 23 13 0,-25 11-12 0,-9 49-12 0,22-1-3 0,0 0-4 0,24-22 1 0,34-26 0 0,15-22-2 0,-25-2 0 0,-36-24 1 0,-12 3 5 0,-12-26-2 0,-1 12-1 0,2 14-3 0,-1 34-5 0,1 23-39 0,11 25-88 0</inkml:trace>
  <inkml:trace contextRef="#ctx0" brushRef="#br0">23781 8108 132 0,'0'0'0'0,"-12"-48"29"0,72 25-27 0,-37 12-8 0,-23 22-44 0,-13 24-46 0</inkml:trace>
  <inkml:trace contextRef="#ctx0" brushRef="#br0">23995 8026 32 0,'0'0'35'0,"-11"23"19"0,-2 25-23 0,60-1-18 0,25-10-9 0,-36-3-8 0,-95 3-34 0,-48-50-24 0,22-58 34 0,62-25 29 0,59 13 25 0,36 47 17 0,11 1-20 0,12 22-21 0,-23 13-76 0,-72 13 33 0</inkml:trace>
  <inkml:trace contextRef="#ctx0" brushRef="#br0">23709 9001 147 0,'0'0'2'0,"12"60"3"0,36 48 12 0,-36-37 0 0,-48-37-2 0,0-34-10 0,13-59-29 0,10 36-135 0</inkml:trace>
  <inkml:trace contextRef="#ctx0" brushRef="#br0">23174 10157 21 0,'0'-37'24'0,"11"37"21"0,-11 24-14 0,0 60-18 0,0-13-8 0,12 0-5 0,-12-11-17 0,-12-12-73 0,12-48 62 0</inkml:trace>
  <inkml:trace contextRef="#ctx0" brushRef="#br0">23447 10335 112 0,'0'-23'23'0,"24"10"-14"0,24-11-9 0,-37 24-63 0,-11 12-9 0</inkml:trace>
  <inkml:trace contextRef="#ctx0" brushRef="#br0">23781 10061 84 0,'0'0'0'0,"-12"-48"16"0,36 48-5 0,-24 23 9 0,-36 38-8 0,24-14-8 0,60-11-2 0,23 23-2 0,1 14 2 0,-37-2 5 0,-35-37 2 0,-47-9-5 0,-38-37-10 0,3-24-51 0,34-12-40 0</inkml:trace>
  <inkml:trace contextRef="#ctx0" brushRef="#br0">23721 10061 73 0,'0'0'0'0,"60"-48"57"0,106 0-45 0,97-11-71 0,-217 59-1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16303 14311 31 0,'0'0'14'0,"0"-13"1"0,0 26 11 0,-13-1-3 0,2-12-13 0,-1 12-7 0,12-12-34 0,0-12-39 0</inkml:trace>
  <inkml:trace contextRef="#ctx0" brushRef="#br0">15195 14382 29 0,'0'0'17'0,"-12"0"8"0,1-11 11 0,11 11-8 0,-13 0-13 0,13 0-5 0,-11-12-2 0,11 12-3 0,-13 0-1 0,2 0-2 0,11 12 0 0,0-24 1 0,24 12-22 0,0 23-130 0</inkml:trace>
  <inkml:trace contextRef="#ctx0" brushRef="#br0">14219 14359 28 0,'0'0'14'0,"0"0"2"0,-12 0 9 0,12 0-7 0,0 0-6 0,0 12-1 0,0-1-1 0,0-11-2 0,0 13 5 0,0-13-9 0,0 0 1 0,0 0 1 0,0 0-6 0,12-13 3 0,12 2-19 0,-13 11-107 0</inkml:trace>
  <inkml:trace contextRef="#ctx0" brushRef="#br0">20804 10620 74 0,'-25'-59'15'0,"25"23"-14"0,0-1 15 0,-47 16 18 0,-13 8-7 0,-12 26-12 0,14 21-8 0,-25 50-4 0,35 47-2 0,24 35 1 0,12-11-3 0,48-36 2 0,23-46 0 0,25-52 0 0,11-55 0 0,1-37 2 0,-13-13-2 0,-36 60-2 0,-23 48 2 0,-36 47 0 0,0 1 0 0,12-26 0 0,36-9-1 0,47-37 1 0,-11-24 0 0,-14-35-1 0,-22-13 1 0,-36 14 0 0,-23-26-1 0,-24 13 1 0,-1 34 0 0,0 61-2 0,-11 60 0 0,35 23 0 0,36-36 1 0,48-35 0 0,10-61 1 0,14-22-1 0,11 0 0 0,-11 47-1 0,-25 47 0 0,-23 0 2 0,-24-22-1 0,-24-13 1 0,0-49-1 0,12-34 1 0,48 12 1 0,23 47-2 0,-12 60-1 0,-10 12 0 0,-25-13 2 0,-13-35-6 0,1 13-82 0,-12-14-32 0</inkml:trace>
  <inkml:trace contextRef="#ctx0" brushRef="#br0">21865 10953 42 0,'0'0'0'0,"23"-34"21"0,11 21 9 0,-34 37 3 0,0 24-25 0,0 23-4 0,0-23-2 0,25 11-1 0,-13-47 0 0,0-1 1 0,12-70 0 0,10-24-2 0,2 36 1 0,-11 47-1 0,-14 23 1 0,-11 13-1 0,13 0 0 0,34-13 1 0,25-11 0 0,35-24 0 0,-12-22 0 0,-11-16-1 0,-37 4-1 0,-24-2 3 0,-10 24-2 0,-49 24 0 0,-11 47-2 0,10 13 4 0,26 1-4 0,22-15 3 0,60-10-2 0,14-36-21 0,-2-11-59 0,-59-2 46 0</inkml:trace>
  <inkml:trace contextRef="#ctx0" brushRef="#br0">22734 10953 40 0,'-25'-34'10'0,"61"-16"-5"0,46 29-4 0,-21 42 20 0,-25 40 7 0,-36-1-11 0,-24-1-8 0,0-23-5 0,12-36-3 0,36-11 1 0,22-26-1 0,26-34-3 0,-12 24 2 0,-60-13 11 0,-47 83-7 0,-2 37-2 0,38 22-1 0,35 2-3 0,35-47 2 0,-11-14-1 0,-12-23 2 0,-24-12 0 0,-12 12 0 0,11-11-2 0,2-14-20 0,-13 25-100 0</inkml:trace>
  <inkml:trace contextRef="#ctx0" brushRef="#br0">21697 11836 43 0,'-13'-13'17'0,"-45"1"14"0,22 83-15 0,12 38-7 0,12-15-5 0,71-35-2 0,12-36-2 0,13-46 2 0,-12-48-1 0,-36-36 1 0,-36-36 0 0,-60 48-1 0,-23 59-1 0,11 48 3 0,-12 70-3 0,61 26 0 0,46 0 0 0,73-48 1 0,23-37-2 0,0-46 2 0,-1-37-1 0,-10-1 2 0,-60 61 4 0,-36 71 1 0,-24 73-3 0,-12-12-1 0,0-14 0 0,1-47-2 0,23-46 0 0,0-37 3 0,-13-85-2 0,2-92-1 0,11-3 0 0,24 87-1 0,23 68-1 0,49 61 2 0,-37 60-2 0,-35-25 1 0,-60-11 0 0,-35-12-1 0,-1-36-14 0,61-36-30 0,58-58-4 0,36-15 38 0,13 26 14 0,-1 24 21 0,-24 0 13 0,-24 22-16 0,-11 37-16 0,-23 48 0 0,-62 107 4 0,38-84-6 0,22-23-2 0,25-12-1 0,0-26 1 0,0-31-1 0,12-40 1 0,0 38-1 0,-25 46 0 0,25 59-2 0,-24-21 1 0,-24-13-6 0,-24-25-48 0,12-34-22 0</inkml:trace>
  <inkml:trace contextRef="#ctx0" brushRef="#br0">23102 11728 78 0,'-36'-36'33'0,"25"25"-84"0,11 22-1 0</inkml:trace>
  <inkml:trace contextRef="#ctx0" brushRef="#br0">22531 11775 98 0,'-85'-47'43'0,"158"23"-48"0,153-12-49 0,-95 36-16 0</inkml:trace>
  <inkml:trace contextRef="#ctx0" brushRef="#br0">23340 11882 55 0,'-12'-12'5'0,"-11"-22"-32"0,58-3 25 0,-35 24 39 0,-23 50 12 0,11 34-33 0,12 1-8 0,0-13-6 0,0-22 1 0,0-37-1 0,0 0 3 0,0-50-4 0,12-8-1 0,22-14-1 0,15 26 2 0,-25 9 1 0,-1 24-2 0,13 13-1 0,0 25 2 0,-25 23-1 0,-11-13 2 0,0 1-1 0,0-12 0 0,0-12-2 0,25-12 2 0,-2-12 1 0,13-24-2 0,0 0 1 0,0-10-1 0,-13 21 0 0,13 25 0 0,-12 48 0 0,0 0 1 0,-12-1 0 0,-12-23 0 0,12-24 0 0,23-12 0 0,24-47 1 0,1 34-1 0,-13 50 0 0,-22 9-1 0,-25 3-1 0,0-13-21 0,-36-1-81 0,36-23 67 0</inkml:trace>
  <inkml:trace contextRef="#ctx0" brushRef="#br0">24031 11597 70 0,'0'-37'20'0,"48"50"-45"0,-25 11-33 0</inkml:trace>
  <inkml:trace contextRef="#ctx0" brushRef="#br0">24233 11728 87 0,'-11'-13'14'0,"45"13"-9"0,15 48 3 0,-25 25 2 0,-12-2-8 0,-24-12 0 0,-12-34-1 0,11-14 0 0,38-11 0 0,-1 71-1 0,-12 12-1 0,-36 1 1 0,-36-49 2 0,36-35 6 0,1-47-6 0,11-14-2 0,35-21-24 0,36 22-15 0,12 37-10 0,-35 12 20 0</inkml:trace>
  <inkml:trace contextRef="#ctx0" brushRef="#br0">24578 11847 17 0,'25'-24'20'0,"-2"-13"4"0,-11 3 2 0,-24-3-15 0,0 14-5 0,-11 35-1 0,10-1 4 0,-10 14-2 0,23 10-3 0,-11 13-3 0,-2-24-1 0,1 11 2 0,12-10 1 0,12-25 0 0,24-13-2 0,11 13-2 0,13 0 1 0,-12 0 3 0,-1-35-1 0,-23-38 0 0,-1-45 0 0,2 60-3 0,-25 79-1 0,-25 111 0 0,25-13 3 0,36-60-2 0,1-82 0 0,10-59-1 0,-11-14 2 0,-13 48-2 0,-11 60 2 0,36 24-2 0,24-13-31 0,-38-23-5 0,-34-35 29 0,-46-37 17 0,10 13 19 0,24 35-16 0,36 11-81 0,-24 13 43 0</inkml:trace>
  <inkml:trace contextRef="#ctx0" brushRef="#br0">25174 11610 84 0,'-24'-13'8'0,"-11"37"-90"0</inkml:trace>
  <inkml:trace contextRef="#ctx0" brushRef="#br0">22970 12703 9 0,'0'0'0'0,"0"-11"-9"0</inkml:trace>
  <inkml:trace contextRef="#ctx0" brushRef="#br0">22983 12669 11 0,'0'0'8'0,"-13"-25"12"0,-10 25 12 0,0 0-7 0,-13 25-9 0,-12 70-10 0,12 12-5 0,13 1-1 0,10-14 1 0,13-46-1 0,25-24 1 0,22-35 0 0,13-26-1 0,-1-10-1 0,1-1 1 0,-13 0 1 0,-23 23-1 0,-12 14 0 0,-12-1 1 0,0 24 0 0,0 36-1 0,0 11 0 0,-12-23 0 0,24 12 0 0,-1-36 0 0,25-12 1 0,12-37-1 0,24-22 0 0,-24 24 0 0,-14 11 1 0,-21 24-2 0,-13 24 3 0,0 23-3 0,0-11 1 0,36 0 0 0,0-36 1 0,35-12-1 0,-23-35 1 0,-1-13 0 0,-23-1-1 0,-24 15 1 0,-12 21 0 0,0 25-2 0,12 48 1 0,60 0-1 0,23 11 0 0,-23-11 0 0,-36-12 2 0,-1-24 0 0,25-37 0 0,23-22 1 0,1-24-3 0,-36 0 2 0,-13 34 1 0,-11 14-2 0,-12 23-1 0,12 48 1 0,0-13 0 0,0 1 1 0,24-36-1 0,0 0 0 0,-13-36 1 0,-12 1 0 0,-22 10 0 0,-12 14-1 0,23 11 0 0,-12 0 0 0,12 48-1 0,0 11 1 0,0 0 0 0,23-11 0 0,0-12 0 0,26-36 1 0,-1-47 0 0,-2-37 0 0,-33 24 1 0,10 37-2 0,-23 46-1 0,13 50 1 0,10-27-1 0,25-21 1 0,47-38 1 0,-11-22 0 0,-38-13 0 0,-56 60-1 0,-26 35-1 0,48 1 1 0,71-25 2 0,24-23-1 0,-35-23 0 0,-49-13 0 0,-34 1-22 0,-1 11-87 0,12 24 91 0</inkml:trace>
  <inkml:trace contextRef="#ctx0" brushRef="#br0">16303 5608 13 0,'0'0'0'0,"12"-36"10"0,11 12 0 0,1 11 4 0,-12 3-4 0,24-1 2 0,-12 22-5 0,-2 49 1 0,-9 11-3 0,10 0-3 0,2-47 1 0,-14-12 4 0,38-24 1 0,34-36-1 0,36-11-4 0,24 0 0 0,0-12 1 0,-13 21-1 0,-10 3 0 0,-25 23-3 0,-59 13 1 0,-13 11-2 0,-23 0-8 0,-23 48-59 0,-1-25 18 0</inkml:trace>
  <inkml:trace contextRef="#ctx0" brushRef="#br0">15968 5858 29 0,'0'-24'17'0,"0"-24"-13"0,61 48-3 0,21 0 0 0,-21 25 7 0,-14 22 6 0,-23 11-4 0,0-8-3 0,-12-3-2 0,12-12-3 0,-12-12 0 0,11-10 1 0,13-26 0 0,36-21-3 0,35-14 2 0,24-12-2 0,35-11 0 0,25-1 1 0,11-11-1 0,1 24 0 0,-48 11 0 0,-24 24 2 0,-60 0 2 0,-35 1 2 0,-36 12 0 0,-12 11-5 0,-12 21-23 0,-1 4-45 0</inkml:trace>
  <inkml:trace contextRef="#ctx0" brushRef="#br0">18934 5179 48 0,'1'-46'4'0,"-1"80"3"0,34 85 15 0,-21 36-6 0,-1-48-6 0,-1-23-5 0,-22-60 1 0,-1-36 1 0,-24-60-4 0,12-59-1 0,13-12-1 0,22 12 0 0,13 47-1 0,35 37 0 0,13 47-1 0,12 97 1 0,-25 45-1 0,-11-35 1 0,-36-72 1 0,-24-47 6 0,0-71-4 0,24-72-2 0,83 37 0 0,-24 105-2 0,1 73 0 0,-24 59 0 0,-25-12 2 0,-12-59-2 0,2-25-2 0,-13 1-32 0,12-71-50 0</inkml:trace>
  <inkml:trace contextRef="#ctx0" brushRef="#br0">20101 4857 53 0,'-23'-23'16'0,"-49"35"3"0,48 47-6 0,48 14-10 0,95 32-3 0,-36 3 2 0,-72-24 5 0,-105-25 1 0,-25-34-5 0,48-25-16 0,59-61-50 0,24 14 24 0</inkml:trace>
  <inkml:trace contextRef="#ctx0" brushRef="#br0">20219 4905 27 0,'0'0'0'0,"85"-95"25"0,22 58-5 0,-71 87 1 0,-83 68-4 0,-2 24-7 0,25-34-4 0,48-36-2 0,25-26-1 0,21-21-3 0,2-25 3 0,22-59-3 0,2-12-14 0,-24 21-42 0,-48 16-1 0</inkml:trace>
  <inkml:trace contextRef="#ctx0" brushRef="#br0">20554 5096 14 0,'-84'-13'15'0,"-47"-10"16"0,131-1-11 0,108-11-15 0,81 12-6 0,-46 23-15 0,-107 0-51 0</inkml:trace>
  <inkml:trace contextRef="#ctx0" brushRef="#br0">20423 4882 37 0,'-12'-48'15'0,"94"-34"6"0,86 21-6 0,22 38-11 0,-24 10-14 0,-117 1-39 0,-49 12 24 0</inkml:trace>
  <inkml:trace contextRef="#ctx0" brushRef="#br0">20756 4262 5 0,'0'0'0'0,"-95"-59"17"0,-96 47-10 0,-82 24 1 0,-84 95 2 0,-13 72 1 0,1 95-3 0,58 71 0 0,74-12 1 0,106-59-6 0,143-36 0 0,143-47-2 0,154-72-1 0,156-85 4 0,95-80 0 0,-36-73-2 0,-84-47-2 0,-95-37 2 0,-94-71-3 0,-84-24-1 0,-144 48 3 0,-119 24 1 0,-142 12 4 0,-118 0-1 0,-49 82 0 0,-84 156-4 0,-35 143-37 0,334-48-20 0</inkml:trace>
  <inkml:trace contextRef="#ctx0" brushRef="#br0">17100 7834 7 0,'-12'0'39'0,"-11"0"-5"0,-1 0-6 0,24 0-15 0,47 0-6 0,60 0 1 0,-11-13-3 0,-13 13 2 0,-24 0-2 0,-34 0-1 0,-14 0-2 0,-22 0 1 0,-37 0-2 0,-35 0 1 0,-13 13 3 0,13-1-2 0,47 0-1 0,36-12-2 0,36 0 1 0,47 0 0 0,13 0 0 0,-26 0 1 0,-57 0-1 0,-49 13 3 0,-35-2-3 0,-12 1 2 0,11-12-2 0,36 11-1 0,24-11 1 0,48-11-1 0,36 11 0 0,23 0-1 0,-37 0 3 0,-45 11-4 0,-13-11 3 0,-71 13-1 0,-1-1 3 0,2-12-2 0,45 0 0 0,13 0-3 0,24-12 3 0,36-1-1 0,11 26-24 0,-23 11-87 0</inkml:trace>
  <inkml:trace contextRef="#ctx0" brushRef="#br0">15112 16371 3 0,'0'0'0'0,"-13"0"30"0,-10 0-8 0,-1 0-3 0,12 0-6 0,-1 0 0 0,13 0-2 0,-10-13-3 0,10 13-1 0,-12 0-5 0,12 0-1 0,0 0 1 0,22 0-1 0,14 0 1 0,-11 0-1 0,22 0 1 0,37 0-1 0,-1 0-1 0,25 0 0 0,-1 0 0 0,24 0-3 0,12 0 5 0,-2 0-2 0,27 13-1 0,-12-13 0 0,-14 12 0 0,13-12 2 0,-12 0-1 0,23 12 0 0,1-12-1 0,-35 13 2 0,-26-13-3 0,-22 11 4 0,-38-11 1 0,-10-11 1 0,-23 11 0 0,-1-13-2 0,-1 1-10 0,13 24-45 0,-24-12-28 0</inkml:trace>
  <inkml:trace contextRef="#ctx0" brushRef="#br0">17254 16157 12 0,'-23'-12'39'0,"12"-1"-4"0,-1 13-17 0,12 0-11 0,23 13-1 0,13 11-5 0,24-12 3 0,-1 10-3 0,13 15 1 0,-37-13-1 0,-11-12 0 0,-12-12 3 0,-12 11 0 0,-12 2-2 0,-23 11-4 0,-14 23 1 0,-23 24 1 0,26-11 0 0,-26-12 1 0,1-1 3 0,47-23-1 0,12-11 0 0,0-13-2 0,12 0 2 0,0 0 1 0,0-13-3 0,0 13-1 0,0 0-1 0,12 0 2 0,-12 0-1 0,0 0 1 0,0 0 0 0,0 0-1 0,12-12 0 0,-12 0 1 0,0 12-57 0,0 0-35 0</inkml:trace>
  <inkml:trace contextRef="#ctx0" brushRef="#br0">12254 13050 3 0,'0'-13'7'0,"24"-34"20"0,0-1 16 0,-14 24-23 0,-10 1-16 0,0 11-4 0,0 58-2 0,-10 75-2 0,33 68 7 0,-11 3 9 0,-12-26-1 0,0-35-4 0,0-36-2 0,-12-11-1 0,24-37 0 0,-12-34-1 0,0-26-15 0,-12-58-110 0</inkml:trace>
  <inkml:trace contextRef="#ctx0" brushRef="#br0">12325 12871 32 0,'-13'-13'20'0,"3"2"-2"0,-14-1-12 0,-36 60-6 0,13 48-1 0,11-25 0 0,0-12 4 0,0-13 0 0,24-33 0 0,0-1 0 0,24-24 2 0,0-22-3 0,12-3 0 0,12-10-3 0,0-24-4 0,-13 21-3 0,13 4 0 0,-12 21 3 0,0 25 2 0,12 37-2 0,10-3 5 0,-10 16 1 0,0-27 2 0,-12-12-2 0,-11-11 0 0,10 0 1 0,-12 0-37 0</inkml:trace>
  <inkml:trace contextRef="#ctx0" brushRef="#br0">20828 14526 4 0,'0'-12'19'0,"-13"-24"13"0,13 11-5 0,0 14-6 0,25 11-9 0,-2 0-6 0,1 11-1 0,-12 26 2 0,-12 34-4 0,12 1-1 0,0 24-1 0,12 22 0 0,-11 1 2 0,10 12-1 0,0 12-2 0,13 12 1 0,0-25 0 0,0 2 1 0,35-25 1 0,24 1-3 0,24-49 1 0,-13-24-1 0,26-35 2 0,-13-35-1 0,13-24-1 0,-13-25-1 0,0-12 2 0,-24-11-1 0,-12-37 2 0,-35-9 1 0,0-25 0 0,-2 23-2 0,-21 23 1 0,-1 1 0 0,-12 24 3 0,0 48-1 0,11 11-1 0,-12 23-2 0,-22 38-7 0,-36 58-99 0,34-47 58 0</inkml:trace>
  <inkml:trace contextRef="#ctx0" brushRef="#br0">20518 14776 4 0,'0'-13'10'0,"0"2"19"0,0-1 0 0,0 12-5 0,0-11-10 0,0 22-4 0,0-11-5 0,12 12-3 0,0-1 0 0,-12 2 1 0,-12-1 1 0,12 11-1 0,0 0-2 0,12 2-1 0,12 23-1 0,-12 0 1 0,0-1 0 0,11 11 0 0,0 3 0 0,13 10 0 0,-11 25 0 0,10-25 0 0,12 11-1 0,2 15 1 0,-2-14-1 0,1 0 1 0,23-23 1 0,13 23-1 0,-13-24 0 0,-11-22 0 0,11-26 1 0,1-11 0 0,-13-11-1 0,13-26 1 0,-1 3-1 0,-12-26 0 0,1-12 1 0,-13 12 0 0,1-24 0 0,0 2 0 0,-12-13 1 0,-12 12 2 0,-1-49 0 0,25-12-1 0,-12 26-2 0,-12 23 1 0,-12 0 3 0,-2-24-1 0,-10 35 0 0,0 49 0 0,13 24-4 0,-1 11 0 0,-12 46-21 0,-35 38-110 0</inkml:trace>
  <inkml:trace contextRef="#ctx0" brushRef="#br0">21221 14549 17 0,'-12'-12'21'0,"-1"1"7"0,2 11 0 0,11 0-19 0,11 0-2 0,-11 23-2 0,0 25-1 0,0 13-3 0,0 10 0 0,0 23-1 0,13-10-1 0,-13 11 0 0,0 24 1 0,0 0 0 0,12 0-2 0,-1-12 1 0,25 23-1 0,1-22 3 0,22 0-2 0,0-14 1 0,13 2-1 0,23-48 1 0,-12 11-2 0,24-23 2 0,1-12-1 0,-1-36 3 0,-12-36-4 0,0-59 4 0,24-36-1 0,-13-12 0 0,-34 36-1 0,-35 12 3 0,-3-1 1 0,15-34-1 0,-13 47 3 0,-1 47-1 0,-23 48-2 0,-12 0-2 0,-12 48-42 0,12-37-22 0</inkml:trace>
  <inkml:trace contextRef="#ctx0" brushRef="#br0">20470 15323 1 0,'0'0'3'0,"0"24"14"0,23 48-9 0,14 11-6 0,11 24-4 0,35 12 3 0,-12 0-1 0,12 0-4 0,13 24-15 0,-47-95 14 0</inkml:trace>
  <inkml:trace contextRef="#ctx0" brushRef="#br0">21232 16324 0 0,'48'0'0'0,"83"-12"1"0,12-47-1 0,-95 46-1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14194 5560 35 0,'-36'-71'15'0,"25"12"-2"0,58 22 2 0,13 49 5 0,-36 97-7 0,-24 33-4 0,-11-12-3 0,-2-46 0 0,13-38-2 0,13-33 0 0,-2-84-1 0,12-36-3 0,13 0 1 0,0 48 0 0,-12 9-1 0,0 40 0 0,24 45 0 0,-12 13-1 0,-13 23 1 0,1-23 0 0,-12-12 1 0,-12-25-1 0,24-34 1 0,12-38 0 0,-1 3 0 0,1-2-1 0,0 2 0 0,11 21 0 0,25 49-1 0,-13 34 0 0,-35 38 1 0,-12 0 0 0,0-24 1 0,12-12-2 0,12 11-43 0,-13-47-50 0</inkml:trace>
  <inkml:trace contextRef="#ctx0" brushRef="#br0">15195 5525 47 0,'0'0'0'0,"-47"-48"39"0,34 35-18 0,37 26-7 0,-24 58-6 0,-24 48-3 0,24-35-3 0,37-24 2 0,46-26-3 0,0-34 0 0,0-47-1 0,-35-24 0 0,-12-12 1 0,-12 35 0 0,-12 24-2 0,11 24 2 0,-11 36-1 0,-12 35 3 0,-12 1-1 0,-1-25-1 0,13-34 1 0,0-38 0 0,36-58 0 0,49-1 1 0,-14 61-4 0,12 59 1 0,-35 35-2 0,-12-11 3 0,-36-12-4 0,-24-14-34 0,-36-21-74 0</inkml:trace>
  <inkml:trace contextRef="#ctx0" brushRef="#br0">15551 5167 108 0,'-70'-59'13'0,"33"47"-6"0,74 12-4 0,-13 12 0 0,0 34-4 0,-2 4-24 0,-9 9-79 0</inkml:trace>
  <inkml:trace contextRef="#ctx0" brushRef="#br0">16588 5382 35 0,'-11'-12'1'0,"-25"1"2"0,48-2-1 0,-1 1 8 0,-11 12 5 0,37-12 0 0,22-1-6 0,36 2-4 0,12 11-2 0,0 0-1 0,-11 0 0 0,-37-12 1 0,-35 12-2 0,0 0 1 0,-24-11-1 0,-11 11 0 0,-38 0-1 0,2 0 0 0,-13 0 0 0,35 23 0 0,3 38 0 0,-2 33-1 0,12 72 2 0,12 1-1 0,12-24 2 0,-12-59 6 0,-61-49 2 0,-9-23-2 0,22-35-4 0,0-14-2 0,37 26-1 0,11 11-9 0,0 0-49 0,0 0-13 0</inkml:trace>
  <inkml:trace contextRef="#ctx0" brushRef="#br0">17339 5977 38 0,'-12'0'16'0,"-72"-24"21"0,25 37-17 0,36 34-13 0,10 0-4 0,26-11-1 0,21 12 0 0,14-25-1 0,24 2 0 0,-1-38 0 0,1-45 0 0,-24-3 0 0,-37-33 1 0,-22 10-3 0,-49 13 2 0,11 58-1 0,-9 13-1 0,-2 60 2 0,12 23-2 0,48-24 1 0,36-11 1 0,12-25-1 0,-2-23 2 0,-10-23-1 0,-11 0-3 0,-25 11-10 0,11-12-42 0,-11 24-7 0</inkml:trace>
  <inkml:trace contextRef="#ctx0" brushRef="#br0">18089 5251 21 0,'0'-60'15'0,"0"2"10"0,11 33 2 0,-22 25-12 0,-49 71-3 0,-23 96-4 0,0 35-3 0,47-10-3 0,48-50-2 0,47-35 3 0,36-48-17 0,1-36-49 0,-60-23 9 0</inkml:trace>
  <inkml:trace contextRef="#ctx0" brushRef="#br0">18113 5632 27 0,'0'-60'7'0,"71"2"8"0,-11 33 10 0,-13 71-5 0,-23 38-9 0,-12 12-5 0,-24-25-1 0,-24-46 0 0,23-14-2 0,26-59-3 0,23-23-1 0,12-13 0 0,-13 25 1 0,-22 24 1 0,-13 35 4 0,-13 35-1 0,2 24-1 0,11-11-1 0,35 0-1 0,-12 11-3 0,26-35-17 0,-2-11-42 0,-35-26 15 0</inkml:trace>
  <inkml:trace contextRef="#ctx0" brushRef="#br0">18601 5275 13 0,'36'-60'4'0,"59"24"4"0,12 36 21 0,-59 143 3 0,-48 83-12 0,-61 24-8 0,-9-71 0 0,10-60-3 0,-10-36-3 0,21-47-5 0,1-36 2 0,25-36-12 0,11-11-56 0,-1 23 3 0</inkml:trace>
  <inkml:trace contextRef="#ctx0" brushRef="#br0">19970 8441 13 0,'0'0'0'0,"-35"-23"11"0,35-25-6 0,11 24 6 0,-11 12 1 0,0 1-2 0,12 22-6 0,0 25-2 0,12 12 2 0,0-1 0 0,-12 0-1 0,13 14 0 0,-2 10 0 0,11-11-2 0,15-1 1 0,-13-11-1 0,-25 11-1 0,0-11 2 0,2 11-2 0,23-11 1 0,-13 12-1 0,2 11 0 0,-14-24 1 0,-11 1 0 0,24 12 0 0,0-1 0 0,12 13-1 0,-13-1 1 0,2 0-1 0,-2-11 1 0,1 1 0 0,0 10 0 0,12 0-1 0,-12-24 1 0,11 13 1 0,1-12-1 0,-12-1 1 0,-1 11-2 0,1 15 1 0,12-2-1 0,0-23 1 0,0-1 1 0,-13 1-2 0,13-12 1 0,12 22 0 0,-1-33 0 0,1 11 0 0,-12-24 0 0,-12 12 0 0,23-24 2 0,13 0-2 0,-1 0 0 0,1 0 0 0,-13-13 0 0,-23 2 1 0,36-1-1 0,11-24 0 0,-11 11-1 0,0 4 1 0,-13-4 0 0,1-23 0 0,23-11 0 0,-11-1-1 0,-14-11 1 0,-9-1 0 0,-13 1 1 0,22-25-1 0,15 12-2 0,-1-10 2 0,-13 12-1 0,-23-2 3 0,-12-12-2 0,-1-11 1 0,14 0-1 0,-2 11 0 0,-11 13-2 0,0-12 1 0,-12 1 1 0,-12-3 0 0,24 26 0 0,0 11-1 0,12 12 0 0,0 1 0 0,-12 10 0 0,10 3 1 0,-9 22 0 0,-1 0-1 0,-1-1 0 0,-11 2 0 0,0 11 0 0,0-12 1 0,-11 12-1 0,11 12-15 0,-35 12-107 0</inkml:trace>
  <inkml:trace contextRef="#ctx0" brushRef="#br0">406 8013 51 0,'-48'0'2'0,"-13"-12"2"0,74-24 9 0,46-24 12 0,37 1-8 0,23 0-6 0,36-1-3 0,-37 12-4 0,-34 14-3 0,-72 9 4 0,-60 25-2 0,-47 0 0 0,-1 25-1 0,37 9-3 0,71 62 1 0,60 59 3 0,23 23-4 0,-12-34 2 0,-71-26 10 0,-71-35 1 0,-26-47-2 0,27-36-11 0,45-11 0 0,-23-26-3 0,13 26-39 0,35-1-81 0</inkml:trace>
  <inkml:trace contextRef="#ctx0" brushRef="#br0">1215 7965 48 0,'0'0'0'0,"-36"-23"39"0,23 23-15 0,13 23-6 0,0 49-6 0,0 22-8 0,13 14 1 0,10-13-2 0,13-35-2 0,13-36-1 0,9-24 1 0,-9-24 1 0,-26-24 1 0,1-23-5 0,-24 11 2 0,12-11 2 0,-48 24-2 0,-23-24 1 0,12 34 0 0,-13 1 0 0,36 25-1 0,-12 11 0 0,11 23 0 0,3 13 0 0,10 23 0 0,24 12 0 0,46-10 0 0,27-26 0 0,-2-10-1 0,-24-14 3 0,-23 1 3 0,-24-12 0 0,-12-12-4 0,0-12-38 0,12 0-82 0</inkml:trace>
  <inkml:trace contextRef="#ctx0" brushRef="#br0">798 9085 59 0,'0'0'0'0,"-131"34"19"0,96-9-1 0,35-37 6 0,71-24-12 0,72-46-1 0,36-2-6 0,-2 0 1 0,-34 26-1 0,-23-3-2 0,-59 26-1 0,-40-1-2 0,-21 36-11 0,-21 11-51 0,-28 37-18 0</inkml:trace>
  <inkml:trace contextRef="#ctx0" brushRef="#br0">678 9395 56 0,'-106'47'33'0,"70"-35"-24"0,142-108 9 0,98-35 1 0,22 12-6 0,-24 12-5 0,-70 24-3 0,-61 35-1 0,-59 24-3 0,-36 12-29 0,0 12-100 0</inkml:trace>
  <inkml:trace contextRef="#ctx0" brushRef="#br0">14933 6870 6 0,'-190'0'22'0,"59"-12"-14"0,24-13 6 0,23 2 5 0,36 12-4 0,25-1-8 0,10 12-6 0,26 0 10 0,94 12-1 0,82-24-3 0,134 0-1 0,70-12-2 0,83 1-1 0,12-2-1 0,13 13-1 0,-13 12 0 0,-59-13-1 0,-84 3 1 0,-107 10-1 0,-48-11 2 0,-47 11-1 0,-47 0-1 0,-62 0-11 0,-56 11-17 0,-120-1-59 0</inkml:trace>
  <inkml:trace contextRef="#ctx0" brushRef="#br0">14743 6883 50 0,'-261'-25'11'0,"80"25"-4"0,87 25-2 0,70-25 13 0,24 0-5 0,84 11-1 0,82 1-7 0,72-1-3 0,96 1 1 0,59-35-1 0,59-13 1 0,36-1-1 0,24 14 1 0,-1 23-3 0,-21-23 1 0,-39 11-1 0,-93 12 1 0,-96 0-1 0,-83 0 2 0,-73 0 1 0,-21 0-2 0,-38 0 0 0,-36 0 1 0,-22-13 0 0,-60-10-51 0,23 35-40 0</inkml:trace>
  <inkml:trace contextRef="#ctx0" brushRef="#br0">15063 11300 21 0,'0'0'5'0,"-23"-13"11"0,23 1 23 0,0 12-16 0,12 0-15 0,-12 0-2 0,0 25 0 0,0 22-1 0,0 24-2 0,-12 0 1 0,12 25-2 0,0 0 2 0,0 9-1 0,0 16 0 0,12-3 0 0,-24 13 0 0,-1 1-1 0,3-2-1 0,10-11 0 0,-12 0 1 0,12 12-1 0,12 0-1 0,-12-12 0 0,10-1 0 0,3 3-1 0,-1-3 2 0,-12 14 0 0,11-1 0 0,2-13 2 0,-13 3 1 0,0-3-2 0,-13-10 1 0,13-3-1 0,13-9-1 0,-1 11 1 0,-12-34 1 0,0-2-1 0,0-24-1 0,0 1-1 0,0-25-4 0,-25-57-49 0,25-27-56 0</inkml:trace>
  <inkml:trace contextRef="#ctx0" brushRef="#br0">15076 11359 2 0,'0'0'0'0,"-13"-25"12"0,13 14 13 0,0-12 4 0,-11 23-4 0,11-13-1 0,36 1-15 0,35-13 0 0,84 15 1 0,-36-1-6 0,84 11-2 0,-73 0 0 0,-34 11-3 0,-26-1 3 0,-21-10-2 0,11 0 2 0,10 13 0 0,-9-13 0 0,-14 0 1 0,-23 0 2 0,-11-13 0 0,-13 13-5 0,11 0 1 0,1 13 0 0,-12 11-1 0,0 23 1 0,0 24 0 0,0 13-2 0,0 12 2 0,0 59-2 0,-12-13 1 0,12 25 1 0,0-12 0 0,0-12 1 0,12 12 0 0,-12 23-1 0,0-11-1 0,11-12 0 0,2 11 1 0,-13 13 0 0,12 0 0 0,-1-1 0 0,-11-23 1 0,0 0 4 0,-11-1-1 0,11 13-3 0,-12-12 0 0,12-37 4 0,-13-22 0 0,13-12-3 0,-11-25-2 0,11-11 0 0,0-1-1 0,0-23 0 0,0-1-3 0,0-10-11 0,-12-1-40 0,-24-12-51 0</inkml:trace>
  <inkml:trace contextRef="#ctx0" brushRef="#br0">14981 14729 32 0,'-12'-13'23'0,"12"13"6"0,24 0-10 0,0 47-13 0,-1 1-2 0,-23 0 1 0,0 0 0 0,12 0-2 0,-1-1-1 0,25-11 0 0,0-14-2 0,1 3 1 0,10-13 0 0,24 1 0 0,13-13-1 0,11 0 1 0,12 0-2 0,0 0 1 0,1 11 2 0,-1-22 0 0,24-2 2 0,-13 1 2 0,-9 12-1 0,-39 0 1 0,-10-12-3 0,-36 12-1 0,-12-13-8 0,-12-33-57 0,-12 10-19 0</inkml:trace>
  <inkml:trace contextRef="#ctx0" brushRef="#br0">15231 10501 76 0,'-12'-23'15'0,"12"12"3"0,59-14 12 0,37-11-11 0,35 24-9 0,-13 12-5 0,-46-24-1 0,-60 12-1 0,-12-11-2 0,-35 11 0 0,11 12-1 0,-1 23 0 0,14 25 0 0,-1 12 0 0,24-13 0 0,-12 13 0 0,-12-12 1 0,-12 11-5 0,-1-11-25 0,25-25-63 0,0-23 52 0</inkml:trace>
  <inkml:trace contextRef="#ctx0" brushRef="#br0">15826 10585 125 0,'0'0'0'0,"0"-24"11"0,48 48 3 0,0 23 1 0,-13 25-10 0,-24-12-1 0,-11-37 2 0,-36-12-1 0,14-34-1 0,34-59-1 0,47 9 0 0,13 38 1 0,-1 22 1 0,-35 2-1 0,23 11-1 0,-22 0-17 0,-26 36-132 0</inkml:trace>
  <inkml:trace contextRef="#ctx0" brushRef="#br0">18494 11823 50 0,'-13'-60'17'0,"38"-11"-4"0,10 10 28 0,-23 40-16 0,0 8-16 0,0 13-6 0,-12 47 3 0,0 61-4 0,0 58 1 0,0 37-1 0,0 59 3 0,0 35 1 0,0 2 1 0,0-2-4 0,0 0-1 0,0-35-2 0,-12-48 2 0,0-47 5 0,12-12-4 0,0-48-2 0,12-82-7 0,0-121-51 0,0-23-58 0</inkml:trace>
  <inkml:trace contextRef="#ctx0" brushRef="#br0">18553 11786 97 0,'-12'-23'10'0,"36"-12"-3"0,107 11 10 0,48 12-1 0,83 35-10 0,0 25-3 0,-24-12-1 0,-72 1 2 0,-70-3 1 0,-60-10-1 0,-36 23 0 0,-12-10 2 0,-12 34-3 0,24 24-3 0,0 36 0 0,24 60 0 0,-12 59 2 0,-24 24 0 0,-12 0 0 0,12-23 0 0,12-38-2 0,0-24 1 0,-13 3-1 0,2-3-1 0,-12-57 1 0,-1-48 1 0,-48-37 1 0,-11-34 0 0,-36-38-1 0,-24 2-1 0,-24 11 0 0,-24 12 0 0,-11-11 2 0,46-2 2 0,62 13-1 0,70-12-3 0,24-13-20 0,72-69-131 0</inkml:trace>
  <inkml:trace contextRef="#ctx0" brushRef="#br0">18720 10990 93 0,'0'0'0'0,"12"-24"20"0,71 11-5 0,60 2 5 0,0-1-10 0,-12 1-6 0,-83-2-2 0,-48-24 0 0,-48-9-2 0,-23 21 1 0,11 25 4 0,0 84 0 0,24 58 0 0,36 13 0 0,0-59-3 0,0-24-1 0,0-25-31 0,0-23-100 0</inkml:trace>
  <inkml:trace contextRef="#ctx0" brushRef="#br0">19256 11347 146 0,'-13'0'7'0,"26"0"-5"0,23 0 6 0,22-24-2 0,14 12-3 0,-24-24 0 0,-36 11 0 0,-24-9 1 0,-24 34-2 0,-12 13 0 0,-24 33-1 0,26 13 1 0,34 12 1 0,59 2 0 0,61-38 1 0,10-35 0 0,2 0-1 0,-25-12 0 0,-59-11-3 0,-36 0-92 0,0 10 20 0</inkml:trace>
  <inkml:trace contextRef="#ctx0" brushRef="#br0">13647 15859 26 0,'-13'-37'28'0,"13"3"21"0,13-3-20 0,23 62-11 0,-12 71-3 0,-12 22-6 0,-12-35 2 0,-12-35-5 0,12-37-1 0,-12-70-3 0,12-12-2 0,12-12 1 0,0 23 2 0,35 23-1 0,0 37-3 0,1 50 1 0,-12 21 1 0,-24 0 3 0,-24-35 1 0,12-25 1 0,0-58-5 0,25-24 0 0,9 23-1 0,14 36 2 0,-12 12-3 0,12 48 2 0,-24-2-3 0,-24 4 4 0,-12-4-16 0,0-21-43 0,12-25-84 0</inkml:trace>
  <inkml:trace contextRef="#ctx0" brushRef="#br0">14243 15895 32 0,'0'-12'19'0,"24"-36"43"0,-1 25-26 0,-12 23-20 0,-11 60-2 0,0-13-7 0,0 0-2 0,25 1-3 0,11-24-1 0,11-24 1 0,13-24-1 0,-24-24 1 0,-2 13-1 0,-9-13 0 0,-1 24 1 0,0 12 2 0,-12 24-2 0,-12 48 2 0,-12 11-1 0,12-23-1 0,0-25-2 0,12-11 2 0,-1-24-1 0,0-22 1 0,14-3-1 0,22-22-1 0,1 11-1 0,0 24 2 0,-24 37-1 0,-1 34 0 0,-10 0 1 0,-1 1-1 0,23-35 1 0,13-26-5 0,-24-11-41 0,-24-35-107 0</inkml:trace>
  <inkml:trace contextRef="#ctx0" brushRef="#br0">14588 15323 143 0,'-49'-24'10'0,"15"13"24"0,11-12-15 0,23 23-18 0,0 58-65 0,11-22-46 0</inkml:trace>
  <inkml:trace contextRef="#ctx0" brushRef="#br0">13838 16965 19 0,'0'-10'13'0,"-12"-38"53"0,24 48-41 0,-1 58-9 0,25 3-3 0,-24 10 1 0,-12-11-3 0,0-24-4 0,-12-36-3 0,12-23-1 0,0-38 0 0,12 1-1 0,13 13 0 0,9 10 0 0,14 27 0 0,-12 45-1 0,-12 13 1 0,-12-12 1 0,-24-13-1 0,0-11 1 0,0-47-2 0,36-1 1 0,24 13-1 0,-2 23-1 0,-10 0 0 0,0 23 0 0,-12 1 0 0,-24 0-1 0,-11-1-15 0,11 13-43 0,0 0-34 0,11-36 51 0</inkml:trace>
  <inkml:trace contextRef="#ctx0" brushRef="#br0">14482 17074 8 0,'34'-25'20'0,"25"-9"30"0,-22-16-19 0,-25 16-8 0,-12-3-5 0,-24 14-3 0,-24 23-1 0,1 36-4 0,24 35-4 0,-2-23-4 0,25-12-2 0,25-24 3 0,9-60-2 0,2 12 1 0,-24 24 0 0,-1 24 6 0,14 0-4 0,-1 1-2 0,11 10-3 0,-12-12-31 0,-10 2-48 0,-1-13-13 0</inkml:trace>
  <inkml:trace contextRef="#ctx0" brushRef="#br0">14778 16919 73 0,'12'-25'27'0,"36"14"21"0,0 35-24 0,-1 24-15 0,25-13-8 0,-25 1-9 0,0 0-33 0,-22-36-55 0,-25 0 67 0</inkml:trace>
  <inkml:trace contextRef="#ctx0" brushRef="#br0">15159 16860 82 0,'-24'-13'24'0,"-23"37"29"0,-36 60-16 0,-1 10-22 0,37-34-7 0,23 12-10 0,24-49 0 0,0-11-44 0,0 0-104 0</inkml:trace>
  <inkml:trace contextRef="#ctx0" brushRef="#br0">13242 16538 48 0,'0'0'12'0,"11"-12"32"0,-11 24-18 0,-11 0-6 0,-60 12-2 0,-36-14-5 0,-24 15-2 0,-24-13-5 0,24 12-1 0,36-1 1 0,11-23-1 0,25 0-1 0,34 0-3 0,14 0 0 0,11 0-15 0,11 0-55 0,2 13-51 0</inkml:trace>
  <inkml:trace contextRef="#ctx0" brushRef="#br0">12575 16490 59 0,'0'0'0'0,"12"-36"39"0,-12 13-2 0,-12 23-21 0,-47 48 1 0,-25 23-5 0,25 0 4 0,34-24-9 0,38 1-3 0,46 0-6 0,25-12 4 0,-36-13-2 0,-25-11 4 0,-11-24 0 0,0 12-2 0,-12-11-3 0,12 11-13 0,-12 0-46 0,0 0-65 0</inkml:trace>
  <inkml:trace contextRef="#ctx0" brushRef="#br0">10742 16479 12 0,'0'0'15'0,"-12"-25"23"0,12 13-8 0,0-11-1 0,0 12-10 0,12 11-3 0,-1 0-4 0,12 46-3 0,14 26-4 0,-1 11-1 0,-24-11 3 0,0 11-3 0,-12-24 0 0,0-22-4 0,10-26 3 0,26-35-4 0,0-23 5 0,0-1-4 0,-12 1 3 0,-11-24-4 0,10-1-1 0,-12 23 4 0,-11 2-1 0,-11 0 0 0,-25 23 0 0,1 12-2 0,10 37 2 0,14 21-4 0,22 13 4 0,38-22-1 0,22-25-3 0,0-12 2 0,-23-12-7 0,-24 0-56 0,-24 0-52 0</inkml:trace>
  <inkml:trace contextRef="#ctx0" brushRef="#br0">11313 16014 90 0,'-13'-24'27'0,"13"-12"13"0,-11 59-20 0,-1 73-5 0,12 12-5 0,0-49-1 0,0-35-1 0,0-24-2 0,0-71-3 0,0-24-2 0,23 24 0 0,-10 46 0 0,-13 25-1 0,0 59 0 0,-13-11 1 0,13-25 0 0,25-23-10 0,11 0-147 0</inkml:trace>
  <inkml:trace contextRef="#ctx0" brushRef="#br0">15387 11681 9 0,'0'-13'33'0,"-13"-11"1"0,13 11-15 0,0-8-9 0,36 8-2 0,-2 13-1 0,3 13-2 0,-13 8-1 0,-12 4-1 0,0 23-1 0,-24-24 2 0,-12 11 1 0,0-12-2 0,-12 27-1 0,1-16-1 0,-1-10 0 0,36-11 3 0,0-13-1 0,48-13-1 0,11 13 1 0,13 0 7 0,-72 0-8 0,10 0-7 0,3-12-25 0,10 12-20 0,2 0-31 0</inkml:trace>
  <inkml:trace contextRef="#ctx0" brushRef="#br0">15850 11704 64 0,'0'0'9'0,"-24"-36"19"0,12 24-8 0,-11 24-13 0,11 60-2 0,-1-13-2 0,13-11-1 0,25-13-1 0,10-10 0 0,-11-14 0 0,12-22 1 0,0-14-1 0,-13-10 0 0,-23-13 1 0,12 12 1 0,-37 1 2 0,3-1-2 0,-14 12 0 0,12 24-2 0,-12 0-1 0,13 0 0 0,-2 13-2 0,2 46-28 0,23 12-89 0</inkml:trace>
  <inkml:trace contextRef="#ctx0" brushRef="#br0">15743 12299 104 0,'-24'-11'41'0,"12"-2"-40"0,24 1-1 0,12 24-23 0,-24 35-72 0,0-34 70 0</inkml:trace>
  <inkml:trace contextRef="#ctx0" brushRef="#br0">15719 12621 67 0,'-12'23'23'0,"0"13"-2"0,12 12-17 0,-12 35-52 0,12-47-12 0</inkml:trace>
  <inkml:trace contextRef="#ctx0" brushRef="#br0">15755 13025 42 0,'0'25'43'0,"-12"9"-42"0,24-9-34 0,-12 11-20 0</inkml:trace>
  <inkml:trace contextRef="#ctx0" brushRef="#br0">15755 13228 20 0,'-12'11'19'0,"-1"-11"7"0,13 13-28 0,0-13-51 0</inkml:trace>
  <inkml:trace contextRef="#ctx0" brushRef="#br0">15600 14371 52 0,'0'-23'20'0,"-24"10"19"0,12 1-22 0,-23 12-6 0,11 25 0 0,0 22 0 0,0 24-4 0,0 12-3 0,12-11-2 0,12-1-1 0,36-23 0 0,12-12 0 0,-2-24-1 0,-10-37 1 0,-23-22 3 0,-13 10-2 0,-13-9 4 0,-10 21 0 0,-12 25-4 0,-1 25-2 0,0 0 1 0,12 9-14 0,24-22-34 0,11 24-84 0</inkml:trace>
  <inkml:trace contextRef="#ctx0" brushRef="#br0">15922 14503 67 0,'-36'-37'28'0,"12"24"4"0,12 13-17 0,12 37-3 0,0 22-3 0,12-11-4 0,12 0-3 0,12-14-2 0,-1-34 2 0,12-10-1 0,2-26 0 0,-27 11 1 0,-9-9 4 0,-13-3 2 0,12-10 0 0,-12 10-1 0,-25-9-2 0,-9 21-3 0,-3 14-1 0,-10 22 0 0,12 37-2 0,11 0-33 0,12-12-102 0</inkml:trace>
  <inkml:trace contextRef="#ctx0" brushRef="#br0">19018 12085 26 0,'0'-12'29'0,"12"-24"2"0,-1 24-5 0,1 60-5 0,-12 35-4 0,12-35-3 0,24-1-6 0,0-10-5 0,-36-3-1 0,0-21-21 0,-24-1-30 0,12-24-55 0</inkml:trace>
  <inkml:trace contextRef="#ctx0" brushRef="#br0">19399 12121 29 0,'0'0'39'0,"-24"12"-2"0,-1 35-19 0,25 13-12 0,61-1-2 0,23-36-2 0,-37-23 5 0,-12-47 7 0,-35 0-4 0,-35-14-4 0,-25 27-5 0,12 45-17 0,0 62-45 0,12-15-26 0</inkml:trace>
  <inkml:trace contextRef="#ctx0" brushRef="#br0">19303 12632 163 0,'-35'-11'6'0,"35"11"-4"0,12 0-1 0,11 11-29 0,-23 13-94 0</inkml:trace>
  <inkml:trace contextRef="#ctx0" brushRef="#br0">19232 12858 34 0,'-12'0'25'0,"12"25"-29"0,-13-2-48 0</inkml:trace>
  <inkml:trace contextRef="#ctx0" brushRef="#br0">19171 13061 24 0,'0'0'0'0,"0"36"-14"0,0-36 4 0</inkml:trace>
  <inkml:trace contextRef="#ctx0" brushRef="#br0">19161 13335 56 0,'-12'0'13'0,"12"12"-8"0,12 12-71 0</inkml:trace>
  <inkml:trace contextRef="#ctx0" brushRef="#br0">19196 13526 85 0,'-35'10'13'0,"35"15"-2"0,0 0-35 0,0-14-57 0</inkml:trace>
  <inkml:trace contextRef="#ctx0" brushRef="#br0">19041 14180 34 0,'-23'-12'46'0,"10"0"-16"0,49 12-24 0,0 0-5 0,24-11 1 0,-13-1 2 0,1-12 4 0,-37 24-3 0,2 13 1 0,-26 10 4 0,-10 48 1 0,-1 24-3 0,24-24-3 0,0-23-4 0,0-25-7 0,-12-23-43 0,12-11-57 0</inkml:trace>
  <inkml:trace contextRef="#ctx0" brushRef="#br0">19005 14264 59 0,'0'0'0'0,"-11"-12"26"0,47 12-6 0,59-12-8 0,12 12-2 0,-12 0-5 0,-72 0 4 0,-23 0 0 0,-11 12-4 0,-1 13-2 0,12-4-1 0,12 29 1 0,24-3-2 0,-12-12-1 0,11-12 1 0,13-23 0 0,-1-34 1 0,-11-3-1 0,-13 3 1 0,-23-3 3 0,0-10 1 0,-11 23 0 0,-12 0-2 0,-13 12-1 0,0 12-1 0,0 0-1 0,12 36-1 0,-12 12-10 0,25 23-85 0,11-59 29 0</inkml:trace>
  <inkml:trace contextRef="#ctx0" brushRef="#br0">19005 13073 8 0,'0'0'0'0,"0"0"58"0,-11 0-28 0,-1-12-5 0,12 12-9 0,-13 0-6 0,13-11-3 0,13-2-2 0,-1 1 0 0,-1 0-1 0,14 1 0 0,-2 11-2 0,-11 0-1 0,0 0 0 0,0 23 1 0,0 2-1 0,0-2 0 0,-12 1 0 0,-12 0 0 0,12 0 1 0,-24 11 0 0,0 1 1 0,12-13 0 0,-11 2-1 0,-1-2 0 0,-1-11-2 0,2-1 1 0,-1 2 0 0,13-13 0 0,11 12-2 0,0-12 1 0,11 0 2 0,13 0-2 0,35 0 1 0,-23-12-1 0,0 12 1 0,-12 0 1 0,-12-13 1 0,0 13-2 0,-12 0-4 0,0 13-38 0,12-1-88 0</inkml:trace>
  <inkml:trace contextRef="#ctx0" brushRef="#br0">19363 13168 56 0,'0'0'12'0,"12"-34"49"0,-12 21-26 0,-36 26-23 0,11 21-6 0,14 14-3 0,35-12-1 0,24-12 0 0,-12-24-1 0,-1-37 0 0,-11-10 6 0,-24 10 1 0,-24 3-5 0,-11-3-1 0,-1 50-3 0,-25 58-25 0,-10 37-86 0,60-85 66 0</inkml:trace>
  <inkml:trace contextRef="#ctx0" brushRef="#br0">19005 13620 12 0,'-11'-11'50'0,"-1"-1"-13"0,-12-12-18 0,12 24-12 0,12 0-2 0,12 0 7 0,-1 0 1 0,2 0-3 0,23-12-5 0,11 0-2 0,1-1-1 0,-24 13 3 0,-12-10 1 0,-12 10-1 0,0 0-3 0,-12 0 0 0,12 0-1 0,-12 0-1 0,12 10 1 0,0-10-1 0,-12 13 1 0,12-13-1 0,0 0 0 0,0 0 1 0,12 0-1 0,12-13 0 0,-12 13 0 0,-2 13 0 0,-10 35 0 0,-10 0-1 0,-26-13 1 0,0-24 1 0,0 2 0 0,13-13 1 0,23 0-1 0,11 0-1 0,13 12 0 0,0 24 0 0,-12 11-1 0,-24-11 2 0,-36-25 3 0,1-11 1 0,22-23-3 0,2 12-1 0,23 11-10 0,36 0-24 0,23 0-12 0,25-25 3 0,-2-10 28 0,-9-13 39 0,-50 24 25 0,-12 24-19 0,-33 11-18 0,10 26-7 0,35-1-3 0,49-25-2 0,-25-11 2 0,-23-34 7 0,-24-16 4 0,-47 39-9 0,-13 11-4 0,35 24-38 0,25 0-105 0</inkml:trace>
  <inkml:trace contextRef="#ctx0" brushRef="#br0">15387 15788 86 0,'-13'-12'34'0,"13"12"2"0,0 0-22 0,59 0-7 0,13 0-5 0,-1-12-1 0,-35 12-15 0,-25 0-40 0,-34 24-51 0</inkml:trace>
  <inkml:trace contextRef="#ctx0" brushRef="#br0">15326 15906 54 0,'-36'0'52'0,"24"0"-10"0,48 0-19 0,71-11-13 0,13 11-4 0,-74 0-5 0,-33 0-19 0,-13 0-111 0</inkml:trace>
  <inkml:trace contextRef="#ctx0" brushRef="#br0">15862 15680 89 0,'-12'-34'32'0,"24"-16"1"0,24 27-16 0,23 0-6 0,25 23-4 0,-37 23-1 0,-11 25-4 0,-36 11 1 0,-36 12-2 0,-23-22 2 0,-25 10 0 0,25-12 3 0,23 1 2 0,24-36-2 0,36-1 1 0,46-11-3 0,27-11-1 0,-15-1-3 0,-33 1 2 0,-14-1-2 0,-11 0-14 0,36-12-45 0,23-36-49 0,-59 37 54 0</inkml:trace>
  <inkml:trace contextRef="#ctx0" brushRef="#br0">16469 15740 31 0,'23'-23'58'0,"-23"-2"10"0,-11 25-35 0,-36 59-14 0,11 12-11 0,84-10-3 0,59-49-2 0,0-35-2 0,-36-61 1 0,-59 0 4 0,-59 13 5 0,-37 47-6 0,0 24-5 0,25 48-36 0,24 23-120 0</inkml:trace>
  <inkml:trace contextRef="#ctx0" brushRef="#br0">15743 16931 86 0,'0'-12'15'0,"-36"0"29"0,36-1-11 0,48 13-17 0,59 0-11 0,-1 0-4 0,-21 0-14 0,-63 13-61 0,-22 11-25 0</inkml:trace>
  <inkml:trace contextRef="#ctx0" brushRef="#br0">15730 17074 89 0,'-11'0'9'0,"-36"12"33"0,70-12-13 0,73-12-19 0,23 12-8 0,0-12-29 0,-60 12-104 0</inkml:trace>
  <inkml:trace contextRef="#ctx0" brushRef="#br0">16446 16739 106 0,'0'-11'9'0,"-12"-24"39"0,0 23-16 0,-48 47-16 0,1 49-8 0,35 23-7 0,24 1-3 0,47-26 0 0,13-46 1 0,-12-36 4 0,-1-36 0 0,-36-23 2 0,-47 36 3 0,-22 23-8 0,-14 11-5 0,49 37-73 0,10-13-43 0</inkml:trace>
  <inkml:trace contextRef="#ctx0" brushRef="#br0">16731 16919 138 0,'0'0'0'0,"0"-25"43"0,0 25-10 0,-24 49-26 0,13 23-8 0,58-13 0 0,26-24 0 0,-3-24 1 0,-10-11 1 0,-26-46 2 0,-9-13 6 0,-25-13 4 0,-25 23-6 0,-9 15-4 0,-50 21-3 0,-35 49-12 0,0 46-115 0,107-57 52 0</inkml:trace>
  <inkml:trace contextRef="#ctx0" brushRef="#br0">18875 14859 7 0,'-60'0'27'0,"1"-12"15"0,23-12 0 0,12 12-15 0,11 1-12 0,13 11-8 0,49 0 0 0,130 11-3 0,81-11-1 0,15 12-1 0,-60 12 0 0,-96-12-1 0,-96-12 1 0,-23 0 0 0,-36-12-7 0,-46 12-13 0,-38 12-7 0,-23 0 1 0,-36 1 17 0,1-2 5 0,11-22 11 0,13-2 15 0,36 1-9 0,81 0-3 0,97 12-7 0,117-13-1 0,74 13 0 0,11 0 0 0,-59 13-1 0,-96-1 0 0,-95-12 1 0,-131-12-3 0,-120 12-1 0,-46-13 0 0,47 26 1 0,118-13 0 0,120 12-1 0,155-12 0 0,131 0 0 0,12 0 1 0,-84 12 0 0,-132 1 2 0,-69-26-1 0,-48 1-40 0,11 24-77 0</inkml:trace>
  <inkml:trace contextRef="#ctx0" brushRef="#br0">20316 13109 20 0,'-12'0'9'0,"-12"-12"23"0,-1 12-1 0,2 0-11 0,10 0-5 0,26-24-7 0,71 1-1 0,59 10-3 0,23 1-1 0,1 0 0 0,-24 1 0 0,-36-1-1 0,-71 12-2 0,-24 0 1 0,-24-11-12 0,-13 11-28 0,14-13-62 0</inkml:trace>
  <inkml:trace contextRef="#ctx0" brushRef="#br0">20779 12811 62 0,'-34'-24'33'0,"21"11"-7"0,13 13-4 0,0 0-13 0,36 37-2 0,11-1-1 0,37 12-1 0,11-25 0 0,-23-23 0 0,-36 0 0 0,-24 11-2 0,-12 14 0 0,-36 23 1 0,-25 11-3 0,-9 14 2 0,-2-15 0 0,12 14 0 0,13-37 1 0,35-11-1 0,1-24-4 0,-2-13-1 0,26-33-48 0,21 34-61 0</inkml:trace>
  <inkml:trace contextRef="#ctx0" brushRef="#br0">19149 12514 47 0,'0'0'6'0,"0"-12"15"0,22 12 6 0,39 12-7 0,34-1-12 0,0-22-1 0,-59 11-1 0,-36-12 2 0,-59 0-5 0,-48 12-2 0,-1 12 0 0,61-12 0 0,47-12 1 0,83 12-1 0,24 12-1 0,-12 0 1 0,-47-1 0 0,-60-11 3 0,-60 0-2 0,-11-11-1 0,48 11 1 0,23-12 0 0,70 12-2 0,14 0 1 0,-36 0-2 0,-36 0 2 0,-47 0-2 0,-14 0-3 0,74 0-61 0,-13 12 5 0</inkml:trace>
  <inkml:trace contextRef="#ctx0" brushRef="#br0">19149 14658 7 0,'0'0'11'0,"0"0"30"0,-12-13-13 0,36 13-15 0,47-12 0 0,0 12-4 0,-11 12-5 0,-48-12-1 0,-12 0-1 0,-48 0-1 0,-23-12 0 0,11 12 2 0,25-12 0 0,23 12 0 0,12 0-1 0,47 12-1 0,25-12 0 0,-1 12 0 0,-47-12 2 0,-12 0 1 0,-48 0-3 0,-11 0-37 0,35 0-43 0</inkml:trace>
  <inkml:trace contextRef="#ctx0" brushRef="#br0">17041 15954 88 0,'-12'-23'7'0,"24"-13"9"0,12 0 9 0,-24-11-10 0,12-1-5 0,-1-12-3 0,1-11-1 0,-12 0 3 0,-23 0-5 0,-25-13 1 0,-1 24-1 0,-22 1-1 0,-35 11-2 0,-1-11 2 0,-1 11-2 0,1 36 0 0,12 1 0 0,-12 22-1 0,0 12 1 0,-12 14-1 0,-2 10 0 0,15 24-1 0,23 0 0 0,12 13-1 0,-1 12 2 0,13 23 0 0,-1 0-2 0,0 24 1 0,26 35-1 0,34 0 1 0,57 1-1 0,50 12 4 0,25-1-5 0,35 12-2 0,-36-70 1 0,12-13 0 0,-36-60 1 0,48 1 1 0,-24-60 1 0,0-12 2 0,0-24 3 0,-37 24-2 0,-9-23-1 0,-14-14 1 0,0-10 0 0,-10 0 1 0,-14-24 1 0,-12-13 0 0,1-11 1 0,-12 12 0 0,0-24 2 0,-12-12-8 0,-12-12 5 0,0 0 0 0,0 1-2 0,0-2 1 0,-36-10 0 0,-36 0-2 0,-35-1 2 0,-12 71-2 0,36 24-1 0,47 36 1 0,23 24-8 0,13 84-56 0,0-13-72 0</inkml:trace>
  <inkml:trace contextRef="#ctx0" brushRef="#br0">17851 16300 63 0,'0'0'0'0,"-60"12"33"0,13 11 0 0,24 0-14 0,34-10-3 0,71-49 0 0,86-46-4 0,34-26-3 0,36-23 0 0,-23 0-3 0,-72-1-1 0,-1 2 0 0,1 11-2 0,-12 24 0 0,-24 35-3 0,-35 24 2 0,-48 1-1 0,-24-13 3 0,0 24-1 0,-13 1-1 0,-34 34-3 0,-49 25 1 0,-46 24 1 0,-37-12-1 0,37-1 1 0,34 1-1 0,85-38 1 0,34 3-1 0,61-36 2 0,47-13-1 0,-1-12-1 0,-10 0 2 0,-14 1-2 0,3 23 1 0,-26 11-1 0,-35 26 0 0,-36 35 0 0,0 35 0 0,0-1 0 0,0 2 0 0,11-24 0 0,2-36 2 0,-1-37-1 0,11-58-16 0,13 12-181 0</inkml:trace>
  <inkml:trace contextRef="#ctx0" brushRef="#br0">20447 14658 8 0,'0'-13'5'0,"-13"-24"39"0,38 3 3 0,-14-3-14 0,12 26-15 0,2 46-5 0,-1 37-4 0,0-13-3 0,10 1-1 0,15-24-2 0,-13-1-1 0,-13-24 1 0,14-22-1 0,-3-36 0 0,15-13-1 0,-2 2 0 0,1-3 0 0,-24 1 0 0,-24 1 0 0,-36 11 0 0,0 25-1 0,-11 23 0 0,23 46 0 0,24 15 0 0,36-26-1 0,23-10 1 0,25-25-1 0,-25-13-24 0,-11 1-49 0,-48-11 0 0</inkml:trace>
  <inkml:trace contextRef="#ctx0" brushRef="#br0">21196 14061 106 0,'-11'-35'21'0,"-14"58"2"0,2 37-7 0,10 35-7 0,13-22 0 0,-10-62 1 0,10-22 0 0,0-50-5 0,10-33-2 0,26 21 2 0,-36 62-1 0,0 11-3 0,-11 11-5 0,35 49-156 0</inkml:trace>
  <inkml:trace contextRef="#ctx0" brushRef="#br0">18494 2608 9 0,'0'-60'21'0,"12"12"1"0,-1 25-4 0,-11 12-8 0,12 69 17 0,12 97-9 0,0 71-8 0,0-35-7 0,-24-38 1 0,-12-44 2 0,-12-38-5 0,0-35 0 0,0-60-15 0,13-59-91 0</inkml:trace>
  <inkml:trace contextRef="#ctx0" brushRef="#br0">18434 2512 18 0,'-12'-12'9'0,"12"-11"17"0,12-1-17 0,48 0-3 0,59 0 1 0,48 24 2 0,-1 11-2 0,-23 2-3 0,-12-13-1 0,-12-13 0 0,-12 2-1 0,-11-12 1 0,-37 10 2 0,-35 1 1 0,-12 12-1 0,0 12-2 0,24 24 0 0,-26 25 0 0,3 33 1 0,-1 61-1 0,-12 35-1 0,11-22-2 0,14-38 1 0,-14-11 4 0,-11-24-3 0,0-47 0 0,-23-25 0 0,-1-23 4 0,-1 0-5 0,-21-23 0 0,-26-1-1 0,-23 12 1 0,-37 0-2 0,-11 12 2 0,13 24-1 0,11-11 0 0,23-2 2 0,37 1-3 0,36-1 2 0,11-11-2 0,0-11 3 0,0 11-2 0,-24 0-1 0,-12 0 3 0,-23 0-1 0,11 11 2 0,1-11 0 0,23 0 0 0,24-11-4 0,24 11 1 0,-12 23-29 0,0 2-92 0</inkml:trace>
  <inkml:trace contextRef="#ctx0" brushRef="#br0">19232 2512 3 0,'24'-25'7'0,"-12"15"16"0,0-1 5 0,-24 11-9 0,-13 0-4 0,38 0-4 0,23-13-2 0,-1 1-3 0,-12 12-4 0,-23 12 0 0,0-12 2 0,0 13-1 0,0-2 0 0,0-11-1 0,0 10 1 0,0 3 1 0,13 35 0 0,-1 12-2 0,-1 11 2 0,14 13-1 0,-2 34 0 0,1 1 6 0,-12 0-1 0,13-23-3 0,-14-1-3 0,1-35 4 0,-12-1-4 0,-12-34 0 0,12-25-1 0,23-61-23 0,13-33-122 0</inkml:trace>
  <inkml:trace contextRef="#ctx0" brushRef="#br0">18720 2203 21 0,'-12'-13'21'0,"-13"2"-6"0,25 11-5 0,0-12 2 0,25 12 2 0,-1-11-5 0,24 11-5 0,-13 0-2 0,-11 47 2 0,-24 0 2 0,-24 14-4 0,-1-27 1 0,15-10-1 0,-2-11 2 0,47-38-4 0,1 2 1 0,0-25 2 0,0 0-3 0,-12 13 0 0,-24 35 0 0,23-36 1 0,-23 12-2 0,0 12 1 0,-12 12 1 0,12 12 0 0,-24 12-1 0,13 36 2 0,-2 11-1 0,13-24-1 0,37-10-1 0,-3-26 3 0,-9-11-1 0,-1-11 0 0,-24 11-3 0,-24 11-59 0,24 1-2 0</inkml:trace>
  <inkml:trace contextRef="#ctx0" brushRef="#br0">19363 2190 6 0,'-13'0'12'0,"13"-11"-2"0,13-1 2 0,-1 1 1 0,12 11 0 0,-24 0-4 0,12 23-4 0,-1 1-3 0,1-12 0 0,0 0-1 0,-12-1 1 0,12 1 0 0,0-24 0 0,0 1 1 0,12-26-2 0,-1 14-2 0,-10-13 3 0,-13 11 3 0,23 4 0 0,-23 8-3 0,0 37 1 0,0 36-1 0,12-1-1 0,-1 12 0 0,2-12 0 0,-26-11 1 0,-10 12-1 0,12-26 0 0,-1-21 2 0,-1-26 0 0,-10-21-2 0,23-3 0 0,-11-10 0 0,22 12 1 0,12-1-3 0,36-12 0 0,2 13 1 0,-37 23 1 0,-12 24 0 0,-12 11 1 0,-12 0-2 0,-12-10-3 0,12-1-52 0,12-12-5 0</inkml:trace>
  <inkml:trace contextRef="#ctx0" brushRef="#br0">19970 2929 7 0,'0'0'27'0,"0"0"-19"0,0 0 8 0,0 0 5 0,0 0-6 0,-12 12-4 0,0-1-3 0,12-11-2 0,0 13-3 0,0-13 0 0,36 0 0 0,12 12-1 0,23-24-1 0,1 12 2 0,-26-13-2 0,3 26 1 0,-26-13-2 0,-10 0 2 0,-13 0-1 0,0 0 2 0,0 0-10 0,-24 0-39 0,12 0-37 0</inkml:trace>
  <inkml:trace contextRef="#ctx0" brushRef="#br0">20173 2774 28 0,'0'0'0'0,"-25"-11"20"0,14 11-15 0,-1 0-4 0,12 11 16 0,12-11 23 0,-1 0-34 0,2 12-2 0,11-1-2 0,10-11 0 0,2 13-2 0,-11-1 1 0,-14 13 0 0,2-4-1 0,-1-8 1 0,-12-13 0 0,0 12-1 0,0-12 1 0,11 12-1 0,1 1 1 0,-12-13-1 0,0 0 2 0,0 0 1 0,0 0-2 0,-12 11 0 0,-11 12-1 0,-1 14 1 0,12-14-1 0,-12 1 0 0,12 24 1 0,-1-13-1 0,2-23 1 0,0 1 0 0,11-13 0 0,0 11 0 0,0-11 2 0,0 0 0 0,0-24-3 0,22 12-46 0,3 12-47 0</inkml:trace>
  <inkml:trace contextRef="#ctx0" brushRef="#br0">21221 3393 11 0,'0'-12'12'0,"11"-36"19"0,-11 37 7 0,0-1-10 0,-47 35-12 0,11 37-12 0,1 35 0 0,-13 37 3 0,12 10-4 0,12-46-1 0,12-25 2 0,48 1-4 0,24-49 4 0,10-11-2 0,50-47-1 0,-61 11 0 0,13-60 4 0,-12-11-5 0,-1 24 3 0,-23-13-2 0,-12 13 2 0,-24-1-1 0,-36 13 1 0,0-12-2 0,13 11-3 0,-25 12 3 0,12 35 2 0,-47 13-4 0,-13 37 3 0,13-13-3 0,48 24 3 0,23-2-3 0,34 27 2 0,27 22 0 0,10 0-2 0,-11 0 2 0,-12-47 2 0,-13-12 1 0,2-13 1 0,-25-23-2 0,0 0-5 0,-12-23-38 0,59-1-95 0</inkml:trace>
  <inkml:trace contextRef="#ctx0" brushRef="#br0">20101 4773 3 0,'0'-10'2'0,"0"-14"13"0,0 0 3 0,0 24 3 0,-23 24-9 0,0 60-7 0,-26 21-2 0,25-9-1 0,24-12-1 0,0-25 0 0,36-22 0 0,24-14 0 0,10-35 0 0,-10-36-1 0,-13-36 1 0,-22-10 1 0,-14-1-1 0,-34 24 0 0,-13 11 0 0,-35 24-1 0,11 24 0 0,14 12 0 0,33 58 0 0,13 39 0 0,70 11 0 0,3-26 0 0,-14-34 0 0,-12-23-2 0,-22-4-42 0,-25-21 1 0</inkml:trace>
  <inkml:trace contextRef="#ctx0" brushRef="#br0">20554 5227 29 0,'0'0'0'0,"-12"11"21"0,-24 14-1 0,12 10-7 0,1 1-4 0,34 0-5 0,1 11-1 0,-1-11-1 0,14-12-1 0,-1-12 1 0,24-37-1 0,11-34 0 0,-23-12 0 0,-24 23 1 0,-24 13 0 0,-24-12-1 0,-13 10 0 0,3 37 2 0,-15 37-1 0,27 34-1 0,22 0-1 0,47-35 0 0,37-25-1 0,35-45-20 0,-12-39-42 0,-83 73 36 0</inkml:trace>
  <inkml:trace contextRef="#ctx0" brushRef="#br0">20911 5133 58 0,'0'-13'7'0,"-12"-11"11"0,48 11-14 0,35-10-1 0,13-1-1 0,-14 12-2 0,-34-11-27 0,-23 23-35 0</inkml:trace>
  <inkml:trace contextRef="#ctx0" brushRef="#br0">21006 4894 42 0,'0'0'0'0,"-23"34"21"0,34 62-13 0,12 13-7 0,13-51 1 0,25-22-15 0,-15-36-47 0</inkml:trace>
  <inkml:trace contextRef="#ctx0" brushRef="#br0">21554 4679 36 0,'0'0'18'0,"0"-24"-1"0,-24 96-8 0,-11 35-2 0,11-13 2 0,24-21-5 0,59-50-2 0,13-35-1 0,-1-47 0 0,-24-24 1 0,-47 11-1 0,-36-11-1 0,-35 11 0 0,-12 60 0 0,12 49 1 0,23 34-1 0,60 13 0 0,60-13 0 0,142 0-43 0,-178-58-12 0</inkml:trace>
  <inkml:trace contextRef="#ctx0" brushRef="#br0">21922 5024 61 0,'0'0'3'0,"-23"96"11"0,35 11-10 0,-1 0-2 0,-11-36 1 0,0-59-3 0,25-24-29 0,-13-34-27 0</inkml:trace>
  <inkml:trace contextRef="#ctx0" brushRef="#br0">22090 4823 49 0,'0'-13'5'0,"-25"-45"2"0,50 21-4 0,11 13 11 0,-12 72-1 0,11 36-8 0,-23-13-1 0,-36-24-5 0,12-35 3 0,36-71-2 0,12-37 1 0,12 13-2 0,-37 47 1 0,-11 36 0 0,-23 36 2 0,-1 22-1 0,24 3-1 0,11-13 0 0,14-2-25 0,-14-9-52 0</inkml:trace>
  <inkml:trace contextRef="#ctx0" brushRef="#br0">22446 4978 35 0,'0'34'32'0,"13"50"-19"0,10-13-13 0,-10-23-10 0,-26-12-38 0,13-24 28 0</inkml:trace>
  <inkml:trace contextRef="#ctx0" brushRef="#br0">22625 4846 46 0,'0'0'39'0,"0"-23"-37"0,36 10-84 0</inkml:trace>
  <inkml:trace contextRef="#ctx0" brushRef="#br0">22827 4798 14 0,'0'0'0'0,"37"0"8"0,-13 0-30 0</inkml:trace>
  <inkml:trace contextRef="#ctx0" brushRef="#br0">23113 4786 70 0,'0'0'0'0,"-23"0"20"0,12 37-73 0,11-37 22 0</inkml:trace>
  <inkml:trace contextRef="#ctx0" brushRef="#br0">23424 4763 48 0,'-60'-11'39'0,"24"-2"-25"0,84 1-12 0,59-24-3 0,0 13 1 0,1-2-3 0,-61 2-41 0,-35 23 4 0</inkml:trace>
  <inkml:trace contextRef="#ctx0" brushRef="#br0">23543 4547 44 0,'-13'0'11'0,"-70"108"18"0,72 0-26 0,58-37-18 0,0-35-18 0,-22-36-5 0</inkml:trace>
  <inkml:trace contextRef="#ctx0" brushRef="#br0">24043 4371 64 0,'0'-13'39'0,"-25"37"-23"0,2 95-14 0,-12 0-1 0,11-48-1 0,35-35 1 0,60-24 1 0,13-83-3 0,-12-13 1 0,-47-24 1 0,-74 14-1 0,-22 70 1 0,-13 48 2 0,25 47-2 0,59 0-1 0,71-35-14 0,24 12-89 0</inkml:trace>
  <inkml:trace contextRef="#ctx0" brushRef="#br0">24484 4857 25 0,'0'-23'9'0,"-13"-38"4"0,-23 15 12 0,-23 21 8 0,-25 62-19 0,25 47-11 0,12 10-2 0,47-22-2 0,36-25 2 0,23-34 0 0,23-84 0 0,-33-37 0 0,-26-23 0 0,-10 60 0 0,-26 34 0 0,2 37 1 0,-14 84 2 0,25 47-3 0,-11 1-2 0,22-50 1 0,2-46-34 0,-1-24-59 0</inkml:trace>
  <inkml:trace contextRef="#ctx0" brushRef="#br0">24603 4417 53 0,'0'-12'8'0,"-25"-35"35"0,25 10-38 0,25 37-4 0,22 61 2 0,-11 46 1 0,-48-24-3 0,-36-24 3 0,13-59-1 0,35-59-2 0,47-37-1 0,25-9 6 0,-13 44-5 0,-48 49 1 0,-57 48 7 0,10 47-6 0,24 13-8 0,24-25 1 0,34 0-99 0,-46-58 74 0</inkml:trace>
  <inkml:trace contextRef="#ctx0" brushRef="#br0">24959 4846 42 0,'0'0'0'0,"0"-12"43"0,0-24-19 0,0 11-10 0,-11-21-7 0,-1 34-1 0,-24 12-4 0,-35 48 2 0,-1 23-3 0,37-11 0 0,35-13-2 0,47-23 1 0,25-48 2 0,-1-47-1 0,-24-26 2 0,-34 3-2 0,-13 46 0 0,-13 48 0 0,2 60-1 0,-14 59 0 0,14 12 6 0,11-36 5 0,0-48-4 0,0-34-5 0,-12-26-31 0,-36 2-89 0</inkml:trace>
  <inkml:trace contextRef="#ctx0" brushRef="#br0">24341 4465 47 0,'0'0'0'0,"-36"48"36"0,23 82-31 0,2 0-44 0,11-93-4 0</inkml:trace>
  <inkml:trace contextRef="#ctx0" brushRef="#br0">19661 4584 23 0,'0'-37'8'0,"12"14"10"0,-12 59-3 0,22 47 0 0,-9 37-4 0,10 34-6 0,26 25-1 0,11 142 2 0,-37-178-6 0,-23-36 2 0,0 0 0 0,0 1 0 0,0-61-2 0,0-10 0 0,11-3 1 0,14-9-1 0,-1-13 1 0,23-12 0 0,38-24 0 0,21 0-1 0,13 24 0 0,12 0-1 0,12 0-1 0,35 11 2 0,37-11 0 0,34-11 0 0,14-12-2 0,23-14 2 0,11 3-1 0,13-3 1 0,23-35-1 0,24 13-3 0,1-1 3 0,-26 25-1 0,-10-12 3 0,-47 10-3 0,-60 14 1 0,-73-1 5 0,-48 0 3 0,-33 0-4 0,-2-12-2 0,0 1 0 0,-34-1-20 0,-25 24-65 0</inkml:trace>
  <inkml:trace contextRef="#ctx0" brushRef="#br0">19731 4643 23 0,'-11'0'12'0,"-14"-35"7"0,74 24-15 0,70-14-1 0,36-11 1 0,59-11 0 0,36-13 0 0,47 13-2 0,14-1 0 0,34-24-2 0,12 26 1 0,24-27-2 0,12 14-1 0,-35-1-1 0,-25 1-1 0,-24 0 2 0,-58 22 1 0,-37 3 4 0,-23 9-4 0,-37 13 0 0,-59-1 0 0,-11 13 1 0,-25 0 1 0,-11 13-1 0,24 11 4 0,-13-11-3 0,0-2-2 0,-11 24 1 0,-25 13 2 0,-10 13 2 0,23-3-2 0,-1 26-2 0,-11-13 2 0,12 13-1 0,-12 0 1 0,0 21 0 0,-12 3-1 0,11-13-1 0,-12 24 1 0,14-23-1 0,-13 22 2 0,-24-34 1 0,12-1 2 0,-12-24-4 0,12-11 0 0,-13 12 1 0,13-1-1 0,0-23 1 0,-11-24 3 0,-48-12 0 0,-48 0-5 0,-72 48-19 0,-71 23-71 0</inkml:trace>
  <inkml:trace contextRef="#ctx0" brushRef="#br0">22673 5585 18 0,'0'-25'8'0,"-23"-10"20"0,-2 11-1 0,14 12-14 0,11 24-9 0,11 47 2 0,14 48 0 0,-14 48-1 0,13 0-2 0,0 0 0 0,12-24-1 0,-24-36 1 0,-24-24-1 0,-12-48 0 0,-12-34 0 0,1-60 0 0,-1 23-2 0,-12-11 1 0,1 35-1 0,35-12 0 0,12 48 0 0,59 49 0 0,36 10 0 0,1-24-1 0,-13-35 1 0,-23-37 2 0,-13-9 1 0,-11-16-2 0,0 4-11 0,0 34-46 0,-25 49-16 0</inkml:trace>
  <inkml:trace contextRef="#ctx0" brushRef="#br0">22578 7143 45 0,'0'-34'8'0,"0"9"20"0,-12 84-15 0,-1 49-6 0,38-1-4 0,-1-25-2 0,35-32 1 0,1-16-2 0,-13-34 2 0,25-71 1 0,-36-36-2 0,-24-12 1 0,0 1 0 0,-24-3-2 0,-49 39 2 0,-9 34-1 0,-14 36 1 0,-11 72-3 0,36 47 1 0,71-11 0 0,95-25-1 0,36-37 0 0,0-21 0 0,-72-13 1 0,-60-13 2 0,-11 2-19 0,25-12-73 0</inkml:trace>
  <inkml:trace contextRef="#ctx0" brushRef="#br0">23245 6715 19 0,'0'0'0'0,"-24"-71"41"0,24 23-8 0,24 12-19 0,36 36-7 0,22 47 1 0,-33 49 1 0,-38-12 0 0,-34-13-3 0,-37-23-2 0,24-37-4 0,25-11-23 0,34 60-73 0,-23-49 68 0</inkml:trace>
  <inkml:trace contextRef="#ctx0" brushRef="#br0">23507 7369 41 0,'-13'-11'13'0,"-10"-25"28"0,10 24-17 0,-9 24-10 0,-14 48-3 0,12-2-5 0,48 3-3 0,23-38-3 0,13-10 2 0,-37-49 5 0,-23 0 4 0,-11 11-1 0,-37 25-7 0,35 0-3 0,13 0-53 0,36 0-69 0</inkml:trace>
  <inkml:trace contextRef="#ctx0" brushRef="#br0">22983 7989 5 0,'0'-24'16'0,"-24"-11"12"0,-1 10-4 0,15 2-9 0,20 12-8 0,15 11 2 0,-1 71 4 0,-1 47 1 0,-10 49-6 0,23-24-3 0,-1-24 1 0,-12-46-3 0,-10-27 0 0,-13-46-1 0,-13-35-6 0,13-13-30 0,13 35-80 0</inkml:trace>
  <inkml:trace contextRef="#ctx0" brushRef="#br0">22793 8512 17 0,'-36'-11'31'0,"36"-1"3"0,36 1-11 0,35-2-7 0,12 37-2 0,-35 36-3 0,-1 11-6 0,-10-11-5 0,-3-36 2 0,2-24-9 0,-11-37-36 0,-2-10-39 0</inkml:trace>
  <inkml:trace contextRef="#ctx0" brushRef="#br0">23245 8382 15 0,'0'-12'11'0,"24"-24"33"0,1 72-14 0,-38 83-11 0,-47 0-4 0,13-47-11 0,47-48-3 0,11-61-32 0,25 3-67 0</inkml:trace>
  <inkml:trace contextRef="#ctx0" brushRef="#br0">22721 9335 7 0,'0'-24'18'0,"0"0"15"0,0 11-10 0,-12 26-9 0,12 35-7 0,0 23 0 0,0-11-3 0,12-1-2 0,12-23-1 0,12-13 1 0,35-46-2 0,1-49 1 0,-13 1 0 0,-36 11 1 0,-23 26-1 0,-11 9 0 0,11 13 2 0,0 36 0 0,11 23 0 0,-11 13 0 0,13-1-2 0,-13-23 0 0,0-24 1 0,0-60-1 0,0-23 1 0,12 10-2 0,12 27-1 0,0 10 1 0,23 11 0 0,1 26 0 0,-13 24 1 0,-11 9-1 0,-12-10 1 0,0-13-1 0,-12-10-2 0,0-37-55 0,0 12-17 0</inkml:trace>
  <inkml:trace contextRef="#ctx0" brushRef="#br0">22864 9001 52 0,'-12'-12'23'0,"-13"12"-23"0,62 12-65 0</inkml:trace>
  <inkml:trace contextRef="#ctx0" brushRef="#br0">23412 9085 45 0,'-12'-12'9'0,"-1"0"17"0,13 12-9 0,25 58-3 0,-1 26-4 0,-2-24-7 0,-9-24-2 0,-1-24-35 0,-12-12-46 0</inkml:trace>
  <inkml:trace contextRef="#ctx0" brushRef="#br0">23400 8918 27 0,'-24'0'3'0,"24"0"-30"0</inkml:trace>
  <inkml:trace contextRef="#ctx0" brushRef="#br0">23639 8715 37 0,'-25'-35'25'0,"13"22"8"0,0 73-17 0,36 47-9 0,35 2-3 0,0-15-2 0,-22-35-2 0,-1-36-3 0,11-81-5 0,1-49 6 0,-24 46 1 0,-12 50 3 0,-1 11 7 0,13 61-1 0,12-15-4 0,-12-10-4 0,-1-13-23 0,-10-10-73 0</inkml:trace>
  <inkml:trace contextRef="#ctx0" brushRef="#br0">24126 8727 17 0,'0'-12'18'0,"12"12"-9"0,0 12-50 0</inkml:trace>
  <inkml:trace contextRef="#ctx0" brushRef="#br0">23507 8870 45 0,'-13'0'9'0,"-23"-11"5"0,133-37-9 0,117-12-41 0,-178 60 5 0</inkml:trace>
  <inkml:trace contextRef="#ctx0" brushRef="#br0">24281 8822 28 0,'0'12'9'0,"24"0"15"0,-12-24-8 0,0-11-8 0,-24 0 1 0,-36 10 0 0,-11 1-2 0,23 12-5 0,12 25-1 0,12-2 1 0,0 0 2 0,-12 25-1 0,12 0-1 0,1-24-1 0,34-14 1 0,13-31 0 0,12-4-2 0,-1 25 0 0,1 0 1 0,24-12 0 0,-1-60 0 0,12-11 0 0,-35-24 0 0,-36-25-1 0,-12-10 1 0,-23 11-3 0,10 94 3 0,1 98 1 0,0 106 4 0,49 36-4 0,45-37-2 0,2-106 4 0,-50-49-3 0,-21-47 0 0,-48 13-23 0,23 23-98 0</inkml:trace>
  <inkml:trace contextRef="#ctx0" brushRef="#br0">22709 10036 19 0,'0'-34'28'0,"0"34"-4"0,48 34-8 0,11 27-8 0,-11-1-4 0,-36-1 0 0,-48-13-1 0,-11-33 1 0,22-97-1 0,38-10 0 0,22-1-1 0,37 11-3 0,10 24-5 0,14 37-98 0</inkml:trace>
  <inkml:trace contextRef="#ctx0" brushRef="#br0">23294 9954 36 0,'-13'-23'13'0,"13"-14"10"0,-24-10-4 0,-12 35-8 0,0 0-3 0,-11 12-3 0,-1 24 1 0,13 10-2 0,11 27 1 0,24-1-5 0,-12-13 1 0,12-23-1 0,23-36 1 0,1-24 0 0,12 13-1 0,0 23 0 0,11 23 1 0,1 1-1 0,0-48 0 0,-1-47 0 0,1 11 0 0,-24 47 0 0,12 50 0 0,-14 10 2 0,-9-23-2 0,-1-36 3 0,-1-59-3 0,-11 0 1 0,25 46-1 0,-1 38-1 0,35 11 1 0,37-13 0 0,23-59 0 0,11-23-1 0,-46 0 1 0,-61 11 1 0,-46 48-1 0,-37 48 0 0,13 37 0 0,23-2 0 0,35-48 0 0,49-59 0 0,12-59-1 0,-72-23 2 0,-25-26 0 0,-9 96-1 0,21 60-1 0,2 84 1 0,35 11-1 0,46-36 1 0,-10-60-1 0,0-45 1 0,-35-3 0 0,-14 37 1 0,1 37-2 0,11-14 2 0,24-12-2 0,-22-34 1 0,-13-25 0 0,-36 25 2 0,-36 35-3 0,1-1 2 0,47 1-1 0,60-47-1 0,22-1 0 0,-9 36 1 0,-38 25 0 0,-23-2-1 0,12-23 2 0,35-48-1 0,25-11 0 0,-24 47 0 0,-36 47-1 0,-1 13 1 0,25-48 0 0,36-60 1 0,-14-22 0 0,-45 22 1 0,-1 49-4 0,-24-2-10 0,12-11 0 0,23-48 4 0,-23-24 5 0,0 50 5 0,-11 58 6 0,-14 72-5 0,61 10-1 0,25-12-50 0,-61-69-16 0</inkml:trace>
  <inkml:trace contextRef="#ctx0" brushRef="#br0">24923 8964 55 0,'0'0'9'0,"-11"0"29"0,35 132-16 0,12 59-14 0,-1-12-5 0,-23-24-27 0,-12-84-28 0,24-131-3 0,24-47 72 0,-1 71 22 0,-35 60-22 0,-12 47-15 0,0-34-67 0</inkml:trace>
  <inkml:trace contextRef="#ctx0" brushRef="#br0">22316 10013 75 0,'0'0'0'0,"-47"36"35"0,58 95-16 0,119 1-11 0,133-74-8 0,70-58-103 0</inkml:trace>
  <inkml:trace contextRef="#ctx0" brushRef="#br0">25198 8763 130 0,'0'25'3'0,"131"93"5"0,-11 72 10 0,-145 13-9 0,-177 35-134 0</inkml:trace>
  <inkml:trace contextRef="#ctx0" brushRef="#br0">23483 10525 0 0,'11'-83'16'0,"14"-24"9"0,-14 23 6 0,-11 24-7 0,0 49-7 0,-11 47-9 0,-1 94 0 0,35 62-3 0,37-26-2 0,0-35-1 0,-24-60 1 0,-36-24-1 0,-36-47 3 0,-36-34-4 0,-12-37 0 0,26 10-2 0,22 38 0 0,36 10 1 0,36 13 1 0,35 72-1 0,0-1 2 0,1-35-3 0,-24-36 3 0,11-61 2 0,-11 3-4 0,-36 22-1 0,-12 36-49 0,0 12-42 0</inkml:trace>
  <inkml:trace contextRef="#ctx0" brushRef="#br0">22924 11631 25 0,'-36'-34'35'0,"24"-3"-3"0,48 37-20 0,47 61-4 0,12 33-7 0,-47 14 2 0,-48-24 0 0,-59-50 0 0,22-93 2 0,26-48-3 0,59-37-3 0,47 26 1 0,0 47-38 0,-47 47-41 0</inkml:trace>
  <inkml:trace contextRef="#ctx0" brushRef="#br0">23602 11537 3 0,'0'-11'4'0,"0"-26"24"0,-12-10 0 0,-12 23-8 0,-12 24-7 0,0 0-5 0,13 12-4 0,10 36-2 0,2 0 0 0,-12 23-1 0,-1-12 0 0,24-23 0 0,36-24-1 0,-1-12 1 0,1-36-1 0,0-11 0 0,-13-1 2 0,1 35-1 0,-12 13-1 0,12 37 1 0,-11-13-1 0,-2-14 1 0,1-44 0 0,24-3 1 0,-13 26-3 0,25-1 2 0,-12 12-1 0,-2-11 0 0,2-26 1 0,0 3 0 0,0 9-1 0,-12 25 1 0,48 0-1 0,23-36 0 0,-11-35-1 0,-73 23 2 0,-45 23-1 0,-51 62 0 0,-22 58 0 0,84-22 1 0,82-50-2 0,24-71 2 0,1-48-2 0,-61-22 3 0,-34-61-2 0,-25 72 1 0,12 96-2 0,12 45 1 0,0 62 0 0,36 47-2 0,0-48 3 0,35-48-1 0,1-58 0 0,-2-37-1 0,-22 23 2 0,-11 25-2 0,-14 0 1 0,38-21 1 0,11-52-1 0,-26 25 0 0,-9 72-1 0,-37 48 0 0,35-60 1 0,61-60-12 0,-13 0-57 0,-71 48 33 0</inkml:trace>
  <inkml:trace contextRef="#ctx0" brushRef="#br0">23483 12393 52 0,'-59'37'17'0,"35"-24"0"0,71-73-9 0,25-72-5 0,-25-23-1 0,-35 37-1 0,0 58 1 0,-12 36 0 0,12 48 2 0,12 36-2 0,-24 24 0 0,0 10-2 0,13-22 1 0,10-25-2 0,13-59 2 0,23-34 0 0,-11-27 0 0,11 14 0 0,-23 11 1 0,-25 36 1 0,2 36 1 0,-13 23-2 0,23-10-2 0,14-37 2 0,10-37-1 0,12 14 0 0,-35 35-2 0,24 12 2 0,-11-37-3 0,9-71 0 0,-35 26-11 0,14 22-54 0,-25 36 29 0</inkml:trace>
  <inkml:trace contextRef="#ctx0" brushRef="#br0">24363 11799 46 0,'0'0'7'0,"-46"-36"-18"0,34 36-29 0</inkml:trace>
  <inkml:trace contextRef="#ctx0" brushRef="#br0">24199 11763 58 0,'0'0'0'0,"-25"0"5"0,73 12-17 0,22-1-6 0,26 2 15 0,-36-13 42 0,-37-13-14 0,-23 2-15 0,-23-24-7 0,-13 10 4 0,0 50 4 0,1 71-6 0,47-2-3 0,70-70-1 0,61-84 2 0,13-23 0 0,-110 47-16 0,-46 36-104 0</inkml:trace>
  <inkml:trace contextRef="#ctx0" brushRef="#br0">23960 12598 22 0,'-13'-84'22'0,"26"24"14"0,-2 24-12 0,2 84-9 0,-2 107-3 0,12 59-6 0,13-47-3 0,-11-72-2 0,-14-47-4 0,-22-48-36 0,-1-24-52 0</inkml:trace>
  <inkml:trace contextRef="#ctx0" brushRef="#br0">23781 12942 42 0,'-24'-13'22'0,"24"-10"10"0,60 23-17 0,23 73-3 0,1-2-9 0,-25 0-2 0,-12-24-15 0,-23-10-50 0,-12-37 17 0</inkml:trace>
  <inkml:trace contextRef="#ctx0" brushRef="#br0">24269 12954 45 0,'0'0'10'0,"-24"48"30"0,1 23-22 0,-13-10-14 0,24-27-35 0,12-10-46 0</inkml:trace>
  <inkml:trace contextRef="#ctx0" brushRef="#br0">23543 13741 81 0,'-24'0'10'0,"12"11"10"0,60 1-6 0,36-35-9 0,22-27-3 0,-34-21 0 0,-50 12 1 0,-56 13 2 0,-26 46 3 0,13 11-2 0,11 72-2 0,24 12-1 0,24-12-2 0,47-47-1 0,25-24 0 0,11-60 0 0,0 2-30 0,-47 9-53 0,-37 37 44 0</inkml:trace>
  <inkml:trace contextRef="#ctx0" brushRef="#br0">24031 13573 33 0,'0'0'27'0,"-24"-37"3"0,48 16-8 0,24 42-9 0,11 40-7 0,-23 22-4 0,-36-22 0 0,-48-38 1 0,36-59 1 0,12-35 2 0,48-25-4 0,35 25-2 0,1 23-21 0,-25 37-85 0</inkml:trace>
  <inkml:trace contextRef="#ctx0" brushRef="#br0">24317 13526 40 0,'0'0'0'0,"-12"-11"32"0,48-14-1 0,22 0-11 0,27 50-7 0,-25 21-3 0,-49 27-6 0,-35-14 0 0,-36-36-1 0,37-34 5 0,35-83-3 0,59 10-1 0,24 0-3 0,-11 49 3 0,-37-1-2 0,-35 12-1 0,-12 11 0 0,-35 26-67 0,35-13-31 0</inkml:trace>
  <inkml:trace contextRef="#ctx0" brushRef="#br0">24150 14061 15 0,'0'-12'16'0,"0"1"-9"0,-12-13 40 0,0 0-21 0,12 60-17 0,-12 71-5 0,24 24 1 0,0-13-3 0,0-22 0 0,-12-48 0 0,-12-13 0 0,0-22 1 0,-12-26-1 0,-11-34 0 0,11-1-1 0,-1 1 1 0,14 10 0 0,-1 37 0 0,35 84 0 0,26-1-2 0,22-58 1 0,24-62 1 0,1-47 1 0,-49 38-2 0,-24 21-1 0,-23 14-34 0</inkml:trace>
  <inkml:trace contextRef="#ctx0" brushRef="#br0">23507 15026 50 0,'-24'-12'22'0,"12"12"6"0,35-12-12 0,49 12-9 0,35 0-3 0,13-36-1 0,-25 0 1 0,-72 13-1 0,-23 0 2 0,-36 23-1 0,-10 0-2 0,-26 23-1 0,36 48 1 0,13 24-1 0,34 24-2 0,12 0 1 0,-10-47 2 0,-49-36 5 0,-11-24 1 0,-25-2-5 0,48-10-5 0,24-10-34 0,48-26-56 0,-36 24 58 0</inkml:trace>
  <inkml:trace contextRef="#ctx0" brushRef="#br0">24329 14776 57 0,'-37'-13'31'0,"-10"73"2"0,-24 72-3 0,23 46-18 0,60-46-10 0,49-61-4 0,21-48-34 0,13-35-90 0</inkml:trace>
  <inkml:trace contextRef="#ctx0" brushRef="#br0">24603 14955 40 0,'0'-13'26'0,"-36"-11"13"0,13 84-14 0,-26 35-14 0,25-11-10 0,72-37 0 0,24-47-2 0,-1-23 1 0,1-25 0 0,-37-25 0 0,-24 15 1 0,-57-2-1 0,-26 2 1 0,13 58 0 0,0 34 0 0,46 37-1 0,26 0 0 0,46-21 0 0,12-39 0 0,-11-22-21 0,-25-39-97 0</inkml:trace>
  <inkml:trace contextRef="#ctx0" brushRef="#br0">24852 14633 71 0,'0'0'6'0,"37"25"8"0,22 80 7 0,-23 87-3 0,-72-14-4 0,-47-23 8 0,11-48-17 0,36-83-4 0,23-24-19 0,13-12-124 0</inkml:trace>
  <inkml:trace contextRef="#ctx0" brushRef="#br0">24256 15621 31 0,'0'0'0'0,"-23"-48"33"0,12 13 0 0,-1 47-15 0,24 107-4 0,-1 59-10 0,1-35-1 0,-24-48-1 0,-11-71 3 0,-25-95-2 0,12 10-2 0,36 61-1 0,12 73-1 0,72-50 1 0,23-35 0 0,-24-59-3 0,-35 35-34 0,-48 59-63 0</inkml:trace>
  <inkml:trace contextRef="#ctx0" brushRef="#br0">23721 16502 52 0,'-23'-12'24'0,"23"35"1"0,34 48-2 0,15 26-14 0,-37-14 1 0,-24-58-6 0,-12-50 0 0,-1-23-2 0,25-11-6 0,25 11 6 0,47 13 1 0,-1 35-3 0,-24 23 4 0,-23 25 1 0,-24 0 0 0,-11-13 0 0,11-24-4 0,0-34-1 0,47-48-4 0,13-24 4 0,-37 83 1 0,13 24 0 0,-12 0 0 0,0 0-2 0,-24 11 2 0,12 1-1 0,1 12 0 0,10-25-1 0,36-22 1 0,13-49-1 0,-26 1 0 0,-10 11 2 0,-23 24-1 0,-13 0 1 0,12 24-1 0,-1 0 0 0,2 37-1 0,-13 10 1 0,0-11 2 0,11-24-2 0,1-24 0 0,25-37-1 0,-3 26 1 0,2 23 0 0,12 12 3 0,-12-12-1 0,10-12-1 0,-21-24-23 0,-37 13-46 0,-11 11-6 0</inkml:trace>
  <inkml:trace contextRef="#ctx0" brushRef="#br0">24567 16181 50 0,'0'0'15'0,"-36"-12"-7"0,60 12-28 0,-12 0-28 0</inkml:trace>
  <inkml:trace contextRef="#ctx0" brushRef="#br0">23686 17228 83 0,'-13'-12'11'0,"-10"-11"5"0,94-25 5 0,144-35-8 0,94-48-7 0,1 35 1 0,-96 61 5 0,-118 24-10 0,-85 11-21 0,-58 0-49 0,-13 11-15 0</inkml:trace>
  <inkml:trace contextRef="#ctx0" brushRef="#br0">23732 17288 90 0,'-118'36'12'0,"70"-1"-9"0,144-58 17 0,142-72-9 0,143-60-2 0,24 0 3 0,-132 59 7 0,-141 61-9 0,-119 24-2 0,-74-2-23 0,-23 1-150 0</inkml:trace>
  <inkml:trace contextRef="#ctx0" brushRef="#br0">22709 17645 12 0,'0'0'-5'0,"0"0"-2"0</inkml:trace>
  <inkml:trace contextRef="#ctx0" brushRef="#br0">23162 17419 6 0,'12'-12'15'0,"-12"-24"19"0,0 11-7 0,0 15-11 0,-12 20-3 0,-48 40-3 0,-47 21 3 0,-24-24 0 0,-48 13-3 0,-60-1-6 0,3 13-1 0,21-25-4 0,36 1 3 0,60-24-4 0,72-12 4 0,58-12 0 0,61-59 2 0,23-13-2 0,-1 0 3 0,13-23-8 0,-35 24 1 0,-47 47 3 0,-14 11-1 0,-34 38 1 0,-49 21-4 0,13 4 13 0,-36 44-14 0,35 1-2 0,24-24 1 0,72 0-1 0,35-21 2 0,1-16 2 0,-24-22 4 0,-25-24 2 0,-23-22-1 0,12-27-53 0,-12 26-59 0</inkml:trace>
  <inkml:trace contextRef="#ctx0" brushRef="#br0">20721 17193 116 0,'-24'-60'4'0,"12"72"-4"0,-60 95 17 0,-23 71-8 0,24-11-1 0,11 13-19 0,84-50 3 0,71-47 7 0,60-70 8 0,-37-50 2 0,-57 3-4 0,93-62 9 0,-46-47 0 0,-73-107-14 0,-94 48 8 0,-48 94-6 0,-36 84-2 0,23 119-2 0,73 47-3 0,107 26 3 0,47-13-3 0,48-24-2 0,-60-95 9 0,-49-24 5 0,-46-12-1 0,0 0-4 0,-10 11-14 0,-2-11-80 0,0-11 16 0</inkml:trace>
  <inkml:trace contextRef="#ctx0" brushRef="#br0">23031 15573 0 0,'-61'12'2'0,"3"-12"12"0,22 0 14 0,12-12-4 0,24-11-12 0,48-2-7 0,58-9-3 0,37-16 1 0,-11 16-3 0,-49 22 1 0,-35-13-1 0,-24 2-4 0,-36 23-32 0,0 0-13 0</inkml:trace>
  <inkml:trace contextRef="#ctx0" brushRef="#br0">22912 15621 2 0,'-12'0'3'0,"-24"12"12"0,12-12 6 0,48-12-10 0,59-24-5 0,49-11-1 0,10 11 1 0,-23 12-2 0,-72 24-2 0,-34-12 1 0,-1 12-1 0,-12 12-1 0,-12 1-80 0</inkml:trace>
  <inkml:trace contextRef="#ctx0" brushRef="#br0">23817 17241 1 0,'-12'0'5'0,"-36"0"11"0,23-13 3 0,14 13-7 0,11 0-4 0,11-12 9 0,50-47-11 0,34 11-3 0,60-23 2 0,24 11-1 0,11 1-1 0,-11 11 0 0,-48 0 9 0,-48 14-6 0,-36 9-1 0,-34 13-1 0,-13 12-2 0,-13 0-6 0,-10 37-58 0,-1-26-1 0</inkml:trace>
  <inkml:trace contextRef="#ctx0" brushRef="#br0">23709 17275 3 0,'-59'13'7'0,"48"-1"6"0,34-12 7 0,84-48-5 0,108-34-6 0,46-26 1 0,-35 36-4 0,-47 13-1 0,-85 35 4 0,-58 11 0 0,-36 2-2 0,0-1-4 0,-11 12-10 0,-14 0-76 0</inkml:trace>
  <inkml:trace contextRef="#ctx0" brushRef="#br0">22446 16383 17 0,'0'-36'20'0,"13"-11"3"0,10 23-6 0,26 72-4 0,22 59-6 0,-23 12-2 0,-37-24 1 0,-34-47 1 0,-26-36 2 0,26-72 4 0,46-35-11 0,61-1-1 0,-12 37-1 0,-24 35-9 0,-14 24-77 0,-34 0 51 0</inkml:trace>
  <inkml:trace contextRef="#ctx0" brushRef="#br0">22471 16823 32 0,'0'0'0'0,"-36"12"31"0,47-35-7 0,109-37-12 0,82-24-6 0,-23 25-7 0,-84 34 0 0,-82 50-29 0,-13-13-32 0</inkml:trace>
  <inkml:trace contextRef="#ctx0" brushRef="#br0">22400 17062 45 0,'0'0'5'0,"0"-13"11"0,59 26 8 0,48 11-13 0,0 23-8 0,-71 13-1 0,-84 22 1 0,-71-11 0 0,36-71 2 0,70-71 1 0,62-11-3 0,81 9-2 0,26 2-16 0,-37 48-89 0</inkml:trace>
  <inkml:trace contextRef="#ctx0" brushRef="#br0">23090 17015 18 0,'0'0'0'0,"0"-37"15"0,12-10 6 0,-59 35 2 0,-13 36-16 0,-11 48-2 0,11-1-3 0,48-12-3 0,24-11 1 0,48-48 1 0,22-60 2 0,-22-35-2 0,-24-49 4 0,-25 50 0 0,-22 70 5 0,-12 48-6 0,10 107-3 0,26 0-1 0,21-12 0 0,2-48 0 0,-23-48 1 0,-13-34-15 0,-24-12-70 0</inkml:trace>
  <inkml:trace contextRef="#ctx0" brushRef="#br0">23031 17015 10 0,'0'0'0'0,"0"-50"19"0,11-8 9 0,-11 34 4 0,-36 48-20 0,-46 71-7 0,22 0-1 0,36-11-3 0,60-37 0 0,47-23-1 0,-11-35 2 0,-1-49 1 0,-47-24 1 0,-1 2 0 0,-34-14 0 0,-14 37 1 0,-22 70-2 0,12 73-1 0,35-1-5 0,59-12 0 0,13-47 2 0,-25-12 2 0,-35-24-6 0,-24-12-114 0</inkml:trace>
  <inkml:trace contextRef="#ctx0" brushRef="#br0">22459 16955 1 0,'0'0'0'0,"-24"-24"24"0,12 0 5 0,12 24-16 0,72 24-4 0,58 71-1 0,-10 24-4 0,-97 11 0 0,-57-46 4 0,-50-13-6 0,23-34 1 0,25-74 3 0,36 3-4 0,13-3-1 0,23-10 1 0,0-13-1 0,-13 24-9 0,25 24-98 0</inkml:trace>
  <inkml:trace contextRef="#ctx0" brushRef="#br0">25067 15060 7 0,'48'-105'2'0,"71"9"-1"0,0 0 13 0,-60 37 18 0,-59 13-10 0,-83-27-11 0,-24 14-5 0,-48-1-2 0,-12 24-1 0,-59-12 0 0,-107 25 3 0,-37 23-2 0,-11 12 0 0,0 24 0 0,24 23 0 0,-24 49-1 0,-25 10-1 0,2 61-1 0,23 0-1 0,12 23 1 0,0 24 0 0,0 47 1 0,59 14-3 0,96 33 2 0,83-10-3 0,47 0 0 0,36-36-2 0,37-12-2 0,35-131 9 0,47 83-11 0,1-70 2 0,47-14 6 0,47-34 1 0,62-12-1 0,56-26 2 0,38-11 0 0,23-22-5 0,13-13 7 0,-13-24-2 0,0-36 4 0,1-23-7 0,-1-1 5 0,238-106-9 0,-225 36 12 0,-37 10-2 0,-59-23 1 0,24-47-14 0,-119 34 19 0,-24-69-4 0,11 11-2 0,1-2-10 0,-36 15 8 0,-12-1 2 0,-58-48 0 0,-15 24 1 0,-34 35 0 0,0 25-1 0,-23-38-2 0,-25 27-2 0,-60 22 0 0,-92 48-1 0,-88 37-3 0,-44 45-1 0,-14 49-62 0,226 13-25 0</inkml:trace>
  <inkml:trace contextRef="#ctx0" brushRef="#br0">19982 16109 0 0,'84'-59'1'0,"-13"-1"-2"0,-11 1 2 0,-25-13 28 0,-23 35 18 0,12-9-5 0,-37 21-15 0,-23 50-14 0,-71 94 0 0,-35 71-6 0,35 25-3 0,71-49-3 0,60-48 1 0,71-68 3 0,25-100-4 0,11-68 1 0,-48-1 0 0,-72 96 10 0,-22 34-4 0,-25 62-3 0,24 21-6 0,24 1 3 0,12-24-43 0,-1-23-121 0</inkml:trace>
  <inkml:trace contextRef="#ctx0" brushRef="#br0">20018 16419 116 0,'-12'-11'6'0,"-36"-2"12"0,132-11-6 0,106-23-9 0,37-13-1 0,-73-11-2 0,-95-13 19 0,-59 60 5 0,-47 71-9 0,0 97-9 0,47-1-2 0,35-49-4 0,-12-45-4 0,-10-73-6 0,-1-95-7 0,-24-97 5 0,12 27 13 0,12 141 3 0,72 84 2 0,46 94 0 0,-45 14-2 0,-134-37 1 0,-106-48-10 0,12-35-75 0,120-11-20 0</inkml:trace>
  <inkml:trace contextRef="#ctx0" brushRef="#br0">19399 17097 125 0,'-49'-23'21'0,"-33"-13"-19"0,189-37 12 0,213-21 0 0,170 12-4 0,-14-14-7 0,-84-35-5 0,-129-84 5 0,-96-71-1 0,-145 13-1 0,-152 118 0 0,-215 60 1 0,-192 71 0 0,-57 119-1 0,141 118-3 0,203 122-2 0,250 34 0 0,286-48 6 0,167-142 0 0,46-156-7 0,-105-141-142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12527 10620 16 0,'36'-35'11'0,"-24"22"-5"0,0-34 9 0,-12 0-2 0,-35 11-2 0,-13-12 0 0,-24 24-3 0,1 0-2 0,-12 13-1 0,-13-1 2 0,13 1-1 0,59 11-6 0,-84 11 4 0,-10 24-2 0,23 1-1 0,11 37 1 0,2 9-1 0,-2 1 0 0,23 12 3 0,25 1-2 0,36 0-1 0,36-2 1 0,48 1 1 0,36-35-1 0,34-12 0 0,25-24 0 0,-24-24-1 0,-12 0-2 0,-12-36 3 0,-36 0 0 0,-12-35 0 0,1-36-1 0,-13-14 1 0,-59 3-1 0,-37-1 0 0,-69 25-1 0,11-2 1 0,-12 24-2 0,-25 37 1 0,-23 12 0 0,-23 10 0 0,-2 26 0 0,14 45-1 0,11 14 1 0,12 24 3 0,48 9-3 0,47 16-1 0,23-16 0 0,38 4 1 0,57-13 1 0,62-14 2 0,47-46-3 0,23 1 2 0,-11-37-3 0,-25-37 2 0,-35-10 0 0,-36-24 1 0,-11-13-1 0,-37-12 1 0,-36 0-2 0,-59 2 4 0,-70-13-2 0,-26-2-2 0,-47 15 0 0,-34 46 0 0,-13 25-11 0,-12 94-131 0</inkml:trace>
  <inkml:trace contextRef="#ctx0" brushRef="#br0">13577 14323 0 0,'57'-25'18'0,"-21"-21"4"0,-72-2-6 0,-46 0-1 0,-25 1 3 0,11-1-6 0,0 13-5 0,-34 23-2 0,-25 12 1 0,1 47-5 0,-13 25-2 0,24 22 1 0,48 27 1 0,34 21 0 0,50-24 1 0,47 3 0 0,59-27-1 0,36-33 2 0,48-15-1 0,11-21 1 0,1-25-3 0,-1 11 1 0,-35-35 1 0,-36-23 0 0,-23-25 1 0,-25-59 0 0,-12 24-1 0,-23 25-1 0,-36-2 1 0,-47-24 0 0,-61 1-1 0,-11 25 0 0,-24 21 0 0,-11 26-1 0,-25 23 0 0,-35 36 1 0,-36 47-3 0,36 36 0 0,105 12 0 0,63 24 0 0,46 0 1 0,82-12 0 0,50-12 0 0,35-35 1 0,22-37 1 0,15-47-1 0,-14-24 1 0,-24 1 1 0,-21-25 0 0,-52-12 0 0,-22-24 1 0,-22-34-1 0,-1-13 0 0,-48-1 0 0,-61 2 1 0,-69 23-1 0,-49 23-1 0,-11 37-12 0,22 82-99 0,145-23 71 0</inkml:trace>
  <inkml:trace contextRef="#ctx0" brushRef="#br0">12729 16562 14 0,'-23'0'12'0,"23"0"6"0,48-60 8 0,23-34-15 0,1-38-5 0,-13-12-1 0,-23 2-1 0,-11 35-2 0,-25 12-1 0,11 35 1 0,-22 24 0 0,-2 36-1 0,1 59-2 0,-12 73 3 0,0 58-3 0,1-23-1 0,35-36-1 0,11-48 2 0,13-58 3 0,36-62 0 0,-1-22 3 0,-23 59-5 0,-36 48 0 0,-12 23 0 0,0-11 1 0,47-48 0 0,13-48 2 0,-13-60 1 0,-47-11 0 0,-47 59-2 0,-38 61-2 0,27 22-4 0,70 25-51 0,34-24-4 0</inkml:trace>
  <inkml:trace contextRef="#ctx0" brushRef="#br0">13707 16335 22 0,'12'-11'5'0,"-1"-49"23"0,-11 36 13 0,-71 37-28 0,-11 58-10 0,45 13-3 0,61-2-1 0,71-34 2 0,23-36-1 0,14-24 3 0,-13-24-1 0,0-12-1 0,-47 13 1 0,-37-26-1 0,-22 15-1 0,-26 10 1 0,2 13-1 0,-25 10 1 0,12 1-1 0,-12 12 0 0,-11 12 1 0,-1 1-1 0,11 21 0 0,14 3-1 0,0-3 1 0,-13 16 1 0,25-16-1 0,11-10 0 0,23-11 3 0,47-26-2 0,-21 1 0 0,-13 37 0 0,-1 9 0 0,13-21 0 0,59-26 1 0,12-46 0 0,-35-48 1 0,23-71 0 0,11-37 0 0,-93 144-2 0,-86 71-1 0,-46 119 1 0,48 72-2 0,107-1-1 0,59-60 1 0,-35-93 1 0,-25-37-4 0,-35-37-33 0,-48 37-64 0</inkml:trace>
  <inkml:trace contextRef="#ctx0" brushRef="#br0">12861 17026 60 0,'-143'-11'24'0,"-12"11"-20"0,203-25 14 0,226 13-10 0,190-11 4 0,132 33 7 0,-13 27-9 0,-166-13-4 0,-250-24-5 0,-191-36-17 0,-107 1-33 0,-131-1-31 0,142 36 63 0</inkml:trace>
  <inkml:trace contextRef="#ctx0" brushRef="#br0">12575 17145 43 0,'-59'-12'8'0,"-25"24"-6"0,168-24 20 0,236-24-5 0,276 13 8 0,166 46-3 0,-82 50-15 0,-228-50-5 0,-309-23 3 0,-202-73-6 0,-120 15-129 0</inkml:trace>
  <inkml:trace contextRef="#ctx0" brushRef="#br0">12099 14752 10 0,'-36'11'1'0,"96"49"-11"0</inkml:trace>
  <inkml:trace contextRef="#ctx0" brushRef="#br0">19827 16668 25 0,'-24'-23'7'0,"24"23"-6"0,0-11 14 0,13-14 11 0,-2-10-5 0,13-13-10 0,-12-12-8 0,-12 2 0 0,0-3 0 0,-23 26-1 0,-14 10-2 0,1 2 2 0,-11 35 0 0,0-1-2 0,-1 37 2 0,0 12-2 0,0 24-2 0,14-1 1 0,34-24 1 0,23-46 0 0,24-26 3 0,25-58-1 0,-1 11 0 0,-23 24-1 0,-12 24 0 0,-12 49 2 0,-13 93 3 0,2 61-1 0,-2 24-7 0,-11-60 0 0,-24-13-1 0,-11-71 1 0,-13-47 3 0,-11-107 3 0,-1-96 1 0,48-1-1 0,60 4-3 0,71 8-2 0,59-11-1 0,1 13 2 0,-48 11 0 0,-60 0 0 0,-59 61 1 0,-59 34-1 0,-13 60-1 0,-11 47 0 0,-1 84 0 0,49 72 0 0,11-13 0 0,47-23 1 0,25-60 4 0,23-83-3 0,0-60-1 0,24-71-1 0,-35 71 1 0,-36 60 0 0,-24 47 2 0,-12-11 1 0,36-36-3 0,35-37 2 0,-35-71-4 0,-25-21 2 0,-58 21 1 0,-24 72-1 0,-26 60 0 0,27 23 0 0,81-35-1 0,73-24 0 0,59-60-1 0,11-23 2 0,-9-60 1 0,-52-48-1 0,-56 24 1 0,-37 72-1 0,-48 59 0 0,-11 96 0 0,-13 95 0 0,48-1 0 0,36-83 0 0,72-59 0 0,23-37 0 0,-37 26 0 0,-45 70-1 0,-108 1 1 0,-25-38 2 0,37-56-3 0,47-51 0 0,36 27 1 0,48 45 0 0,22 25 0 0,38-24-2 0,23-37-2 0,-24-22 0 0,-24-24 5 0,-48-12-1 0,-34 24 2 0,-26 22-3 0,2 24 3 0,-37 13-3 0,13 0 4 0,-1 50-3 0,-12 9 3 0,24-13-2 0,13-9 0 0,11-1-2 0,23-1 2 0,61-35-1 0,-1-58 1 0,0 21-2 0,-36 24 2 0,-11-21-2 0,12-26 2 0,12-72 0 0,11-81 0 0,-35 153-4 0,-60 132 3 0,-59 118 2 0,59 1-2 0,72-61-1 0,-1-59 0 0,1-58-14 0,-24-26-60 0,-24 2 26 0</inkml:trace>
  <inkml:trace contextRef="#ctx0" brushRef="#br0">20327 17145 72 0,'-202'36'19'0,"-107"24"-15"0,188-37 3 0,218-71 16 0,296-48-2 0,214 25-12 0,24 24-8 0,-107 0-3 0,-227 11 0 0,-201 0 2 0,-156 0-22 0,-119 36-48 0,13 36 17 0</inkml:trace>
  <inkml:trace contextRef="#ctx0" brushRef="#br0">19744 17526 59 0,'-83'12'15'0,"-1"12"-14"0,334-48 17 0,250-47 3 0,24-13-5 0,-59 13-7 0,-144 23 0 0,-166 25-2 0,-119 10-4 0,-72 1-19 0,-59 37-96 0</inkml:trace>
  <inkml:trace contextRef="#ctx0" brushRef="#br0">16791 15311 15 0,'-72'-59'6'0,"-83"35"7"0,-60 72 13 0,26 46-6 0,70 61-16 0,82 48-5 0,121-25 0 0,95-46 1 0,71-85 2 0,-24-82 0 0,-35-61 3 0,-109-82 0 0,-82-84 1 0,-82 36 3 0,-97 130-1 0,-23 73-7 0,83 69-15 0,107-9-64 0</inkml:trace>
  <inkml:trace contextRef="#ctx0" brushRef="#br0">19339 13871 52 0,'0'0'0'0,"-132"-12"8"0,-45 60 2 0,-27 46 6 0,61 50-7 0,120 34-7 0,131-11-1 0,93-72 0 0,14-59 2 0,83-72 3 0,-95-83 0 0,-96-95 5 0,-119-71-3 0,-143 105 0 0,-131 134-7 0,-107 92-12 0,119 50-113 0</inkml:trace>
  <inkml:trace contextRef="#ctx0" brushRef="#br0">16219 2179 41 0,'-24'-36'2'0,"-11"-1"2"0,-37 50-2 0,25 24 2 0,-13 34 9 0,11 59-4 0,-9 25-4 0,46-12 0 0,12-35-1 0,36-49 0 0,34-47 1 0,26-49-1 0,23-34-2 0,-12-24-1 0,-11-24-1 0,-60 0 4 0,-12 0-3 0,-24 24-1 0,-24 22 0 0,-24 15 0 0,-23 22 1 0,-25 25 0 0,0 11-1 0,2 34 1 0,9 16 0 0,51 21 0 0,46 0-1 0,46 36 0 0,27 0-1 0,22-11 0 0,-11-25 1 0,-49-12 2 0,-12-34 0 0,-35-14 0 0,-12-11 0 0,-11-11-5 0,10-2-69 0,13 13 29 0</inkml:trace>
  <inkml:trace contextRef="#ctx0" brushRef="#br0">16922 2655 21 0,'0'0'2'0,"-36"-13"11"0,23 13-5 0,-10 37 0 0,-11 22 4 0,-3 25-1 0,13-1-3 0,36-11-3 0,24-13-2 0,34-22-2 0,-9-14 0 0,-2-23 1 0,0-36 0 0,-23-1 1 0,0-9-3 0,-12-13 1 0,-11 9-1 0,-26 16 1 0,1-3 1 0,-36 3 1 0,1-3-3 0,-14 37 4 0,15 0-2 0,10 24 1 0,0-11-3 0,11 10 1 0,15-23-3 0,-1 24 3 0,-2-12-6 0,13 13-60 0,0-14 21 0</inkml:trace>
  <inkml:trace contextRef="#ctx0" brushRef="#br0">17875 2726 14 0,'-12'0'1'0,"-48"-11"9"0,24-1 0 0,13 12 3 0,11 0-3 0,12 0-3 0,23 0 1 0,36 0-1 0,48 0-3 0,49 0-2 0,23-11-1 0,-1-2 2 0,-11 13-1 0,-24-12 0 0,-48 0-1 0,-59-1 1 0,-24-10 1 0,-12 0 0 0,-36-13-1 0,-35 13 0 0,-1-14-1 0,-10 14 0 0,-3-1 0 0,14 0-1 0,23 24 0 0,24 0 1 0,24 12-1 0,36 0 0 0,36 12 1 0,23 11-2 0,0-10 1 0,-11-2 0 0,-38 13-1 0,-21-13 1 0,-25 13 1 0,-12 12 1 0,-24-13-1 0,13 1 1 0,-25 0 0 0,-1 1-2 0,15-3 0 0,22 14-20 0,47 0-61 0,-35-48 64 0</inkml:trace>
  <inkml:trace contextRef="#ctx0" brushRef="#br0">19434 2453 32 0,'0'-24'4'0,"-12"-12"2"0,48 36-3 0,-12 23-2 0,-11 48 7 0,-26 13 2 0,13-13-4 0,24-21-2 0,-1-39-1 0,25-11-1 0,0-48 0 0,0 1-2 0,-1-1 1 0,-36 12 0 0,2-35-1 0,-13 34 1 0,0 14 3 0,0 23-1 0,0 36-4 0,-13 22 2 0,-10 86 1 0,10 35-2 0,3 11 0 0,10 1 1 0,0-24 1 0,0-48 0 0,0-37 0 0,-24-32 1 0,-12-39 2 0,-35-59-2 0,-25-36-1 0,24-34 1 0,36-3-2 0,49-9 0 0,58 23-1 0,24 13 0 0,13 44 0 0,-37 40 0 0,-35 20-3 0,-24 3-5 0,-12-13-56 0,-12 0 25 0</inkml:trace>
  <inkml:trace contextRef="#ctx0" brushRef="#br0">19601 1930 32 0,'0'0'0'0,"-59"-13"15"0,35 60-3 0,-12 37-4 0,0 24 1 0,1-37 6 0,10-24-5 0,14-23-6 0,-1-11 0 0,12-38-1 0,12-23-2 0,-1-11 0 0,25 11-1 0,12-23 0 0,11 12 0 0,-11 34-1 0,0 13 1 0,0 60 0 0,-1 25 0 0,0 9-1 0,2-34 3 0,-14-2-2 0,-12-33 3 0,-23-1-1 0,0-12-1 0,0 0 0 0,13 0-2 0,-13 12-39 0,23 1-13 0,-10-13 27 0</inkml:trace>
  <inkml:trace contextRef="#ctx0" brushRef="#br0">20779 2703 25 0,'-71'0'10'0,"12"0"-4"0,10 0-3 0,27 0 0 0,10 0 10 0,12 0-6 0,24 0-1 0,47-11-2 0,47-2-2 0,26 13-2 0,23 0 1 0,11 0-1 0,-11 0 2 0,-25 0 1 0,-35 0-1 0,-23 0-1 0,-36-12 0 0,-36 0 2 0,-24-12 0 0,-48 1-1 0,-12-14-1 0,1 14 0 0,-24-1-1 0,12 0 2 0,23 11-1 0,24 3-1 0,25 10 0 0,11 0 0 0,36 10 0 0,23 27-1 0,13-24 1 0,23 21 0 0,-35 3 0 0,-13-3 0 0,-47-9 0 0,-13 11 2 0,-34 11 2 0,-13-23 0 0,24-1-2 0,0 2-1 0,14-13-1 0,-14 1-12 0,12-2-73 0</inkml:trace>
  <inkml:trace contextRef="#ctx0" brushRef="#br0">22446 2369 27 0,'-11'-12'2'0,"-24"-11"8"0,45 23-7 0,51 11-3 0,10-11 1 0,25-11 0 0,0-1 6 0,-37 12-3 0,-25 0-1 0,-21-11-1 0,-37 11 1 0,-35-13-1 0,-13 13 1 0,25 13-1 0,23 45-1 0,12 60-1 0,12 37 0 0,0-11-1 0,12-37 3 0,-48-71 15 0,-11-36-2 0,-2-24-10 0,13-13-4 0,25 27-12 0,11 10-51 0,11 0 36 0</inkml:trace>
  <inkml:trace contextRef="#ctx0" brushRef="#br0">23042 2692 46 0,'-36'-37'11'0,"-11"24"-5"0,22 50-4 0,3 34-2 0,-26 26 2 0,24-15 6 0,11-11 1 0,26-11-4 0,35-13-2 0,23-47 0 0,36-34 0 0,1-39-1 0,-13-34-1 0,-24-12 0 0,-47 24-1 0,-12 12 1 0,-48-1-1 0,-23 25 1 0,-13 22-1 0,-11 50 0 0,-12 45-1 0,23 39 1 0,37-14 0 0,70 13 0 0,61-25 0 0,-2-37 1 0,2-9-1 0,-36-25 2 0,-25-12 1 0,-11-11 0 0,-12-13-1 0,-37 0-3 0,-32 60-100 0</inkml:trace>
  <inkml:trace contextRef="#ctx0" brushRef="#br0">22638 3477 13 0,'-85'-12'11'0,"14"1"-4"0,12 11 1 0,24-13 3 0,35 13 4 0,47-12-5 0,71 0-1 0,86-24-4 0,-27 36-1 0,-45 0-3 0,-108 23 8 0,-119-46-7 0,-73 23 1 0,-57 12 0 0,-1 12-2 0,60 0 1 0,106-11-1 0,83-2 0 0,96-11 0 0,108-24 1 0,35 0-4 0,-48 11 2 0,-83 13 0 0,-108 0 1 0,-46-11 1 0,-120 22 0 0,-47 2 1 0,22-1-2 0,96 0-1 0,72 1 0 0,36-13 1 0,60-25-1 0,12 13-1 0,-49 36-36 0,-47 23-39 0</inkml:trace>
  <inkml:trace contextRef="#ctx0" brushRef="#br0">15398 3274 26 0,'0'0'0'0,"35"36"9"0,119 12-1 0,109-25-4 0,94-11 0 0,0-35 2 0,-35 11-1 0,-24-47-2 0,-49-25 4 0,-46-58-1 0,-48-26-2 0,-61-58-3 0,-45 34 0 0,-62-9-1 0,-81 21 0 0,-49-9-1 0,-83 58 0 0,-48 36-1 0,-60 71 3 0,-24 61 0 0,-23 34 1 0,25 23 0 0,22 38-1 0,239-85 0 0,-83 48 1 0,-25 73-2 0,96 45 0 0,107 13 0 0,131 13 2 0,119-61 1 0,107-59 0 0,60-72 1 0,12-47-18 0,-72 0-65 0</inkml:trace>
  <inkml:trace contextRef="#ctx0" brushRef="#br0">13421 14145 14 0,'0'0'10'0,"-12"-12"-6"0,12 1 14 0,-24-14-1 0,1 0-2 0,-1-9-5 0,-25 10-2 0,-10 0-2 0,-12 1 0 0,-12 10-1 0,-13 13-2 0,-12 24-2 0,14 24 0 0,-49 23-1 0,-1 0-1 0,26 1 2 0,57 23 0 0,39 12-1 0,57 0 0 0,60 23 0 0,25 2 1 0,46-48 0 0,25-13 2 0,22-48-1 0,-21-23 2 0,-26-47-1 0,-36-24 2 0,-45-48-1 0,-27-36 0 0,-58 0-2 0,-11 11 0 0,-49 26-1 0,-46 35 0 0,-13 12 1 0,-24 23-2 0,-24 24-1 0,-24 24 2 0,37 36-2 0,35 23 0 0,23 25-3 0,25 10 2 0,24 27 0 0,22-3 1 0,25-10 0 0,48-13 0 0,47-12 1 0,72-12 0 0,47-23 1 0,13-24-3 0,-61-24 4 0,-47-36 0 0,-10-23 0 0,-52-1 1 0,-8-11-1 0,-25-24 0 0,-24-37 0 0,-48-22 1 0,-59 46-2 0,-83 50-1 0,-49 33-1 0,72 13 1 0,83 36 1 0,48 35-19 0,36 50-110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20387 15502 30 0,'-83'-36'9'0,"-2"11"-4"0,3 3 8 0,0 22 7 0,45 12-12 0,37-2-3 0,130-10 2 0,133-10-2 0,105-2-4 0,2 12 0 0,-72 0-1 0,-108 12 2 0,-118-2 0 0,-108-10 1 0,-119 0-1 0,-131 0 1 0,-142 13-3 0,47 11 1 0,47 0 0 0,144-12-1 0,165-12 2 0,157 0-1 0,178-12 1 0,82 12-5 0,24-11 4 0,-57 11-2 0,-145-13 2 0,-143 13 1 0,-106-12 1 0,-132 12-3 0,-107 0 2 0,-83 25-2 0,-12-2 1 0,58 1 1 0,111 11-2 0,151-23-1 0,132-12 1 0,179 0 1 0,119 0-2 0,11 0 1 0,-45-12-1 0,-98 1 1 0,-129-1 0 0,-120 0 3 0,-120-1-1 0,-59 13-1 0,-34-11-1 0,58 22-110 0</inkml:trace>
  <inkml:trace contextRef="#ctx0" brushRef="#br0">21268 3310 4 0,'-12'-11'12'0,"12"-39"-4"0,-12 29 3 0,12-16 9 0,12 1 3 0,-12 25-7 0,0-14-6 0,0 37-3 0,12 1-6 0,0 34 0 0,0 1 1 0,24-1 0 0,-25 0 1 0,14 37 0 0,-2-24-2 0,25-1 1 0,0 14-1 0,-1-2 0 0,0 0 0 0,2-12 0 0,-2 12-1 0,0 1 0 0,13-14 1 0,0 15 0 0,-24-14 0 0,10 1 1 0,15-1-3 0,10-11 2 0,12 0 0 0,-10-14 1 0,-3 3-3 0,-10 10 2 0,10-22-1 0,15-13 1 0,22-24 0 0,-24-13-1 0,-34 2 0 0,10-25 1 0,0 14-1 0,13-27-1 0,10 1 0 0,-9-11 3 0,-14 0-1 0,-12-1 2 0,13-24-2 0,0-9 1 0,-1-3-1 0,-11 11 2 0,-13 3-1 0,1-25 0 0,0 1-2 0,11 22 0 0,-23-11 1 0,0 0 0 0,1 11 0 0,9-11-1 0,-9 36 0 0,9 11 0 0,-9 13 0 0,-13 23 0 0,-12 11 0 0,-12 2 0 0,12 11 0 0,-25 11-13 0,14 37-103 0</inkml:trace>
  <inkml:trace contextRef="#ctx0" brushRef="#br0">10932 5608 22 0,'-13'0'9'0,"-23"-12"-2"0,26 12-3 0,20 0 3 0,3-11 3 0,-13-26 2 0,23-10-4 0,2-24-2 0,22-13 1 0,37 1-2 0,23-13-2 0,60-22-1 0,23 10-4 0,1-10 4 0,23 34 0 0,13 0 0 0,46 37-2 0,1 36 2 0,0 22-2 0,-13 12 1 0,-22 14 1 0,-24-14-1 0,-37 1 0 0,-59-12 1 0,-59 0 1 0,-36-24 3 0,-12-24-3 0,-24-12-1 0,-24-11-1 0,-24 11 0 0,1-12 1 0,35 13-1 0,0 23-1 0,12 11 1 0,12 3-1 0,0 10 1 0,0 35-1 0,24 1 0 0,12 0 1 0,23 11-1 0,-11 14 0 0,-12-15 0 0,-12-10 3 0,-12-13-1 0,-12-10 3 0,-24 11 1 0,-24 0 0 0,-23 11-1 0,-13-10-3 0,25-2 0 0,46-12-4 0,49 60-153 0</inkml:trace>
  <inkml:trace contextRef="#ctx0" brushRef="#br0">21554 5548 35 0,'-13'-23'4'0,"-23"-49"10"0,14 49 3 0,-2 23-9 0,0 59-4 0,12 48-1 0,12 37-1 0,12-2-2 0,12 13 1 0,-12-25 0 0,0-34-1 0,23-62 1 0,24-44 0 0,25-62 0 0,11-35 0 0,-23 36-1 0,-48 34 1 0,-11 26-1 0,-13 22 0 0,11 37 1 0,12 25 1 0,25-15-4 0,24-22 3 0,-1-36-1 0,-11-36 3 0,-37-35-3 0,-35-12 2 0,-35 11-3 0,-13 14 3 0,-35 45-1 0,24 1 0 0,23 58-3 0,24 15 3 0,36 10-2 0,36-11 1 0,23-24 0 0,-11-36 0 0,-2-36 0 0,3-24 0 0,-2 37 0 0,0 46-1 0,-23 25 2 0,-12 11-1 0,-24-22 0 0,-12-50 0 0,12-82 1 0,12-23-1 0,48 34 2 0,11 60-3 0,13 24 0 0,-14 37 0 0,-34-3 2 0,12-10-1 0,-24-11 0 0,24-26 0 0,11-34 0 0,1-25-1 0,-24-83 1 0,-12-71-1 0,-14 36 1 0,-32 94 1 0,-2 83-1 0,-12 97 0 0,24 95 0 0,24 12 0 0,36-36-1 0,22-36-10 0,-21-60-35 0,-49-59 3 0</inkml:trace>
  <inkml:trace contextRef="#ctx0" brushRef="#br0">22816 5667 8 0,'-35'0'9'0,"-1"12"4"0,59-24 0 0,85-36-5 0,47-11-2 0,-48 34-1 0,-71 38 1 0,-36 95 2 0,-12-1-4 0,12-25-2 0,47-45-1 0,25-24 0 0,-13-63 0 0,-35-44 1 0,-48-38 0 0,-35 48-1 0,-13 63 0 0,1 42-2 0,-1 52 1 0,85 9-1 0,46-32 1 0,36-39 0 0,12-47-1 0,-11-35 2 0,-38-25-1 0,-33 49 0 0,-14 35 0 0,-11 24 1 0,0 22 0 0,0 3-1 0,13 10 0 0,10-22 1 0,-11-2-2 0,12-23 2 0,0-11-1 0,23-26 0 0,-34 14 0 0,10-1 0 0,-11-13 1 0,-12 3 0 0,0 22 0 0,0 0 1 0,11 36-2 0,14 23 0 0,-13 13 1 0,24-36-1 0,-2-24 1 0,2-60 2 0,36 36-3 0,-24 36 0 0,11 47 0 0,-34-34 0 0,10-37 0 0,25-95 0 0,-1-13 0 0,-11 49 1 0,-12 59-2 0,0 36-49 0,-36 0 2 0</inkml:trace>
  <inkml:trace contextRef="#ctx0" brushRef="#br0">22589 7038 22 0,'0'-25'5'0,"-11"-59"21"0,35 72-2 0,24 60-15 0,-1 96-1 0,-23-50-5 0,-11-22-1 0,-13-60 1 0,0-85 0 0,0-45-1 0,11 23-2 0,25 35 1 0,35 48-2 0,1 24 0 0,-13 48 0 0,-36-12 2 0,-23-1 0 0,-36-34 2 0,0-50-2 0,14-10 0 0,44-24-1 0,39 23 0 0,34 36-1 0,-11 24 0 0,-49 36 1 0,-11-1 0 0,0-10 0 0,36-26 0 0,35-22-1 0,0-26 1 0,0-10-1 0,-11-1 1 0,-25-12 0 0,-35 1 0 0,-36 23 1 0,-13 13 0 0,-21 23-1 0,10 0 1 0,-12 59-2 0,1 0 1 0,35-11 0 0,47-36 0 0,26-1-1 0,9 1 0 0,2 0 0 0,-1-70 2 0,13-26 1 0,-25 13-2 0,-23 58 0 0,0 108-2 0,-24 83 0 0,-1 25 1 0,-11-84 1 0,0-71 2 0,0-71 2 0,-11-144-1 0,11-143-1 0,59 96-1 0,13 166-2 0,10 84-1 0,-45 83 0 0,-74-12 2 0,-69-48 3 0,10-59-1 0,49-47-17 0,58 23-56 0,-11 24 44 0</inkml:trace>
  <inkml:trace contextRef="#ctx0" brushRef="#br0">22482 8181 79 0,'-142'34'5'0,"82"-47"12"0,203-92-3 0,261-87-7 0,156-22-5 0,-47 47-1 0,-203 73-2 0,-228 58 4 0,-141 11 0 0,-60 50-22 0,-35 71-22 0,33-2-27 0</inkml:trace>
  <inkml:trace contextRef="#ctx0" brushRef="#br0">22507 8465 81 0,'-143'36'22'0,"-24"25"-18"0,143-86 12 0,143-82 2 0,191-71-9 0,178-37-10 0,84 36 4 0,-35 12 8 0,-110 25-2 0,-153 70 2 0,-179 48-7 0,-83 24-6 0,-24-13-72 0,-11 26-19 0</inkml:trace>
  <inkml:trace contextRef="#ctx0" brushRef="#br0">20482 6751 4 0,'-12'-12'12'0,"12"12"6"0,0 0 3 0,12-11 1 0,-12 11-9 0,0 0-4 0,0-13-1 0,-23 13-5 0,11 0-1 0,-1 0 0 0,13 0-1 0,13-12-1 0,-13 12 1 0,0-12-1 0,0 12 1 0,0 0-1 0,12 0-2 0,-12 0-1 0,0 12 3 0,0-12 0 0,0 0 0 0,0 0 0 0,0 0 0 0,11 0-3 0,-11 12-18 0,0 1-57 0</inkml:trace>
  <inkml:trace contextRef="#ctx0" brushRef="#br0">19577 6678 9 0,'0'0'12'0,"24"-10"7"0,0 20 8 0,0 15-6 0,-12-13-6 0,22-36-7 0,27-35-7 0,-14-25 1 0,-10-23 1 0,-37 0-1 0,-13 24 0 0,-11-13-1 0,13 12 0 0,22 26 0 0,2 45 1 0,-2 13-2 0,2 84 1 0,-13 47-1 0,-13 24 2 0,2-12 0 0,-2-49 1 0,2-57 2 0,-1-24 0 0,-1-63-3 0,13-32 0 0,36 9-2 0,24 27 1 0,0 21-1 0,-25 38-1 0,1 34 1 0,-12 37 0 0,-12-25-1 0,0-36 2 0,1-10-1 0,21-60 1 0,14 10 0 0,0-10-1 0,-14 10 0 0,-9 26 0 0,-14-1 0 0,2 12 0 0,-1 36 0 0,12 1 1 0,-12 9-3 0,11-21 2 0,-11-25 0 0,24-25 3 0,24-21-4 0,-25 9 0 0,-11 37 0 0,-24 12 1 0,0 24 0 0,0-13 1 0,12-11-1 0,12 0-2 0,-24-12-2 0,0 0-30 0,-12 24-65 0</inkml:trace>
  <inkml:trace contextRef="#ctx0" brushRef="#br0">20459 6192 68 0,'-25'-48'12'0,"25"36"-32"0,0 24-31 0</inkml:trace>
  <inkml:trace contextRef="#ctx0" brushRef="#br0">20672 6465 3 0,'-11'0'9'0,"-14"0"7"0,14-13-3 0,35 2 13 0,-12-24-7 0,-1 10-7 0,-22 14-6 0,-14-12-2 0,-11 23 0 0,2 0-1 0,-14 23-1 0,-11 13-1 0,23 10 0 0,0 4 0 0,36 8-1 0,36-58 1 0,34-24-1 0,15 13-1 0,-27 82 1 0,-33 36 1 0,-25-35 1 0,-25-37 1 0,14-58 0 0,-1-49-3 0,35-23 0 0,38-36 0 0,34-11 0 0,-24 34 0 0,-47 95-1 0,-12 121 1 0,-24 35 0 0,24-60 0 0,36-70 2 0,-1-84 0 0,-11 34-1 0,-36 37-1 0,0 48 0 0,23-13-4 0,14-35-46 0,-37 0-11 0</inkml:trace>
  <inkml:trace contextRef="#ctx0" brushRef="#br0">17005 7846 7 0,'0'-12'8'0,"-12"-11"5"0,12-13 27 0,0 48-17 0,0 12-18 0,12-14-2 0,-12-10 3 0,0-10-1 0,0-14-2 0,-12 0 1 0,12 11-2 0,-13 13 0 0,-9 13 0 0,-2 11 0 0,24 0-1 0,24-1-1 0,11-23 0 0,13-23 2 0,-24-1-1 0,-24 12 2 0,-24 24-1 0,-24 1 0 0,24-2 0 0,24-22-1 0,0-14-1 0,0 25 0 0,0 25 0 0,-11-4 1 0,11-21 0 0,0-10-1 0,0-14 1 0,0 24-2 0,-12 34 2 0,0-9-1 0,24-25 0 0,11-25 0 0,1 4 0 0,-24 21 0 0,-13 21 0 0,13 4 0 0,0-25 0 0,0-25 1 0,13 15-1 0,-13 10 0 0,-13 10 0 0,2 3 0 0,0-26 0 0,11-8 0 0,0 21 0 0,11 34-1 0,0-10 1 0,25-11 0 0,-11-50 0 0,-1 3 1 0,-24 21-1 0,0 26 0 0,-13 8 0 0,13-21 0 0,0-10 0 0,-11-26 0 0,-1 36 1 0,-1 0-2 0,2 25 2 0,11-25-2 0,-12 0 2 0,-1-13-2 0,13 1 2 0,-11 24-1 0,11 22-1 0,-11-9 1 0,22-25 0 0,13-46 0 0,-12 21 1 0,-12 13-1 0,-36 24 0 0,1 0 0 0,-1 22-1 0,24-34 1 0,35 0 1 0,2 0-1 0,10-10 0 0,-35-1 0 0,-11-14 0 0,-25 25 0 0,-13 36 0 0,38 11 0 0,35-23 0 0,48-60 0 0,-25-23 0 0,-23 22 1 0,-37 37-1 0,-34 25 1 0,36-13-2 0,33-24-2 0,50-13-29 0,-12 14-42 0,-48 11 47 0</inkml:trace>
  <inkml:trace contextRef="#ctx0" brushRef="#br0">17351 7716 15 0,'-24'34'10'0,"-24"27"16"0,0-1-7 0,12-49-4 0,61-47-10 0,46-60-3 0,-1-34 1 0,-21-13-1 0,-26 1 1 0,-34 34-2 0,-14 49 0 0,2 11 0 0,10 24 0 0,13 37-2 0,13 58 1 0,-26 59 1 0,13 37-2 0,25-36 1 0,22-60 0 0,2-47 1 0,9-59 1 0,-9-38 0 0,-14-9-2 0,-11 59 1 0,-24 46-1 0,12 48 0 0,0 13-1 0,37-36 2 0,-3-48-1 0,14-48 1 0,-36-25 1 0,-61-9 0 0,-22 9 0 0,-12 63-2 0,-12 20 0 0,35 63-2 0,35-2 2 0,62 1-1 0,34-60 1 0,0-35 1 0,13-50-1 0,-37 2 1 0,-23 23 0 0,-25 25 0 0,-11 12-1 0,0 11-1 0,0 34 1 0,13 3-1 0,-13 22 1 0,0-13 0 0,0-21 1 0,12-25 0 0,23-36 0 0,14-11-1 0,-2 34 0 0,0 26 0 0,1-1 0 0,0-37 1 0,-25-46 0 0,-23 12 1 0,-59 34-2 0,11 50-10 0,-11 21-28 0,46-9-31 0</inkml:trace>
  <inkml:trace contextRef="#ctx0" brushRef="#br0">17422 7976 33 0,'-71'0'33'0,"23"13"-13"0,48-13-9 0,58 0 2 0,98-36-3 0,130-46-7 0,24 11-1 0,-49 34-1 0,-106 13 1 0,-95 24-9 0,-72-12-20 0,-71 24-9 0,-73 49 7 0,-46 10 0 0</inkml:trace>
  <inkml:trace contextRef="#ctx0" brushRef="#br0">17493 8108 12 0,'-119'36'26'0,"24"-12"10"0,83-11-21 0,72-13 0 0,106-50-5 0,96-21-4 0,36 0-2 0,-60 35-1 0,-142 25 0 0,-85 22 0 0,-35 1-5 0,13-12-32 0,35 0-50 0</inkml:trace>
  <inkml:trace contextRef="#ctx0" brushRef="#br0">21352 7490 4 0,'23'-37'15'0,"13"24"18"0,-12-8-4 0,-12 8-7 0,0 1-6 0,-24 24-9 0,-24 12-3 0,-23 11 2 0,-37 13-1 0,-58 23 0 0,-49 24-2 0,-60 37-1 0,-34 10 2 0,0-11-2 0,-14 0 0 0,14 0 2 0,12 1-2 0,11 10 1 0,48-11-1 0,71-48-1 0,35-24-1 0,61-34 2 0,10-13-1 0,39 1 0 0,10-13-1 0,10-25 0 0,39-34 0 0,34-12 1 0,36-25-5 0,1-13 0 0,-1 15-1 0,-13 23 3 0,-22-1-1 0,-36 12 5 0,-1 13-3 0,-23 23 2 0,0 1-1 0,-24 23 1 0,-24 10-1 0,-11 27 0 0,-1 10-1 0,-36 37 4 0,-11-13 2 0,0 13-4 0,-24 11 0 0,11 0 1 0,13-11-1 0,0-24 1 0,47-26-1 0,0 3-1 0,23-13 1 0,2-14-1 0,11 3 0 0,24-13 1 0,35 12-1 0,61-12-1 0,12 12 1 0,-2-12 0 0,-11-12 1 0,-59 12-2 0,-60 0 4 0,0 0 1 0,-13-35-5 0,26-26-88 0,-2 61 26 0</inkml:trace>
  <inkml:trace contextRef="#ctx0" brushRef="#br0">13766 2774 52 0,'-12'-11'4'0,"-59"-60"3"0,35 46 2 0,12 13 0 0,12 12-6 0,12 24 2 0,36 23-1 0,24 49 0 0,46 0-1 0,14-25 2 0,11-24-3 0,-12-10 1 0,-48-26-2 0,-24-22 1 0,-34-26 2 0,-1-10-1 0,-24-13 0 0,-24 24 3 0,-23 1-1 0,23 11-3 0,0 48-1 0,24 59-1 0,35 49 0 0,13-27 0 0,-11-21 0 0,-14-36 1 0,-34-25 2 0,-37 14-2 0,-83 34-25 0,12 0-81 0</inkml:trace>
  <inkml:trace contextRef="#ctx0" brushRef="#br0">15242 2965 7 0,'13'-47'14'0,"-13"-3"-1"0,12 40-4 0,-12 10-4 0,-25 35 1 0,-22 37 3 0,0 11-3 0,11 24-1 0,12 12 0 0,24-23-2 0,36-12-1 0,23-61 0 0,25-12-1 0,11-34 0 0,-24-38-1 0,-11-10 2 0,-24-23-2 0,-24 10 2 0,-12 13-1 0,-12 10 1 0,-36 3-2 0,-35 22 1 0,-13 12-1 0,-11 37 2 0,36 34-2 0,71 11 1 0,71 15-2 0,36 22 2 0,-11-12-2 0,-37-11 2 0,-35-1 0 0,-12-23-8 0,24-13-81 0</inkml:trace>
  <inkml:trace contextRef="#ctx0" brushRef="#br0">15791 3370 31 0,'0'-12'4'0,"0"-24"3"0,11 24-2 0,13 35 3 0,-12 25-3 0,0 25-1 0,0-27-1 0,24-34 2 0,-2-36 2 0,2-47 2 0,-23 0-1 0,-13 24-1 0,-36 34-3 0,-35 13-4 0,-24 47 2 0,46-22-11 0,85-2-48 0,0-11 18 0</inkml:trace>
  <inkml:trace contextRef="#ctx0" brushRef="#br0">16837 2977 25 0,'0'0'0'0,"-21"-59"36"0,-28 46-15 0,-22 85-15 0,23 47-6 0,12 24 0 0,48-12 1 0,24-60-1 0,35-47 1 0,35-48 0 0,3-59 1 0,-26-26-2 0,-47 4 0 0,-36-3 0 0,-36 13 1 0,-24 47-1 0,-11 36 1 0,-36 49-1 0,0 45 1 0,71 37-1 0,48-23 1 0,95-37-1 0,48-23-1 0,-12-24-38 0,-96-12-3 0</inkml:trace>
  <inkml:trace contextRef="#ctx0" brushRef="#br0">17433 3274 40 0,'-11'-12'6'0,"11"49"16"0,11 57-5 0,14 38-12 0,-25-14-3 0,0-22-16 0,0-73-45 0</inkml:trace>
  <inkml:trace contextRef="#ctx0" brushRef="#br0">18077 2905 32 0,'0'-12'15'0,"-24"0"17"0,-36 108-25 0,24 46-4 0,36 1-3 0,60-59-2 0,36-60-2 0,-13-61 3 0,-13-57 2 0,-9-49 0 0,-50 12-1 0,-58 13 1 0,-24 21-1 0,-36 85-1 0,-1 71 2 0,24 73 2 0,73-13-2 0,106-23-1 0,36-25-5 0,12-37-77 0</inkml:trace>
  <inkml:trace contextRef="#ctx0" brushRef="#br0">18637 3262 21 0,'0'-13'12'0,"23"-45"-3"0,49 22 5 0,-1 48-11 0,-12 24-1 0,-34 23 0 0,-50 12 11 0,-34-11 4 0,12-12-5 0,23-12-6 0,24-13-4 0,36-11 0 0,22-12-1 0,14-12-2 0,35-23-9 0,-11-13-49 0,-72 35 18 0</inkml:trace>
  <inkml:trace contextRef="#ctx0" brushRef="#br0">19363 3191 89 0,'-24'-36'7'0,"-1"36"-15"0,61 12-73 0</inkml:trace>
  <inkml:trace contextRef="#ctx0" brushRef="#br0">19982 3131 80 0,'-24'-24'5'0,"36"24"-23"0,36 0-43 0</inkml:trace>
  <inkml:trace contextRef="#ctx0" brushRef="#br0">20400 3060 32 0,'0'-24'24'0,"-13"24"0"0,13 12-24 0,83 13-77 0</inkml:trace>
  <inkml:trace contextRef="#ctx0" brushRef="#br0">21280 2608 79 0,'0'0'0'0,"-71"-84"15"0,11 84-12 0,13 95-2 0,-13 49-3 0,12 34 2 0,25-35-3 0,82-60 3 0,60-59 0 0,24-71-1 0,0-74 2 0,-60-34 0 0,-60-34 0 0,-81 94-1 0,-38 71 0 0,14 83 0 0,21 60 0 0,73 24 0 0,71-24-5 0,25-46-83 0</inkml:trace>
  <inkml:trace contextRef="#ctx0" brushRef="#br0">22042 3155 16 0,'23'-11'9'0,"38"-14"3"0,-26-21-6 0,-35 33-4 0,-47 13 2 0,-72 59 10 0,12 0-1 0,11 2-11 0,72-14 0 0,60-23-3 0,48-35 0 0,35-60 1 0,-12-26 0 0,-36-34 1 0,-35 12 1 0,-24 12 1 0,-24 48-1 0,-24 70 2 0,-23 121 0 0,-2 70-1 0,38 37-1 0,35-97 0 0,12-71 2 0,-24-58-1 0,12-26-58 0,-12 1 14 0</inkml:trace>
  <inkml:trace contextRef="#ctx0" brushRef="#br0">9956 10132 1 0,'12'-35'7'0,"-2"-13"35"0,-20-12 2 0,-38 13-12 0,-24-1-13 0,2 12-4 0,-14 13-9 0,-13 11-3 0,-21-1 1 0,-37 13-2 0,-11 25 0 0,11-13 0 0,12 35 0 0,24 24-2 0,-1 0 0 0,2 25 1 0,11 11-2 0,11 12 0 0,25-23 2 0,10-12-1 0,15 10 5 0,-26 13-4 0,13 13-2 0,11 11 1 0,12-13 1 0,24 3 0 0,12-16-1 0,36 27-1 0,12 12 0 0,11-26 0 0,13 1 0 0,11 0 3 0,12-23 1 0,25-2-1 0,21 1-1 0,-9-11 0 0,11-13 0 0,-1-34-2 0,1-14 2 0,13-12 2 0,33-11-1 0,-10-11-1 0,-11 11-1 0,-13-23 1 0,-1-14 4 0,1-10-3 0,-12-1 0 0,-13-12-3 0,-10-11 2 0,-13 0 1 0,-23-13 1 0,-14 0 1 0,-9-34-1 0,-2-1-1 0,-23-12 1 0,-24 24 0 0,-12-25-2 0,-25-10 0 0,2-26 1 0,-12 13-1 0,-1 37-1 0,-24-24 1 0,-11 0 0 0,-24-2 0 0,11 37 0 0,0 23 3 0,1 1-4 0,-13 11 0 0,2 1 1 0,-25 12-1 0,-24 11 0 0,12 25 0 0,1 10 4 0,10 1-4 0,-12 0 1 0,-10 12-1 0,-1 12 0 0,11 13-1 0,38 9 1 0,-12 14 1 0,-3-12-1 0,14 12 0 0,0-1 0 0,24 13-1 0,-1 23 1 0,1 1-1 0,24 12 1 0,-2-25-1 0,14-12 1 0,-13-13 0 0,-1 15-1 0,3-1 5 0,-2 24-3 0,12 10-4 0,13-12 2 0,23 2 1 0,0 0 0 0,0 11-1 0,-11-11 1 0,11 11-2 0,21-24 3 0,4 25-3 0,11 11 2 0,12 0-3 0,-14-13 3 0,15-21-2 0,10 22 2 0,1-24-2 0,0 13 4 0,-1-37-3 0,13 14 1 0,-14-15-1 0,14 2 0 0,-12-24 1 0,35-12 1 0,-11 13-1 0,-1-14-2 0,1-1-1 0,-13-10 4 0,24 13-1 0,12-1 0 0,11-12 0 0,-21-12-1 0,-2 12 2 0,-12 0-1 0,0-13 1 0,13-8-3 0,23 8 3 0,-12-11-1 0,-12-12 1 0,-11-12-1 0,-2 14 1 0,3-16 0 0,-38 4-1 0,25-13 0 0,-13 9 0 0,-11-21 1 0,-12 0 0 0,-2 0 0 0,3 0 1 0,-1-1-2 0,-2 1 0 0,-9-1 2 0,-14 1-1 0,2 0 0 0,-13 0 0 0,0 0-1 0,0-2 1 0,12 2-1 0,-24-13 1 0,-24 13 0 0,13-11-1 0,11 9 0 0,-12 2 1 0,-24-13-1 0,1-11 1 0,-12 37-1 0,10-3 3 0,2-10-1 0,-13-25-1 0,-11 14-1 0,-1 22 0 0,-11 12 0 0,11-12 0 0,13 2 0 0,-12 8 0 0,-14 4 0 0,15 21 0 0,-14 25 0 0,2-23 0 0,-2 12 0 0,12-2 0 0,13 26 0 0,35-13 0 0,-71 23 0 0,-13-12 0 0,-10-11 0 0,22 13 0 0,13 11 0 0,-1 10 0 0,13-21 0 0,-1 11 0 0,1 12 0 0,11-1-1 0,-11 1-4 0,0-12-8 0,23 13-20 0,12 34-147 0</inkml:trace>
  <inkml:trace contextRef="#ctx0" brushRef="#br0">9336 11192 13 0,'0'-13'24'0,"0"2"15"0,0 11-3 0,0-12-17 0,0 12-2 0,12 0 8 0,24 0-23 0,-24 12 1 0,0-1 0 0,0-11 1 0,-12-11-2 0,12-1 3 0,-24-12 1 0,0 12-1 0,-12 12-3 0,-12 12 0 0,24 1-2 0,12-2 2 0,0 12-2 0,12 2 2 0,24-13-1 0,0 1 1 0,-24-13-3 0,0-25 3 0,-12 0 0 0,-12 2 0 0,-12 12 0 0,12-2-2 0,-12 13 1 0,12 24-2 0,0-1 2 0,12-10 0 0,12 11 0 0,12-24 0 0,0 0-1 0,0 0 0 0,-24-24 2 0,0 11 0 0,-12 2 0 0,0-1-3 0,-24 12 1 0,12 12 1 0,12 12-1 0,12 0 0 0,24-11 1 0,0-13-1 0,0 0 1 0,0 0 0 0,-12-25 0 0,-12 0 1 0,0 2-2 0,-12 12 0 0,-12-2 0 0,0 37 0 0,12-1 1 0,12 2-1 0,36 0 0 0,-12-25 1 0,-12 0 0 0,-12-13 2 0,-12-11 0 0,0 11-2 0,0 2 0 0,12-1-1 0,0 12-18 0,-12 60-184 0</inkml:trace>
  <inkml:trace contextRef="#ctx0" brushRef="#br0">10587 10835 1 0,'0'0'2'0,"12"-24"-1"0,-12 11 6 0,0-10 8 0,-12-1 7 0,-1-11-12 0,2-1-3 0,-1-12-4 0,-12 25 3 0,12-1-1 0,-12-12 4 0,1-12 2 0,-14 25-8 0,1-1-1 0,13 0 0 0,-11-12-1 0,-3 0 2 0,-11 1-1 0,-23-1 1 0,12 0 1 0,22 1-1 0,-10 10-1 0,-24 2 0 0,-1 12 1 0,-12-2-2 0,37 1 1 0,-1 0-1 0,0 12-1 0,-11-13 2 0,-36 26-2 0,0-13 0 0,23-13 1 0,12 13-1 0,1 13 0 0,-12-1 0 0,-24 13-1 0,11-14 3 0,14 12-2 0,-3-10 2 0,14 11-1 0,-1 23-2 0,0 1 1 0,13-13 0 0,-1 13-1 0,13 0 1 0,-1 23-1 0,-12-24 1 0,1 24 0 0,11-10-1 0,0-1 1 0,24 11-1 0,0 24 0 0,0-1 1 0,12 14-1 0,0 0-1 0,12-14 2 0,37 14-2 0,-2-1 1 0,12-12 1 0,13 1-1 0,11 0 0 0,-12-14 1 0,12-34 0 0,25-2-1 0,11-9 1 0,-12-1 0 0,0-12 0 0,1-12 0 0,11 0 2 0,-12-12-1 0,12 0-1 0,1 0 0 0,-27 0-1 0,4-24 2 0,-2 0 0 0,-12-12-1 0,0 12 2 0,-11-10-2 0,11-3 1 0,1-35-1 0,-25 13-1 0,-12-1 2 0,-11-11 1 0,-12-11-1 0,0-2-1 0,12-12 0 0,-24 25 1 0,-1-13 2 0,-11-12-3 0,0-22 1 0,0 47 0 0,-11 0-1 0,-25-25 3 0,-24-34 3 0,1-14-4 0,-1 49 1 0,13 35 3 0,-13 12-4 0,-23-11 0 0,-12 23-21 0,46 47-98 0</inkml:trace>
  <inkml:trace contextRef="#ctx0" brushRef="#br0">10182 10811 43 0,'-25'-36'12'0,"-9"-12"0"0,-3-23 13 0,-10 12-17 0,-1 23-3 0,-11 0-3 0,-36-1 0 0,-13 16 1 0,1-4-3 0,-25 13 1 0,2-12 0 0,-1 24-1 0,0 24 0 0,-1 0 1 0,26 10 0 0,10 16 0 0,13 21-2 0,23 13 0 0,13 21 0 0,22 27 1 0,25-1-1 0,13 24-1 0,10-24 1 0,13 0 0 0,24 12-1 0,23-24 2 0,37-23-1 0,11-38-1 0,24 2 3 0,-1-48-1 0,1 0 1 0,-12-12-1 0,24-48-1 0,-12-12 0 0,0-11 2 0,-25 12 0 0,-21-13 0 0,-16 1 0 0,-22-25 0 0,-22 0 1 0,-26-22-1 0,-10-1 1 0,-37 25-1 0,-1-2 0 0,-11-13 1 0,-22-33 1 0,-37 0 0 0,11 58-1 0,1 37 1 0,-24-1-2 0,0 12 0 0,-24 1-1 0,-1 70-10 0,60 12-83 0</inkml:trace>
  <inkml:trace contextRef="#ctx0" brushRef="#br0">9682 10775 50 0,'-72'-59'12'0,"-12"11"-6"0,2 12 1 0,-2 24-5 0,-24 24-2 0,-10 24-1 0,11 0 1 0,12 35 2 0,11 23 0 0,25 27-1 0,11 9-1 0,48-10 0 0,23-1 0 0,37 11 0 0,12-9-1 0,35-16 2 0,12-34 3 0,24-46 2 0,36 0-3 0,-13-38 0 0,-23-35-3 0,-36-23 0 0,-11-2 1 0,-2-9 2 0,-21-25-1 0,-39 12-1 0,-9 23 0 0,-14-24 0 0,-11 2 0 0,-11 22 0 0,-14-11 1 0,-9 1-2 0,-14 9 1 0,-13 2 1 0,-21-1 0 0,-13 12 0 0,-25 1 1 0,0 34-2 0,-10 38-1 0,23 35 0 0,-1 23-17 0,85-23-56 0</inkml:trace>
  <inkml:trace contextRef="#ctx0" brushRef="#br0">9563 10919 59 0,'-24'-25'8'0,"-25"0"-3"0,-9 15 0 0,-2 10-1 0,1 10-3 0,-25 15-2 0,-11 23 2 0,12 11-2 0,35 14 0 0,24 21 6 0,36 1-5 0,36 1 1 0,11 0 0 0,1-25 1 0,23-24 1 0,12-10 0 0,13-16-2 0,11-31 2 0,0-38-1 0,-36-12-2 0,-23-11-1 0,-25 0 3 0,-11-13 0 0,-12 1-1 0,-12-13 1 0,-12 12-1 0,-12 2 0 0,-24 9 0 0,-23-9 3 0,-12 11 1 0,0 48-3 0,-2 34-2 0,3 60-11 0,46-23-79 0</inkml:trace>
  <inkml:trace contextRef="#ctx0" brushRef="#br0">9360 11049 1 0,'-47'12'6'0,"-14"12"9"0,14-1-3 0,12 25-1 0,10 12-4 0,14 11-6 0,35 1 1 0,23-13-1 0,36-11 3 0,25-25 1 0,-1-34-2 0,0-49-2 0,-23-24 3 0,-61-34 1 0,-71-24 0 0,-46 46 18 0,-27 96-19 0,-68 83-84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17493 9477 23 0,'0'0'0'0,"0"-71"55"0,0 10-20 0,24 51-21 0,-1 45-9 0,-10 72 1 0,-1 37 0 0,-24-2 2 0,-1-11-2 0,2-36-1 0,-1-48-2 0,12-34 0 0,-11-26 3 0,11-34-6 0,0-24 1 0,23 11 0 0,13 1-1 0,23 11 2 0,13 23-3 0,-36 62 0 0,-1 58 2 0,-24 1 0 0,2-1 5 0,-13-47-3 0,12-48 1 0,-12-11-17 0,0-14-69 0</inkml:trace>
  <inkml:trace contextRef="#ctx0" brushRef="#br0">18196 10120 49 0,'0'0'3'0,"-36"24"2"0,-11 12 23 0,0 35-9 0,22-10-13 0,61-15-2 0,23 2-1 0,13-24-2 0,11-12 1 0,-23-12-1 0,-24-48 1 0,-12 0-1 0,-13-47 1 0,-22 1-1 0,-37-2 0 0,0 48 0 0,-1 24-1 0,-9 48-1 0,34 60 1 0,36-1 0 0,36-12 0 0,23-10 0 0,-12-38 1 0,-11-12-11 0,-36-22-99 0</inkml:trace>
  <inkml:trace contextRef="#ctx0" brushRef="#br0">18946 9335 131 0,'-11'-36'12'0,"-49"0"1"0,24 84-8 0,-23 118 8 0,-1 49-5 0,48-26-4 0,72-34-3 0,34-34-2 0,26-39-61 0,-84-59-31 0</inkml:trace>
  <inkml:trace contextRef="#ctx0" brushRef="#br0">19065 9726 73 0,'0'0'0'0,"-24"-58"3"0,72 22 1 0,-12 25 42 0,10 34-21 0,51 59-18 0,-51 27-1 0,-46-26 0 0,-46-36-1 0,10-47-3 0,47-71 0 0,49-36-1 0,0 46 0 0,-37 40-1 0,-46 32 9 0,-26 49-2 0,38-1-5 0,58-13-3 0,25 15-22 0,-24-14-28 0,-23-47-22 0,-14-47 28 0</inkml:trace>
  <inkml:trace contextRef="#ctx0" brushRef="#br0">19708 9584 98 0,'12'84'45'0,"12"58"-22"0,-1-10-16 0,-46-38-2 0,-48-23-18 0,11-46-56 0,60-25-4 0</inkml:trace>
  <inkml:trace contextRef="#ctx0" brushRef="#br0">20173 9726 154 0,'0'-10'15'0,"-12"-51"-8"0,131 50-32 0,-36 11-96 0</inkml:trace>
  <inkml:trace contextRef="#ctx0" brushRef="#br0">20042 9881 154 0,'-96'0'19'0,"156"13"-16"0,142-37-24 0,-59 1-117 0</inkml:trace>
  <inkml:trace contextRef="#ctx0" brushRef="#br0">21137 9108 76 0,'-95'-35'52'0,"59"23"-30"0,83-1-10 0,85-10-1 0,106-1-5 0,23 24-1 0,-34 13-2 0,-84-13-2 0,-83 11-10 0,-48 1-53 0,-48-1-32 0</inkml:trace>
  <inkml:trace contextRef="#ctx0" brushRef="#br0">21196 9048 77 0,'-11'-11'5'0,"-50"11"18"0,51 11 8 0,10 26-7 0,0 22-10 0,46 0-5 0,62-11-3 0,23-12-2 0,-12 12-1 0,-47-1-1 0,-60 25 1 0,-48 11 1 0,-35 1-2 0,-37 21-1 0,-23 4 1 0,12-13 0 0,48-38 1 0,58-11-3 0,74-10 1 0,105-24 0 0,37-13 0 0,-13 0 3 0,-59 0-2 0,-95 0 0 0,-48-13-35 0,-12-11-126 0</inkml:trace>
  <inkml:trace contextRef="#ctx0" brushRef="#br0">22446 9215 95 0,'-23'-59'73'0,"10"-1"-70"0,49 133-3 0,-36 69 1 0,-58 13 3 0,22-13 0 0,48-45-3 0,70-39 1 0,25-58 1 0,37-58-1 0,-25-51 0 0,-71-21 0 0,-72-37 1 0,-71 37-3 0,-48 57 0 0,12 73 1 0,36 84-2 0,71 47 2 0,82 0-2 0,63-36 0 0,57-11-16 0,-11-37-133 0</inkml:trace>
  <inkml:trace contextRef="#ctx0" brushRef="#br0">23090 9906 102 0,'12'-12'7'0,"71"-1"-7"0,-47-21 15 0,-48-14 18 0,-12 0-12 0,13 13-11 0,11-1-4 0,11 11-4 0,13 25-1 0,-24 0 0 0,0 0 1 0,0 0-2 0,-12 13 2 0,12-1-2 0,12-12 2 0,-12 0 5 0,0 0-6 0,0 12-1 0,-12 1 1 0,12-2-1 0,-12 49 0 0,12 58 0 0,24 49 3 0,0-37-2 0,-48-34 7 0,-36-48-1 0,-23-37-4 0,-13-58-12 0,50-36-36 0,34-26-100 0</inkml:trace>
  <inkml:trace contextRef="#ctx0" brushRef="#br0">23090 9477 68 0,'0'-23'38'0,"-24"-36"-24"0,71 46-21 0,-34 26-63 0,-1-2 36 0</inkml:trace>
  <inkml:trace contextRef="#ctx0" brushRef="#br0">23757 9251 36 0,'0'-11'21'0,"24"-60"-18"0,59 10-5 0,-36 26 15 0,-47 10 17 0,-23 25-18 0,-26 0-2 0,27 0-1 0,22 0-4 0,35 0-5 0,13 25-23 0,-12 10-17 0,-48-11 25 0,-24-24 22 0,12-24 18 0,12-23 1 0,-1 23-10 0,13-12-5 0,0 24-3 0,25 0-5 0,11 24 0 0,11 72-2 0,-10 58 1 0,-26-12 1 0,-35-21 0 0,-47-50-2 0,23-47 0 0,35-37 1 0,49-57-1 0,49-12 0 0,22-15-2 0,-24 26 1 0,-47 36-1 0,-36 23 2 0,-36 59-2 0,-12 61 3 0,0 36-1 0,37-38-1 0,47-12-1 0,59-21-37 0,-13-26-83 0</inkml:trace>
  <inkml:trace contextRef="#ctx0" brushRef="#br0">24507 9632 56 0,'0'0'20'0,"0"-11"-11"0,37 11 14 0,-3-25-1 0,-9-21-7 0,-2 9 3 0,-23 13-6 0,-12 24-8 0,-24 48-1 0,13 47-1 0,23 36 1 0,0-13 1 0,0-10 2 0,-11-48-2 0,-26-36 0 0,-22-36-10 0,10-47-32 0,38-12-109 0</inkml:trace>
  <inkml:trace contextRef="#ctx0" brushRef="#br0">24698 9299 116 0,'0'0'0'0,"-12"-119"21"0,48 83-10 0,-36 24-10 0,-12 95-128 0</inkml:trace>
  <inkml:trace contextRef="#ctx0" brushRef="#br0">21114 10798 74 0,'-12'-34'5'0,"0"-3"1"0,12-10 18 0,12-1-8 0,-12 36-6 0,0 1-4 0,12 70-1 0,23 24 0 0,-11 1 1 0,-12 0 1 0,-24-25 0 0,-24-36-1 0,1-11-3 0,-14-24-1 0,2-23-5 0,12-12-27 0,35-24-86 0</inkml:trace>
  <inkml:trace contextRef="#ctx0" brushRef="#br0">21124 10585 74 0,'0'-13'5'0,"-10"-21"20"0,33-3-15 0,13 24-9 0,35 13-27 0,-23 0-51 0</inkml:trace>
  <inkml:trace contextRef="#ctx0" brushRef="#br0">21339 10693 53 0,'-11'0'17'0,"-37"0"-3"0,48-13-6 0,59-11-3 0,49 11-18 0,-1 13-71 0</inkml:trace>
  <inkml:trace contextRef="#ctx0" brushRef="#br0">21435 10798 10 0,'0'0'17'0,"-24"0"20"0,12-11-8 0,36-1-17 0,48 12-9 0,10-11-26 0,-33 11-60 0</inkml:trace>
  <inkml:trace contextRef="#ctx0" brushRef="#br0">21865 10620 31 0,'0'-11'5'0,"0"-1"15"0,-25 24 8 0,-11 22-18 0,12 27-6 0,48-14-2 0,37 0-2 0,9-22 1 0,-22-25 2 0,-12-59 0 0,-36-12 7 0,-36-2 0 0,-36 38-3 0,13 22-6 0,-1 13-24 0,48 13-63 0</inkml:trace>
  <inkml:trace contextRef="#ctx0" brushRef="#br0">21626 8680 83 0,'-13'-13'15'0,"13"13"-2"0,24-11 15 0,0-1-17 0,-12-24-5 0,-12 24 1 0,-47-1-2 0,-25 26-2 0,-11 24 2 0,11 10-2 0,48 11-3 0,36-8 1 0,48-16-1 0,23-34 1 0,0-34 0 0,1-62 1 0,-48-47-1 0,-13 1 0 0,-34 69-1 0,-1 62 3 0,12 45-2 0,-24 110 1 0,24 35 1 0,11-48 3 0,2-72 2 0,-26-83 5 0,-10-23-13 0,10 23-31 0,2 60-136 0</inkml:trace>
  <inkml:trace contextRef="#ctx0" brushRef="#br0">21922 11455 19 0,'-34'0'22'0,"-74"0"6"0,1 11-2 0,24-11 1 0,-2 0-12 0,39 0-7 0,10 12-2 0,36-12-1 0,36 11 0 0,82-22 0 0,133-25 0 0,131-12-1 0,93 25-4 0,14 11-5 0,-13-13 8 0,-59 14 3 0,-108-1 1 0,-118 1-3 0,-120-2-2 0,-59 13-1 0,-12 0-12 0,-59 0-34 0,-61 24-74 0</inkml:trace>
  <inkml:trace contextRef="#ctx0" brushRef="#br0">21387 11740 105 0,'-23'0'4'0,"-132"-12"11"0,106-1-5 0,49-10 11 0,36-1-9 0,73 12-7 0,81 0-3 0,83 12 0 0,85-34-2 0,69 9 2 0,62-11-6 0,-1 13 8 0,-23-2 3 0,-72 2-5 0,-95 0 2 0,-95 10 2 0,-108 13-3 0,-72 0 0 0,-23-12-1 0,-35 0-20 0,-25 24-152 0</inkml:trace>
  <inkml:trace contextRef="#ctx0" brushRef="#br0">20636 3000 0 0,'-11'-23'4'0,"-1"11"7"0,-11-1 2 0,-1 13 4 0,0 13-3 0,-12 11-3 0,23 23-3 0,26 1-1 0,35-13 1 0,23 1-2 0,25 0-2 0,11-12 0 0,0-36-1 0,24-13-1 0,-12-9-1 0,-12-14 1 0,-35 0 2 0,-1 0 0 0,-1-23-1 0,2 0-2 0,-12-24 0 0,-24 11 1 0,-36 1 0 0,-23-1 5 0,-50 25-1 0,-21 11-3 0,-14 12-3 0,-23-11 1 0,1 11 0 0,-24 11-1 0,9 14 2 0,2 35-1 0,25 36-1 0,46 35-1 0,37 36 0 0,22 1 1 0,38-2-2 0,9-47 3 0,15-11-3 0,22-13 3 0,24-11-1 0,12-25 1 0,13 1-2 0,11-24 2 0,-1-12-47 0,-82 0-34 0</inkml:trace>
  <inkml:trace contextRef="#ctx0" brushRef="#br0">11230 12383 38 0,'-36'-24'40'0,"-24"12"0"0,24-13-13 0,25 25-13 0,47 0-6 0,59 0-2 0,48 13-1 0,-48-13-3 0,-59 0 1 0,-72 0 5 0,-95 12-1 0,0-12-3 0,60 0-2 0,59 0 0 0,95 0-1 0,36 12 2 0,-25-12-5 0,-69 0 3 0,-37-12 0 0,-47 12 3 0,-2 0-7 0,86 12-53 0,46 1-73 0</inkml:trace>
  <inkml:trace contextRef="#ctx0" brushRef="#br0">14350 12322 57 0,'-13'-11'22'0,"-10"-12"14"0,-13 10-8 0,-48 13-14 0,2 0-3 0,34 0 0 0,48 0-7 0,71 13 1 0,37-13-2 0,-14 0-1 0,-58 0-1 0,-59 0 6 0,-73 0-4 0,13-13 1 0,47 1 0 0,36 12-3 0,48 0 0 0,-12 0-3 0,-1 36-89 0,-22-36 18 0</inkml:trace>
  <inkml:trace contextRef="#ctx0" brushRef="#br0">10099 12372 57 0,'-24'-13'40'0,"24"1"-7"0,-12-13-12 0,-1 25-10 0,26 0-4 0,34-11-1 0,13 11-1 0,-1 0 0 0,-35 0 2 0,-24-12 0 0,-47 12-1 0,-25-11-1 0,-23 11-1 0,0 11-1 0,59-11-1 0,36 12 0 0,36-12 0 0,59-12-1 0,12 12-1 0,-24 0 1 0,-59 0-1 0,-24 0 2 0,-47 0-2 0,-49 0 2 0,-11 0-2 0,12 0 2 0,58 0-2 0,50 0 2 0,47 0-3 0,35 0 2 0,-11 0-1 0,-37 0 3 0,-35 0-5 0,-24 0 3 0,-48 12-2 0,-23-12 3 0,24 11-2 0,35-11 2 0,24 0-4 0,70 0 4 0,15 13-4 0,-38-13 3 0,-23 0-2 0,-37 0 4 0,-21 0-3 0,10 0 1 0,-12 0-3 0,23 0 3 0,13 12-1 0,-11-12 1 0,22 0-12 0,14 0-112 0</inkml:trace>
  <inkml:trace contextRef="#ctx0" brushRef="#br0">5525 10239 123 0,'-11'-11'9'0,"-14"-1"5"0,14 12 8 0,11-12-4 0,11-1-10 0,38-10-6 0,-2-13 1 0,-47 24-2 0,36-11 5 0,-12-25 1 0,1 24-4 0,21-24 4 0,14 2-4 0,47-4-1 0,0 16-1 0,24-3 0 0,-1 14 0 0,2-1-1 0,11 0 0 0,0 1 1 0,-1 12-1 0,14 11 1 0,-13 0-1 0,35 0-3 0,1 21 1 0,-12 16 2 0,-25-1 1 0,1 12-2 0,-24-1 1 0,0 13-3 0,-11-1 2 0,-24 1 0 0,-2-1 2 0,14 13-1 0,-2 23-1 0,2-24 1 0,-36 1 0 0,-13-1 0 0,1 1-2 0,23 11 2 0,1 13-1 0,-14-25 3 0,-22 0 2 0,-11-47 2 0,11 12-1 0,-13-12-3 0,2-1-1 0,-25 1 0 0,0-24-1 0,0-47-50 0,0 10-104 0</inkml:trace>
  <inkml:trace contextRef="#ctx0" brushRef="#br0">9372 10906 28 0,'-12'-24'13'0,"12"1"4"0,24-1 41 0,-24-13-19 0,-24 14-12 0,12 23-10 0,0 23-7 0,0 48-2 0,24 13-1 0,12 0-2 0,-12-13-2 0,0-23 1 0,-12-36 0 0,-24-1 0 0,-12 2-1 0,-11-13 0 0,-37-36 2 0,-11 0-5 0,-48 1 0 0,24-1-12 0,47 24-184 0</inkml:trace>
  <inkml:trace contextRef="#ctx0" brushRef="#br0">21756 12774 56 0,'48'-58'14'0,"0"-14"19"0,-35 13-8 0,-50 35-5 0,-46 24-10 0,-12 37-4 0,-1 45-2 0,-11 73 1 0,59-24-3 0,36 12-1 0,48-36 1 0,36-36-2 0,-1-35 3 0,72-24 3 0,0-60-3 0,-36-23 1 0,-37-24-2 0,-57 11 0 0,-1-24-1 0,-37 14 0 0,15 12 0 0,-38 9 0 0,-1 14 0 0,-8 11-1 0,-4 23 0 0,49 25 0 0,-60 0 1 0,2 37-1 0,10 34-1 0,36 37 2 0,71 11-4 0,60 0 2 0,25-12 2 0,-37-48 5 0,-47-11 1 0,-24-12-3 0,-24-24 0 0,0 0-4 0,10-36-40 0,75-12-108 0</inkml:trace>
  <inkml:trace contextRef="#ctx0" brushRef="#br0">22244 12359 14 0,'-34'-12'29'0,"-15"0"1"0,2-12 6 0,23 1-10 0,12 10-11 0,60 1-6 0,47-11-2 0,36 11-2 0,-37 1-1 0,-69-2-2 0,-37 13-1 0,-71-12 1 0,11 12-2 0,37 0 2 0,23 48-4 0,12 23 3 0,12 1-2 0,-1-25 5 0,-22-23-4 0,22-12-11 0,61-12-72 0,-60 0 29 0</inkml:trace>
  <inkml:trace contextRef="#ctx0" brushRef="#br0">22673 12656 61 0,'0'-35'28'0,"24"-13"15"0,24 36-17 0,0 36-11 0,23 71-6 0,24 36 3 0,12-24-2 0,1-23-3 0,-49-13-2 0,-23-23-3 0,-36-24 0 0,0-14-9 0,-12-31-37 0,0-63-62 0,12 71 64 0</inkml:trace>
  <inkml:trace contextRef="#ctx0" brushRef="#br0">23185 12548 61 0,'0'-11'29'0,"-11"22"5"0,-84 85-10 0,-25 95-3 0,25-24 0 0,24-48-2 0,23-48-7 0,24-47-6 0,12-35-3 0,24-49-4 0,12 36-40 0,12 12-114 0</inkml:trace>
  <inkml:trace contextRef="#ctx0" brushRef="#br0">21232 13907 30 0,'0'0'0'0,"0"-24"44"0,0 12 1 0,-23-13-15 0,-37 14-14 0,13 11-8 0,23 0-2 0,83 0-4 0,143-12 1 0,132 1 1 0,71-14-3 0,-12 13 0 0,-24 1 8 0,-60-1-7 0,-58 1 0 0,-73-14-1 0,-117 0 1 0,-50 14 1 0,-47-12-7 0,-35 34-40 0,-36 25-30 0,35-24 5 0</inkml:trace>
  <inkml:trace contextRef="#ctx0" brushRef="#br0">21971 13967 41 0,'0'0'0'0,"-155"23"37"0,36-12-31 0,35-11 20 0,12 0-8 0,14 0-9 0,10 0 3 0,24 0-1 0,36 0-5 0,60-23-2 0,83-1 0 0,83 0-1 0,47 11-1 0,49 13 1 0,-25-10-1 0,-46 10 3 0,-61 0 3 0,-71-11-3 0,-107 11 0 0,-24-25-2 0,-49 0-42 0,-10 38-113 0</inkml:trace>
  <inkml:trace contextRef="#ctx0" brushRef="#br0">10014 12490 88 0,'-58'-36'22'0,"46"36"-20"0,24 0 9 0,35 0 6 0,36-11-7 0,1-2-2 0,-13-24-5 0,-35 16 1 0,-36-16 3 0,-48 13-3 0,-47 12 0 0,0 24 4 0,0-1-6 0,59-11 1 0,48 13-3 0,71-26 1 0,37 2 0 0,-14 11 0 0,-70 11-3 0,-48 2 5 0,-84-1-1 0,-22 13 0 0,-1-4 1 0,36-8-2 0,58-1-2 0,97-12 1 0,47 0 1 0,1-12 0 0,-50 12 1 0,-70 0-3 0,-23 0 1 0,-37 24-3 0,0-11 5 0,24-13-2 0,49 0 0 0,35-13 0 0,23-11 0 0,-35 24 2 0,-25 0-2 0,-58 0 0 0,-36 24-1 0,23-11 0 0,25-2 0 0,23 1 2 0,47-12 0 0,1 0-2 0,-13 0 1 0,-34 0 1 0,-60 11-1 0,-13 2 1 0,1-1 4 0,47-12-4 0,36-25-46 0,13 14-97 0</inkml:trace>
  <inkml:trace contextRef="#ctx0" brushRef="#br0">3048 12418 17 0,'-59'-25'27'0,"12"15"20"0,23-14-16 0,36 12-17 0,83 12-11 0,24 0-3 0,-12 0-1 0,-35 0 3 0,-13 0 0 0,-48 0-61 0,-11 12-4 0</inkml:trace>
  <inkml:trace contextRef="#ctx0" brushRef="#br0">2976 12502 14 0,'-70'12'30'0,"34"-12"22"0,36 0-25 0,96 0-17 0,93 0-6 0,-44-12-3 0,-27 12 2 0,-94 0 2 0,-36-12-2 0,0-1-2 0,0 13-1 0,-1 13 0 0,2 22-9 0,-1-12-116 0</inkml:trace>
  <inkml:trace contextRef="#ctx0" brushRef="#br0">7859 12466 74 0,'-23'-36'20'0,"-1"24"2"0,35 0 6 0,73-11-17 0,70 23-6 0,14 10-3 0,-48 3 2 0,-97-13 0 0,-95 0 0 0,-118 12-1 0,-13-12-2 0,72 12 1 0,96-12-1 0,59 0-1 0,83 0 0 0,12 13 1 0,12-13-1 0,-85 0-1 0,-33 0 3 0,-84 0 1 0,-108 0-2 0,0 0 0 0,96 0-1 0,94 0 0 0,98 0 1 0,57 0-1 0,-47 0 0 0,-71 0 0 0,-84 0 1 0,-71 0-1 0,0-13 1 0,71 13-1 0,72 0 1 0,71 0-2 0,11 13 1 0,-58-13-1 0,-60 0 1 0,-23-13 2 0,-1 1 0 0,11 12-3 0,13 12 1 0,13 1 0 0,11-13-1 0,-12 0 1 0,-12 0 1 0,0-13-1 0,0 13 0 0,0 0 0 0,-12-12 0 0,12 12 1 0,0 0 0 0,12 0 0 0,-12 0-3 0,0 0 1 0,11 0 0 0,-11 0 1 0,11 0 2 0,2 0-1 0,-13 0-3 0,12 0 3 0,-1 0-2 0,-11 0 2 0,0-12-2 0,0 12 2 0,-11 0 1 0,11 0-2 0,0 0 0 0,0 0-1 0,-12 0-1 0,12 0 3 0,-13 12-2 0,13-12 4 0,0 0-5 0,0 0 1 0,0 0 2 0,-11 12-2 0,11-12 2 0,0 0-2 0,0 0 1 0,0 0 3 0,0 13-4 0,-11-13 2 0,11 0-2 0,0 0 2 0,0 11-15 0,-12 1-125 0</inkml:trace>
  <inkml:trace contextRef="#ctx0" brushRef="#br0">9991 12443 10 0,'-35'-13'26'0,"11"1"22"0,24 0-17 0,12-1-16 0,12 13-5 0,47 0-4 0,-11 13 0 0,-2-13-3 0,-33-13 1 0,-37 13-1 0,-59 0-1 0,-25 0 0 0,25 0 0 0,35 13-2 0,36-13 1 0,24 0-2 0,34 0 2 0,14 0-1 0,1 0 2 0,-3 12-2 0,-34-12 3 0,-47-12-3 0,-61 12 3 0,-47-13-3 0,-12 13 2 0,72 0-3 0,59 13 1 0,71-13-1 0,24-13 3 0,12 13-2 0,-24 0 1 0,-23 0-2 0,-48 0 2 0,-12 0-1 0,-72 0 2 0,-35 0-3 0,12 0 3 0,60 0-2 0,35 13-1 0,22-13 1 0,50 0 1 0,1 0-1 0,-26 12 0 0,-24-12 0 0,-23-12 0 0,0 12 1 0,0 0-2 0,0-13 2 0,13 13-1 0,-13 13 0 0,0-13 0 0,0 0 0 0,12 0 0 0,-12-13 0 0,0 13 0 0,0-10 0 0,0 10 0 0,0 10 0 0,0-10-1 0,-12 13 0 0,12-13-3 0,0 0-11 0,-13 12-28 0,2 0-57 0</inkml:trace>
  <inkml:trace contextRef="#ctx0" brushRef="#br0">9932 12217 16 0,'-24'-13'45'0,"12"26"0"0,24 21-7 0,24-10-29 0,23 0-1 0,24-12-1 0,13-1-3 0,-1-45-1 0,-23-14 0 0,-13-12-1 0,-11-11 1 0,-2-1-3 0,-21-11 0 0,-1-35 2 0,-12 10 0 0,-1 11 2 0,-22 15-4 0,-14 11 1 0,-11-2 0 0,-35 2-1 0,-22 0 1 0,-16 24 1 0,3 23-2 0,10 11-1 0,13 26 1 0,10 35-2 0,14 35 2 0,0 36 1 0,0 24 0 0,23 12-1 0,24-1-1 0,12-23 4 0,48-12-5 0,23-12 5 0,35-36-3 0,14-21 2 0,12-29-1 0,-2-21 2 0,-24-21-1 0,-34-40 1 0,-12-22-2 0,-13-12-2 0,-11-26 4 0,-23-9-2 0,-26 0 1 0,-10 34 0 0,-26 0-1 0,3 14 0 0,-15 22-1 0,-9 13-1 0,-14 10 0 0,-11 14-2 0,-1 12 1 0,2 11 1 0,22 11 0 0,13 12 0 0,12 37 1 0,-14 24-1 0,2 35 1 0,23 36 0 0,36 11-2 0,11-11 1 0,38-11-1 0,34-39 1 0,36-9-2 0,11-48 3 0,-10-24 2 0,-1-37-1 0,-23-58 0 0,-14-60 3 0,-11-95-3 0,-22-37 1 0,-49 87 1 0,-60 44-3 0,-23 59-10 0,-12 62-85 0,83 11 31 0</inkml:trace>
  <inkml:trace contextRef="#ctx0" brushRef="#br0">9717 10430 80 0,'-12'-24'14'0,"1"-36"9"0,22 1 5 0,25 11-16 0,35 37-6 0,-12 22-1 0,-22 73-1 0,-25-1-2 0,-48-11 4 0,-23-25 1 0,12-23-1 0,22-24-3 0,50-24 0 0,45-23-5 0,26-1 4 0,-49 1-1 0,-24-13 0 0,-10 12 0 0,-13 12 0 0,0 36-3 0,-36 48 2 0,1 35-1 0,23 1-1 0,12-13 4 0,24-11-6 0,11 11-47 0,25-34-80 0</inkml:trace>
  <inkml:trace contextRef="#ctx0" brushRef="#br0">10313 10632 102 0,'0'-23'21'0,"-12"11"0"0,-36 24-9 0,24 35-9 0,1 1 0 0,58-13 2 0,25-35-2 0,11-23 0 0,-12-37 5 0,-46 1 3 0,-49 11-5 0,-23 24-4 0,11 12-2 0,-12 60-29 0,12 34-116 0</inkml:trace>
  <inkml:trace contextRef="#ctx0" brushRef="#br0">21697 14109 32 0,'-120'-12'15'0,"-105"12"-1"0,-3 12 15 0,110-24-3 0,118-13-10 0,118 2-13 0,157-12 1 0,94-25-2 0,24 36 3 0,-72 11-3 0,-130-8 0 0,-143 8 2 0,-131 1 0 0,-145 12-3 0,-153 46 1 0,-35 4-1 0,108-16-2 0,140-21 3 0,145-37 0 0,165-24-1 0,179-11-1 0,121 35 2 0,10 11-3 0,-107 13 0 0,-166 0 1 0,-143 13 2 0,-143-1 0 0,-156 13 0 0,-106-4 0 0,-47 4-1 0,11 11-1 0,119-13 0 0,167-10 1 0,167-13-2 0,202-36 0 0,166 0 2 0,48 11-2 0,-47 25 0 0,-119 0-1 0,-144 0 0 0,-105-10-21 0,-37-14-114 0</inkml:trace>
  <inkml:trace contextRef="#ctx0" brushRef="#br0">20947 3239 22 0,'-48'-11'20'0,"12"-2"-11"0,48 13-4 0,48 0-3 0,35 0 1 0,24-12 3 0,12 0-3 0,-47-1-1 0,-49 13-1 0,-23 0 4 0,-71 0 0 0,-37 0-2 0,-36 13 0 0,2-1-1 0,11-12-1 0,59 12 1 0,49-12 0 0,58-12-1 0,49-13 0 0,35 25 0 0,-36-11 0 0,-24 11 1 0,-35 0-2 0,-24 0 1 0,-36 0 0 0,-48 11-1 0,-22-11 1 0,-14 13 0 0,37-1-1 0,59-12 1 0,72 0-1 0,47-12 0 0,0-12 0 0,0 12 0 0,-60 12 0 0,-34 0 1 0,-26 0 0 0,-10 0 0 0,-25 0-1 0,1 0 1 0,-1 0-1 0,35 23-23 0,13-10-42 0</inkml:trace>
  <inkml:trace contextRef="#ctx0" brushRef="#br0">24031 3119 11 0,'-107'-12'4'0,"22"1"-1"0,39 11-2 0,22 11 0 0,24-11 8 0,48-11-5 0,-26 11-3 0,86-12 5 0,35 1 2 0,-11 11-5 0,-49 0-3 0,-35 0 2 0,-48 0-1 0,-72-25 1 0,-35 25 0 0,-24 0 0 0,-1 0 0 0,50-12 1 0,58-1-1 0,24 13-1 0,70 25-43 0,-57-25 22 0</inkml:trace>
  <inkml:trace contextRef="#ctx0" brushRef="#br0">2608 17026 46 0,'0'0'0'0,"-35"-24"36"0,23 12 4 0,0-13-14 0,47 25-7 0,37 0-5 0,35 0-5 0,24 0-5 0,-13-10 0 0,-33-14-5 0,-50 0 4 0,-35 0-17 0,-59 24-41 0,-48 36-62 0</inkml:trace>
  <inkml:trace contextRef="#ctx0" brushRef="#br0">2584 17086 37 0,'-35'0'32'0,"-49"11"12"0,71-11-7 0,86-23-22 0,69-2-4 0,26 14-1 0,-49-12 2 0,-84 10-3 0,-23 1 3 0,-12 0-10 0,-12 12 1 0,12 0-2 0,0 0-1 0,0 0 1 0,0 12-1 0,0-12 0 0,0 0 0 0,0 0 0 0,0 12 1 0,0-12-1 0,23 0 0 0,-10-12-22 0,-13 0-108 0,12 12 79 0</inkml:trace>
  <inkml:trace contextRef="#ctx0" brushRef="#br0">4633 17467 4 0,'0'0'10'0,"-13"0"17"0,13 0 0 0,-11 0-6 0,11 0-1 0,-12 0-6 0,12 0 1 0,0 0 1 0,-13 11-2 0,13-11-7 0,0 0 1 0,13 0-1 0,-13 0-3 0,0 0-4 0,0 0-1 0,0 0 2 0,12 0-1 0,-12 0 3 0,0 0-2 0,11-11-2 0,-11 11 0 0,0 0 1 0,0 0 3 0,-11 0-2 0,11 0-2 0,0 0-1 0,0 0 4 0,0-12-1 0,0 0 1 0,0-1-1 0,0 2-5 0,0 22-11 0,11 14-7 0,-11-13-4 0,0-12 10 0,-11 0 16 0,-1 0 6 0,-12 0 4 0,1 0 1 0,10 0-2 0,2 0-1 0,11 0-2 0,11 0 1 0,36 0-5 0,61-24 0 0,71 0-4 0,35 12-1 0,-23 12-1 0,-48 0 1 0,-60 0 1 0,-35 0 2 0,-25-11 1 0,-35 11 1 0,-35 0 0 0,-60 11 0 0,-48 1 0 0,-60 24 3 0,0-24-2 0,26-1 1 0,93 1-2 0,72-1-2 0,61-11 0 0,46-11-1 0,83-1 0 0,25-23 0 0,11 11-1 0,1 12 0 0,-73 1 0 0,-58-2 1 0,-60 13 4 0,-36-12-1 0,-47 12 0 0,-61 12 0 0,-70 1 2 0,0-2 0 0,46 12-1 0,50 2-2 0,58-13-1 0,72-12-1 0,70-12 0 0,62-13-2 0,59 2 1 0,-13-1-1 0,-23 12 0 0,-84 0 1 0,-35-1 0 0,-37 13 3 0,-23 0 1 0,0-10 0 0,0 10-2 0,-12 0 1 0,12 0 0 0,0 0-2 0,-11 0-29 0,-37 0-90 0,48 0 87 0</inkml:trace>
  <inkml:trace contextRef="#ctx0" brushRef="#br0">8549 16871 10 0,'0'0'18'0,"-10"-11"24"0,-2 11-11 0,12-13-11 0,-12 13-4 0,0-12-2 0,12 0-3 0,36 12-6 0,46 0 0 0,14 0-2 0,-49 12 2 0,-34-12-3 0,-62 0 0 0,-22 0 0 0,-1 12-3 0,14-12 0 0,10 13 2 0,48-13 1 0,24-13-1 0,47 1 2 0,-11 0-4 0,-2 12 3 0,-33 12-2 0,-25-12 2 0,-36 12-4 0,-24 1 4 0,1-13-4 0,12 0 1 0,23 11 0 0,24 1 3 0,24-12-3 0,0 0 3 0,11-12-2 0,-11 12-1 0,-24 0 3 0,0 0-2 0,-13 0-1 0,13 12 1 0,-11-1-1 0,11-11 1 0,0 0-1 0,0 0 0 0,0 0-1 0,0 0-1 0,0 0 2 0,0 0 0 0,11 0-2 0,-11 0-1 0,0 13 1 0,0-13 2 0,0 0 0 0,-11 0 1 0,11 0-1 0,0 0 0 0,0 0 1 0,0 0-1 0,0 0 1 0,0 0 0 0,0-13 0 0,0 13 0 0,0 0 0 0,0 0-1 0,0 0 1 0,11 0-1 0,-11 0 1 0,0 13 0 0,0-13 0 0,-11 0 0 0,11 0 0 0,0 0 0 0,0 0-1 0,0 0 2 0,-12 12-2 0,12-12 1 0,0 0 0 0,0 0 1 0,12 0-2 0,-12 0 1 0,0 0 0 0,0 0 0 0,0 0 0 0,0 0 0 0,0 0 0 0,0 0 0 0,0 12 1 0,0-12-3 0,0-12-14 0,-12 12-4 0,12 0-10 0,0 0-32 0,0 0 34 0</inkml:trace>
  <inkml:trace contextRef="#ctx0" brushRef="#br0">11730 16919 30 0,'-12'0'8'0,"-36"0"14"0,13-12 4 0,11 12-8 0,1 0-3 0,-2 0 1 0,13 0-4 0,12-13-3 0,37 2-4 0,22-12-1 0,36 10-2 0,36 13 0 0,12 0-1 0,-11 0 0 0,-38 0 1 0,-46 0 0 0,-48 0-2 0,-12 0 3 0,-61 0-3 0,-45 13 0 0,-13-2 0 0,-24 1 1 0,24-1-1 0,24 2 2 0,48-1-2 0,47-12 0 0,47 0 0 0,49-12-1 0,47-1 1 0,36 2 0 0,-37 11-1 0,-34-12 1 0,-72 12 1 0,-35 0-1 0,-62-11 1 0,-46-2-1 0,-24 13 2 0,60 0-2 0,47 0-4 0,60 13-50 0,12-2-64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2311 10693 67 0,'-48'-25'24'0,"48"25"-15"0,23 0 4 0,37-12 4 0,36-1-4 0,-1 2-5 0,-24-12-5 0,-48 23-2 0,-23 0-3 0,-23 11-28 0,-24 1-34 0,-13-1 46 0,-35 14 18 0,0-13 16 0,47 1 11 0,35-13 5 0,38-13-18 0,46 1 3 0,25-13-8 0,-1 2 0 0,-48 0-7 0,-36 35-45 0,-11-1-30 0</inkml:trace>
  <inkml:trace contextRef="#ctx0" brushRef="#br0">3894 13645 4 0,'-13'-12'10'0,"13"12"8"0,0 0 7 0,-10 0-4 0,-1 0-10 0,-2 12 1 0,13-12 2 0,-12-12 0 0,0 12-2 0,-24 0-5 0,0 0-1 0,25 0-2 0,11 0-1 0,0 0 0 0,-12 12 0 0,12-12-1 0,12 0 1 0,23 0-1 0,50-12-1 0,57 12 0 0,36-13 2 0,13 13-2 0,-1 0 0 0,-35 0 0 0,-24 0-1 0,-36 0 1 0,-23 0 2 0,-37 0-2 0,-11 0-1 0,-24-11 1 0,-24 11-1 0,-47 0-1 0,-72 0-1 0,-59 0 3 0,10 11-2 0,3 2 1 0,22-1-1 0,35 11-1 0,26-11 3 0,22-1-1 0,13 2 1 0,24-13-1 0,22 0 0 0,37 0 0 0,60-13 0 0,35 2 0 0,60-12 0 0,35 11 3 0,-23 12-2 0,12 0 0 0,-25-12 0 0,-24 12-1 0,-46-13 1 0,-13 13 1 0,-23-11-1 0,-13 11 0 0,-11 0 0 0,-12 0-1 0,-12 0 1 0,0 0 0 0,-12 0 0 0,0 0 1 0,-12-12-2 0,0 1 2 0,12-14-13 0,0 13-152 0</inkml:trace>
  <inkml:trace contextRef="#ctx0" brushRef="#br0">10515 13418 37 0,'0'0'15'0,"-13"-12"33"0,2 0-17 0,11 12-18 0,47-11-6 0,14 11 0 0,-14 0-5 0,-10 0 3 0,-37 0 2 0,-13 0-3 0,-35 0 1 0,-23 0-2 0,22 0 1 0,15 0 0 0,22 0-1 0,47 0-2 0,37 0 0 0,-25 11-1 0,-23-11 0 0,-24 0 2 0,-35 0 0 0,-26 0-1 0,25 0 0 0,36 0-1 0,0 12-46 0,13 13-76 0</inkml:trace>
  <inkml:trace contextRef="#ctx0" brushRef="#br0">11456 13431 33 0,'-24'-13'37'0,"12"1"-1"0,-12 0-14 0,-11 12-7 0,-1 0-4 0,11 0 2 0,2-11-3 0,12-1-1 0,58-12-6 0,60 24-1 0,48-12-2 0,12 12 2 0,0 0 0 0,-48 0 0 0,-72 0-1 0,-11 0 1 0,-24 0 0 0,0-12-1 0,-36 12 0 0,-48 0 0 0,-23 0-1 0,-12 0 1 0,0 0-2 0,-24 12 2 0,-25-12 0 0,38 0 0 0,47 0-1 0,47 0 1 0,37 12-2 0,44 1 1 0,50-2 0 0,37-11 0 0,11 12 0 0,-12-12 1 0,-36 0-1 0,-47 0 0 0,-25-12 0 0,-23 12 1 0,-24 0 0 0,-47-11 0 0,-84 11-1 0,-48-13-1 0,25 13 2 0,47 13 1 0,71 10-2 0,36 0 0 0,35-11 0 0,37-12 0 0,48 0-1 0,46-12 1 0,25 12 0 0,0 0 0 0,-60 12-1 0,-36-12 0 0,-47 0 1 0,-12 0 0 0,-12 0 1 0,-12 0-1 0,-12 0-31 0,12 13-132 0</inkml:trace>
  <inkml:trace contextRef="#ctx0" brushRef="#br0">12778 13752 11 0,'0'-72'33'0,"-13"37"6"0,-10 23-3 0,-13 12-19 0,23 24-10 0,13 35-1 0,25 60 0 0,-1 47-1 0,-1 13-1 0,-10-24 1 0,-1-12-1 0,0-36 0 0,0-34-2 0,-12-39 0 0,0 3 0 0,-12-26 1 0,0 1-1 0,0-1-1 0,12 2 0 0,0-13 0 0,0 0-1 0,-13 12 1 0,26 0 0 0,23-12 0 0,22 11 0 0,50-11-1 0,35 0-1 0,59 0 1 0,25 0 1 0,23-11 0 0,24 11 0 0,0 11-2 0,35 1 1 0,1-12 0 0,-1-12 1 0,-23 1-2 0,-12 11 2 0,24-12-2 0,-24 12 0 0,-49 0 1 0,-44 0 1 0,-51-12-1 0,-60-12 1 0,-21 1 0 0,-14-2 0 0,-23-21 1 0,-12-4 0 0,-24-44 0 0,-35-72 0 0,23-49 0 0,-11 12-1 0,23 48 2 0,0 60-3 0,-1 1 1 0,2-14 0 0,10 36 0 0,13 37-1 0,-21 11 0 0,-28 24 0 0,-22 0-1 0,-13 13 1 0,-11-13 0 0,-48 0 0 0,-48 0 0 0,-60 11 0 0,-22-11 0 0,-12 12 1 0,-26-1-1 0,-21 26-1 0,-37-14 2 0,-12 25-2 0,23-14 1 0,84 3 1 0,108-1 0 0,47-25 1 0,59-11-1 0,0 0 0 0,1 0 3 0,-1 13-2 0,25-13-1 0,10 12-9 0,14 11-172 0</inkml:trace>
  <inkml:trace contextRef="#ctx0" brushRef="#br0">9324 8131 51 0,'0'0'0'0,"-59"-34"5"0,71 21-1 0,-12 13 25 0,0-24-9 0,-12-10-7 0,-12-16-5 0,1-8-2 0,23 22-2 0,0-12-2 0,0-11 0 0,-37-25 2 0,-22 38-1 0,0-15-1 0,35-10 0 0,0 35-1 0,0 24 0 0,-24 0 0 0,-23-1 0 0,-12 13-1 0,22 37 0 0,38 10-1 0,10 13 1 0,13 1 0 0,-11 21 0 0,-24 12-1 0,-1 15 0 0,0-2 1 0,1 0-1 0,-1 35 0 0,0 13 0 0,-12 12 1 0,12-37-1 0,2-9 3 0,21 9-1 0,13 13 0 0,0 24-1 0,0 0 0 0,0-1 0 0,0-11 0 0,0 23 1 0,0 14 0 0,13-3-1 0,-13-22 0 0,0 13 1 0,11-38 0 0,1 24 0 0,-1 1-2 0,14-12 2 0,-14 0 0 0,1-12-2 0,-12-12 3 0,-12-1 2 0,12 0-2 0,12 2-3 0,12-1 2 0,0 0-2 0,0-23 1 0,0-24 2 0,11 10-1 0,13 1 0 0,12-47 0 0,23-25 1 0,12-46-1 0,-23-13 0 0,-13-35 0 0,25-25-1 0,-13-22 2 0,-24 10 0 0,-10-58 3 0,-26 11-4 0,-11-12 1 0,23-11-2 0,13 23 2 0,-11 12-1 0,-14-36 0 0,-11 1-1 0,12-1 1 0,12 48-2 0,-12-1 3 0,-12 2-1 0,0-37-1 0,-12 1 0 0,12 59 1 0,12-12 0 0,-12-36 1 0,-12-48-1 0,-12 73 0 0,1 22-1 0,-2 1 1 0,14-36 0 0,-1-1 1 0,24 14-2 0,-12 47 0 0,11 12 1 0,-11-47 0 0,-11-37 0 0,-1 23 1 0,12 38-1 0,0 10 0 0,12 0 1 0,-12 1 0 0,-12 35-3 0,-1 48-31 0,-10 71-132 0</inkml:trace>
  <inkml:trace contextRef="#ctx0" brushRef="#br0">8300 13205 10 0,'-24'-13'30'0,"1"-11"20"0,-1 11-10 0,12-8-16 0,12 8-4 0,12-11-4 0,12 11-3 0,-1 2-3 0,25 22-5 0,-12 14-2 0,-13 0-1 0,-10 21-1 0,-26 2 0 0,-21 0-2 0,9-14 1 0,1-9 1 0,12-13 0 0,12-12 0 0,12-37 1 0,24 3-2 0,11-14 3 0,13-12-2 0,12 13-1 0,-25-1 3 0,-24 0-2 0,2 36-1 0,-37 1 1 0,-37 34-1 0,-9 13 1 0,-14 48-3 0,49-13 2 0,35-11 0 0,47-13 0 0,1-35 2 0,-25-24-1 0,13-24-56 0,-24 72-115 0</inkml:trace>
  <inkml:trace contextRef="#ctx0" brushRef="#br0">8860 13383 75 0,'-12'-36'66'0,"-12"12"-27"0,-11 24-16 0,10 24-12 0,25 12-5 0,13 12-4 0,10-14-1 0,1 16-1 0,12-16 1 0,13-34 0 0,8-13 1 0,4-8-2 0,-25-29 1 0,-13 3 1 0,-11 12 2 0,-12-1-3 0,-12-1 2 0,-23 3-2 0,-13-3 4 0,-12 26-3 0,-11 11-1 0,11 11 0 0,12 14-2 0,12-2-1 0,13 37-65 0,23-13-82 0</inkml:trace>
  <inkml:trace contextRef="#ctx0" brushRef="#br0">4490 9061 23 0,'0'0'16'0,"-36"-24"22"0,-23 1 1 0,-13 23-17 0,24-13-7 0,12 13-5 0,25 13 0 0,81-13 1 0,109 11-4 0,36 1-1 0,0 12 3 0,-85-12 1 0,-106-12-6 0,-84 0-1 0,-83-12-6 0,-47 12 4 0,-1-13-1 0,1 13 2 0,71 0-3 0,95 0 3 0,60 0-2 0,95 0 1 0,84 0 1 0,11 13 0 0,-24 11 1 0,-119-1 1 0,-94-23-1 0,-120 0-3 0,-72 0 0 0,-12 11 1 0,61-11-1 0,106 0 0 0,84 0 1 0,107 0-1 0,83 0 0 0,-11 13 2 0,-84-13 2 0,-84 0-2 0,-94 0 1 0,-72 0-5 0,-48-13 4 0,24 2-5 0,59 11 4 0,97 0-2 0,81 0 1 0,85 0 2 0,0 11 0 0,-96 2-1 0,-71-13-2 0,-84 24-57 0,36 0-102 0</inkml:trace>
  <inkml:trace contextRef="#ctx0" brushRef="#br0">8634 13835 69 0,'0'-12'8'0,"-36"1"21"0,-23-14 1 0,-1 25-11 0,-23-12-3 0,70 12-6 0,85 12-2 0,94-12-3 0,25 0-2 0,-48 12 1 0,-119-12 0 0,-71 0 3 0,-108 0-5 0,-60 0-1 0,36-12 0 0,108 12 1 0,83 0 0 0,107 0-1 0,84 0 0 0,-1 12 0 0,-59 1-1 0,-131-13 2 0,-95 0 1 0,-109-13-2 0,-45 1 0 0,70 12-1 0,119 0-1 0,132 0 2 0,105 0 0 0,62 12-1 0,-72 12-1 0,-143-12 0 0,-108-12 3 0,-154 0-1 0,-36-12-1 0,95 1 1 0,167 11-3 0,143 0 3 0,83 0-2 0,-35 0 2 0,-167-13 1 0,-119-11-11 0,-84 13-104 0,155 22 41 0</inkml:trace>
  <inkml:trace contextRef="#ctx0" brushRef="#br0">15838 14597 7 0,'-59'0'17'0,"10"11"15"0,2-11-1 0,0-11-7 0,23 11-5 0,48 0-12 0,95 11-2 0,71 2-3 0,25 11-1 0,-60-11 0 0,-96-13 3 0,-84 0 3 0,-117-13-4 0,-36 1-1 0,-13 12-1 0,72 12 1 0,72-12-2 0,70 0 1 0,96 0 1 0,71-12-1 0,-22 12-1 0,-73 12 1 0,-83-12 1 0,-72 13 1 0,-95-2-1 0,-71-11-1 0,60 0-1 0,106 10 0 0,71-10 1 0,109 0-1 0,69 0 1 0,3-10-1 0,-49 10 0 0,-95 0 0 0,-73 0 2 0,-93 10-1 0,-86-10 0 0,-21 0-1 0,58 13 0 0,120-13 0 0,94 0 0 0,107 0 1 0,73 0-1 0,-24 0 0 0,-73 0 0 0,-71 0 0 0,-46 0 0 0,-13 0 0 0,-24 0 0 0,1 0 0 0,11 12 1 0,-1-12-1 0,13 0 0 0,0 0 0 0,13 0 0 0,-1 0 0 0,-1 0 0 0,-11 12-1 0,0-12 2 0,0 0-1 0,12 0 0 0,-1 0 0 0,-11 0 0 0,13 0 0 0,-13-12 0 0,0 12 0 0,12 0 0 0,-12-12 0 0,0 12 0 0,0 0 0 0,12 0 0 0,-12 0 0 0,0-13 0 0,0 13 0 0,0 0 0 0,12 0-1 0,-12 13 1 0,0-13 0 0,0 0 0 0,0 0-4 0,0 0-7 0,0 0 5 0,0 0 4 0,0 0-1 0,-12 0 3 0,12 12 0 0,0-12-1 0,0 0 1 0,0 12 0 0,-12-12 0 0,12 0 0 0,0 13-1 0,12-13-10 0,-12 0-13 0,12 0-80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4645 6906 70 0,'-108'-60'10'0,"48"60"0"0,144-13 30 0,83 2-30 0,47 11 0 0,13-12 0 0,-25-11-3 0,-107 23-4 0,-119 0 0 0,-118 23 0 0,-109 13-2 0,1 12 0 0,71-13 1 0,120-10-1 0,82-25 1 0,121-25-1 0,93 2 2 0,26 0 1 0,-60-2-1 0,-145 25-1 0,-116 0 2 0,-157 25-1 0,-59-2-2 0,36 0 0 0,118-23 0 0,133 0 0 0,106-23-1 0,107 0 0 0,-11-2 3 0,-72 0-2 0,-143 25 0 0,-131 61-72 0,95-49-7 0</inkml:trace>
  <inkml:trace contextRef="#ctx0" brushRef="#br0">9515 6954 1 0,'0'0'0'0,"-12"0"4"0,-1 0 14 0,2 0 10 0,-1 0-5 0,-11 0-5 0,-13 0 3 0,0 0-6 0,24 0-7 0,12 0-4 0,24 0 3 0,36-13-1 0,59 13 0 0,71 0-1 0,1 13-3 0,-1 10 1 0,-11-12 0 0,-72-11 2 0,-47 0 0 0,-49 0 1 0,-34-11-4 0,-73 11-1 0,-70 0 0 0,-49-12 0 0,-23 12 1 0,36-11 0 0,59 11-1 0,59 0-1 0,61 0 0 0,58 0 1 0,83-13-1 0,61 13 0 0,36 0-3 0,-13 13 3 0,-34-2 1 0,-61-11 0 0,-48 0-1 0,-35 0 1 0,-48 12 0 0,-47-12 0 0,-49 0 0 0,-10 0-1 0,-13 0 0 0,24 0 2 0,47 0-1 0,37 0-1 0,58-12 0 0,61 1 0 0,59-2-1 0,12 13 1 0,-13 0 0 0,-45 13 0 0,-51-13 0 0,-35-13 1 0,-11 13-1 0,0 0 0 0,-11 0 0 0,-24 13-25 0,-37 10-114 0</inkml:trace>
  <inkml:trace contextRef="#ctx0" brushRef="#br0">12159 6929 15 0,'-60'0'16'0,"24"0"-8"0,-11 0 14 0,-25 0-4 0,1 0 0 0,-1 0-5 0,-11 0-2 0,0 0-5 0,23 0 1 0,0 12-2 0,49-12 1 0,11 0-1 0,71-24 0 0,72 13-1 0,35-1 2 0,13 24-3 0,-36-12 0 0,-49 11-3 0,-57-11 3 0,-37 0-1 0,-48-11 1 0,-71 11-2 0,-60 0 1 0,-12 0 0 0,13-12-4 0,34 24 3 0,61-12-1 0,47 11 0 0,36-11 1 0,60 0 0 0,71-11-1 0,34 11 1 0,-9 11 0 0,-25 1 1 0,-73-12-2 0,-45 0 3 0,-37 0-2 0,-47 0 1 0,-36 0-2 0,-1 0 1 0,24 0-1 0,25 0 0 0,35 0 0 0,48 0 0 0,47 0 0 0,48 0 1 0,-23 0-2 0,-13 12 1 0,-48-12 0 0,-34 0 1 0,-13 0-1 0,-25-12 0 0,13 0 0 0,-11 12 0 0,-1 0 0 0,-1 0 0 0,14 0 0 0,-1 12 0 0,12-12 0 0,0 0 0 0,-13 0 0 0,13 12 0 0,0-12 0 0,0 0 0 0,0 0 0 0,0 13 0 0,0-13 1 0,13-13-2 0,-13 13 2 0,23-12-1 0,-23 12 0 0,0-12 0 0,0 12-1 0,13 0 2 0,-1 0-1 0,12 0 0 0,-12 0-1 0,-12 0 1 0,11 0 1 0,-11 0-1 0,0 0 0 0,0 0-4 0,0 0-31 0,-11 12-86 0</inkml:trace>
  <inkml:trace contextRef="#ctx0" brushRef="#br0">7550 7322 38 0,'0'0'0'0,"-59"-24"53"0,12 36-44 0,10 0 7 0,37 1-3 0,37-13-3 0,81-13-3 0,49 13-3 0,11-12 2 0,-35 0 0 0,-96 12-3 0,-94 0 0 0,-96 12-1 0,-84 0-1 0,2 1 0 0,69-2-1 0,98-11 1 0,105 0 1 0,132-11-1 0,95-2 1 0,23 1-1 0,-95 12-1 0,-154 0 2 0,-107 12 0 0,-109 1 1 0,-45-2-1 0,45-11-2 0,145 0-35 0,59 23-72 0</inkml:trace>
  <inkml:trace contextRef="#ctx0" brushRef="#br0">7752 11216 2 0,'-23'0'22'0,"-1"0"0"0,12 0 6 0,-12-12-6 0,12 12 0 0,-1 0-5 0,13 0-9 0,-10 0-4 0,10 12 0 0,0-12 2 0,-12 13 1 0,12-13-3 0,0 0 0 0,0 0 0 0,12 0 3 0,23 0-1 0,12 0 1 0,13 0-4 0,-13-13-1 0,2 13 0 0,-2 0-1 0,1 0 1 0,10 0 3 0,14 0 0 0,-1 0-6 0,1 0 2 0,24-12 0 0,23 12-1 0,24 12 1 0,-36-12 1 0,-84 0-3 0,109 0 3 0,-1 0-1 0,-13 0 1 0,-9 0-1 0,-14 0 1 0,12 0-1 0,-1 0-1 0,-10 13 0 0,-24-13-1 0,12 11 0 0,-25-1 0 0,-12-10 2 0,-23 13-1 0,-24-13 1 0,0-13 1 0,-24 13-2 0,-35-10 0 0,-37 10 2 0,-47 0 0 0,-47 0-2 0,-13 0 1 0,-11 0-1 0,-12 0 1 0,-12 10 0 0,11-10-1 0,49 0 3 0,11 0-3 0,24-10 2 0,23 10-1 0,38 10-2 0,46-10 2 0,11 0-2 0,25 0 1 0,37 0 0 0,33 0 0 0,27 0 0 0,-2-10 0 0,24 10-1 0,23-11 0 0,14 11-1 0,22-13 1 0,12 13 1 0,-34 0 0 0,-13 0 1 0,-12-12-3 0,-12 12 3 0,12 0-2 0,-24 0 1 0,-25 0-1 0,-9 0 3 0,-14 0-2 0,-12 0-1 0,13 0 0 0,-24 0 2 0,-23 0-2 0,-13 0 2 0,0-12 0 0,-13 12-2 0,-11 0 2 0,-23 0-2 0,-25 0 5 0,-24 0-4 0,-34 0 0 0,-37 0-1 0,-23 0 2 0,-13 0 0 0,24 12 0 0,13-12 0 0,24 0-1 0,22 12 0 0,13-12 2 0,23 0-2 0,1 0 0 0,12 0 3 0,23 0-4 0,24 0 2 0,12 0-1 0,12-12 0 0,0 12 0 0,12 0 0 0,-12 0 0 0,11 0 0 0,-11 0 0 0,0 0 1 0,13 0-2 0,-1-12 1 0,-1 12 0 0,2 0 0 0,-13 0 0 0,12 0-7 0,-12 0-21 0,11 12-62 0,1 0 5 0</inkml:trace>
  <inkml:trace contextRef="#ctx0" brushRef="#br0">10944 11204 24 0,'0'0'16'0,"-36"-12"-1"0,36 12-2 0,-12-13 11 0,12 13-4 0,-23-11-3 0,11 11-6 0,-24 0-3 0,24 0-2 0,12 11-1 0,0-11 11 0,36 0-8 0,-2-11-4 0,2 11-2 0,25 0 0 0,21 0 1 0,26 0 0 0,-1 0 0 0,12 0 0 0,12 0-1 0,12 0-1 0,11 0 3 0,2 0-4 0,-13 11 1 0,-12-11 0 0,-12 13-1 0,-24-13 0 0,-36 12 1 0,-11-12 0 0,-24 0 0 0,0 0-1 0,-36 12 1 0,-24-12 0 0,-59-12-1 0,-24 12 0 0,-37-12 0 0,-21 12 3 0,-38 0-3 0,24 0 1 0,-11 0-1 0,36 0 3 0,23-13-2 0,12 13-1 0,47-11 0 0,13 11 0 0,22 0 0 0,15 0 0 0,22 0-1 0,24-12 1 0,22 12 1 0,63 0-1 0,34 0 1 0,47 0-2 0,36 0-1 0,25 0 1 0,-1 12 1 0,-36-1-1 0,-23-11-1 0,-49 13 2 0,-34-13 1 0,-49 0-2 0,-22 0 2 0,-25 0 2 0,-12 0-3 0,-1-24-9 0,13 24-66 0,-11 0-18 0</inkml:trace>
  <inkml:trace contextRef="#ctx0" brushRef="#br0">7741 5096 11 0,'24'-36'21'0,"-48"25"5"0,-48 22-2 0,13 1-9 0,11 12-5 0,0-12 4 0,12 13-2 0,2 9-6 0,9 26-4 0,1 11 0 0,12 1 1 0,12-12 1 0,24 24-1 0,-12 21-1 0,0 16-1 0,-12 21 2 0,-24 1-1 0,-35-1 1 0,-1 13 1 0,35-12-2 0,38-12-1 0,23 1 0 0,12-14-1 0,-25 1 0 0,13-46 1 0,0-27-1 0,46-10 0 0,74-47-6 0,106-26-52 0,-83 24-41 0</inkml:trace>
  <inkml:trace contextRef="#ctx0" brushRef="#br0">13480 5286 73 0,'-12'-23'6'0,"12"-2"8"0,48 14-13 0,34 11 0 0,-10 0-1 0,-23 0 5 0,-14 24 2 0,1 0-2 0,-36 23 2 0,0 24-4 0,-13 0-1 0,2 25-2 0,11 34 2 0,11 25 0 0,-22 13-2 0,22-2 0 0,-11-23 0 0,0 12 1 0,0-25-2 0,-23-22 3 0,-24-13-2 0,-37-47 4 0,-23 0 1 0,-24-25 6 0,35-23-4 0,24 0-3 0,38 0-2 0,22-12-1 0,24 1-50 0,12-1-41 0</inkml:trace>
  <inkml:trace contextRef="#ctx0" brushRef="#br0">18017 10120 103 0,'24'-47'10'0,"24"-37"14"0,-1 37-15 0,-35 11 8 0,-12 11-3 0,-35 25-4 0,-12 13-3 0,-37 58-2 0,12 25-3 0,1 34-2 0,10 49 1 0,15 12 2 0,10 12-3 0,61-61 1 0,68-35 0 0,50-35 0 0,13-37 1 0,-49-10 4 0,-71-25 0 0,-36-13 1 0,-12 1-7 0,0 0-2 0,0-11-26 0,0 23-47 0,0 0-26 0</inkml:trace>
  <inkml:trace contextRef="#ctx0" brushRef="#br0">18434 10262 37 0,'-12'-71'35'0,"48"12"-14"0,12 13-1 0,-37 46-9 0,1 82 2 0,24 62-2 0,48-26-3 0,11 1-3 0,-24-36-3 0,-35-11 1 0,-48-25 0 0,-12-23-4 0,-1-35-8 0,-9-26-20 0,-14-34-14 0,0 12-40 0</inkml:trace>
  <inkml:trace contextRef="#ctx0" brushRef="#br0">18529 10180 82 0,'-35'-60'40'0,"47"26"-28"0,35 34-3 0,-11 71 3 0,-24 84 3 0,-12 0-8 0,12-37-3 0,24-47 0 0,35-47-2 0,35-48 0 0,14-47 0 0,-25-47 0 0,-47 9 0 0,-24 26-1 0,-12-1 1 0,0 37 4 0,-12 35-1 0,-24 71-4 0,-12 120 0 0,36 83 1 0,12 48-3 0,0-48 2 0,-12-95 4 0,-71-49-4 0,-13-58 2 0,-11-120 3 0,34-82-1 0,61-13-4 0,72-13-3 0,48-21-36 0,11-37-146 0</inkml:trace>
  <inkml:trace contextRef="#ctx0" brushRef="#br0">18958 9489 165 0,'-71'24'6'0,"23"59"-2"0,-1-58 16 0,39-50-10 0,45-71-7 0,25-9 0 0,23 80 0 0,-11 97 1 0,-13 36-2 0,1-26 0 0,-2-34-23 0,-9-12-83 0,-49-36 44 0</inkml:trace>
  <inkml:trace contextRef="#ctx0" brushRef="#br0">19577 10442 198 0,'-82'-12'6'0,"141"-12"-7"0,60-24 1 0,-25 25-50 0,-45 11-65 0</inkml:trace>
  <inkml:trace contextRef="#ctx0" brushRef="#br0">20400 10061 117 0,'-13'-48'33'0,"-11"48"-31"0,36 60 14 0,-48 35 6 0,24 12-10 0,72-36-10 0,23-47 1 0,13-48-2 0,-1-60 1 0,0 2-1 0,-59 9 3 0,-24 63 3 0,-12 10-5 0,0 71-2 0,-25 107 1 0,2 85-1 0,12 10 0 0,-13-58 0 0,-36-83 1 0,-23-86 3 0,-13-81 5 0,25-108-4 0,60-24-3 0,93 12-3 0,72 12-18 0,2 36-43 0,-73 36-69 0</inkml:trace>
  <inkml:trace contextRef="#ctx0" brushRef="#br0">21030 9810 31 0,'-36'-59'39'0,"13"13"10"0,23 21-20 0,35 71-18 0,49 170-2 0,35 104-8 0,-60-44 5 0,-95-110 20 0,-59-47-7 0,0-60-11 0,36-35-5 0,23-24-7 0,24-37-87 0,12 16-24 0</inkml:trace>
  <inkml:trace contextRef="#ctx0" brushRef="#br0">17827 12037 42 0,'0'-46'37'0,"0"-4"14"0,-24 16-21 0,-1 21-12 0,14 13-7 0,-1 13-4 0,-11 46-3 0,-37 48 1 0,0 71-4 0,13 48 1 0,22 13-1 0,38-49 1 0,46-71-1 0,13-47 3 0,11-48 2 0,-23-24 0 0,-24-12-4 0,-24-13-10 0,-24-9-61 0,-12 9-39 0</inkml:trace>
  <inkml:trace contextRef="#ctx0" brushRef="#br0">18232 12251 69 0,'-24'-34'51'0,"12"-16"-18"0,24 27-16 0,24 46-4 0,35 85 2 0,36 47-1 0,12 13-4 0,-59-50-3 0,-24-35-2 0,-13-24-2 0,-11-22-2 0,-24-14 1 0,-11-23-4 0,-13-35-27 0,-12-37-31 0,12 1-75 0</inkml:trace>
  <inkml:trace contextRef="#ctx0" brushRef="#br0">18637 12263 19 0,'0'-35'29'0,"0"11"9"0,-24 37-15 0,-48 81-4 0,-47 61-4 0,48 23-2 0,11-35-5 0,35-72-3 0,3-23 0 0,10-48-3 0,12 0-1 0,0-35-19 0,24 11-38 0,11-12-24 0</inkml:trace>
  <inkml:trace contextRef="#ctx0" brushRef="#br0">19137 12299 122 0,'0'0'0'0,"-36"-71"49"0,96 83-47 0,-50 70 12 0,-44 39 1 0,-2 9-6 0,24-34-6 0,48-25-2 0,23-24 0 0,25-23 1 0,11-61 1 0,-12-34-1 0,-34-11-2 0,-15-25 2 0,-45-1-1 0,-37 13 2 0,-23 1-3 0,-25 57 1 0,0 49-3 0,38 36 1 0,34 34-1 0,70 2 4 0,51 0-4 0,34-26 2 0,-60-21-1 0,-35-37 2 0,-24-24-20 0,-1-12-151 0</inkml:trace>
  <inkml:trace contextRef="#ctx0" brushRef="#br0">20173 12454 141 0,'-84'-11'13'0,"50"22"2"0,45-11 11 0,60 12-11 0,60-12-6 0,1 0-3 0,-39 0 0 0,-68 0-1 0,-25-12-4 0,-48 1-26 0,37 11-59 0,22 0-25 0</inkml:trace>
  <inkml:trace contextRef="#ctx0" brushRef="#br0">21006 12192 6 0,'0'0'17'0,"24"-36"30"0,-12 1 6 0,-1 10-22 0,2 14-10 0,-13 11-14 0,0 48-1 0,0 36-5 0,12 10-1 0,12-12 1 0,23-45-3 0,0-24 3 0,25-50 3 0,-1-34-3 0,-35-1 0 0,-12 26 0 0,-24 9 0 0,0 37 0 0,0 12-2 0,0 71-1 0,0 48 4 0,12 36-3 0,-12-12 1 0,0 0-1 0,-47-48 0 0,-25-47 3 0,12-49 1 0,13-47 0 0,-1-47-2 0,35-1 0 0,62-10-1 0,58-38 1 0,0 48-1 0,-35 50 2 0,-48 22-12 0,-24 24-62 0,-12-12-35 0</inkml:trace>
  <inkml:trace contextRef="#ctx0" brushRef="#br0">21684 11728 111 0,'0'-13'8'0,"36"38"9"0,48 129-1 0,23 85 2 0,-59 0-2 0,-48-63 0 0,-37-80-3 0,-9-37-8 0,22-34-3 0,-12-25-8 0,0-48-48 0,24-11-77 0</inkml:trace>
  <inkml:trace contextRef="#ctx0" brushRef="#br0">22852 11740 26 0,'36'-36'13'0,"23"-47"2"0,-47 22 32 0,-37 38-11 0,-69 71-12 0,-25 119-10 0,12 83-7 0,82-24-2 0,86-36-5 0,46-83 0 0,0-71 1 0,-24-83-35 0,-35-13-93 0</inkml:trace>
  <inkml:trace contextRef="#ctx0" brushRef="#br0">23233 11823 117 0,'0'-37'20'0,"0"3"-1"0,36 93-3 0,0 71 2 0,23 25-9 0,13-34-6 0,-1-39-1 0,-48-22-7 0,-23-36-41 0,-23-35-27 0,10-2 7 0</inkml:trace>
  <inkml:trace contextRef="#ctx0" brushRef="#br0">23555 11966 18 0,'23'-72'26'0,"-11"25"10"0,-12 36 11 0,-47 34-21 0,-38 84 1 0,-45 60-11 0,23-12-3 0,24-50-8 0,47-44-2 0,13-49-8 0,34-60-56 0,12 2-73 0</inkml:trace>
  <inkml:trace contextRef="#ctx0" brushRef="#br0">23924 11991 48 0,'12'-13'8'0,"36"-47"47"0,-25 49-17 0,-46 34-15 0,-61 59-10 0,23 27-9 0,39-2-4 0,57-24 1 0,37-35 1 0,11-48 0 0,-23-37 0 0,-25-57 2 0,-23-13-3 0,-47-48-1 0,-1 36 1 0,-12 83-4 0,0 72 2 0,1 58 0 0,47 2 1 0,60-12-1 0,11-38 2 0,24-21-50 0,-35-37-71 0</inkml:trace>
  <inkml:trace contextRef="#ctx0" brushRef="#br0">24412 12073 112 0,'0'0'0'0,"0"-24"35"0,36 12-19 0,-13 0-11 0,13 12-21 0,24 12-83 0,-60-12 61 0</inkml:trace>
  <inkml:trace contextRef="#ctx0" brushRef="#br0">24757 11978 66 0,'0'-12'22'0,"12"-24"27"0,12 13-18 0,-12 70-14 0,-12 36-11 0,-12-11-4 0,12-25 1 0,48-36-1 0,11-57 1 0,0-2 0 0,-23 12-2 0,-24 72 2 0,-12 47 1 0,12 60 4 0,-24-12-1 0,-36-47-3 0,-46-37-4 0,9-35-39 0,27-12-128 0</inkml:trace>
  <inkml:trace contextRef="#ctx0" brushRef="#br0">25091 11573 156 0,'0'0'0'0,"83"24"6"0,1 119-4 0,-2 166 19 0,-82-47-7 0,-82-96-7 0,-26-82-7 0,-70-47-111 0,142-37 49 0</inkml:trace>
  <inkml:trace contextRef="#ctx0" brushRef="#br0">21780 11192 43 0,'-24'-13'8'0,"13"2"13"0,34-12 35 0,49-2-29 0,35 13-13 0,47 12-3 0,-22 0-2 0,-49 0-3 0,-59-11-2 0,-24-1-1 0,-60 12-2 0,-10 0-1 0,-14 0 0 0,23 0 1 0,25-11 1 0,26 11 3 0,20 0-2 0,15 71 3 0,-14 24 1 0,-11 24 0 0,0-23 0 0,-11-38-1 0,-1-22-3 0,12-12-1 0,0-24 0 0,0-24-1 0,0-36-35 0,0 26-147 0</inkml:trace>
  <inkml:trace contextRef="#ctx0" brushRef="#br0">16398 12228 59 0,'0'-72'46'0,"12"49"-15"0,0 70-23 0,0 95-5 0,10 50 6 0,3-37 1 0,-37-60-5 0,-11-24-21 0,11-59-72 0,0-12 47 0</inkml:trace>
  <inkml:trace contextRef="#ctx0" brushRef="#br0">15945 13073 79 0,'-35'0'24'0,"-1"24"2"0,84-24-4 0,141-36-9 0,110 0-1 0,-25 36-3 0,-96 0-4 0,-94 12-3 0,-72 1-22 0,-1 21-74 0,-11-34 46 0</inkml:trace>
  <inkml:trace contextRef="#ctx0" brushRef="#br0">15898 13597 80 0,'-12'-36'19'0,"12"-35"16"0,46 35-15 0,39 13-10 0,-14 23-3 0,-23 34-2 0,-24 16-2 0,-48 32-1 0,-48 1 2 0,-24 1 1 0,26-13 0 0,22-23-1 0,24-14 0 0,0 3-1 0,36-24 1 0,36-13-2 0,22-13 1 0,62-11-3 0,-72 11 0 0,-12 13 2 0,-37 0-28 0,1 50-76 0,-12-50 47 0</inkml:trace>
  <inkml:trace contextRef="#ctx0" brushRef="#br0">16362 13691 106 0,'12'-11'7'0,"60"-36"19"0,-13 47-10 0,-36 58-3 0,-10 26-3 0,-26 0 1 0,13-36-4 0,-11-13-1 0,11-23-3 0,0-12 1 0,-12-12-2 0,12-34 0 0,23-15-2 0,37-10 1 0,0 35-1 0,-12 24 1 0,-25 48-1 0,-11 47 1 0,-12 12 0 0,0-24 2 0,12-46 1 0,-12-13 2 0,0-36-2 0,12 0-3 0,0 1-8 0,0 10-53 0,-12 13-61 0</inkml:trace>
  <inkml:trace contextRef="#ctx0" brushRef="#br0">9490 7049 6 0,'0'0'7'0,"-11"0"46"0,-1-11-32 0,12-2-2 0,0 13-11 0,0 0-8 0,36 13 4 0,12-13 1 0,47 0 1 0,48 0-4 0,-12 11-2 0,-1-1 1 0,-34 3 2 0,-24-13 1 0,-37 0 4 0,-11 0-5 0,-24 0-1 0,-12 0 2 0,-12 0-4 0,24 0-13 0,48 12-46 0,-24 0-5 0</inkml:trace>
  <inkml:trace contextRef="#ctx0" brushRef="#br0">11611 7132 6 0,'0'0'0'0,"59"-23"30"0,1 23-16 0,34 0-8 0,13 0-2 0,-10 0 9 0,-2 0 2 0,-36 0-6 0,-36 0-6 0,-23 11 4 0,0-11 2 0,0-11-4 0,-11 11-2 0,11-13-2 0,11 13-12 0,14 13-70 0</inkml:trace>
  <inkml:trace contextRef="#ctx0" brushRef="#br0">21305 9073 18 0,'0'0'0'0,"-25"-25"50"0,25 14-20 0,12-1-13 0,24 12-10 0,47 0-1 0,132 12 3 0,-132-1-7 0,-59-11 1 0,-37-11-1 0,-57-1-1 0,-3-12-1 0,26 24 0 0,22 24 0 0,25 70 1 0,0 27 3 0,0-16 0 0,-10-44 4 0,-14-25-3 0,0-24-5 0,12 0-33 0,12-1-84 0</inkml:trace>
  <inkml:trace contextRef="#ctx0" brushRef="#br0">22471 9395 75 0,'0'-13'4'0,"-12"-24"2"0,-12 37 13 0,-83 97-1 0,-36 57-9 0,12 60-2 0,84-22 1 0,59-37-5 0,59-37-1 0,-11-58 1 0,11-25-3 0,-12-35-12 0,37-24-117 0</inkml:trace>
  <inkml:trace contextRef="#ctx0" brushRef="#br0">22589 9847 79 0,'-23'-48'21'0,"35"25"-11"0,24 23 0 0,-36 34 0 0,0 26-5 0,0 24-2 0,24-36-1 0,23-25 0 0,25-46 0 0,-13-25-1 0,-23 0-2 0,-12 0 3 0,-12 13 0 0,12 22 0 0,-24 50-1 0,0 81 3 0,-24 49 1 0,-24 0 1 0,12-72 4 0,-34-72 2 0,-14-23-6 0,12-47-5 0,36 0-15 0,60-1-54 0,-12 24-14 0</inkml:trace>
  <inkml:trace contextRef="#ctx0" brushRef="#br0">22816 9324 74 0,'0'0'17'0,"-23"11"-8"0,-2 60 15 0,-9 0-8 0,-3-23-5 0,25-36-2 0,12-36-4 0,12-23-3 0,12-1-1 0,0 25-1 0,12 46 3 0,-1 25-1 0,25-14-1 0,-2-9-27 0,-33 0-100 0</inkml:trace>
  <inkml:trace contextRef="#ctx0" brushRef="#br0">23328 9870 141 0,'-34'-12'3'0,"-15"12"1"0,121-11-2 0,11-1-1 0,11 12-40 0,-45 0-57 0</inkml:trace>
  <inkml:trace contextRef="#ctx0" brushRef="#br0">23757 9716 58 0,'0'-11'34'0,"12"-26"-22"0,58 37 1 0,-70 48 0 0,-22 35-4 0,10-24-6 0,24-36 0 0,35-34 0 0,36-49 1 0,-23 26-4 0,-24 21 1 0,-36 26 3 0,-25 58 1 0,2 24-1 0,-1 24 1 0,0 11-4 0,-23-34 2 0,-36-48 0 0,-2-48 0 0,62-48-14 0,35-48-83 0,-12 73 42 0</inkml:trace>
  <inkml:trace contextRef="#ctx0" brushRef="#br0">24222 9442 88 0,'23'-60'8'0,"37"60"7"0,-2 118 6 0,-58 98-7 0,-46 33 0 0,-26-57-1 0,1-87-3 0,11-44-5 0,36-38-3 0,13-23-2 0,11 0 1 0,0-11-3 0,23-1-1 0,1 12 0 0,-24 12-7 0,12-1-23 0,-12 1-85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2573 9550 19 0,'-36'0'13'0,"-13"-13"13"0,13 1 7 0,15 12-7 0,42 0-7 0,52-12-7 0,69-1-3 0,14 13-4 0,-37 0-2 0,-60-11 1 0,-71-1 1 0,-47 1-2 0,-25 11-1 0,12 47-2 0,49 48-1 0,23 13 2 0,12-25 3 0,-35-24 10 0,-37-36-1 0,-12-23-10 0,37 0-6 0,35 37-65 0,11-13-42 0</inkml:trace>
  <inkml:trace contextRef="#ctx0" brushRef="#br0">3311 9621 80 0,'23'-60'22'0,"-10"24"0"0,-49 48-2 0,-36 59-10 0,-12 37 3 0,37-1-5 0,47-24-3 0,72-24-3 0,23-47-2 0,12-58 3 0,-23-38-1 0,-60-24 0 0,-24 1-1 0,-36 36 0 0,-12 47 0 0,-24 48-2 0,38 59 0 0,34 12 0 0,70-11 1 0,38-49-18 0,-1-23-123 0</inkml:trace>
  <inkml:trace contextRef="#ctx0" brushRef="#br0">3180 9395 61 0,'-83'0'50'0,"-2"118"-25"0,15 37-12 0,46 35-9 0,95-46-4 0,59-39-35 0,-58-80-58 0</inkml:trace>
  <inkml:trace contextRef="#ctx0" brushRef="#br0">3715 9537 133 0,'0'0'0'0,"48"95"5"0,12 72 4 0,-84-1 8 0,-60-45-8 0,-46-50-16 0,45-48-116 0</inkml:trace>
  <inkml:trace contextRef="#ctx0" brushRef="#br0">2584 12573 36 0,'-23'-12'12'0,"-1"12"4"0,0 0 30 0,-12 0-12 0,36-13-16 0,60 2-12 0,83-1-2 0,35 1 0 0,1 11-1 0,-61 23-1 0,-69-12-2 0,-37-11 1 0,-48 13 3 0,-71-13 0 0,-36 0-3 0,-36 24 0 0,1-11 0 0,70-13 0 0,74 0 0 0,55 0-1 0,88 0-1 0,33 11 1 0,25-11-1 0,-25-11 1 0,-69 11 0 0,-61-13 0 0,-48 1 2 0,-36 0-2 0,-11 12 1 0,12 0 0 0,23 0-1 0,24 12 0 0,60-12 0 0,71 0-1 0,35 0 0 0,-22 0 0 0,-72 0 0 0,-37 0 2 0,-22 0-1 0,-25-12 1 0,11 12 0 0,2 0 0 0,23 0-1 0,-13 0 0 0,13 0 0 0,0 0-1 0,13 0 1 0,-1 24-42 0,-12-11-68 0</inkml:trace>
  <inkml:trace contextRef="#ctx0" brushRef="#br0">11682 12121 47 0,'0'-12'35'0,"-24"-12"3"0,-35 1-15 0,23 10-8 0,36 13-10 0,95 0 0 0,25 13-2 0,-49 10 1 0,-71-12-3 0,-71 2 3 0,-60-13-2 0,35 0 2 0,60-24-1 0,84 24 0 0,11 0-2 0,-11 0-2 0,-24 11-13 0,12 14-146 0</inkml:trace>
  <inkml:trace contextRef="#ctx0" brushRef="#br0">10134 14193 69 0,'0'-37'10'0,"0"-22"20"0,23 23-2 0,-23 36-17 0,0 95 0 0,0 120 1 0,25 47 2 0,-1 0-5 0,-12-24-2 0,-12-48-3 0,0-47 0 0,-12-95-2 0,12-60-4 0,12-71-52 0,35-48-82 0</inkml:trace>
  <inkml:trace contextRef="#ctx0" brushRef="#br0">10182 14072 61 0,'-12'-11'6'0,"-59"-24"22"0,22 10 3 0,2 14-10 0,35 22-9 0,12-11 1 0,23 0-4 0,38 0-1 0,57 0-3 0,61 0 0 0,48 0-4 0,47-11 0 0,59 11 2 0,0 0-2 0,-12 0 1 0,-22 0 0 0,-1 0-2 0,-1 0 3 0,0 24-1 0,-46 11-2 0,-1-12 0 0,0 2 0 0,0 0 3 0,-1-2-2 0,14-12-1 0,0 13 1 0,-27-11-1 0,-9 10 0 0,-73-12 1 0,-22 2-1 0,-13-13 1 0,-23 0-1 0,-37 0 1 0,-35 0-1 0,-12 0 1 0,-12 0 0 0,0-13 0 0,0 13-1 0,12 0 0 0,-12 0 0 0,12 25-1 0,0 46 1 0,-12 59-2 0,-12 50 0 0,-24 34 0 0,36-11 3 0,24-38 1 0,-12-33 0 0,0-60 0 0,-12-60 1 0,0-36-9 0,23-60-95 0,-11 49 5 0</inkml:trace>
  <inkml:trace contextRef="#ctx0" brushRef="#br0">10359 15704 21 0,'0'0'0'0,"-34"-35"23"0,10 23 19 0,24 1-13 0,0-2-10 0,12 13-2 0,13-12-6 0,-14 12-4 0,24 0-1 0,12-12-1 0,37 12-1 0,35 0-2 0,48 12-1 0,23 0 1 0,13 1-2 0,-12-2 2 0,-1-11-3 0,1-11 3 0,35-2 2 0,12 1-1 0,12 12-3 0,-1-12 1 0,-10-1 2 0,10 2-2 0,-9-1 3 0,-2 1-2 0,-24-1 0 0,-1 12 0 0,-34-12 1 0,25 12-2 0,-14-13 0 0,12 13 0 0,-11 13-1 0,-1-13 0 0,-47 0 1 0,-23 0-1 0,-25 0 2 0,12-13-1 0,-12 13 0 0,-1 0 0 0,-33 0-1 0,-37-11 2 0,-12-1 2 0,-12-12-1 0,0 0-1 0,0-11-1 0,-25 23-12 0,-34 12-188 0</inkml:trace>
  <inkml:trace contextRef="#ctx0" brushRef="#br0">18601 14323 38 0,'-12'-59'15'0,"36"-37"16"0,23 25-5 0,1 46-8 0,12 109-3 0,23 71-4 0,24 12-5 0,-12-37 0 0,-23-22-3 0,-36-13-1 0,-36-22-1 0,0-39-9 0,0-45-43 0,-24-73-57 0</inkml:trace>
  <inkml:trace contextRef="#ctx0" brushRef="#br0">19196 14085 119 0,'0'0'3'0,"-83"60"24"0,-48 106 5 0,-25 37-7 0,62-38-15 0,22-33-3 0,13-48 0 0,11-37-3 0,24-34-6 0,12-61-80 0,24 25-30 0</inkml:trace>
  <inkml:trace contextRef="#ctx0" brushRef="#br0">20244 15121 65 0,'0'0'25'0,"0"0"11"0,24 0-9 0,-12-36-8 0,12-23-6 0,-12-1-1 0,-1-11-6 0,1 23-1 0,0-23-3 0,24 11 1 0,-12 13 2 0,-12 36 2 0,-12 11-5 0,-23 58-1 0,23 14-1 0,23 11 0 0,13-12-1 0,11-35 1 0,-11-12 2 0,12-60-2 0,11-35 2 0,-11 10-1 0,-24 15-1 0,-13 10 1 0,-11 13 0 0,0 10 1 0,0 13 0 0,0 13-2 0,0 46 0 0,13 48 0 0,-2 48-1 0,-11 60 1 0,0-26 0 0,-11-34 0 0,-13-24 3 0,-12-24 0 0,-24-48-2 0,13-34 1 0,-1-50 3 0,11-93-4 0,14-61-1 0,35 1 0 0,48 23 1 0,59 23-3 0,48 61 2 0,-12 36 1 0,-72 11-1 0,-47 24 0 0,11-36 0 0,-36 13 1 0,-22-2-5 0,-14 25-47 0,3 12-125 0</inkml:trace>
  <inkml:trace contextRef="#ctx0" brushRef="#br0">10742 15431 88 0,'-72'-24'27'0,"48"24"2"0,0-12-5 0,48 12-15 0,83 12-5 0,59-24 0 0,-23 12-1 0,-118 0 7 0,-97 0-4 0,-106 0-2 0,-25 0 0 0,71 0 2 0,110 0-3 0,69 0 1 0,72 0-4 0,36 0 0 0,-37 12 0 0,-82-12 0 0,-83 12 3 0,-96-12-1 0,-35 0 3 0,71 12-4 0,107-12-1 0,119 0 0 0,83 0-3 0,-84 10 4 0,-118-10-10 0,-58 37-110 0,46-24 59 0</inkml:trace>
  <inkml:trace contextRef="#ctx0" brushRef="#br0">10873 16157 137 0,'-48'-48'12'0,"-24"120"5"0,-11 59 7 0,35 47-15 0,72-34-9 0,47-39 1 0,13-55 0 0,11-75 2 0,13-71 1 0,-14-59-5 0,-58-23 6 0,-24 0-1 0,-35 11-1 0,-61 83-2 0,-47 61-1 0,12 59 0 0,24 95-2 0,118 47-1 0,133 2 0 0,22-50-1 0,-71-71 1 0,-71-35 5 0,-36-36 4 0,-36-23-9 0,36 23-87 0,24 0-22 0</inkml:trace>
  <inkml:trace contextRef="#ctx0" brushRef="#br0">10599 17300 74 0,'0'0'0'0,"-179"-12"20"0,36 36 8 0,131-12-4 0,131-12-10 0,96-12-8 0,23 0-2 0,-36 12-3 0,-71-12-4 0,-107 12-43 0,-48 0-50 0,12 12 74 0</inkml:trace>
  <inkml:trace contextRef="#ctx0" brushRef="#br0">10456 17514 47 0,'-84'0'28'0,"-118"48"3"0,118-36 8 0,155-24-21 0,263-24-12 0,83 24-9 0,-71-12 9 0,-168 1 1 0,-190-14-22 0,-72 26-136 0</inkml:trace>
  <inkml:trace contextRef="#ctx0" brushRef="#br0">20506 7001 24 0,'-13'-36'16'0,"-21"0"5"0,22 1-1 0,24-13-2 0,47 12-4 0,23 36-2 0,3 60-4 0,-49 58-4 0,-36 3 0 0,-60-16 1 0,-1-44-3 0,39-38 0 0,34-57 2 0,47-50-2 0,24-24-3 0,-11 1 2 0,-48 48 0 0,-37 47 5 0,-57 59 2 0,-26 71 1 0,47 3-6 0,62-14-2 0,59-25-2 0,-1-21-47 0,-35-38-64 0</inkml:trace>
  <inkml:trace contextRef="#ctx0" brushRef="#br0">20994 7214 113 0,'-23'-23'16'0,"-1"107"-5"0,37 47-7 0,10-36 0 0,-23-35-2 0,-12-26 0 0,24-45-47 0,11-24-45 0</inkml:trace>
  <inkml:trace contextRef="#ctx0" brushRef="#br0">21221 6906 17 0,'0'-60'19'0,"71"13"-6"0,36-13 7 0,-11 49 4 0,-61 70-9 0,-35 60-8 0,-35 0-4 0,-1-60-1 0,24-34 0 0,36-50 2 0,59-58-2 0,24-24-1 0,-35 23 0 0,-60 73-2 0,-60 58 6 0,-23 48-2 0,22 2-1 0,74-39-3 0,34 2-4 0,13-25-87 0,-60-35 61 0</inkml:trace>
  <inkml:trace contextRef="#ctx0" brushRef="#br0">22007 7096 53 0,'12'-24'5'0,"23"11"1"0,1 38 4 0,-25 59 13 0,-58 12-5 0,-12-25-6 0,35-24-5 0,36-35-3 0,59-24 0 0,36-24-5 0,24 0 3 0,-59 13-49 0,-60 0-34 0</inkml:trace>
  <inkml:trace contextRef="#ctx0" brushRef="#br0">22589 6858 77 0,'0'0'0'0,"-11"-12"13"0,11 24-12 0,36 0-83 0</inkml:trace>
  <inkml:trace contextRef="#ctx0" brushRef="#br0">22768 6858 12 0,'0'0'27'0,"13"0"-16"0,33 0-54 0</inkml:trace>
  <inkml:trace contextRef="#ctx0" brushRef="#br0">23042 6810 23 0,'0'0'0'0,"-36"0"15"0,25 12-45 0</inkml:trace>
  <inkml:trace contextRef="#ctx0" brushRef="#br0">23126 6678 47 0,'-13'-58'11'0,"62"11"-9"0,46 10-2 0,-12 37 11 0,-47 60 3 0,-61 47-5 0,-32 0-5 0,-16-34-2 0,37-50 1 0,60-46-3 0,72-50 2 0,35-34-3 0,-48 24 1 0,-72 70 0 0,-83 38 10 0,-10 58-5 0,46 1-2 0,60-13-4 0,36-12 2 0,-1 0-36 0,-48-46-34 0</inkml:trace>
  <inkml:trace contextRef="#ctx0" brushRef="#br0">23900 6906 35 0,'-36'-23'7'0,"-11"10"-2"0,-13 37-3 0,-35 47 13 0,23 13-7 0,48-24-5 0,48-26-1 0,25-21-1 0,21-49 1 0,2-35-1 0,-14-49 0 0,-33 1 2 0,-25 48-1 0,0 47 11 0,-12 84-6 0,-11 48-4 0,-1 10-1 0,24-23-1 0,0-35-1 0,24-36-62 0,-24-13 26 0</inkml:trace>
  <inkml:trace contextRef="#ctx0" brushRef="#br0">24222 6179 9 0,'0'-12'9'0,"11"-84"11"0,-22 50 1 0,-1 46-6 0,12 119-2 0,-24 155-1 0,0 202-2 0,36 83 1 0,0-70-2 0,-12-145-4 0,0-165-1 0,0-107 0 0,0-144-22 0,24-118-94 0</inkml:trace>
  <inkml:trace contextRef="#ctx0" brushRef="#br0">24544 6441 27 0,'0'-12'4'0,"-13"-36"27"0,-11 61-19 0,12 82-1 0,12 23-6 0,72-22-2 0,11-48-1 0,-23-71 6 0,-1-61-4 0,-23-24 1 0,-25 37-2 0,-11 58 5 0,13 97-5 0,-26 48 0 0,-34 83-4 0,-36-2 1 0,23-82 7 0,25-71 4 0,47-96-2 0,59-106-5 0,60-38 3 0,-13 73-5 0,-34 72-10 0,-24-1-127 0</inkml:trace>
  <inkml:trace contextRef="#ctx0" brushRef="#br0">19030 8512 114 0,'-191'-47'18'0,"96"47"-16"0,131-24-2 0,153-35-2 0,122-37 5 0,129 2 1 0,108-26-1 0,119 13-3 0,48-12-1 0,11 12 3 0,-36 24 0 0,-83 35 3 0,-58 1-2 0,-97-1-2 0,-142 25 6 0,-144 10-5 0,-118 13-1 0,-72-12-21 0,-143 0-44 0,12 36-7 0</inkml:trace>
  <inkml:trace contextRef="#ctx0" brushRef="#br0">19422 8311 106 0,'-261'0'15'0,"11"23"-11"0,142 0-2 0,108-10-2 0,72-26 4 0,47-21-2 0,94-26 11 0,109-1-7 0,84-10-8 0,93 0 2 0,61-13-2 0,12-10-2 0,35 23 3 0,1 10 2 0,-2 14-4 0,2 0 1 0,-59 11-1 0,-62 11 11 0,-58 2-4 0,-274 12-3 0,47-1 2 0,-59 12 2 0,-83 0 2 0,-60-12 0 0,-24 12-7 0,-48 0-91 0,48 0 34 0</inkml:trace>
  <inkml:trace contextRef="#ctx0" brushRef="#br0">20423 9584 90 0,'-12'-34'26'0,"1"68"-15"0,-38 98-3 0,-34 46 0 0,34 1-1 0,38-48-3 0,35-23-1 0,24-37-1 0,35-60 0 0,24-59 1 0,48-70-3 0,-24-3 1 0,-47-32 0 0,-73 22 0 0,-70-12 1 0,-48 24-1 0,-36 47 1 0,35 37-1 0,13 47-1 0,24 72-1 0,47 46 0 0,107 13 0 0,72 11 1 0,-1-24-1 0,-45-46 2 0,-62-36-1 0,-11-36-38 0,-24-59-71 0</inkml:trace>
  <inkml:trace contextRef="#ctx0" brushRef="#br0">21244 9847 96 0,'-12'-24'9'0,"12"11"0"0,48 2-7 0,0 11-1 0,11-12-12 0,13 12-81 0</inkml:trace>
  <inkml:trace contextRef="#ctx0" brushRef="#br0">21221 10036 84 0,'-97'37'31'0,"97"-24"-22"0,132-74-14 0,71-33-104 0</inkml:trace>
  <inkml:trace contextRef="#ctx0" brushRef="#br0">22233 9227 99 0,'-48'-35'16'0,"-11"23"-11"0,-2 24-4 0,-9-12 4 0,10 11 6 0,47 26-8 0,13-3 0 0,13 16 1 0,-13 21-1 0,-13 34-1 0,-10 27-2 0,12 35 1 0,-1 36 2 0,1 11-1 0,-2 12 2 0,1 25-2 0,0-2 0 0,12-12 0 0,-12-22 0 0,12-12 0 0,-12-37 1 0,0-11-2 0,0-24 1 0,0-36-1 0,36-47 0 0,24-36 1 0,23-12-2 0,37-12 0 0,34 0 0 0,-34 12 1 0,-37-13-20 0,-11-92-122 0</inkml:trace>
  <inkml:trace contextRef="#ctx0" brushRef="#br0">22614 9203 29 0,'0'0'0'0,"11"-34"34"0,-11 21-3 0,-47 37-9 0,-36 59-5 0,11 49-11 0,49-14-5 0,46-47 0 0,36-34 0 0,12-37 1 0,37-48-1 0,-35-36 1 0,-26-10-1 0,-47 10 1 0,-47-12-2 0,-14 50 0 0,-23 21 1 0,14 50-1 0,22 33 1 0,36 39-1 0,24-15-1 0,59-22 1 0,-47-49-1 0,95 62-28 0,-23-39-83 0</inkml:trace>
  <inkml:trace contextRef="#ctx0" brushRef="#br0">23174 9500 38 0,'11'-23'28'0,"-11"12"-7"0,-23 34-6 0,-73 13 9 0,0 35-10 0,73-12-12 0,46 2-2 0,38-14 1 0,-2-47-1 0,-11-24 3 0,-1-60 1 0,-35 13 6 0,-47 37-2 0,-25 34-7 0,13 34-22 0,11 26-76 0,36-49 59 0</inkml:trace>
  <inkml:trace contextRef="#ctx0" brushRef="#br0">22685 10216 18 0,'-12'-25'17'0,"-59"-9"24"0,47 21-11 0,12 37-11 0,-1 59-8 0,13 24-7 0,0-23-1 0,36-48-1 0,25-26 1 0,10-44-2 0,1-50 0 0,-38-11 0 0,-34 0 0 0,-59 1 0 0,0 33 0 0,-12 61-1 0,-1 72 0 0,48 22 0 0,48 2-1 0,83-25-2 0,24-35-52 0,-47-24-28 0</inkml:trace>
  <inkml:trace contextRef="#ctx0" brushRef="#br0">23174 10394 90 0,'-48'48'25'0,"24"35"-19"0,48-23-13 0,-1 35-102 0</inkml:trace>
  <inkml:trace contextRef="#ctx0" brushRef="#br0">22827 11240 111 0,'-34'-24'13'0,"45"24"-10"0,12 0-10 0,-23 13-31 0,-23 21-15 0,0 62 44 0,-13 0 15 0,25-2 21 0,11-46-17 0,47-1-26 0,-24-10-27 0</inkml:trace>
  <inkml:trace contextRef="#ctx0" brushRef="#br0">22852 11894 57 0,'0'0'25'0,"0"13"-23"0,24-2-75 0</inkml:trace>
  <inkml:trace contextRef="#ctx0" brushRef="#br0">22793 12548 42 0,'11'-23'15'0,"25"-36"-11"0,-12-14 0 0,-24 27 10 0,-71 10-4 0,-37 60-2 0,-11 24-4 0,48 23-4 0,47 0 0 0,95-23 0 0,37-48 0 0,-1-59 0 0,0-62 1 0,-47-55-1 0,-25 21 1 0,-35 59 0 0,-25 60 0 0,-9 72-1 0,10 119 1 0,0 23 1 0,24 0-3 0,24-57-16 0,24-75-69 0</inkml:trace>
  <inkml:trace contextRef="#ctx0" brushRef="#br0">23364 12372 21 0,'0'-37'20'0,"0"13"-10"0,-13 1 4 0,-44 23 0 0,-16 0 0 0,-10 23-5 0,35-12-5 0,24 2-3 0,13 24-1 0,22-16 1 0,36-31-14 0,-22-14-66 0</inkml:trace>
  <inkml:trace contextRef="#ctx0" brushRef="#br0">22531 11847 24 0,'-24'0'7'0,"-24"0"11"0,-1 60-11 0,-9 24 5 0,22-2-7 0,36-22-2 0,48-1-3 0,11-34 2 0,0-38-2 0,1-47 3 0,-24-11-2 0,-48 0 0 0,-23 23 0 0,-25 24 0 0,-1 48-1 0,39 34 0 0,69 3-1 0,71-25-3 0,63-36-72 0</inkml:trace>
  <inkml:trace contextRef="#ctx0" brushRef="#br0">23483 9513 45 0,'-36'-47'20'0,"25"-24"-15"0,69 34-1 0,14 14 8 0,-24 23 5 0,-36 23-4 0,-12 1-6 0,13 48-4 0,10 24-1 0,-12 46-1 0,2 72 2 0,-26 48 1 0,13 24-4 0,13-1-1 0,10 0 2 0,-23-9 0 0,0-16 4 0,0 3-3 0,12-37-2 0,-12-47 3 0,-48-35 4 0,-35-2 2 0,-24-24 2 0,-36 3-2 0,36-63-1 0,48-45-5 0,23-84-4 0,47-26-71 0,14 50-22 0</inkml:trace>
  <inkml:trace contextRef="#ctx0" brushRef="#br0">13849 14216 9 0,'0'11'22'0,"0"-22"16"0,-11-1-14 0,-1 12 2 0,12-11-1 0,-13-49-9 0,61-35-8 0,36-36-4 0,47-35-1 0,-36 34 0 0,-36 25 2 0,-22 23-1 0,-26 26 3 0,1 33-4 0,-12 13-1 0,0 24-3 0,-36 47 4 0,-60-11 1 0,-58 25 0 0,11-27-2 0,72-21 1 0,58-38-2 0,38-24 2 0,46-34-3 0,12 0 1 0,-11 24 0 0,-12 35 1 0,10 24-1 0,-21 35 0 0,-2 13 1 0,-23-36-1 0,-24 0 0 0,0-11 1 0,12-13-2 0,-1-13-14 0,25 1-36 0,-23 24-75 0</inkml:trace>
  <inkml:trace contextRef="#ctx0" brushRef="#br0">22197 9156 27 0,'-12'-37'34'0,"24"26"-28"0,60 11 4 0,-49 0 5 0,-23 0-1 0,-59-12-8 0,-37 12-2 0,1 23 0 0,36 14-3 0,47-13 0 0,12 11 0 0,-12-10 1 0,0 9-1 0,-13 16 1 0,14-4 0 0,-1 13 0 0,24 1 0 0,-1 1 0 0,-11 21-1 0,-11 12 1 0,-1 3 0 0,12-2 1 0,0 12 0 0,12 0-2 0,-1 12 1 0,-11-12 0 0,-11 2 2 0,-12 9 0 0,0 1-2 0,10 12 0 0,13-36-1 0,-12 12 1 0,0 35-1 0,-36-34 1 0,24 47-2 0,24-48 0 0,12 25 0 0,12-38 2 0,-24 13-2 0,12 2 1 0,-24-27-2 0,12 12 1 0,-24-33 2 0,12 10 2 0,-11 2-4 0,23 32 1 0,35-34-2 0,1-21 2 0,-24-39-1 0,37 12 1 0,8 1 0 0,-32-11-2 0,-1-2 3 0,-24 1-4 0,24-12-2 0,35-48-47 0,1-11-51 0</inkml:trace>
  <inkml:trace contextRef="#ctx0" brushRef="#br0">23578 9335 15 0,'0'0'8'0,"-59"-24"11"0,23 0 9 0,36 24-13 0,47-13-9 0,49 13 1 0,-1 0 1 0,-47 13-4 0,-48-1 4 0,-48 0-1 0,0 12-5 0,25-1 0 0,12 25-2 0,11 23 0 0,-13-11 1 0,1-1-1 0,12 13 1 0,0-14 0 0,0 39 0 0,12-2 0 0,1 0 2 0,-2-1-3 0,-11 3 1 0,23 11 0 0,-10-14-1 0,-13-12 0 0,12 27 0 0,-24-13 0 0,12 9 3 0,12 27-3 0,-1-13 0 0,1 11 0 0,-24-34 1 0,-11 11 3 0,-1 0 1 0,12 14-1 0,24-16-3 0,12 16 1 0,-12-50 0 0,-12 24-1 0,0-24 1 0,-25 0 2 0,25 13-3 0,0-13 1 0,0-23 0 0,0-2-1 0,0 4-1 0,-11-3 2 0,11 0-3 0,0-11 2 0,-12-11 0 0,12-14-1 0,0 1 0 0,-24 11 1 0,0-11 0 0,-23 1-1 0,-1-13 2 0,-1 0-3 0,27 11 0 0,10-11 3 0,24 0-1 0,23 0-2 0,13 0 2 0,11 0-3 0,-23 0 2 0,-24-11 1 0,1 11-1 0,-26 0 0 0,-23 0 0 0,-24-13-23 0,24-22-59 0,36 12 15 0</inkml:trace>
  <inkml:trace contextRef="#ctx0" brushRef="#br0">11992 15060 24 0,'-25'-22'23'0,"14"10"0"0,22 0-9 0,61 0-8 0,12-1-2 0,-36 2-1 0,-48 22 3 0,-84 2-2 0,-11 11-2 0,83-24 2 0,48 0-2 0,47 0-1 0,-23 0-1 0,-37 12-17 0,-23 0-66 0</inkml:trace>
  <inkml:trace contextRef="#ctx0" brushRef="#br0">9729 12228 7 0,'0'0'7'0,"0"-11"23"0,0-2 2 0,-12 1-15 0,12 12-5 0,0-12-4 0,0 12-2 0,12 0-2 0,24 0 0 0,36 0-2 0,23 0 0 0,-13 0-1 0,3 12 0 0,-14-12 1 0,-12 0-1 0,-23-12 2 0,-12 12-1 0,-24-13 3 0,-24 13-3 0,-59-11-1 0,-24 11 0 0,-24 11-1 0,24-11 1 0,35 0 1 0,24 0-1 0,36 0 0 0,1 0 0 0,34 0 1 0,38-11-2 0,45-1-1 0,13 1 2 0,-12 11-1 0,-24 0 0 0,-23 0 1 0,-36 0-1 0,0 0 0 0,-36 0 1 0,-24 11 0 0,-60-11 0 0,-11 12 0 0,-23-12-1 0,22 0 0 0,13 0 1 0,47 0 1 0,25 11-1 0,23-11-1 0,23 0-2 0,37 0 2 0,36 0-1 0,-1-11 0 0,-1 11 3 0,2 0-3 0,-13 0 1 0,-23 0 0 0,-36-12 1 0,0 12-2 0,0-11 3 0,-11-1-3 0,-2 12 1 0,-11 0 0 0,0 0 1 0,0 0-1 0,0 0 0 0,-11 0 0 0,11 0 1 0,0 0-2 0,0 0-4 0,-13 0-1 0,13 0-6 0,0 0-19 0</inkml:trace>
  <inkml:trace contextRef="#ctx0" brushRef="#br0">21697 3477 10 0,'0'-23'2'0,"0"-73"7"0,-13 37 10 0,-34 22-4 0,0 37-2 0,11 12-5 0,0 47-3 0,1 49 0 0,11 35-2 0,0 12 1 0,24-25-2 0,36-22 0 0,11-61-1 0,25-35 2 0,-12-58 0 0,10-51-1 0,-10 14-1 0,0 47 0 0,-24 36 0 0,-13 24 1 0,13 24-1 0,12-25 0 0,23-23-1 0,12-47 1 0,-23-13 3 0,-47-11-2 0,-38 23-1 0,-23 25-3 0,-24 23 3 0,26 10 0 0,-2 3-1 0,36 47 0 0,12-1-1 0,24 1 1 0,12-36 0 0,10-1 0 0,26-34 0 0,-12-25 2 0,0-12-3 0,-13-12 1 0,25-24 0 0,-13 26 0 0,-23 11-1 0,-36-1 2 0,0 25 0 0,-25 10-1 0,14 13 1 0,-1 36-1 0,35 12 0 0,50-1-2 0,10 24 2 0,-60-23 0 0,-70 12 4 0,-49-26-1 0,49-34-1 0,35-46-14 0,71-50-49 0,-22 37 8 0</inkml:trace>
  <inkml:trace contextRef="#ctx0" brushRef="#br0">22697 3203 2 0,'0'-59'35'0,"0"70"-5"0,12 96-9 0,24 48-9 0,23-36-9 0,1-35-3 0,-12-61-48 0,-36-23-6 0</inkml:trace>
  <inkml:trace contextRef="#ctx0" brushRef="#br0">22757 3404 32 0,'-60'0'20'0,"48"0"2"0,61-46-5 0,57-26-15 0,-12 35-2 0,-45 27-3 0,10-1-84 0</inkml:trace>
  <inkml:trace contextRef="#ctx0" brushRef="#br0">23458 3274 30 0,'-34'0'6'0,"10"0"24"0,11 0-6 0,73-12-10 0,71-35-7 0,0-1-3 0,-35 0 0 0,-62 36 0 0,-34 1 2 0,-34-12-3 0,-39 10-1 0,-9 13-1 0,46 0 0 0,61 24-2 0,68-1 0 0,14 25 0 0,-71 0 3 0,-47-2-2 0,-60-21-2 0,47-37-58 0,24-1-4 0</inkml:trace>
  <inkml:trace contextRef="#ctx0" brushRef="#br0">23911 2763 7 0,'-11'0'3'0,"-14"-13"18"0,25 13 4 0,36-12-12 0,71-11-3 0,13 0-5 0,-25-14-1 0,-23 24-1 0,-72 2 3 0,-24-1-2 0,-35 12-2 0,11 0 1 0,24 23-4 0,12 27 2 0,36 44-1 0,24 61 1 0,-25-23 2 0,-34-27 8 0,-49-44 3 0,-12-26-3 0,13-47-8 0,35-11-1 0,48-1-8 0,47 0-50 0,-23 0-23 0</inkml:trace>
  <inkml:trace contextRef="#ctx0" brushRef="#br0">24614 2679 16 0,'0'-24'15'0,"0"24"19"0,-47 37-9 0,-1 57-9 0,36 1-5 0,72-11-6 0,47-37-4 0,-24-36 8 0,1-22-7 0,-49-60 0 0,-35-36 1 0,-35-24-1 0,-26 59-1 0,-9 25-8 0,-2 59 8 0,25 71 1 0,34 12-1 0,73-1 1 0,24-57 1 0,-13-37 6 0,-35-12-8 0,-13-13 0 0,-10 15-11 0,-13-1-132 0</inkml:trace>
  <inkml:trace contextRef="#ctx0" brushRef="#br0">22244 5060 51 0,'0'0'0'0,"-34"12"6"0,81-60 4 0,48-59 3 0,-12-24-9 0,-72-24 0 0,-22 13-2 0,-24 45 0 0,11 26 1 0,0 12 0 0,12 36 1 0,12 23-2 0,0 11-1 0,-12 49 3 0,-12 47 0 0,36 36 2 0,36-12-2 0,23-36-1 0,25-58-1 0,-13-62 0 0,-24-71 0 0,2 2 0 0,-50 58-2 0,12 48 3 0,13 24 1 0,12-1-3 0,24-11-1 0,-1-24 0 0,-47-11 1 0,-12-37 0 0,-48-25 0 0,-12 2 0 0,1 24 2 0,-13 35-3 0,13 24 0 0,22 35 0 0,2 24 1 0,23-21-1 0,48-16-1 0,35-34 0 0,24-34-2 0,0-27 3 0,-12 1 1 0,-83 49-1 0,72-72 0 0,-60 22 0 0,-35 2 0 0,-14 36 1 0,13 11-2 0,0 24 2 0,24 36-2 0,48 11 1 0,10 12-1 0,-45-12 1 0,-50-11 1 0,-22-36 0 0,35-47-1 0,35-24 0 0,50-12-1 0,10-2 1 0,-24-22-1 0,-11 24 0 0,-48 71 1 0,0 47 0 0,12 24 1 0,35 0-1 0,-11-34 0 0,-47-24 3 0,-48-13-1 0,10-13-2 0,49 26-27 0,36 58-88 0</inkml:trace>
  <inkml:trace contextRef="#ctx0" brushRef="#br0">22876 5204 0 0,'0'0'0'0,"0"-13"16"0,-12 13 2 0,0 95-4 0,24 1-7 0,36-48-4 0,10-48 1 0,3-60-2 0,-37-35 0 0,-37-1 0 0,-59 37-1 0,2 35 2 0,-14 48-1 0,36 23 0 0,73 13-2 0,70-12 1 0,36-37-3 0,-12-59 3 0,-48-11 1 0,-35 0 1 0,-36 35 10 0,0 36-3 0,12 84 0 0,25 34-4 0,9 0-2 0,1-22-2 0,-22-36-1 0,-25-49 0 0,-25-58 2 0,-45-108-2 0,-2-71 0 0,48 93 0 0,84 63-2 0,59 82-1 0,-36 23 1 0,-83 13 0 0,-96-36 2 0,3-24 0 0,68-24-1 0,37 24-1 0,83 11 1 0,36-58-2 0,-12-48 2 0,-36-23-2 0,-60-50 2 0,-23 73 0 0,-23 95 1 0,12 83-1 0,22 1-1 0,37-25 1 0,24-35 0 0,-13-61 3 0,0-9-3 0,-46 58 0 0,-2 35-1 0,2-23-8 0,10-48-25 0,1-35-12 0,-24-13 32 0,12 48 14 0,-24 24 0 0,12 0-23 0</inkml:trace>
  <inkml:trace contextRef="#ctx0" brushRef="#br0">23662 4834 38 0,'-12'0'5'0,"48"-36"-4"0,142-47-12 0,-24 47-22 0</inkml:trace>
  <inkml:trace contextRef="#ctx0" brushRef="#br0">24399 4584 3 0,'0'0'6'0,"13"-12"27"0,-37 12-30 0,-47 12-45 0</inkml:trace>
  <inkml:trace contextRef="#ctx0" brushRef="#br0">21232 3023 38 0,'0'0'0'0,"0"-94"17"0,-11 83-12 0,-86 22 5 0,15 25-1 0,23-1-6 0,36 13 0 0,23 0-1 0,0 23 1 0,0 24 3 0,-13 13 2 0,13 10-3 0,47-10 2 0,12 23-1 0,25 11-3 0,0 50 1 0,0 21-3 0,22-34-1 0,-12-12 2 0,-9-14-1 0,-25 2-1 0,-1 13 1 0,12-13-1 0,-11-24-1 0,-1-24 2 0,1 0 0 0,-12-13-1 0,-1 2 0 0,13-24-1 0,11-48 3 0,72-48-1 0,24-23 0 0,-1 10 0 0,-70 14 1 0,-72 23 1 0,-24-11-1 0,-24-26-10 0,1-10-121 0</inkml:trace>
  <inkml:trace contextRef="#ctx0" brushRef="#br0">24031 9251 36 0,'0'0'0'0,"0"-71"31"0,12 47-2 0,-1 37-9 0,25 69-8 0,-24 12-5 0,12 3-1 0,-24-26-1 0,0-47-1 0,0-36 3 0,0-71-5 0,60-24-1 0,-13 59 0 0,12 35-2 0,-34 38 2 0,-1 11 0 0,-24 24 1 0,35-13-1 0,37-12 1 0,-13-58 1 0,25-36 0 0,-37-12-2 0,-35 21 2 0,-48 27 0 0,-11 23 1 0,24 12-3 0,23 24-1 0,34 35-33 0,2-23-76 0</inkml:trace>
  <inkml:trace contextRef="#ctx0" brushRef="#br0">24923 9477 79 0,'-11'-11'7'0,"-12"-13"11"0,-1 82-2 0,11 15-3 0,73-14-7 0,47-47 3 0,-22-83 1 0,-51-13 0 0,-68 49-6 0,-27 58-4 0,2 50-134 0</inkml:trace>
  <inkml:trace contextRef="#ctx0" brushRef="#br0">24199 12037 5 0,'0'-25'15'0,"23"-33"21"0,11-14-1 0,-21 37-9 0,-1 47-14 0,-12 83 1 0,-25 13-8 0,14-26-3 0,35-46 1 0,24-72 3 0,23-46-1 0,-35 57-4 0,-25 50-1 0,14 34-1 0,34-36 3 0,0-58 2 0,-11-72 1 0,-36 35-3 0,-36 72-35 0,-12 48-98 0</inkml:trace>
  <inkml:trace contextRef="#ctx0" brushRef="#br0">25031 12299 55 0,'0'-24'6'0,"-12"-23"27"0,0-1 1 0,-23 24-17 0,-14 12-10 0,-33 35 2 0,-2 38-6 0,49 10-3 0,35 2 0 0,35-39 2 0,24-22 0 0,1-47 3 0,0-37-2 0,-24-47 0 0,-13-11 1 0,-23 9-2 0,-11 62 5 0,-1 84-2 0,-12 130-3 0,24 46-2 0,0-21 2 0,11-75 2 0,-11-55 2 0,0-50 0 0,-23-13-4 0,-1-11-6 0,12 24-69 0,1 0-44 0</inkml:trace>
  <inkml:trace contextRef="#ctx0" brushRef="#br0">6502 8299 14 0,'-12'0'13'0,"-23"-24"8"0,-13-12 12 0,12 24-3 0,12 0-8 0,13-1-10 0,11 13-5 0,0 13-2 0,22-1 1 0,63 0 0 0,45-12-3 0,49-12 1 0,59 12-1 0,13 0-2 0,-25 0-2 0,-59 25 5 0,-60-14 0 0,-72-11 4 0,-46 0 1 0,-2-11-10 0,2 11-1 0,-1 11-28 0,-1 49-108 0</inkml:trace>
  <inkml:trace contextRef="#ctx0" brushRef="#br0">9575 8144 3 0,'-24'0'3'0,"-1"0"4"0,2-13 39 0,-26 2-7 0,-21 11-18 0,-1 0-10 0,23 0-2 0,35 0 1 0,26-12-4 0,23 12-2 0,47 0-1 0,84 0-1 0,83 12 0 0,12-1 2 0,-24 2 1 0,-95-1 0 0,-72-12-1 0,-48-12 2 0,-23-1-4 0,0 13-1 0,0-11-19 0,13 59-95 0,-13-35 67 0</inkml:trace>
  <inkml:trace contextRef="#ctx0" brushRef="#br0">6526 6858 62 0,'-12'-48'18'0,"0"25"-15"0,49 23-3 0,-3 0 3 0,-34 12 14 0,0 22-2 0,25 16-9 0,22 8-4 0,-11-11 1 0,22-34-1 0,-33-49 0 0,-1-35 0 0,-1-1 0 0,2 25-1 0,-1 34-2 0,-24 13 1 0,11 37 2 0,-22 70-2 0,11 71 1 0,11 2 0 0,-11-50-1 0,-60-59 4 0,-22-46 7 0,-2-38-4 0,37-70-1 0,47-1-6 0,71 38-12 0,35-15-57 0,-70 38-1 0</inkml:trace>
  <inkml:trace contextRef="#ctx0" brushRef="#br0">6895 6418 45 0,'-11'11'15'0,"-49"62"15"0,36-15-14 0,12-45 1 0,-12-26-8 0,12-58-4 0,24 11-3 0,12 37-1 0,-1 46 2 0,13 37-1 0,12-24-1 0,0-13-15 0,-12 2-61 0,-36-25 36 0</inkml:trace>
  <inkml:trace contextRef="#ctx0" brushRef="#br0">7252 6822 100 0,'-47'-12'14'0,"47"12"-8"0,71-23-5 0,1 11-14 0,11 12-90 0</inkml:trace>
  <inkml:trace contextRef="#ctx0" brushRef="#br0">7657 6644 97 0,'-47'-24'14'0,"71"48"-13"0,11 23 0 0,-35 13-1 0,0-49 4 0,36-58 1 0,0-11-1 0,12 33 0 0,-14 61-1 0,-21 83-1 0,-26 23 0 0,-21-58 0 0,-50-48 1 0,-23-26-8 0,59 3-104 0</inkml:trace>
  <inkml:trace contextRef="#ctx0" brushRef="#br0">8157 6441 131 0,'0'0'1'0,"0"143"-3"0,24 48 1 0,-37-25 0 0,-94-58 2 0,-82-48-98 0</inkml:trace>
  <inkml:trace contextRef="#ctx0" brushRef="#br0">6215 6846 67 0,'-46'37'42'0,"-74"164"-35"0,180-71-4 0,143-69-3 0,71-49-60 0,-228-12 19 0</inkml:trace>
  <inkml:trace contextRef="#ctx0" brushRef="#br0">8383 6144 17 0,'0'-12'12'0,"36"1"-4"0,36 11-2 0,-24-13-1 0,-13-24 20 0,-35 37 5 0,-25 37-16 0,-21 58-10 0,22-11-3 0,24-13-13 0,12-11-87 0</inkml:trace>
  <inkml:trace contextRef="#ctx0" brushRef="#br0">9193 6192 99 0,'-35'-37'7'0,"-25"85"-3"0,-11 107 0 0,-1 71 0 0,26-35-2 0,69-72 0 0,60-25-11 0,11-44-54 0,-81-50 27 0</inkml:trace>
  <inkml:trace contextRef="#ctx0" brushRef="#br0">9372 6525 49 0,'0'-12'12'0,"0"-12"4"0,48 37-8 0,-36 45 7 0,-12 26-5 0,0-25-3 0,22-34 1 0,27-50-2 0,-1-10-5 0,11 58 0 0,-47 61-1 0,-24 11 2 0,-35-36 0 0,-37-34-11 0,-11-2-87 0</inkml:trace>
  <inkml:trace contextRef="#ctx0" brushRef="#br0">9526 6263 75 0,'0'0'0'0,"-94"0"52"0,94 47-52 0,35-60-1 0,-12-45 2 0,26-14-2 0,9 49 3 0,-22 94-3 0,0 11 0 0,12 2-51 0,-24-71-13 0</inkml:trace>
  <inkml:trace contextRef="#ctx0" brushRef="#br0">9991 6668 64 0,'0'0'14'0,"84"0"-53"0,70-24 0 0</inkml:trace>
  <inkml:trace contextRef="#ctx0" brushRef="#br0">10456 6477 7 0,'0'-12'16'0,"35"-24"38"0,-11 25-24 0,-12 45-18 0,-1 50-7 0,-11 0-4 0,0-36-1 0,25-48 3 0,11-24-6 0,-1 0-9 0,-23 36-59 0,-12-12 39 0</inkml:trace>
  <inkml:trace contextRef="#ctx0" brushRef="#br0">10431 6429 83 0,'-23'-11'22'0,"23"70"-14"0,23 12-3 0,2-12 1 0,10-34-2 0,1-37 1 0,11-35-3 0,-11 10-2 0,0 61-1 0,-12 73 1 0,-11 33 3 0,-26-34-2 0,-47-38 3 0,-35-11-14 0,36-22-100 0</inkml:trace>
  <inkml:trace contextRef="#ctx0" brushRef="#br0">11098 6322 134 0,'-23'12'14'0,"71"167"-13"0,-25 23-2 0,-141 24-1 0,-49-58-42 0,131-145-35 0</inkml:trace>
  <inkml:trace contextRef="#ctx0" brushRef="#br0">10991 6799 135 0,'-23'-24'3'0,"-49"59"-110"0</inkml:trace>
  <inkml:trace contextRef="#ctx0" brushRef="#br0">9658 14537 255 0,'0'0'0'0,"11"0"0"0,132 0 0 0,168 24 0 0,140 0 0 0,98-1 0 0,152 2 0 0,-343 0 0 0</inkml:trace>
  <inkml:trace contextRef="#ctx0" brushRef="#br0">15932 10823 1 0,'0'0'0'0,"13"-12"21"0,-1-12 10 0,12 12-10 0,-12 1-7 0,-12-2-6 0,0 13-1 0,0 0 3 0,0 36-3 0,0 25-2 0,0-3-3 0,24-11-1 0,0-10 0 0,10-26 0 0,27-11 0 0,-2-35 0 0,13 11 0 0,-13-12-2 0,-36-1 2 0,2 3 0 0,-13-26 0 0,0 24-1 0,0 24-1 0,-12 1 2 0,-12 11 0 0,0 11-1 0,12 26-1 0,-12-3 3 0,12 16-2 0,0 21 1 0,0 11-1 0,-12 49 2 0,12-13 0 0,0 14-1 0,-13-13 0 0,2-10 1 0,-12-27-2 0,-13-22 1 0,-12-26 0 0,0-21 1 0,1-49-1 0,11-46 1 0,11-2-2 0,38 13 0 0,59-13 0 0,24 1 1 0,10 24-1 0,-12 34 0 0,-45 0 3 0,-13 4 1 0,-24 8-1 0,-12 13-2 0,11-12 0 0,-11 24-2 0,0 1-49 0,-11-2-55 0</inkml:trace>
  <inkml:trace contextRef="#ctx0" brushRef="#br0">15932 12217 12 0,'0'0'17'0,"-10"-13"15"0,20 1-10 0,15-13-16 0,-14 25 0 0,-11-11 3 0,-11-1-3 0,-14 12-1 0,3 0-4 0,10 0 0 0,0 0 0 0,12 12-1 0,0-12 1 0,-12 0 2 0,12 0-3 0,0-12 4 0,0 12 0 0,0-11 2 0,12 11-4 0,12 0-1 0,11 34 3 0,1 39 0 0,-13 22 2 0,-23-37-1 0,0-21-1 0,-11-24-2 0,-1-38-1 0,-1-34 2 0,13-1-3 0,36 1 2 0,13-1-3 0,9 24 1 0,-9 36-1 0,-14 48 3 0,-11 23-2 0,-24 1 4 0,-12-35-5 0,0-16 2 0,12-21-26 0,0-10-60 0,0 10 50 0</inkml:trace>
  <inkml:trace contextRef="#ctx0" brushRef="#br0">16505 12167 48 0,'-13'-11'12'0,"26"-1"18"0,10 35-2 0,13 27-15 0,24 8-8 0,-13 2-4 0,-22-36-9 0,-14 0-20 0,1-48-54 0,-12 12 64 0</inkml:trace>
  <inkml:trace contextRef="#ctx0" brushRef="#br0">16719 12156 26 0,'-12'-23'16'0,"1"-1"17"0,-1 36-16 0,-48 47-7 0,13 12-7 0,-2-11-2 0,38-12-10 0,11-35-83 0</inkml:trace>
  <inkml:trace contextRef="#ctx0" brushRef="#br0">17172 12240 45 0,'23'-12'7'0,"-10"12"21"0,-26-24-2 0,2 0-12 0,-12-12-4 0,-14 36-5 0,-22 12 0 0,-13 36-3 0,13 11 0 0,23-11-2 0,36-12 1 0,48-24-1 0,35 1 1 0,12-50 0 0,-35-35-1 0,-36 1 1 0,-24 0-1 0,-24-13 2 0,12 38 2 0,12 33 0 0,12 72 0 0,-24 84 0 0,1 24 2 0,11-48-2 0,11-60 1 0,1-47-2 0,-12-47-6 0,-23-24-90 0,10 46 30 0</inkml:trace>
  <inkml:trace contextRef="#ctx0" brushRef="#br0">15981 10751 52 0,'0'0'8'0,"-36"-58"43"0,23 21-5 0,13 13-25 0,36 72-11 0,13 59 2 0,-2 12-1 0,0-24-4 0,2-35-3 0,10-60 2 0,12-48-2 0,-23-59-2 0,12-1-1 0,-12 26-1 0,-25 34 3 0,-11 36 1 0,-12 95-4 0,-47 108 2 0,-38 71 1 0,15-49 0 0,22-21 1 0,24-85-3 0,24-59-1 0,0-60 0 0,-12-72-37 0,0-59-51 0,12 96 7 0</inkml:trace>
  <inkml:trace contextRef="#ctx0" brushRef="#br0">15981 10835 99 0,'0'0'0'0,"-24"-96"27"0,35 25 3 0,50 46-14 0,-15 98-9 0,26 93 1 0,-24-11-1 0,13-47-2 0,-2-85 2 0,-25-83-1 0,-9-95-3 0,-1-11-2 0,0 72 0 0,-12 57 0 0,0 49-2 0,-12 118 3 0,-36 121 1 0,-36 11 1 0,13-47 0 0,36-85-2 0,-2-58 0 0,25-60-7 0,12-96-35 0,-24-83-40 0,0 96-8 0</inkml:trace>
  <inkml:trace contextRef="#ctx0" brushRef="#br0">15981 10823 18 0,'0'-48'22'0,"0"0"12"0,0 1-7 0,0 35-16 0,23 71-3 0,26 83 2 0,22 38-3 0,0-50-2 0,1-80-2 0,10-63 0 0,3-95 0 0,-14-22-1 0,-23 34-2 0,-48 12 0 0,0 61 0 0,-12 71 1 0,-60 142 1 0,1 72-1 0,-1-24 3 0,36-107-2 0,13-35 3 0,12-84-2 0,11-72-7 0,11-22-32 0,37 9-87 0</inkml:trace>
  <inkml:trace contextRef="#ctx0" brushRef="#br0">17898 10848 43 0,'-13'-25'11'0,"26"-11"7"0,10-12 38 0,-23 13-26 0,13-1-5 0,-1 24-10 0,24 49-5 0,11 45-3 0,1 25-2 0,-25 1-2 0,25-37-1 0,0-47 0 0,22-60 2 0,27-71-2 0,-15 13-1 0,-46 10 1 0,-23 0 0 0,-13 36-1 0,-49 84 2 0,-58 165 1 0,-23 98 0 0,22-62 1 0,85-57-5 0,12-84 0 0,22-73 0 0,25-59-26 0,-24-59-53 0,-37 35-38 0</inkml:trace>
  <inkml:trace contextRef="#ctx0" brushRef="#br0">17910 10704 69 0,'-25'-72'29'0,"3"49"-13"0,22 34-5 0,58 62-2 0,14 32-1 0,1 16-2 0,-26-27-4 0,0-33 0 0,13-50 0 0,11-72 0 0,25-10 0 0,-25-13-2 0,-48 2 2 0,-34 11-1 0,-25 59-1 0,-24 95 0 0,-23 108 1 0,-12 35 2 0,12-25 1 0,36-57 1 0,10-72-2 0,37-62-1 0,-12-10-1 0,12-21-6 0,-12 8-40 0,12 13-70 0</inkml:trace>
  <inkml:trace contextRef="#ctx0" brushRef="#br0">18053 12263 11 0,'0'-23'11'0,"24"-13"31"0,-1-1-14 0,13 37-17 0,0 73-4 0,-24 9 0 0,0-32 1 0,-12-4-2 0,-24-34-1 0,12-12-3 0,0-58-2 0,24 8 0 0,24 3 1 0,24 0 0 0,22-1-1 0,-9 48 0 0,-26 60 0 0,-35 11 1 0,-24-10 2 0,-1-27-1 0,13-22-1 0,0 0-25 0,13-24-52 0,-13 12 39 0</inkml:trace>
  <inkml:trace contextRef="#ctx0" brushRef="#br0">18637 12204 24 0,'0'0'0'0,"71"-24"5"0,-23 24 44 0,-24 37-18 0,-14 21-14 0,15 2-11 0,22-12-5 0,-11-13-20 0,-23-23-28 0,-2-49-20 0</inkml:trace>
  <inkml:trace contextRef="#ctx0" brushRef="#br0">18934 12263 8 0,'1'-23'12'0,"-1"-50"6"0,11 62 7 0,-35 47-1 0,-36 35-9 0,-12 13-8 0,14-25-7 0,46-11-36 0,12-36-24 0</inkml:trace>
  <inkml:trace contextRef="#ctx0" brushRef="#br0">19399 12335 61 0,'0'0'18'0,"-13"-24"-10"0,-34 12 8 0,-24 24-8 0,-13 36-4 0,25-1-2 0,47 1-1 0,48-25 0 0,35-34-1 0,36-49 0 0,-48-24 0 0,-34-71 2 0,-25 50 2 0,-25 80 5 0,-11 109-2 0,0 70 2 0,36 1-6 0,0-48-2 0,0-35-20 0,0-60-105 0</inkml:trace>
  <inkml:trace contextRef="#ctx0" brushRef="#br0">15945 12883 133 0,'-23'-25'22'0,"33"25"-21"0,99-11 14 0,69 11-4 0,84 0-8 0,24 0 0 0,-107 0-1 0,-109 11-1 0,-188 14 1 0,-84-25-2 0,-38-12 0 0,-21 12 2 0,47 12-2 0,83-12 1 0,107 0 0 0,108-12 2 0,117-1 1 0,86 13-2 0,11 0 1 0,-48 13 1 0,-108-13-1 0,-118 0-1 0,-36 0-1 0,-36 0-20 0,1 24-66 0,35-24-13 0</inkml:trace>
  <inkml:trace contextRef="#ctx0" brushRef="#br0">18411 12835 122 0,'-109'-11'32'0,"27"22"-27"0,46-11 14 0,36 0-13 0,95 0 0 0,96 0-1 0,22 0 0 0,-34 0-3 0,-95 12-2 0,-72-12-1 0,-83 0 5 0,-96 0-4 0,-59 0 2 0,-12 11-2 0,48-11 0 0,129 0 1 0,97-11 1 0,143-1 3 0,107 12-2 0,23 0-3 0,-35 0-1 0,-156 12 1 0,-141-1 1 0,-131 2-1 0,-86-13 3 0,-21 0-4 0,34 0 1 0,121 0 0 0,154 0 1 0,153-24-1 0,62 24 2 0,-2 0-6 0,-105 24 5 0,-132-12-2 0,-96 0 1 0,-36-12-43 0,14 0-103 0</inkml:trace>
  <inkml:trace contextRef="#ctx0" brushRef="#br0">17124 12835 59 0,'0'-24'29'0,"24"-13"16"0,0 16-13 0,-24 32-20 0,-24 49-2 0,24 11-2 0,-12 13-1 0,12-26-1 0,12-11-1 0,-12 3-1 0,0-16 0 0,-12-34-2 0,37 0 1 0,45-23-2 0,60 12 1 0,26 11-4 0,23 21 2 0,-36 16 0 0,-25-1 0 0,-22-12 2 0,-13-12-3 0,-47-24 2 0,-12-24 2 0,-36-25-1 0,0-21 0 0,0-1-1 0,36 22-2 0,-12 27 5 0,0 10-2 0,-12 11-1 0,-12 50-1 0,0 47 0 0,12 34 1 0,0 1 0 0,0-25 1 0,-12-57 0 0,12-24 1 0,0-63 0 0,12 16-3 0,-12 10 0 0,-12 0 0 0,-24 24 0 0,-11 24 0 0,-37-12 0 0,-23 0 0 0,-36-1 0 0,-23 1 0 0,-1-12 0 0,48 0 0 0,47-12 0 0,49 12 0 0,23 0 0 0,12 0 0 0,11-23 0 0,-23-13 0 0,-12-37 0 0,-11-32 0 0,10 9 0 0,2 37 0 0,11 11 0 0,-12 25 0 0,12 23 0 0,0 0 0 0,-11 47 0 0,-2 36 0 0,13 24 0 0,0 0 0 0,0-36 0 0,0-34 0 0,0-26 0 0,0-11 0 0,60-11 0 0,47-13 0 0,71 11 0 0,25 2 0 0,-24 11 0 0,-49 24 0 0,-58-12 0 0,23 11 0 0,-47-34 0 0,-24-26 0 0,-24-34 0 0,-24-36 0 0,0 0 0 0,12 59 0 0,0 13 0 0,12 22 0 0,0 38 0 0,0 58 0 0,0 24 0 0,-24 0 0 0,1-35 0 0,11-37 0 0,12-23 0 0,0-24 0 0,-13-11 0 0,-21 11 0 0,-39 12 0 0,-35 12 0 0,-10 0 0 0,-1-1 0 0,0 1 0 0,0-12 0 0,36 0 0 0,23-12 0 0,36 12 0 0,24-23 0 0,11 11 0 0,14-12 0 0,-1 1 0 0,-12-2 0 0,-24-34 0 0,-12-37 0 0,-1 13 0 0,2 36 0 0,23 35 0 0,0 12 0 0,12 35 0 0,-1 49 0 0,-11 11 0 0,-23-24 0 0,12-23 0 0,11-25 0 0,34-23 0 0,63-11 0 0,34-12 0 0,35 10 0 0,25 1 0 0,-25 12 0 0,-35 0 0 0,-47 0 0 0,-38-12 0 0,-33-22 0 0,-36-27 0 0,-25-22 0 0,12 35 0 0,24 24 0 0,0 72 0 0,12 47 0 0,-12-22 0 0,-11-39 0 0,10-22-28 0,-46 0-102 0,35-12 68 0</inkml:trace>
  <inkml:trace contextRef="#ctx0" brushRef="#br0">17041 16383 45 0,'-12'-83'78'0,"24"70"-45"0,24 73-16 0,11 47-4 0,37 13-7 0,-13-26 1 0,-11-34-6 0,-25-24 1 0,-23-36-16 0,35-59-14 0,2-25 8 0,-14 1 13 0,-23-1 12 0,-1-12 10 0,14 25 2 0,-1 60 1 0,-37 130-3 0,-23 120-5 0,-22-2-2 0,9-70-5 0,26-72 0 0,23-47 0 0,0-59 1 0,0-39-23 0,12 39-90 0,-1-1 17 0</inkml:trace>
  <inkml:trace contextRef="#ctx0" brushRef="#br0">18005 16466 26 0,'-12'-12'15'0,"12"-34"29"0,12-27-4 0,24 25-12 0,-24 37-9 0,12 59-2 0,12 47-8 0,35 24-5 0,1-23 2 0,10-73-1 0,-9-46-3 0,-14-73-2 0,-12-34 4 0,-11 46-1 0,-12 47-1 0,-24 62 1 0,-24 117 3 0,-23 72 6 0,-14 12-10 0,38-71-2 0,12-47 0 0,11-72 0 0,0-25-16 0,0-82-75 0,11 24-36 0</inkml:trace>
  <inkml:trace contextRef="#ctx0" brushRef="#br0">18649 15669 95 0,'-48'-23'39'0,"12"10"4"0,36 13-20 0,107-12-7 0,96 24-9 0,-13 12-2 0,-94-12-4 0,-86-12-10 0,-56 11-40 0,-38-11-43 0,73 0 30 0</inkml:trace>
  <inkml:trace contextRef="#ctx0" brushRef="#br0">18946 15609 66 0,'0'0'0'0,"-35"0"88"0,-14 83-48 0,13 84-13 0,25 1-20 0,11-63-2 0,0-56-4 0,11-49-30 0,14-49-133 0</inkml:trace>
  <inkml:trace contextRef="#ctx0" brushRef="#br0">20566 16193 60 0,'0'-95'61'0,"24"24"-16"0,-1 71-22 0,13 118-7 0,23 13-8 0,37-36-4 0,-13-58 0 0,13-74 0 0,-26-58-1 0,-9-24-1 0,-26 47 3 0,-24 48 4 0,-47 95-7 0,-35 84 1 0,-11 84 0 0,10-13 0 0,36-84-3 0,24-71 0 0,12-46 0 0,12-50-10 0,48-57-94 0,-36 34-10 0</inkml:trace>
  <inkml:trace contextRef="#ctx0" brushRef="#br0">21364 15550 92 0,'-36'-25'21'0,"-12"2"24"0,36-1-20 0,60 12-11 0,71 12-6 0,36 0-4 0,-48-12-1 0,-84-35 0 0,-70 10 1 0,-36 37-2 0,-2 96 4 0,39 71-2 0,34 0-1 0,12-72 1 0,12-47-4 0,0-60-16 0,0-24-91 0,0 24 37 0</inkml:trace>
  <inkml:trace contextRef="#ctx0" brushRef="#br0">21876 16181 48 0,'-11'-24'24'0,"11"-24"13"0,23 0 7 0,11 14-18 0,3 57-2 0,23 84-11 0,35 23-12 0,1-46 1 0,-14-60 0 0,-34-72 2 0,0-59-3 0,-13 12 1 0,-35 82 3 0,-23 97 2 0,-61 95 1 0,-35 47-4 0,36-58-2 0,23-50-1 0,25-60-1 0,23-58 0 0,24-10 0 0,-2-51-17 0,3 14-144 0,-13 47 104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16136 1607 18 0,'0'-47'9'0,"11"-60"4"0,2 82-2 0,-1 133-4 0,47 190-2 0,25-60 0 0,23-36-6 0,-73-94-63 0</inkml:trace>
  <inkml:trace contextRef="#ctx0" brushRef="#br0">16124 2012 20 0,'-13'-11'9'0,"2"11"7"0,11 11-8 0,36 12-5 0,47-10-1 0,60-37-2 0,0-24 3 0,-24-23-2 0,-72 0 3 0,-34-1 0 0,-26-23-1 0,2 23 2 0,11 26 5 0,0 176-6 0,24 48-1 0,11 0-1 0,25-23-8 0,-23-84-76 0</inkml:trace>
  <inkml:trace contextRef="#ctx0" brushRef="#br0">17005 1643 42 0,'0'-23'7'0,"0"-37"-7"0,11 24 1 0,14 48 0 0,11 95 2 0,-13 72 1 0,-11-13 1 0,24-48 1 0,-12-81 1 0,-1-49 8 0,-10-84-8 0,22-59-5 0,-11 84 2 0,-24 71 4 0,0 60-7 0,24 12 0 0,36-12 0 0,22-49 2 0,25-70-2 0,-11-37 2 0,-11 1-2 0,-51 12 2 0,-22-13-1 0,-1-11-4 0,-22 59 3 0,-12 85 1 0,-13 58 0 0,36 24-4 0,95-73 2 0,59-46-40 0,-70-10-36 0</inkml:trace>
  <inkml:trace contextRef="#ctx0" brushRef="#br0">16195 3036 72 0,'-48'-24'34'0,"-58"1"-28"0,140-14-2 0,158-47-3 0,129-34 1 0,84-13 3 0,-12-1 4 0,-71 27 1 0,-120 34 1 0,-95 46-6 0,-71 25-4 0,-36 0-1 0,0 0-25 0,-96 36-54 0,14 11 28 0</inkml:trace>
  <inkml:trace contextRef="#ctx0" brushRef="#br0">16041 3191 79 0,'0'0'0'0,"-73"-36"21"0,134-23-15 0,141-60 6 0,168-24-5 0,117-24 1 0,37 0 1 0,-59 49 1 0,-144 34-3 0,-154 47-2 0,-95 26-1 0,-60-12-2 0,-12 23-1 0,-12 23-29 0,-24 25-89 0</inkml:trace>
  <inkml:trace contextRef="#ctx0" brushRef="#br0">15981 12847 16 0,'-24'-131'40'0,"24"59"-8"0,11 13-7 0,-11 72-16 0,-11 81-6 0,-24 143 2 0,11 50 1 0,24-38-1 0,24-46 0 0,-14-48 0 0,-32-11-2 0,-14-39-2 0,12-32 1 0,24-38-1 0,-12-11 0 0,24-24 1 0,12 0 0 0,47-11-1 0,25 11-1 0,58 0 0 0,73-13 0 0,58-11 0 0,85 24 0 0,46 12-1 0,48 0 1 0,37 1 1 0,23-2-2 0,-24 25 2 0,-36-12 0 0,-23 0-1 0,-49-14-1 0,-47 3 0 0,-46-13 1 0,-72 0 0 0,-37-13 1 0,-59-8-1 0,-48-29 2 0,-47-32-1 0,-36-49 1 0,-25-71 0 0,-21-49 0 0,10-11 0 0,12 36 0 0,12 71-1 0,12 48 0 0,-12 12-2 0,12 35 1 0,-13 48 1 0,-10 0-2 0,0 12 1 0,-25 0 0 0,-35 12 0 0,-12-12 0 0,-50 0 1 0,-55-23-3 0,-63 11 3 0,-23 1-1 0,-47-14 1 0,-24 13-1 0,-48-12 1 0,-36-11-2 0,-23 10 2 0,-26 25-2 0,2 13 1 0,37 11 0 0,33 10 0 0,37-21 0 0,36-1 1 0,36 13-1 0,58-2 2 0,72-23 1 0,85 0-1 0,58 0-5 0,48 35-100 0,0-22 47 0</inkml:trace>
  <inkml:trace contextRef="#ctx0" brushRef="#br0">19399 13335 30 0,'-72'0'33'0,"25"0"1"0,35-12-11 0,71-1-10 0,72 2-6 0,-1 11-2 0,-33 0 0 0,-62 0-1 0,-47 11 1 0,-59-11-3 0,-24 13 1 0,-1-1 1 0,61-12-2 0,106 0 1 0,35-12-2 0,-33-1 0 0,-49 13 0 0,-60 0 0 0,-59 25 0 0,-1-13 0 0,37 12 0 0,59-24 0 0,59 0 0 0,12-11 0 0,-23 11-1 0,-37 0 0 0,-34 0 1 0,-24 0 0 0,-1 11-1 0,12 1-26 0,13 11-95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18696 14478 1 0,'0'-48'9'0,"0"-23"5"0,0-11 3 0,12 45 1 0,-12 61-3 0,0 131-3 0,0 47-5 0,-12-23-5 0,-24-61-1 0,13-47 0 0,12-46-36 0,-2-73-24 0</inkml:trace>
  <inkml:trace contextRef="#ctx0" brushRef="#br0">18553 14277 6 0,'0'0'0'0,"-24"-61"21"0,24 38 4 0,12 57-6 0,48 62-8 0,11 34-4 0,25 2-3 0,11-25-3 0,0-36 0 0,-36-23 0 0,-23-25-9 0,0-34-29 0,-36-36-13 0</inkml:trace>
  <inkml:trace contextRef="#ctx0" brushRef="#br0">19161 14227 10 0,'-12'-71'24'0,"-12"37"-5"0,36 80-8 0,0 97 0 0,23 12-8 0,-12-24-2 0,-10-36-5 0,10 1-50 0,-23-84 35 0</inkml:trace>
  <inkml:trace contextRef="#ctx0" brushRef="#br0">19482 14658 35 0,'-12'0'3'0,"12"11"1"0,72-47 8 0,35-12-3 0,0-23-6 0,-36 10-1 0,-95 27 1 0,-59 45 1 0,-12 62 6 0,35 21-6 0,60-12-1 0,48-21-1 0,47-25-1 0,0-12 1 0,1-36-30 0,-37-36-39 0</inkml:trace>
  <inkml:trace contextRef="#ctx0" brushRef="#br0">20137 14323 40 0,'0'-25'6'0,"60"62"1"0,34 70 0 0,-34-12-4 0,-36-11-1 0,-12-47-7 0,-12-50-29 0,0-83 18 0,13-11 25 0,-26 84 15 0,-58 118 3 0,-26 49-18 0,15-26-8 0,57-60-1 0,86-81-12 0,21-72-45 0,-57 71 46 0</inkml:trace>
  <inkml:trace contextRef="#ctx0" brushRef="#br0">20721 14001 23 0,'24'-34'11'0,"10"-26"17"0,-45 131-9 0,-49 96-5 0,37 36-6 0,59-61-6 0,47-58-1 0,-12-50-13 0,-35-57-78 0</inkml:trace>
  <inkml:trace contextRef="#ctx0" brushRef="#br0">20600 14348 37 0,'-46'0'16'0,"58"-25"-5"0,119-58-7 0,107-48-8 0,-71 48-58 0</inkml:trace>
  <inkml:trace contextRef="#ctx0" brushRef="#br0">22328 13597 48 0,'-36'-36'2'0,"-59"-10"4"0,35 67 1 0,-35 111 1 0,12 46-2 0,71 14-6 0,60-50 1 0,47-70 0 0,59-72 1 0,48-107 0 0,2-96-2 0,-38-48 0 0,-106 62 0 0,-72 70 0 0,-59 71-1 0,12 107-1 0,10 167 1 0,37 25-1 0,36-61 1 0,13-71 2 0,10-35-58 0,-24-71 38 0</inkml:trace>
  <inkml:trace contextRef="#ctx0" brushRef="#br0">23209 13967 0 0,'24'-37'1'0,"0"-34"4"0,-24 24 11 0,-36-1-2 0,-11 25-3 0,-14 10-1 0,14 26-5 0,-24 81 0 0,23 13-3 0,1-11-1 0,47-62 2 0,47-57 0 0,48-59-1 0,12 22-2 0,-59 70 1 0,-12 87 3 0,-36-26-1 0,12-23-1 0,12-36-15 0,12-24-49 0</inkml:trace>
  <inkml:trace contextRef="#ctx0" brushRef="#br0">23686 13633 13 0,'0'-24'7'0,"-13"1"8"0,-70 70 3 0,23 48-9 0,132 0-6 0,47 12-3 0,-59 1 1 0,-84-24 3 0,-71-50 0 0,23-45-2 0,84-62-34 0,36-9-6 0</inkml:trace>
  <inkml:trace contextRef="#ctx0" brushRef="#br0">23960 13716 3 0,'35'-36'11'0,"1"13"19"0,-49 34-12 0,2 73-11 0,71 23-6 0,23-12 1 0,-59-35 8 0,-72-25 1 0,-47-46-7 0,82-37-13 0,74 25-45 0,-26 23 26 0</inkml:trace>
  <inkml:trace contextRef="#ctx0" brushRef="#br0">18756 15966 38 0,'-382'48'24'0,"192"11"-26"0,154-59 3 0,179-96 6 0,262-59 6 0,298-46 2 0,273-25-1 0,48 0-11 0,-83 71 1 0,-168 59-4 0,-224 25 1 0,-204 24-1 0,-202 10 1 0,-191 26-14 0,-215 82-56 0,122-35 33 0</inkml:trace>
  <inkml:trace contextRef="#ctx0" brushRef="#br0">18148 16395 58 0,'-143'0'31'0,"-166"59"-32"0,309-34-1 0,274-109 6 0,226-83 5 0,226-47 9 0,167 12-7 0,71 11-9 0,2 24-2 0,-73 24-1 0,-179 47 1 0,-202 25 5 0,-238 37 2 0,-191 9 2 0,-107 0-2 0,-71 15-6 0,-12-2-35 0,48 34-79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 /><Relationship Id="rId1" Type="http://schemas.openxmlformats.org/officeDocument/2006/relationships/notesMaster" Target="../notesMasters/notesMaster1.xml" 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 /><Relationship Id="rId1" Type="http://schemas.openxmlformats.org/officeDocument/2006/relationships/notesMaster" Target="../notesMasters/notesMaster1.xml" 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 /><Relationship Id="rId1" Type="http://schemas.openxmlformats.org/officeDocument/2006/relationships/notesMaster" Target="../notesMasters/notesMaster1.xml" 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 /><Relationship Id="rId1" Type="http://schemas.openxmlformats.org/officeDocument/2006/relationships/notesMaster" Target="../notesMasters/notesMaster1.xml" 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 /><Relationship Id="rId1" Type="http://schemas.openxmlformats.org/officeDocument/2006/relationships/notesMaster" Target="../notesMasters/notesMaster1.xml" 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 /><Relationship Id="rId1" Type="http://schemas.openxmlformats.org/officeDocument/2006/relationships/notesMaster" Target="../notesMasters/notesMaster1.xml" 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 /><Relationship Id="rId1" Type="http://schemas.openxmlformats.org/officeDocument/2006/relationships/notesMaster" Target="../notesMasters/notesMaster1.xml" 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 /><Relationship Id="rId1" Type="http://schemas.openxmlformats.org/officeDocument/2006/relationships/notesMaster" Target="../notesMasters/notesMaster1.xml" 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 /><Relationship Id="rId1" Type="http://schemas.openxmlformats.org/officeDocument/2006/relationships/notesMaster" Target="../notesMasters/notesMaster1.xml" 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 /><Relationship Id="rId1" Type="http://schemas.openxmlformats.org/officeDocument/2006/relationships/notesMaster" Target="../notesMasters/notesMaster1.xml" 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 /><Relationship Id="rId1" Type="http://schemas.openxmlformats.org/officeDocument/2006/relationships/notesMaster" Target="../notesMasters/notesMaster1.xml" 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 /><Relationship Id="rId1" Type="http://schemas.openxmlformats.org/officeDocument/2006/relationships/notesMaster" Target="../notesMasters/notesMaster1.xml" 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 /><Relationship Id="rId1" Type="http://schemas.openxmlformats.org/officeDocument/2006/relationships/notesMaster" Target="../notesMasters/notesMaster1.xml" 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 /><Relationship Id="rId1" Type="http://schemas.openxmlformats.org/officeDocument/2006/relationships/notesMaster" Target="../notesMasters/notesMaster1.xml" 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 /><Relationship Id="rId1" Type="http://schemas.openxmlformats.org/officeDocument/2006/relationships/notesMaster" Target="../notesMasters/notesMaster1.xml" 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 /><Relationship Id="rId1" Type="http://schemas.openxmlformats.org/officeDocument/2006/relationships/notesMaster" Target="../notesMasters/notesMaster1.xml" 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 /><Relationship Id="rId1" Type="http://schemas.openxmlformats.org/officeDocument/2006/relationships/notesMaster" Target="../notesMasters/notesMaster1.xml" 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 /><Relationship Id="rId1" Type="http://schemas.openxmlformats.org/officeDocument/2006/relationships/notesMaster" Target="../notesMasters/notesMaster1.xml" 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 /><Relationship Id="rId1" Type="http://schemas.openxmlformats.org/officeDocument/2006/relationships/notesMaster" Target="../notesMasters/notesMaster1.xml" 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 /><Relationship Id="rId1" Type="http://schemas.openxmlformats.org/officeDocument/2006/relationships/notesMaster" Target="../notesMasters/notesMaster1.xml" 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 /><Relationship Id="rId1" Type="http://schemas.openxmlformats.org/officeDocument/2006/relationships/notesMaster" Target="../notesMasters/notesMaster1.xml" 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 /><Relationship Id="rId1" Type="http://schemas.openxmlformats.org/officeDocument/2006/relationships/notesMaster" Target="../notesMasters/notesMaster1.xml" 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 /><Relationship Id="rId1" Type="http://schemas.openxmlformats.org/officeDocument/2006/relationships/notesMaster" Target="../notesMasters/notesMaster1.xml" 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 /><Relationship Id="rId1" Type="http://schemas.openxmlformats.org/officeDocument/2006/relationships/notesMaster" Target="../notesMasters/notesMaster1.xml" 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 /><Relationship Id="rId1" Type="http://schemas.openxmlformats.org/officeDocument/2006/relationships/notesMaster" Target="../notesMasters/notesMaster1.xml" 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 /><Relationship Id="rId1" Type="http://schemas.openxmlformats.org/officeDocument/2006/relationships/notesMaster" Target="../notesMasters/notesMaster1.xml" 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 /><Relationship Id="rId1" Type="http://schemas.openxmlformats.org/officeDocument/2006/relationships/notesMaster" Target="../notesMasters/notesMaster1.xml" 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 /><Relationship Id="rId1" Type="http://schemas.openxmlformats.org/officeDocument/2006/relationships/notesMaster" Target="../notesMasters/notesMaster1.xml" 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 /><Relationship Id="rId1" Type="http://schemas.openxmlformats.org/officeDocument/2006/relationships/notesMaster" Target="../notesMasters/notesMaster1.xml" 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 /><Relationship Id="rId1" Type="http://schemas.openxmlformats.org/officeDocument/2006/relationships/notesMaster" Target="../notesMasters/notesMaster1.xml" 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 /><Relationship Id="rId1" Type="http://schemas.openxmlformats.org/officeDocument/2006/relationships/notesMaster" Target="../notesMasters/notesMaster1.xml" 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 /><Relationship Id="rId1" Type="http://schemas.openxmlformats.org/officeDocument/2006/relationships/notesMaster" Target="../notesMasters/notesMaster1.xml" 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 /><Relationship Id="rId1" Type="http://schemas.openxmlformats.org/officeDocument/2006/relationships/notesMaster" Target="../notesMasters/notesMaster1.xml" 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 /><Relationship Id="rId1" Type="http://schemas.openxmlformats.org/officeDocument/2006/relationships/notesMaster" Target="../notesMasters/notesMaster1.xml" 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 /><Relationship Id="rId1" Type="http://schemas.openxmlformats.org/officeDocument/2006/relationships/notesMaster" Target="../notesMasters/notesMaster1.xml" 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 /><Relationship Id="rId1" Type="http://schemas.openxmlformats.org/officeDocument/2006/relationships/notesMaster" Target="../notesMasters/notesMaster1.xml" 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 /><Relationship Id="rId1" Type="http://schemas.openxmlformats.org/officeDocument/2006/relationships/notesMaster" Target="../notesMasters/notesMaster1.xml" 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 /><Relationship Id="rId1" Type="http://schemas.openxmlformats.org/officeDocument/2006/relationships/notesMaster" Target="../notesMasters/notesMaster1.xml" 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 /><Relationship Id="rId1" Type="http://schemas.openxmlformats.org/officeDocument/2006/relationships/notesMaster" Target="../notesMasters/notesMaster1.xml" 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 /><Relationship Id="rId1" Type="http://schemas.openxmlformats.org/officeDocument/2006/relationships/notesMaster" Target="../notesMasters/notesMaster1.xml" 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 /><Relationship Id="rId1" Type="http://schemas.openxmlformats.org/officeDocument/2006/relationships/notesMaster" Target="../notesMasters/notesMaster1.xml" 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 /><Relationship Id="rId1" Type="http://schemas.openxmlformats.org/officeDocument/2006/relationships/notesMaster" Target="../notesMasters/notesMaster1.xml" 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 /><Relationship Id="rId1" Type="http://schemas.openxmlformats.org/officeDocument/2006/relationships/notesMaster" Target="../notesMasters/notesMaster1.xml" 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 /><Relationship Id="rId1" Type="http://schemas.openxmlformats.org/officeDocument/2006/relationships/notesMaster" Target="../notesMasters/notesMaster1.xml" 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 /><Relationship Id="rId1" Type="http://schemas.openxmlformats.org/officeDocument/2006/relationships/notesMaster" Target="../notesMasters/notesMaster1.xml" 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 /><Relationship Id="rId1" Type="http://schemas.openxmlformats.org/officeDocument/2006/relationships/notesMaster" Target="../notesMasters/notesMaster1.xml" 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 /><Relationship Id="rId1" Type="http://schemas.openxmlformats.org/officeDocument/2006/relationships/notesMaster" Target="../notesMasters/notesMaster1.xml" 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 /><Relationship Id="rId1" Type="http://schemas.openxmlformats.org/officeDocument/2006/relationships/notesMaster" Target="../notesMasters/notesMaster1.xml" 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 /><Relationship Id="rId1" Type="http://schemas.openxmlformats.org/officeDocument/2006/relationships/notesMaster" Target="../notesMasters/notesMaster1.xml" 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6" name="Google Shape;3196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7" name="Google Shape;31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2" name="Google Shape;3202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3" name="Google Shape;32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2" name="Google Shape;32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8" name="Google Shape;32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219" name="Google Shape;3219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/>
          </a:p>
          <a:p>
            <a:pPr marL="800100" lvl="1" indent="-342900" algn="l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Machine Learning, Tom Mitchell</a:t>
            </a:r>
            <a:endParaRPr/>
          </a:p>
          <a:p>
            <a:pPr marL="800100" lvl="1" indent="-342900" algn="l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Read Chapter 1, 2 – Introduction to Machine Learning, 2</a:t>
            </a:r>
            <a:r>
              <a:rPr lang="en-US" sz="1800" baseline="30000"/>
              <a:t>nd</a:t>
            </a:r>
            <a:r>
              <a:rPr lang="en-US" sz="1800"/>
              <a:t> edition, Ethem Alpaydin</a:t>
            </a:r>
            <a:endParaRPr/>
          </a:p>
        </p:txBody>
      </p:sp>
      <p:sp>
        <p:nvSpPr>
          <p:cNvPr id="3220" name="Google Shape;3220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Lecture-1</a:t>
            </a:r>
            <a:endParaRPr/>
          </a:p>
        </p:txBody>
      </p:sp>
      <p:sp>
        <p:nvSpPr>
          <p:cNvPr id="3221" name="Google Shape;3221;p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509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A81EA52-360C-4F8D-8A5C-F77999456561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4914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t>7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4" name="Google Shape;95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5" name="Google Shape;955;p4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1583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t>8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4" name="Google Shape;96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5" name="Google Shape;965;p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56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227" name="Google Shape;3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p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2" name="Google Shape;32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3" name="Google Shape;3233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243" name="Google Shape;32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243" name="Google Shape;32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4699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243" name="Google Shape;32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5052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243" name="Google Shape;32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3575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" name="Google Shape;338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0" name="Google Shape;33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6" name="Google Shape;34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417" name="Google Shape;3417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8" name="Google Shape;3418;p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4" name="Google Shape;34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435" name="Google Shape;34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34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441" name="Google Shape;34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8" name="Google Shape;34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449" name="Google Shape;34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5" name="Google Shape;34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456" name="Google Shape;34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4" name="Google Shape;346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465" name="Google Shape;34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" name="Google Shape;347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472" name="Google Shape;34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9" name="Google Shape;347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480" name="Google Shape;34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7" name="Google Shape;34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488" name="Google Shape;34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3" name="Google Shape;349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494" name="Google Shape;349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1" name="Google Shape;3501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502" name="Google Shape;35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7" name="Google Shape;3507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8" name="Google Shape;350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9" name="Google Shape;3529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530" name="Google Shape;35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9" name="Google Shape;353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540" name="Google Shape;354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4" name="Google Shape;3544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5" name="Google Shape;354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2" name="Google Shape;3552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3" name="Google Shape;355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1" name="Google Shape;3561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2" name="Google Shape;356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9" name="Google Shape;3569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0" name="Google Shape;357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6" name="Google Shape;357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1" name="Google Shape;3581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2" name="Google Shape;358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2" name="Google Shape;359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593" name="Google Shape;359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6" name="Google Shape;361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617" name="Google Shape;36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" name="Google Shape;362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625" name="Google Shape;362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633" name="Google Shape;36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9" name="Google Shape;363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640" name="Google Shape;364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6" name="Google Shape;364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647" name="Google Shape;364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3" name="Google Shape;365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654" name="Google Shape;365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1" name="Google Shape;3661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662" name="Google Shape;366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8" name="Google Shape;366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669" name="Google Shape;36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5" name="Google Shape;367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676" name="Google Shape;367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2" name="Google Shape;368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683" name="Google Shape;368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9" name="Google Shape;368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690" name="Google Shape;369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" name="Google Shape;369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697" name="Google Shape;369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3" name="Google Shape;3703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704" name="Google Shape;370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0" name="Google Shape;371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711" name="Google Shape;371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" name="Google Shape;3717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718" name="Google Shape;371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3" name="Google Shape;3723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724" name="Google Shape;372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9" name="Google Shape;3729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730" name="Google Shape;373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5" name="Google Shape;3735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736" name="Google Shape;373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6" name="Google Shape;3766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767" name="Google Shape;376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6" name="Google Shape;3796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797" name="Google Shape;379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2" name="Google Shape;3802;p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03" name="Google Shape;380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8" name="Google Shape;3808;p5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9" name="Google Shape;380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4" name="Google Shape;381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5" name="Google Shape;3815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816" name="Google Shape;3816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Google Shape;382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2" name="Google Shape;3822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823" name="Google Shape;3823;p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" name="Google Shape;382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0" name="Google Shape;3830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831" name="Google Shape;3831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327124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7" name="Google Shape;3837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838" name="Google Shape;3838;p5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9" name="Google Shape;3839;p5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67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5" name="Google Shape;3845;g2a33f95ab57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846" name="Google Shape;3846;g2a33f95ab57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g2a33f95ab57_0_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1" name="Google Shape;3851;g2a33f95ab5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7" name="Google Shape;3857;g2a33f95ab57_0_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8" name="Google Shape;3858;g2a33f95ab5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9" name="Google Shape;3869;g2a33f95ab57_0_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0" name="Google Shape;3870;g2a33f95ab5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3" name="Google Shape;3863;g2a33f95ab57_0_5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4" name="Google Shape;3864;g2a33f95ab5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5" name="Google Shape;3875;g2a33f95ab57_0_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6" name="Google Shape;3876;g2a33f95ab5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2" name="Google Shape;3882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883" name="Google Shape;388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7" name="Google Shape;3887;p6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8" name="Google Shape;3888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9" name="Google Shape;3889;p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2" name="Google Shape;3902;p6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76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3" name="Google Shape;3903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4" name="Google Shape;3904;p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0" name="Google Shape;3920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921" name="Google Shape;3921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6" name="Google Shape;3926;p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7" name="Google Shape;392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7" name="Google Shape;3937;p6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8" name="Google Shape;393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8" name="Google Shape;3948;p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9" name="Google Shape;3949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0" name="Google Shape;3960;p6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1" name="Google Shape;396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" name="Google Shape;3973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3974" name="Google Shape;397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8" name="Google Shape;3978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79" name="Google Shape;3979;p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0" name="Google Shape;3980;p7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83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5" name="Google Shape;3985;p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6" name="Google Shape;3986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2" name="Google Shape;3992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93" name="Google Shape;3993;p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4" name="Google Shape;3994;p7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85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" name="Google Shape;4003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004" name="Google Shape;4004;p7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5" name="Google Shape;4005;p7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86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3" name="Google Shape;4013;p7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4" name="Google Shape;4014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053252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9" name="Google Shape;4019;p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0" name="Google Shape;4020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6" name="Google Shape;4026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27" name="Google Shape;4027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1" name="Google Shape;4031;p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2" name="Google Shape;4032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2" name="Google Shape;4042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43" name="Google Shape;4043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8" name="Google Shape;4048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49" name="Google Shape;4049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4" name="Google Shape;4054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55" name="Google Shape;4055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0" name="Google Shape;4060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61" name="Google Shape;4061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7" name="Google Shape;4067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68" name="Google Shape;4068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4" name="Google Shape;4074;p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75" name="Google Shape;4075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1" name="Google Shape;4081;p8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2" name="Google Shape;4082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0" name="Google Shape;4090;p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091" name="Google Shape;4091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Google Shape;4101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4102" name="Google Shape;4102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Google Shape;4107;p8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8" name="Google Shape;4108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9" name="Google Shape;4109;p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5" name="Google Shape;4115;p9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6" name="Google Shape;4116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7" name="Google Shape;4117;p9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2" name="Google Shape;4122;p9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3" name="Google Shape;4123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7" name="Google Shape;4127;g2a33f95ab57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8" name="Google Shape;4128;g2a33f95ab5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5.xml" 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6.xml" 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6.xml" 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6.xml" 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6.xml" 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6.xml" 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6.xml" 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6.xml" /><Relationship Id="rId4" Type="http://schemas.openxmlformats.org/officeDocument/2006/relationships/image" Target="../media/image8.png" 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6.xml" /><Relationship Id="rId4" Type="http://schemas.openxmlformats.org/officeDocument/2006/relationships/image" Target="../media/image8.png" 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6.xml" /><Relationship Id="rId4" Type="http://schemas.openxmlformats.org/officeDocument/2006/relationships/image" Target="../media/image8.png" 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6.xml" /><Relationship Id="rId4" Type="http://schemas.openxmlformats.org/officeDocument/2006/relationships/image" Target="../media/image8.png" 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Master" Target="../slideMasters/slideMaster6.xml" /><Relationship Id="rId4" Type="http://schemas.openxmlformats.org/officeDocument/2006/relationships/image" Target="../media/image8.png" 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7.xml" 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7.xml" 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7.xml" 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7.xml" 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8.xml" 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8.xml" 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8.xml" 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8.xml" 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8.xml" 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8.xml" 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9.xml" 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9.xml" 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9.xml" 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9.xml" 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9.xml" 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9.xml" 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9.xml" 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9.xml" 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9.xml" 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9.xml" 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9.xml" 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9.xml" 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0.xml" 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0.xml" /><Relationship Id="rId4" Type="http://schemas.openxmlformats.org/officeDocument/2006/relationships/image" Target="../media/image8.png" 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1.xml" 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1.xml" 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1.xml" 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2.xml" 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 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2.xml" 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9.png" /><Relationship Id="rId1" Type="http://schemas.openxmlformats.org/officeDocument/2006/relationships/slideMaster" Target="../slideMasters/slideMaster12.xml" /><Relationship Id="rId4" Type="http://schemas.openxmlformats.org/officeDocument/2006/relationships/image" Target="../media/image8.png" 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_rels/slideLayout3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3.xml" /></Relationships>
</file>

<file path=ppt/slideLayouts/_rels/slideLayout3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3.xml" 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9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9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9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9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9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2" name="Google Shape;22;p9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3" name="Google Shape;23;p9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9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9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9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9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9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9" name="Google Shape;29;p9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30" name="Google Shape;30;p94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9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34" name="Google Shape;34;p9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5" name="Google Shape;35;p9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" name="Google Shape;36;p9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" name="Google Shape;37;p9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38" name="Google Shape;38;p9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9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0" name="Google Shape;40;p9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9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" name="Google Shape;42;p9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3" name="Google Shape;43;p9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4" name="Google Shape;44;p9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" name="Google Shape;45;p9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9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7" name="Google Shape;47;p9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51" name="Google Shape;51;p96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2" name="Google Shape;52;p9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" name="Google Shape;53;p9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" name="Google Shape;54;p9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55" name="Google Shape;55;p9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9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57" name="Google Shape;57;p9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8" name="Google Shape;58;p9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9" name="Google Shape;59;p9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0" name="Google Shape;60;p9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1" name="Google Shape;61;p9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" name="Google Shape;62;p9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9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4" name="Google Shape;64;p9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9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6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36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" name="Google Shape;69;p136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" name="Google Shape;70;p136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1" name="Google Shape;71;p13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3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73" name="Google Shape;73;p136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74" name="Google Shape;74;p136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37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7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8" name="Google Shape;78;p137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7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" name="Google Shape;80;p137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" name="Google Shape;81;p13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" name="Google Shape;82;p137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83" name="Google Shape;83;p137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84" name="Google Shape;84;p137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8" name="Google Shape;88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1" name="Google Shape;91;p1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2" name="Google Shape;92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3" name="Google Shape;93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4" name="Google Shape;94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95" name="Google Shape;95;p1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96" name="Google Shape;96;p1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7" name="Google Shape;97;p138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8" name="Google Shape;98;p138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3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1" name="Google Shape;101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3" name="Google Shape;103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4" name="Google Shape;104;p13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5" name="Google Shape;105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7" name="Google Shape;107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8" name="Google Shape;108;p13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10" name="Google Shape;110;p139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1" name="Google Shape;111;p139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2" name="Google Shape;112;p139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139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4" name="Google Shape;114;p139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4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7" name="Google Shape;117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9" name="Google Shape;119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0" name="Google Shape;120;p14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1" name="Google Shape;121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2" name="Google Shape;122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3" name="Google Shape;123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24" name="Google Shape;124;p14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26" name="Google Shape;126;p140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4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9" name="Google Shape;129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" name="Google Shape;130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2" name="Google Shape;132;p14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3" name="Google Shape;133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4" name="Google Shape;134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5" name="Google Shape;135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6" name="Google Shape;136;p14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38" name="Google Shape;138;p141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9" name="Google Shape;139;p141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141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4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3" name="Google Shape;143;p14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4" name="Google Shape;144;p1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5" name="Google Shape;145;p14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6" name="Google Shape;146;p14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7" name="Google Shape;147;p14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8" name="Google Shape;148;p14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9" name="Google Shape;149;p14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0" name="Google Shape;150;p142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52" name="Google Shape;152;p142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42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42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5" name="Google Shape;155;p142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4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8" name="Google Shape;158;p14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9" name="Google Shape;159;p14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0" name="Google Shape;160;p14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1" name="Google Shape;161;p14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62" name="Google Shape;162;p14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3" name="Google Shape;163;p14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4" name="Google Shape;164;p14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65" name="Google Shape;165;p14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67" name="Google Shape;167;p14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14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44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71" name="Google Shape;171;p14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2" name="Google Shape;172;p144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3" name="Google Shape;173;p144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74" name="Google Shape;174;p144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44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76" name="Google Shape;176;p144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144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5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45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14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p14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3" name="Google Shape;183;p145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45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85" name="Google Shape;185;p145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86" name="Google Shape;186;p145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45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06" name="Google Shape;206;p98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07" name="Google Shape;207;p9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8" name="Google Shape;208;p9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9" name="Google Shape;209;p9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210" name="Google Shape;210;p9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9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12" name="Google Shape;212;p9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3" name="Google Shape;213;p9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4" name="Google Shape;214;p9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15" name="Google Shape;215;p9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16" name="Google Shape;216;p9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7" name="Google Shape;217;p9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8" name="Google Shape;218;p9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19" name="Google Shape;219;p9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9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1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3" name="Google Shape;223;p10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101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25" name="Google Shape;225;p101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8" name="Google Shape;228;p13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1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30" name="Google Shape;230;p1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31" name="Google Shape;231;p1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4" name="Google Shape;234;p1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35" name="Google Shape;235;p1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36" name="Google Shape;236;p1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9" name="Google Shape;239;p1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147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41" name="Google Shape;241;p147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8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4" name="Google Shape;244;p1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148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46" name="Google Shape;246;p148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9" name="Google Shape;249;p14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0" name="Google Shape;250;p1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1" name="Google Shape;251;p1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2" name="Google Shape;252;p1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p15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56" name="Google Shape;256;p15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57" name="Google Shape;257;p1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8" name="Google Shape;258;p1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9" name="Google Shape;259;p1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2" name="Google Shape;262;p15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3" name="Google Shape;263;p15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64" name="Google Shape;264;p15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5" name="Google Shape;265;p15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66" name="Google Shape;266;p1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7" name="Google Shape;267;p1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8" name="Google Shape;268;p1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71" name="Google Shape;271;p1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72" name="Google Shape;272;p1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5" name="Google Shape;275;p15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76" name="Google Shape;276;p15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77" name="Google Shape;277;p1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78" name="Google Shape;278;p1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79" name="Google Shape;279;p1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2" name="Google Shape;282;p15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15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84" name="Google Shape;284;p1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85" name="Google Shape;285;p1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86" name="Google Shape;286;p1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9" name="Google Shape;289;p15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1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91" name="Google Shape;291;p1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92" name="Google Shape;292;p1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5" name="Google Shape;295;p15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1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97" name="Google Shape;297;p1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98" name="Google Shape;298;p1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704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7" name="Google Shape;307;p100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08" name="Google Shape;308;p10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0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0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1" name="Google Shape;311;p10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10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13" name="Google Shape;313;p10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0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0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0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17" name="Google Shape;317;p10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0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0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p10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1" name="Google Shape;321;p10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324" name="Google Shape;324;p102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25" name="Google Shape;325;p10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0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0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8" name="Google Shape;328;p102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10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30" name="Google Shape;330;p10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0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0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3" name="Google Shape;333;p10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34" name="Google Shape;334;p10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0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0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7" name="Google Shape;337;p10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10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57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57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7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157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5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5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7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8" name="Google Shape;348;p157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15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1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1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8" name="Google Shape;358;p1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6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16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4" name="Google Shape;364;p1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1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1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0" name="Google Shape;370;p16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1" name="Google Shape;371;p1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1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1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16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7" name="Google Shape;377;p16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78" name="Google Shape;378;p16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9" name="Google Shape;379;p16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80" name="Google Shape;380;p1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1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1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1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16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5" name="Google Shape;395;p16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96" name="Google Shape;396;p1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16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16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03" name="Google Shape;403;p1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16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9" name="Google Shape;409;p1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1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1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16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5" name="Google Shape;415;p1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1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1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and Content">
  <p:cSld name="11_Title and Content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432" name="Google Shape;432;p104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433" name="Google Shape;433;p10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0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0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6" name="Google Shape;436;p104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7" name="Google Shape;437;p10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38" name="Google Shape;438;p10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0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0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" name="Google Shape;441;p10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42" name="Google Shape;442;p10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0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0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5" name="Google Shape;445;p104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6" name="Google Shape;446;p10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6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9" name="Google Shape;449;p16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0" name="Google Shape;450;p1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51" name="Google Shape;451;p1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52" name="Google Shape;452;p1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0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55" name="Google Shape;455;p17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p170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57" name="Google Shape;457;p170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71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0" name="Google Shape;460;p17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1" name="Google Shape;461;p171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62" name="Google Shape;462;p171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72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5" name="Google Shape;465;p17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6" name="Google Shape;466;p172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67" name="Google Shape;467;p172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73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0" name="Google Shape;470;p17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1" name="Google Shape;471;p173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72" name="Google Shape;472;p173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7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5" name="Google Shape;475;p17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6" name="Google Shape;476;p1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77" name="Google Shape;477;p1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78" name="Google Shape;478;p1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7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1" name="Google Shape;481;p17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82" name="Google Shape;482;p17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83" name="Google Shape;483;p1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84" name="Google Shape;484;p1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85" name="Google Shape;485;p1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7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8" name="Google Shape;488;p17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9" name="Google Shape;489;p17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0" name="Google Shape;490;p17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1" name="Google Shape;491;p17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2" name="Google Shape;492;p1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93" name="Google Shape;493;p1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94" name="Google Shape;494;p17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7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7" name="Google Shape;497;p17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98" name="Google Shape;498;p17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99" name="Google Shape;499;p17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7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02" name="Google Shape;502;p17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03" name="Google Shape;503;p17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7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6" name="Google Shape;506;p17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07" name="Google Shape;507;p17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08" name="Google Shape;508;p17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09" name="Google Shape;509;p17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10" name="Google Shape;510;p17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8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3" name="Google Shape;513;p18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18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15" name="Google Shape;515;p18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16" name="Google Shape;516;p18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17" name="Google Shape;517;p18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8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0" name="Google Shape;520;p18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1" name="Google Shape;521;p18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22" name="Google Shape;522;p18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23" name="Google Shape;523;p18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8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6" name="Google Shape;526;p18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7" name="Google Shape;527;p18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28" name="Google Shape;528;p18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29" name="Google Shape;529;p18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532" name="Google Shape;532;p18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33" name="Google Shape;533;p18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8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8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36" name="Google Shape;536;p18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7" name="Google Shape;537;p18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538" name="Google Shape;538;p18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8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1" name="Google Shape;541;p18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42" name="Google Shape;542;p18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8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5" name="Google Shape;545;p18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6" name="Google Shape;546;p18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and Content">
  <p:cSld name="14_Title and Content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8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549" name="Google Shape;549;p184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50" name="Google Shape;550;p18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8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8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53" name="Google Shape;553;p184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4" name="Google Shape;554;p18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555" name="Google Shape;555;p18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8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8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8" name="Google Shape;558;p18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59" name="Google Shape;559;p18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8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8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2" name="Google Shape;562;p184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3" name="Google Shape;563;p18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and Content">
  <p:cSld name="17_Title and Content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8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566" name="Google Shape;566;p18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67" name="Google Shape;567;p18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8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18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70" name="Google Shape;570;p18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1" name="Google Shape;571;p18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572" name="Google Shape;572;p18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8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8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5" name="Google Shape;575;p18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76" name="Google Shape;576;p18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18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8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9" name="Google Shape;579;p18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0" name="Google Shape;580;p18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and Content">
  <p:cSld name="20_Title and Content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8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583" name="Google Shape;583;p186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84" name="Google Shape;584;p18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8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8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87" name="Google Shape;587;p18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8" name="Google Shape;588;p18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589" name="Google Shape;589;p18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8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8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2" name="Google Shape;592;p18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93" name="Google Shape;593;p18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8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8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6" name="Google Shape;596;p18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7" name="Google Shape;597;p18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Title and Content">
  <p:cSld name="21_Title and Content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8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600" name="Google Shape;600;p187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01" name="Google Shape;601;p18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8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8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4" name="Google Shape;604;p18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p18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06" name="Google Shape;606;p18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8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9" name="Google Shape;609;p18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10" name="Google Shape;610;p18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8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3" name="Google Shape;613;p187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4" name="Google Shape;614;p18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 and Content">
  <p:cSld name="22_Title and Content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8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617" name="Google Shape;617;p188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18" name="Google Shape;618;p18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18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18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21" name="Google Shape;621;p18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18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23" name="Google Shape;623;p18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1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18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" name="Google Shape;626;p18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27" name="Google Shape;627;p18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1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8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0" name="Google Shape;630;p18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1" name="Google Shape;631;p18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>
  <p:cSld name="13_Title and Content"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8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634" name="Google Shape;634;p189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35" name="Google Shape;635;p18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8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8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38" name="Google Shape;638;p18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9" name="Google Shape;639;p18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40" name="Google Shape;640;p18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8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8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3" name="Google Shape;643;p18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44" name="Google Shape;644;p18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8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8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7" name="Google Shape;647;p18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8" name="Google Shape;648;p18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and Content">
  <p:cSld name="19_Title and Content"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9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651" name="Google Shape;651;p190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52" name="Google Shape;652;p19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19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19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55" name="Google Shape;655;p19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6" name="Google Shape;656;p19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57" name="Google Shape;657;p19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19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19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0" name="Google Shape;660;p19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61" name="Google Shape;661;p19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19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19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4" name="Google Shape;664;p19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5" name="Google Shape;665;p19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06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0" name="Google Shape;680;p10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1" name="Google Shape;681;p106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2" name="Google Shape;682;p106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5" name="Google Shape;685;p1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6" name="Google Shape;686;p1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9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9" name="Google Shape;689;p19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90" name="Google Shape;690;p19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1" name="Google Shape;691;p19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2" name="Google Shape;692;p19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9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5" name="Google Shape;695;p19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96" name="Google Shape;696;p19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7" name="Google Shape;697;p19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8" name="Google Shape;698;p19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9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1" name="Google Shape;701;p19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02" name="Google Shape;702;p19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03" name="Google Shape;703;p19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4" name="Google Shape;704;p19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5" name="Google Shape;705;p19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9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8" name="Google Shape;708;p19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9" name="Google Shape;709;p19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10" name="Google Shape;710;p19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1" name="Google Shape;711;p19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12" name="Google Shape;712;p19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3" name="Google Shape;713;p19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4" name="Google Shape;714;p19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9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7" name="Google Shape;717;p1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8" name="Google Shape;718;p19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9" name="Google Shape;719;p19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9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2" name="Google Shape;722;p19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23" name="Google Shape;723;p19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4" name="Google Shape;724;p19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5" name="Google Shape;725;p19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6" name="Google Shape;726;p19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9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9" name="Google Shape;729;p19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0" name="Google Shape;730;p19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1" name="Google Shape;731;p1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2" name="Google Shape;732;p1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3" name="Google Shape;733;p1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9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6" name="Google Shape;736;p19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7" name="Google Shape;737;p19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8" name="Google Shape;738;p19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9" name="Google Shape;739;p19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9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2" name="Google Shape;742;p19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3" name="Google Shape;743;p19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4" name="Google Shape;744;p19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5" name="Google Shape;745;p19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0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0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0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0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1" name="Google Shape;751;p20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20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0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0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0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0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0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8" name="Google Shape;758;p20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20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0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00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2" name="Google Shape;762;p200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0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68" name="Google Shape;768;p108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769" name="Google Shape;769;p10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0" name="Google Shape;770;p10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1" name="Google Shape;771;p10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772" name="Google Shape;772;p10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3" name="Google Shape;773;p10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74" name="Google Shape;774;p10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5" name="Google Shape;775;p1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6" name="Google Shape;776;p10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77" name="Google Shape;777;p10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78" name="Google Shape;778;p10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9" name="Google Shape;779;p1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80" name="Google Shape;780;p10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1" name="Google Shape;781;p10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2" name="Google Shape;782;p10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1_Blank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4" name="Google Shape;784;p10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85" name="Google Shape;785;p10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86" name="Google Shape;786;p10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87" name="Google Shape;787;p10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88" name="Google Shape;788;p10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89" name="Google Shape;789;p10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90" name="Google Shape;790;p10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91" name="Google Shape;791;p10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792" name="Google Shape;792;p10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10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4" name="Google Shape;794;p109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10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7" name="Google Shape;797;p110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798" name="Google Shape;798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01" name="Google Shape;801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2" name="Google Shape;802;p11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03" name="Google Shape;803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6" name="Google Shape;806;p11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07" name="Google Shape;807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0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01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01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01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5" name="Google Shape;815;p201" descr="BITS_university_logo_whitevert.png"/>
          <p:cNvPicPr preferRelativeResize="0"/>
          <p:nvPr/>
        </p:nvPicPr>
        <p:blipFill rotWithShape="1">
          <a:blip r:embed="rId2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201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817" name="Google Shape;817;p201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818" name="Google Shape;818;p201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0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20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0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4" name="Google Shape;824;p202" descr="BITS_university_logo_whitevert.png"/>
          <p:cNvPicPr preferRelativeResize="0"/>
          <p:nvPr/>
        </p:nvPicPr>
        <p:blipFill rotWithShape="1">
          <a:blip r:embed="rId2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202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826" name="Google Shape;826;p202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827" name="Google Shape;827;p20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0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0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0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1" name="Google Shape;831;p202" descr="BITS_university_logo_whitevert.png"/>
          <p:cNvPicPr preferRelativeResize="0"/>
          <p:nvPr/>
        </p:nvPicPr>
        <p:blipFill rotWithShape="1">
          <a:blip r:embed="rId2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202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833" name="Google Shape;833;p202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834" name="Google Shape;834;p202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5" name="Google Shape;835;p202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7" name="Google Shape;837;p203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20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9" name="Google Shape;839;p203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203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03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03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3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844" name="Google Shape;844;p203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845" name="Google Shape;845;p203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_one">
  <p:cSld name="3_Blank_one"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04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8" name="Google Shape;848;p204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49" name="Google Shape;849;p20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20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20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52" name="Google Shape;852;p204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3" name="Google Shape;853;p20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54" name="Google Shape;854;p20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20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20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7" name="Google Shape;857;p20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58" name="Google Shape;858;p20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20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20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_one">
  <p:cSld name="2_Blank_one"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05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3" name="Google Shape;863;p20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64" name="Google Shape;864;p20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20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20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7" name="Google Shape;867;p20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8" name="Google Shape;868;p20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69" name="Google Shape;869;p20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20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20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2" name="Google Shape;872;p20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73" name="Google Shape;873;p20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20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20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_one">
  <p:cSld name="1_Blank_one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06"/>
          <p:cNvSpPr txBox="1"/>
          <p:nvPr/>
        </p:nvSpPr>
        <p:spPr>
          <a:xfrm>
            <a:off x="8153400" y="6550025"/>
            <a:ext cx="9906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8" name="Google Shape;878;p206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79" name="Google Shape;879;p20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20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20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82" name="Google Shape;882;p20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3" name="Google Shape;883;p20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4" name="Google Shape;884;p20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20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20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7" name="Google Shape;887;p20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88" name="Google Shape;888;p20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20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20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2" name="Google Shape;892;p20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3" name="Google Shape;893;p20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94" name="Google Shape;894;p20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20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20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7" name="Google Shape;897;p20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98" name="Google Shape;898;p20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20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20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1" name="Google Shape;901;p20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902" name="Google Shape;902;p20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03" name="Google Shape;903;p207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04" name="Google Shape;904;p207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6" name="Google Shape;906;p20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07" name="Google Shape;907;p20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2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20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0" name="Google Shape;910;p20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11" name="Google Shape;911;p20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2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20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14" name="Google Shape;914;p20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20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916" name="Google Shape;916;p208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17" name="Google Shape;917;p208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18" name="Google Shape;918;p208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19" name="Google Shape;919;p208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20" name="Google Shape;920;p208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20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23" name="Google Shape;923;p20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20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20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6" name="Google Shape;926;p20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27" name="Google Shape;927;p20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20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20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30" name="Google Shape;930;p20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20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932" name="Google Shape;932;p209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4" name="Google Shape;934;p21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35" name="Google Shape;935;p2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2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2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8" name="Google Shape;938;p21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39" name="Google Shape;939;p2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2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2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42" name="Google Shape;942;p2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21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944" name="Google Shape;944;p210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45" name="Google Shape;945;p210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46" name="Google Shape;946;p21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8" name="Google Shape;948;p21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49" name="Google Shape;949;p21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2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21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2" name="Google Shape;952;p21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53" name="Google Shape;953;p21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2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21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56" name="Google Shape;956;p21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21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958" name="Google Shape;958;p211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9" name="Google Shape;959;p211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0" name="Google Shape;960;p211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61" name="Google Shape;961;p211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3" name="Google Shape;963;p21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64" name="Google Shape;964;p2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2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21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7" name="Google Shape;967;p21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68" name="Google Shape;968;p2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2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21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71" name="Google Shape;971;p212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2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973" name="Google Shape;973;p2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4" name="Google Shape;974;p21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Google Shape;976;p213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977" name="Google Shape;977;p213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213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213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0" name="Google Shape;980;p213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213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982" name="Google Shape;982;p213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3" name="Google Shape;983;p213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p214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214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7" name="Google Shape;987;p214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214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14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14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14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992" name="Google Shape;992;p214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993" name="Google Shape;993;p214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215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215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1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1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9" name="Google Shape;999;p215" descr="BITS_university_logo_whitevert.png"/>
          <p:cNvPicPr preferRelativeResize="0"/>
          <p:nvPr/>
        </p:nvPicPr>
        <p:blipFill rotWithShape="1">
          <a:blip r:embed="rId2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215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001" name="Google Shape;1001;p215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002" name="Google Shape;1002;p215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3" name="Google Shape;1003;p215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and Content">
  <p:cSld name="16_Title and Content"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2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006" name="Google Shape;1006;p216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007" name="Google Shape;1007;p21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21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21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10" name="Google Shape;1010;p21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1" name="Google Shape;1011;p21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12" name="Google Shape;1012;p21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2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21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5" name="Google Shape;1015;p21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16" name="Google Shape;1016;p21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2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21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9" name="Google Shape;1019;p21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0" name="Google Shape;1020;p21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and Content">
  <p:cSld name="15_Title and Content"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21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023" name="Google Shape;1023;p217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024" name="Google Shape;1024;p21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21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21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27" name="Google Shape;1027;p21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8" name="Google Shape;1028;p21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29" name="Google Shape;1029;p21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2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21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2" name="Google Shape;1032;p21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33" name="Google Shape;1033;p21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2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21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6" name="Google Shape;1036;p217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7" name="Google Shape;1037;p21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and Content">
  <p:cSld name="14_Title and Content"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21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040" name="Google Shape;1040;p218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041" name="Google Shape;1041;p21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21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21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44" name="Google Shape;1044;p21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5" name="Google Shape;1045;p21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6" name="Google Shape;1046;p21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21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21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9" name="Google Shape;1049;p21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50" name="Google Shape;1050;p21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21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21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3" name="Google Shape;1053;p21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4" name="Google Shape;1054;p21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>
  <p:cSld name="13_Title and Content"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21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057" name="Google Shape;1057;p219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058" name="Google Shape;1058;p21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21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21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61" name="Google Shape;1061;p21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2" name="Google Shape;1062;p21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63" name="Google Shape;1063;p21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21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21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6" name="Google Shape;1066;p21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67" name="Google Shape;1067;p21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21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21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0" name="Google Shape;1070;p21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1" name="Google Shape;1071;p21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and Content">
  <p:cSld name="11_Title and Content"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22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074" name="Google Shape;1074;p220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075" name="Google Shape;1075;p22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2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22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78" name="Google Shape;1078;p22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9" name="Google Shape;1079;p22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80" name="Google Shape;1080;p2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2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2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3" name="Google Shape;1083;p22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84" name="Google Shape;1084;p2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2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2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7" name="Google Shape;1087;p22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8" name="Google Shape;1088;p22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22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091" name="Google Shape;1091;p221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092" name="Google Shape;1092;p22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22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22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95" name="Google Shape;1095;p22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6" name="Google Shape;1096;p22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97" name="Google Shape;1097;p22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2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22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0" name="Google Shape;1100;p22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01" name="Google Shape;1101;p22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2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22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4" name="Google Shape;1104;p22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5" name="Google Shape;1105;p22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and Content">
  <p:cSld name="9_Title and Content"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22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108" name="Google Shape;1108;p222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109" name="Google Shape;1109;p22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22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22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12" name="Google Shape;1112;p222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3" name="Google Shape;1113;p22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14" name="Google Shape;1114;p22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22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22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7" name="Google Shape;1117;p22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18" name="Google Shape;1118;p22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22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22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1" name="Google Shape;1121;p22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2" name="Google Shape;1122;p22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and Content">
  <p:cSld name="8_Title and Content"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22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125" name="Google Shape;1125;p22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126" name="Google Shape;1126;p22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22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22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29" name="Google Shape;1129;p22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0" name="Google Shape;1130;p22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31" name="Google Shape;1131;p22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2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22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4" name="Google Shape;1134;p22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35" name="Google Shape;1135;p22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2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22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8" name="Google Shape;1138;p22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9" name="Google Shape;1139;p22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22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142" name="Google Shape;1142;p224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143" name="Google Shape;1143;p22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22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22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46" name="Google Shape;1146;p224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7" name="Google Shape;1147;p22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48" name="Google Shape;1148;p2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2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22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1" name="Google Shape;1151;p22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52" name="Google Shape;1152;p2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2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22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5" name="Google Shape;1155;p224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6" name="Google Shape;1156;p22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8" name="Google Shape;1158;p225"/>
          <p:cNvPicPr preferRelativeResize="0"/>
          <p:nvPr/>
        </p:nvPicPr>
        <p:blipFill rotWithShape="1">
          <a:blip r:embed="rId2">
            <a:alphaModFix amt="50000"/>
          </a:blip>
          <a:srcRect t="-543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0" name="Google Shape;1160;p2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22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2" name="Google Shape;1162;p22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3" name="Google Shape;1163;p22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226"/>
          <p:cNvPicPr preferRelativeResize="0"/>
          <p:nvPr/>
        </p:nvPicPr>
        <p:blipFill rotWithShape="1">
          <a:blip r:embed="rId2">
            <a:alphaModFix amt="50000"/>
          </a:blip>
          <a:srcRect t="-543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2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22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9" name="Google Shape;1169;p22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0" name="Google Shape;1170;p22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2" name="Google Shape;1172;p227"/>
          <p:cNvPicPr preferRelativeResize="0"/>
          <p:nvPr/>
        </p:nvPicPr>
        <p:blipFill rotWithShape="1">
          <a:blip r:embed="rId2">
            <a:alphaModFix amt="50000"/>
          </a:blip>
          <a:srcRect t="-543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2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22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6" name="Google Shape;1176;p22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7" name="Google Shape;1177;p22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p228"/>
          <p:cNvPicPr preferRelativeResize="0"/>
          <p:nvPr/>
        </p:nvPicPr>
        <p:blipFill rotWithShape="1">
          <a:blip r:embed="rId2">
            <a:alphaModFix amt="50000"/>
          </a:blip>
          <a:srcRect t="-543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2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22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3" name="Google Shape;1183;p22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4" name="Google Shape;1184;p22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6" name="Google Shape;1186;p229"/>
          <p:cNvPicPr preferRelativeResize="0"/>
          <p:nvPr/>
        </p:nvPicPr>
        <p:blipFill rotWithShape="1">
          <a:blip r:embed="rId2">
            <a:alphaModFix amt="50000"/>
          </a:blip>
          <a:srcRect t="-543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8" name="Google Shape;1188;p2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22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0" name="Google Shape;1190;p22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1" name="Google Shape;1191;p22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obj">
  <p:cSld name="OBJECT"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23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94" name="Google Shape;1194;p23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95" name="Google Shape;1195;p23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over Content" type="txOverObj">
  <p:cSld name="TEXT_OVER_OBJECT"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8" name="Google Shape;1198;p2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9" name="Google Shape;1199;p231"/>
          <p:cNvSpPr txBox="1">
            <a:spLocks noGrp="1"/>
          </p:cNvSpPr>
          <p:nvPr>
            <p:ph type="body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0" name="Google Shape;1200;p23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01" name="Google Shape;1201;p23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02" name="Google Shape;1202;p23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2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5" name="Google Shape;1205;p2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6" name="Google Shape;1206;p2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7" name="Google Shape;1207;p23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08" name="Google Shape;1208;p23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09" name="Google Shape;1209;p23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2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2" name="Google Shape;1212;p2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13" name="Google Shape;1213;p2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14" name="Google Shape;1214;p2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7" name="Google Shape;1217;p234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8" name="Google Shape;1218;p234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9" name="Google Shape;1219;p234"/>
          <p:cNvSpPr txBox="1">
            <a:spLocks noGrp="1"/>
          </p:cNvSpPr>
          <p:nvPr>
            <p:ph type="ftr" idx="11"/>
          </p:nvPr>
        </p:nvSpPr>
        <p:spPr>
          <a:xfrm>
            <a:off x="4096345" y="6564312"/>
            <a:ext cx="951547" cy="169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50" b="0" i="0">
                <a:solidFill>
                  <a:srgbClr val="7F7F7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20" name="Google Shape;1220;p23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21" name="Google Shape;1221;p234"/>
          <p:cNvSpPr txBox="1">
            <a:spLocks noGrp="1"/>
          </p:cNvSpPr>
          <p:nvPr>
            <p:ph type="sldNum" idx="12"/>
          </p:nvPr>
        </p:nvSpPr>
        <p:spPr>
          <a:xfrm>
            <a:off x="8736711" y="6549624"/>
            <a:ext cx="173831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85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Libre Franklin Medium"/>
              <a:buNone/>
              <a:defRPr sz="825" b="0" i="0" u="none" strike="noStrike" cap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28575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Libre Franklin Medium"/>
              <a:buNone/>
              <a:defRPr sz="825" b="0" i="0" u="none" strike="noStrike" cap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2pPr>
            <a:lvl3pPr marL="28575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Libre Franklin Medium"/>
              <a:buNone/>
              <a:defRPr sz="825" b="0" i="0" u="none" strike="noStrike" cap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3pPr>
            <a:lvl4pPr marL="28575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Libre Franklin Medium"/>
              <a:buNone/>
              <a:defRPr sz="825" b="0" i="0" u="none" strike="noStrike" cap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4pPr>
            <a:lvl5pPr marL="28575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Libre Franklin Medium"/>
              <a:buNone/>
              <a:defRPr sz="825" b="0" i="0" u="none" strike="noStrike" cap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5pPr>
            <a:lvl6pPr marL="28575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Libre Franklin Medium"/>
              <a:buNone/>
              <a:defRPr sz="825" b="0" i="0" u="none" strike="noStrike" cap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6pPr>
            <a:lvl7pPr marL="28575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Libre Franklin Medium"/>
              <a:buNone/>
              <a:defRPr sz="825" b="0" i="0" u="none" strike="noStrike" cap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7pPr>
            <a:lvl8pPr marL="28575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Libre Franklin Medium"/>
              <a:buNone/>
              <a:defRPr sz="825" b="0" i="0" u="none" strike="noStrike" cap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8pPr>
            <a:lvl9pPr marL="28575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Libre Franklin Medium"/>
              <a:buNone/>
              <a:defRPr sz="825" b="0" i="0" u="none" strike="noStrike" cap="none">
                <a:solidFill>
                  <a:srgbClr val="000000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9pPr>
          </a:lstStyle>
          <a:p>
            <a:pPr marL="285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and Content">
  <p:cSld name="17_Title and Content"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2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74" b="0" i="0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4" name="Google Shape;1224;p2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7030" algn="l">
              <a:spcBef>
                <a:spcPts val="436"/>
              </a:spcBef>
              <a:spcAft>
                <a:spcPts val="0"/>
              </a:spcAft>
              <a:buClr>
                <a:schemeClr val="dk1"/>
              </a:buClr>
              <a:buSzPts val="2180"/>
              <a:buChar char="•"/>
              <a:defRPr sz="2180" b="0" i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5" name="Google Shape;1225;p235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26" name="Google Shape;1226;p235"/>
          <p:cNvSpPr txBox="1">
            <a:spLocks noGrp="1"/>
          </p:cNvSpPr>
          <p:nvPr>
            <p:ph type="dt" idx="10"/>
          </p:nvPr>
        </p:nvSpPr>
        <p:spPr>
          <a:xfrm>
            <a:off x="457201" y="6377940"/>
            <a:ext cx="2103120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27" name="Google Shape;1227;p235"/>
          <p:cNvSpPr txBox="1">
            <a:spLocks noGrp="1"/>
          </p:cNvSpPr>
          <p:nvPr>
            <p:ph type="sldNum" idx="12"/>
          </p:nvPr>
        </p:nvSpPr>
        <p:spPr>
          <a:xfrm>
            <a:off x="6583681" y="6377940"/>
            <a:ext cx="2103120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1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2" name="Google Shape;1242;p11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3" name="Google Shape;1243;p11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13"/>
          <p:cNvSpPr txBox="1"/>
          <p:nvPr/>
        </p:nvSpPr>
        <p:spPr>
          <a:xfrm>
            <a:off x="8153400" y="6550026"/>
            <a:ext cx="9906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</a:t>
            </a:r>
            <a:endParaRPr sz="825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6" name="Google Shape;1246;p113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1247" name="Google Shape;1247;p11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11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11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50" name="Google Shape;1250;p11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1" name="Google Shape;1251;p11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52" name="Google Shape;1252;p1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1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11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5" name="Google Shape;1255;p11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56" name="Google Shape;1256;p1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1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11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15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78" name="Google Shape;1278;p115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9" name="Google Shape;1279;p115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80" name="Google Shape;1280;p115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236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83" name="Google Shape;1283;p23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4" name="Google Shape;1284;p23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85" name="Google Shape;1285;p23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86" name="Google Shape;1286;p23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7_Title and Content">
  <p:cSld name="37_Title and Content"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23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89" name="Google Shape;1289;p237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0" name="Google Shape;1290;p237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91" name="Google Shape;1291;p237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6_Title and Content">
  <p:cSld name="36_Title and Content"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238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94" name="Google Shape;1294;p238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5" name="Google Shape;1295;p238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96" name="Google Shape;1296;p238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5_Title and Content">
  <p:cSld name="35_Title and Content"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239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99" name="Google Shape;1299;p239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0" name="Google Shape;1300;p239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01" name="Google Shape;1301;p239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Title and Content">
  <p:cSld name="34_Title and Content"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240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04" name="Google Shape;1304;p240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5" name="Google Shape;1305;p240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06" name="Google Shape;1306;p240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Title and Content">
  <p:cSld name="33_Title and Content"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241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09" name="Google Shape;1309;p241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0" name="Google Shape;1310;p241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11" name="Google Shape;1311;p241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and Content">
  <p:cSld name="32_Title and Content"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242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14" name="Google Shape;1314;p242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5" name="Google Shape;1315;p242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16" name="Google Shape;1316;p242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Title and Content">
  <p:cSld name="31_Title and Content"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243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19" name="Google Shape;1319;p243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0" name="Google Shape;1320;p243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21" name="Google Shape;1321;p243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Title and Content">
  <p:cSld name="30_Title and Content"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244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24" name="Google Shape;1324;p244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5" name="Google Shape;1325;p244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26" name="Google Shape;1326;p244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and Content">
  <p:cSld name="29_Title and Content"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245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29" name="Google Shape;1329;p245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0" name="Google Shape;1330;p245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31" name="Google Shape;1331;p245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and Content">
  <p:cSld name="28_Title and Content"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246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34" name="Google Shape;1334;p246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5" name="Google Shape;1335;p246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36" name="Google Shape;1336;p246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Title and Content">
  <p:cSld name="27_Title and Content"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24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39" name="Google Shape;1339;p247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0" name="Google Shape;1340;p247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41" name="Google Shape;1341;p247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and Content">
  <p:cSld name="26_Title and Content"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248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44" name="Google Shape;1344;p248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5" name="Google Shape;1345;p248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46" name="Google Shape;1346;p248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and Content">
  <p:cSld name="25_Title and Content"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249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49" name="Google Shape;1349;p249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0" name="Google Shape;1350;p249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51" name="Google Shape;1351;p249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and Content">
  <p:cSld name="24_Title and Content"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250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54" name="Google Shape;1354;p250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5" name="Google Shape;1355;p250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56" name="Google Shape;1356;p250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Title and Content">
  <p:cSld name="23_Title and Content"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251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59" name="Google Shape;1359;p251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0" name="Google Shape;1360;p251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61" name="Google Shape;1361;p251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 and Content">
  <p:cSld name="22_Title and Content"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252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64" name="Google Shape;1364;p252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5" name="Google Shape;1365;p252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66" name="Google Shape;1366;p252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Title and Content">
  <p:cSld name="21_Title and Content"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253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69" name="Google Shape;1369;p253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0" name="Google Shape;1370;p253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71" name="Google Shape;1371;p253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and Content">
  <p:cSld name="20_Title and Content"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254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74" name="Google Shape;1374;p254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5" name="Google Shape;1375;p254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76" name="Google Shape;1376;p254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and Content">
  <p:cSld name="19_Title and Content"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255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79" name="Google Shape;1379;p255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0" name="Google Shape;1380;p255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81" name="Google Shape;1381;p255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Title and Content">
  <p:cSld name="18_Title and Content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56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84" name="Google Shape;1384;p256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5" name="Google Shape;1385;p256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86" name="Google Shape;1386;p256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and Content">
  <p:cSld name="17_Title and Content"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25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89" name="Google Shape;1389;p257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0" name="Google Shape;1390;p257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91" name="Google Shape;1391;p257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and Content">
  <p:cSld name="16_Title and Content"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258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94" name="Google Shape;1394;p258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5" name="Google Shape;1395;p258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96" name="Google Shape;1396;p258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and Content">
  <p:cSld name="15_Title and Content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259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99" name="Google Shape;1399;p259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0" name="Google Shape;1400;p259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01" name="Google Shape;1401;p259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and Content">
  <p:cSld name="14_Title and Content"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260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04" name="Google Shape;1404;p260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5" name="Google Shape;1405;p260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06" name="Google Shape;1406;p260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>
  <p:cSld name="13_Title and Content"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261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09" name="Google Shape;1409;p261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0" name="Google Shape;1410;p261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11" name="Google Shape;1411;p261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and Content">
  <p:cSld name="12_Title and Content"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262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14" name="Google Shape;1414;p262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5" name="Google Shape;1415;p262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16" name="Google Shape;1416;p262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263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19" name="Google Shape;1419;p263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0" name="Google Shape;1420;p263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21" name="Google Shape;1421;p263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264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24" name="Google Shape;1424;p264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5" name="Google Shape;1425;p264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26" name="Google Shape;1426;p264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265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29" name="Google Shape;1429;p265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0" name="Google Shape;1430;p265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31" name="Google Shape;1431;p265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266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34" name="Google Shape;1434;p26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35" name="Google Shape;1435;p26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36" name="Google Shape;1436;p26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37" name="Google Shape;1437;p26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40" name="Google Shape;1440;p267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441" name="Google Shape;1441;p267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442" name="Google Shape;1442;p26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43" name="Google Shape;1443;p26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44" name="Google Shape;1444;p26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26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47" name="Google Shape;1447;p26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448" name="Google Shape;1448;p26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449" name="Google Shape;1449;p268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450" name="Google Shape;1450;p268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451" name="Google Shape;1451;p26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52" name="Google Shape;1452;p26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53" name="Google Shape;1453;p26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26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56" name="Google Shape;1456;p26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57" name="Google Shape;1457;p26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58" name="Google Shape;1458;p26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270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61" name="Google Shape;1461;p270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462" name="Google Shape;1462;p270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463" name="Google Shape;1463;p270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64" name="Google Shape;1464;p27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65" name="Google Shape;1465;p27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27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68" name="Google Shape;1468;p27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69" name="Google Shape;1469;p27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470" name="Google Shape;1470;p27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71" name="Google Shape;1471;p27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72" name="Google Shape;1472;p27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27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75" name="Google Shape;1475;p27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6" name="Google Shape;1476;p27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77" name="Google Shape;1477;p27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78" name="Google Shape;1478;p27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273"/>
          <p:cNvSpPr txBox="1">
            <a:spLocks noGrp="1"/>
          </p:cNvSpPr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81" name="Google Shape;1481;p27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2" name="Google Shape;1482;p27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83" name="Google Shape;1483;p27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84" name="Google Shape;1484;p27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27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27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27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27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0" name="Google Shape;1490;p27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2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274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lang="en-US" sz="21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1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492" name="Google Shape;1492;p274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493" name="Google Shape;1493;p27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27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27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27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7" name="Google Shape;1497;p27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2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274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lang="en-US" sz="21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1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499" name="Google Shape;1499;p274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500" name="Google Shape;1500;p274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1" name="Google Shape;1501;p27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281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510" name="Google Shape;1510;p281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1511" name="Google Shape;1511;p28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28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28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14" name="Google Shape;1514;p28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5" name="Google Shape;1515;p28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516" name="Google Shape;1516;p28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28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28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9" name="Google Shape;1519;p28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20" name="Google Shape;1520;p28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28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28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3" name="Google Shape;1523;p281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4" name="Google Shape;1524;p28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7" name="Google Shape;1527;p28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28" name="Google Shape;1528;p28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2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28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1" name="Google Shape;1531;p28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532" name="Google Shape;1532;p28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2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28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35" name="Google Shape;1535;p28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28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537" name="Google Shape;1537;p283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5" name="Google Shape;1545;p11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46" name="Google Shape;1546;p11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11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11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9" name="Google Shape;1549;p11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550" name="Google Shape;1550;p11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11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11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53" name="Google Shape;1553;p11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4" name="Google Shape;1554;p11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555" name="Google Shape;1555;p11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28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28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28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28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1" name="Google Shape;1561;p28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562" name="Google Shape;1562;p28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563" name="Google Shape;1563;p28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564" name="Google Shape;1564;p28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285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285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28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28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0" name="Google Shape;1570;p285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Google Shape;1571;p285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572" name="Google Shape;1572;p285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573" name="Google Shape;1573;p285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285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28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28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7" name="Google Shape;1577;p285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285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579" name="Google Shape;1579;p285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580" name="Google Shape;1580;p285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1" name="Google Shape;1581;p285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286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p286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5" name="Google Shape;1585;p286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Google Shape;1586;p286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28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286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286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590" name="Google Shape;1590;p286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591" name="Google Shape;1591;p286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28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594" name="Google Shape;1594;p287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595" name="Google Shape;1595;p28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28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28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98" name="Google Shape;1598;p28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9" name="Google Shape;1599;p28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600" name="Google Shape;1600;p28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2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28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3" name="Google Shape;1603;p28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604" name="Google Shape;1604;p28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2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28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7" name="Google Shape;1607;p287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8" name="Google Shape;1608;p28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0" name="Google Shape;1610;p28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1" name="Google Shape;1611;p28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612" name="Google Shape;1612;p28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2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28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5" name="Google Shape;1615;p28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616" name="Google Shape;1616;p28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2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28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9" name="Google Shape;1619;p28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620" name="Google Shape;1620;p28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621" name="Google Shape;1621;p288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622" name="Google Shape;1622;p288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4" name="Google Shape;1624;p28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625" name="Google Shape;1625;p28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28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28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8" name="Google Shape;1628;p28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629" name="Google Shape;1629;p28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28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28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32" name="Google Shape;1632;p28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3" name="Google Shape;1633;p28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634" name="Google Shape;1634;p289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35" name="Google Shape;1635;p289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636" name="Google Shape;1636;p289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37" name="Google Shape;1637;p289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638" name="Google Shape;1638;p289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0" name="Google Shape;1640;p29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641" name="Google Shape;1641;p29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29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29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4" name="Google Shape;1644;p29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645" name="Google Shape;1645;p29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6" name="Google Shape;1646;p29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7" name="Google Shape;1647;p29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48" name="Google Shape;1648;p29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29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650" name="Google Shape;1650;p290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651" name="Google Shape;1651;p290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52" name="Google Shape;1652;p29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4" name="Google Shape;1654;p29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655" name="Google Shape;1655;p29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29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29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8" name="Google Shape;1658;p29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659" name="Google Shape;1659;p29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29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29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62" name="Google Shape;1662;p29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3" name="Google Shape;1663;p29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664" name="Google Shape;1664;p291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5" name="Google Shape;1665;p291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6" name="Google Shape;1666;p291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67" name="Google Shape;1667;p291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9" name="Google Shape;1669;p29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670" name="Google Shape;1670;p29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29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29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3" name="Google Shape;1673;p29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674" name="Google Shape;1674;p29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29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29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77" name="Google Shape;1677;p292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8" name="Google Shape;1678;p29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679" name="Google Shape;1679;p29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0" name="Google Shape;1680;p29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2" name="Google Shape;1682;p293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683" name="Google Shape;1683;p293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293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293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86" name="Google Shape;1686;p293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293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688" name="Google Shape;1688;p293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9" name="Google Shape;1689;p293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9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29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29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29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5" name="Google Shape;1695;p29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96" name="Google Shape;1696;p29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697" name="Google Shape;1697;p29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698" name="Google Shape;1698;p294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9" name="Google Shape;1699;p29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295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95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03" name="Google Shape;1703;p2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4" name="Google Shape;1704;p29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5" name="Google Shape;1705;p29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, and 2 Content" type="objAndTwoObj">
  <p:cSld name="OBJECT_AND_TWO_OBJECTS"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29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8" name="Google Shape;1708;p29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9" name="Google Shape;1709;p29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0" name="Google Shape;1710;p296"/>
          <p:cNvSpPr txBox="1">
            <a:spLocks noGrp="1"/>
          </p:cNvSpPr>
          <p:nvPr>
            <p:ph type="body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1" name="Google Shape;1711;p29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2" name="Google Shape;1712;p29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3" name="Google Shape;1713;p29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type="twoObj">
  <p:cSld name="TWO_OBJECTS"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29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6" name="Google Shape;1716;p29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7" name="Google Shape;1717;p29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8" name="Google Shape;1718;p2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9" name="Google Shape;1719;p2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0" name="Google Shape;1720;p2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29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3" name="Google Shape;1723;p29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4" name="Google Shape;1724;p29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29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7" name="Google Shape;1727;p29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28" name="Google Shape;1728;p29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9" name="Google Shape;1729;p29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0" name="Google Shape;1730;p29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300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733" name="Google Shape;1733;p300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24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734" name="Google Shape;1734;p300"/>
          <p:cNvSpPr txBox="1">
            <a:spLocks noGrp="1"/>
          </p:cNvSpPr>
          <p:nvPr>
            <p:ph type="dt" idx="10"/>
          </p:nvPr>
        </p:nvSpPr>
        <p:spPr>
          <a:xfrm>
            <a:off x="2286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9pPr>
          </a:lstStyle>
          <a:p>
            <a:endParaRPr/>
          </a:p>
        </p:txBody>
      </p:sp>
      <p:sp>
        <p:nvSpPr>
          <p:cNvPr id="1735" name="Google Shape;1735;p300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/>
            </a:lvl9pPr>
          </a:lstStyle>
          <a:p>
            <a:endParaRPr/>
          </a:p>
        </p:txBody>
      </p:sp>
      <p:sp>
        <p:nvSpPr>
          <p:cNvPr id="1736" name="Google Shape;1736;p300"/>
          <p:cNvSpPr txBox="1">
            <a:spLocks noGrp="1"/>
          </p:cNvSpPr>
          <p:nvPr>
            <p:ph type="sldNum" idx="12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lank">
  <p:cSld name="4_Blank"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0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739" name="Google Shape;1739;p30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0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0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2" name="Google Shape;1742;p30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743" name="Google Shape;1743;p30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0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0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46" name="Google Shape;1746;p30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Google Shape;1747;p30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Pilani, Hyderabad Campus</a:t>
            </a:r>
            <a:endParaRPr/>
          </a:p>
        </p:txBody>
      </p:sp>
      <p:sp>
        <p:nvSpPr>
          <p:cNvPr id="1748" name="Google Shape;1748;p301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0" name="Google Shape;1750;p30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751" name="Google Shape;1751;p30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0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30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4" name="Google Shape;1754;p30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755" name="Google Shape;1755;p30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30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30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58" name="Google Shape;1758;p302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9" name="Google Shape;1759;p30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Pilani, Hyderabad Campus</a:t>
            </a:r>
            <a:endParaRPr/>
          </a:p>
        </p:txBody>
      </p:sp>
      <p:sp>
        <p:nvSpPr>
          <p:cNvPr id="1760" name="Google Shape;1760;p302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Blank">
  <p:cSld name="6_Blank"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2" name="Google Shape;1762;p30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763" name="Google Shape;1763;p30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30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30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6" name="Google Shape;1766;p30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767" name="Google Shape;1767;p30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30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30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70" name="Google Shape;1770;p30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1" name="Google Shape;1771;p30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Pilani, Hyderabad Campus</a:t>
            </a:r>
            <a:endParaRPr/>
          </a:p>
        </p:txBody>
      </p:sp>
      <p:sp>
        <p:nvSpPr>
          <p:cNvPr id="1772" name="Google Shape;1772;p303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Blank">
  <p:cSld name="11_Blank"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4" name="Google Shape;1774;p30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775" name="Google Shape;1775;p30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30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30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8" name="Google Shape;1778;p30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779" name="Google Shape;1779;p30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30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30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82" name="Google Shape;1782;p304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3" name="Google Shape;1783;p30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Pilani, Hyderabad Campus</a:t>
            </a:r>
            <a:endParaRPr/>
          </a:p>
        </p:txBody>
      </p:sp>
      <p:sp>
        <p:nvSpPr>
          <p:cNvPr id="1784" name="Google Shape;1784;p304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30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7" name="Google Shape;1787;p30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8" name="Google Shape;1788;p30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9" name="Google Shape;1789;p30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30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Pilani, Hyderabad Campus</a:t>
            </a:r>
            <a:endParaRPr/>
          </a:p>
        </p:txBody>
      </p:sp>
      <p:grpSp>
        <p:nvGrpSpPr>
          <p:cNvPr id="1792" name="Google Shape;1792;p306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793" name="Google Shape;1793;p30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30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30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96" name="Google Shape;1796;p30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7" name="Google Shape;1797;p30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798" name="Google Shape;1798;p30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30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30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1" name="Google Shape;1801;p30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802" name="Google Shape;1802;p30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30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30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5" name="Google Shape;1805;p30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6" name="Google Shape;1806;p30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30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Pilani, Hyderabad Campus</a:t>
            </a:r>
            <a:endParaRPr/>
          </a:p>
        </p:txBody>
      </p:sp>
      <p:grpSp>
        <p:nvGrpSpPr>
          <p:cNvPr id="1809" name="Google Shape;1809;p307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810" name="Google Shape;1810;p30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30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30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13" name="Google Shape;1813;p30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4" name="Google Shape;1814;p30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815" name="Google Shape;1815;p30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30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30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8" name="Google Shape;1818;p30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819" name="Google Shape;1819;p30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30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30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2" name="Google Shape;1822;p307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3" name="Google Shape;1823;p30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Blank">
  <p:cSld name="10_Blank"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5" name="Google Shape;1825;p30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826" name="Google Shape;1826;p30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3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30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9" name="Google Shape;1829;p30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830" name="Google Shape;1830;p30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3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30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33" name="Google Shape;1833;p30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4" name="Google Shape;1834;p30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Pilani, Hyderabad Campus</a:t>
            </a:r>
            <a:endParaRPr/>
          </a:p>
        </p:txBody>
      </p:sp>
      <p:sp>
        <p:nvSpPr>
          <p:cNvPr id="1835" name="Google Shape;1835;p30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p30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838" name="Google Shape;1838;p309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839" name="Google Shape;1839;p30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30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30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42" name="Google Shape;1842;p30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3" name="Google Shape;1843;p30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844" name="Google Shape;1844;p30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30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30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7" name="Google Shape;1847;p30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848" name="Google Shape;1848;p30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30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30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1" name="Google Shape;1851;p30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2" name="Google Shape;1852;p30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0" name="Google Shape;1860;p12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861" name="Google Shape;1861;p1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4" name="Google Shape;1864;p12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865" name="Google Shape;1865;p1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68" name="Google Shape;1868;p12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9" name="Google Shape;1869;p12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870" name="Google Shape;1870;p120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12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3" name="Google Shape;1873;p121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874" name="Google Shape;1874;p12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2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2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77" name="Google Shape;1877;p12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8" name="Google Shape;1878;p12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879" name="Google Shape;1879;p12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2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2" name="Google Shape;1882;p12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883" name="Google Shape;1883;p12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1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12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6" name="Google Shape;1886;p121"/>
          <p:cNvSpPr txBox="1">
            <a:spLocks noGrp="1"/>
          </p:cNvSpPr>
          <p:nvPr>
            <p:ph type="body" idx="1"/>
          </p:nvPr>
        </p:nvSpPr>
        <p:spPr>
          <a:xfrm>
            <a:off x="3048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7" name="Google Shape;1887;p12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31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31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31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31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3" name="Google Shape;1893;p31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894" name="Google Shape;1894;p31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3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310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3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311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311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311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2" name="Google Shape;1902;p311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311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311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311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6" name="Google Shape;1906;p311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8" name="Google Shape;1908;p312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9" name="Google Shape;1909;p312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0" name="Google Shape;1910;p312" descr="Picture 7.png"/>
          <p:cNvPicPr preferRelativeResize="0"/>
          <p:nvPr/>
        </p:nvPicPr>
        <p:blipFill rotWithShape="1">
          <a:blip r:embed="rId3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1" name="Google Shape;1911;p312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312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312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312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312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6" name="Google Shape;1916;p312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8" name="Google Shape;1918;p313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9" name="Google Shape;1919;p31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20" name="Google Shape;1920;p3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3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31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3" name="Google Shape;1923;p31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924" name="Google Shape;1924;p3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3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31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7" name="Google Shape;1927;p3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3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929" name="Google Shape;1929;p313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930" name="Google Shape;1930;p313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2" name="Google Shape;1932;p31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33" name="Google Shape;1933;p3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3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31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6" name="Google Shape;1936;p31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937" name="Google Shape;1937;p3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3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31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40" name="Google Shape;1940;p314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1" name="Google Shape;1941;p3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314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43" name="Google Shape;1943;p314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44" name="Google Shape;1944;p314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45" name="Google Shape;1945;p314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46" name="Google Shape;1946;p314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8" name="Google Shape;1948;p31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49" name="Google Shape;1949;p31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3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31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2" name="Google Shape;1952;p31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953" name="Google Shape;1953;p31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3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31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56" name="Google Shape;1956;p315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7" name="Google Shape;1957;p31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315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0" name="Google Shape;1960;p31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61" name="Google Shape;1961;p31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3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31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4" name="Google Shape;1964;p31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965" name="Google Shape;1965;p31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3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31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68" name="Google Shape;1968;p31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3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316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971" name="Google Shape;1971;p316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72" name="Google Shape;1972;p31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4" name="Google Shape;1974;p31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75" name="Google Shape;1975;p31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3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31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8" name="Google Shape;1978;p31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979" name="Google Shape;1979;p31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3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31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82" name="Google Shape;1982;p31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3" name="Google Shape;1983;p31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317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5" name="Google Shape;1985;p317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6" name="Google Shape;1986;p317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87" name="Google Shape;1987;p317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9" name="Google Shape;1989;p31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90" name="Google Shape;1990;p31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31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31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3" name="Google Shape;1993;p31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994" name="Google Shape;1994;p31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31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31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97" name="Google Shape;1997;p31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31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3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0" name="Google Shape;2000;p31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2" name="Google Shape;2002;p319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2003" name="Google Shape;2003;p319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319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319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06" name="Google Shape;2006;p319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7" name="Google Shape;2007;p31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319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9" name="Google Shape;2009;p319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2_Blank"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1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2" name="Google Shape;1242;p11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3" name="Google Shape;1243;p11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5156108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123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24" name="Google Shape;2024;p1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5" name="Google Shape;2025;p123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26" name="Google Shape;2026;p123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33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29" name="Google Shape;2029;p3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30" name="Google Shape;2030;p3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31" name="Google Shape;2031;p3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32" name="Google Shape;2032;p3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3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35" name="Google Shape;2035;p3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36" name="Google Shape;2036;p3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37" name="Google Shape;2037;p3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38" name="Google Shape;2038;p3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3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41" name="Google Shape;2041;p3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042" name="Google Shape;2042;p3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043" name="Google Shape;2043;p3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44" name="Google Shape;2044;p3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45" name="Google Shape;2045;p3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3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48" name="Google Shape;2048;p3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49" name="Google Shape;2049;p3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50" name="Google Shape;2050;p3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51" name="Google Shape;2051;p3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52" name="Google Shape;2052;p3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53" name="Google Shape;2053;p3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54" name="Google Shape;2054;p3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3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57" name="Google Shape;2057;p3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58" name="Google Shape;2058;p3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59" name="Google Shape;2059;p3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3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62" name="Google Shape;2062;p3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63" name="Google Shape;2063;p3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3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66" name="Google Shape;2066;p33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67" name="Google Shape;2067;p33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068" name="Google Shape;2068;p3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69" name="Google Shape;2069;p3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70" name="Google Shape;2070;p3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33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73" name="Google Shape;2073;p33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074" name="Google Shape;2074;p33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075" name="Google Shape;2075;p3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76" name="Google Shape;2076;p3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77" name="Google Shape;2077;p3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80" name="Google Shape;2080;p33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1" name="Google Shape;2081;p3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82" name="Google Shape;2082;p3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83" name="Google Shape;2083;p3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33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86" name="Google Shape;2086;p33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7" name="Google Shape;2087;p3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88" name="Google Shape;2088;p3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89" name="Google Shape;2089;p3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1" name="Google Shape;2091;p340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2" name="Google Shape;2092;p340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3" name="Google Shape;2093;p340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4" name="Google Shape;2094;p340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340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p340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340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098" name="Google Shape;2098;p340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099" name="Google Shape;2099;p340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1" name="Google Shape;2101;p34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2" name="Google Shape;2102;p3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3" name="Google Shape;2103;p3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04" name="Google Shape;2104;p34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05" name="Google Shape;2105;p34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6" name="Google Shape;2106;p34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8" name="Google Shape;2108;p34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9" name="Google Shape;2109;p3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0" name="Google Shape;2110;p3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11" name="Google Shape;2111;p34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12" name="Google Shape;2112;p34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3" name="Google Shape;2113;p34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5" name="Google Shape;2115;p34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6" name="Google Shape;2116;p3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7" name="Google Shape;2117;p3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18" name="Google Shape;2118;p34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19" name="Google Shape;2119;p34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0" name="Google Shape;2120;p34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2" name="Google Shape;2122;p344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3" name="Google Shape;2123;p3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4" name="Google Shape;2124;p3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25" name="Google Shape;2125;p344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26" name="Google Shape;2126;p344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7" name="Google Shape;2127;p344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" name="Google Shape;2129;p34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0" name="Google Shape;2130;p3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1" name="Google Shape;2131;p3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32" name="Google Shape;2132;p34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33" name="Google Shape;2133;p34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4" name="Google Shape;2134;p34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34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7" name="Google Shape;2137;p3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8" name="Google Shape;2138;p3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39" name="Google Shape;2139;p34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40" name="Google Shape;2140;p34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1" name="Google Shape;2141;p34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and Content">
  <p:cSld name="11_Title and Content"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3" name="Google Shape;2143;p34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4" name="Google Shape;2144;p3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5" name="Google Shape;2145;p3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46" name="Google Shape;2146;p34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47" name="Google Shape;2147;p34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8" name="Google Shape;2148;p34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and Content">
  <p:cSld name="12_Title and Content">
    <p:spTree>
      <p:nvGrpSpPr>
        <p:cNvPr id="1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" name="Google Shape;2150;p348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1" name="Google Shape;2151;p3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2" name="Google Shape;2152;p3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53" name="Google Shape;2153;p34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54" name="Google Shape;2154;p34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5" name="Google Shape;2155;p34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>
  <p:cSld name="13_Title and Content"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7" name="Google Shape;2157;p34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8" name="Google Shape;2158;p3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9" name="Google Shape;2159;p3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60" name="Google Shape;2160;p34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61" name="Google Shape;2161;p34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2" name="Google Shape;2162;p34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and Content">
  <p:cSld name="14_Title and Content"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4" name="Google Shape;2164;p35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5" name="Google Shape;2165;p3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6" name="Google Shape;2166;p3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67" name="Google Shape;2167;p35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68" name="Google Shape;2168;p35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9" name="Google Shape;2169;p35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and Content">
  <p:cSld name="15_Title and Content">
    <p:spTree>
      <p:nvGrpSpPr>
        <p:cNvPr id="1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1" name="Google Shape;2171;p35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2" name="Google Shape;2172;p3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3" name="Google Shape;2173;p3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74" name="Google Shape;2174;p35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75" name="Google Shape;2175;p35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6" name="Google Shape;2176;p35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and Content">
  <p:cSld name="16_Title and Content"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8" name="Google Shape;2178;p35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3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0" name="Google Shape;2180;p3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81" name="Google Shape;2181;p35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82" name="Google Shape;2182;p35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3" name="Google Shape;2183;p35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and Content">
  <p:cSld name="17_Title and Content"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5" name="Google Shape;2185;p35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6" name="Google Shape;2186;p3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7" name="Google Shape;2187;p3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35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89" name="Google Shape;2189;p35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0" name="Google Shape;2190;p35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Title and Content">
  <p:cSld name="18_Title and Content">
    <p:spTree>
      <p:nvGrpSpPr>
        <p:cNvPr id="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2" name="Google Shape;2192;p354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3" name="Google Shape;2193;p3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4" name="Google Shape;2194;p3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195" name="Google Shape;2195;p354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96" name="Google Shape;2196;p354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7" name="Google Shape;2197;p354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and Content">
  <p:cSld name="19_Title and Content"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9" name="Google Shape;2199;p35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0" name="Google Shape;2200;p3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1" name="Google Shape;2201;p3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02" name="Google Shape;2202;p35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03" name="Google Shape;2203;p35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4" name="Google Shape;2204;p35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and Content">
  <p:cSld name="20_Title and Content"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6" name="Google Shape;2206;p35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7" name="Google Shape;2207;p3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8" name="Google Shape;2208;p3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09" name="Google Shape;2209;p35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10" name="Google Shape;2210;p35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1" name="Google Shape;2211;p35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Title and Content">
  <p:cSld name="21_Title and Content"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3" name="Google Shape;2213;p35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4" name="Google Shape;2214;p3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5" name="Google Shape;2215;p3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16" name="Google Shape;2216;p35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17" name="Google Shape;2217;p35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8" name="Google Shape;2218;p35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 and Content">
  <p:cSld name="22_Title and Content">
    <p:spTree>
      <p:nvGrpSpPr>
        <p:cNvPr id="1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0" name="Google Shape;2220;p358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1" name="Google Shape;2221;p3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2" name="Google Shape;2222;p3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23" name="Google Shape;2223;p35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24" name="Google Shape;2224;p35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5" name="Google Shape;2225;p35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Title and Content">
  <p:cSld name="23_Title and Content"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7" name="Google Shape;2227;p35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8" name="Google Shape;2228;p3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9" name="Google Shape;2229;p3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30" name="Google Shape;2230;p35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31" name="Google Shape;2231;p35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2" name="Google Shape;2232;p35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and Content">
  <p:cSld name="24_Title and Content">
    <p:spTree>
      <p:nvGrpSpPr>
        <p:cNvPr id="1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4" name="Google Shape;2234;p36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5" name="Google Shape;2235;p3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6" name="Google Shape;2236;p3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37" name="Google Shape;2237;p36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38" name="Google Shape;2238;p36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9" name="Google Shape;2239;p36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and Content">
  <p:cSld name="25_Title and Content"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1" name="Google Shape;2241;p36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2" name="Google Shape;2242;p3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3" name="Google Shape;2243;p3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44" name="Google Shape;2244;p36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45" name="Google Shape;2245;p36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6" name="Google Shape;2246;p36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and Content">
  <p:cSld name="26_Title and Content">
    <p:spTree>
      <p:nvGrpSpPr>
        <p:cNvPr id="1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8" name="Google Shape;2248;p36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9" name="Google Shape;2249;p3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0" name="Google Shape;2250;p3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36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52" name="Google Shape;2252;p36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3" name="Google Shape;2253;p36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Title and Content">
  <p:cSld name="27_Title and Content">
    <p:spTree>
      <p:nvGrpSpPr>
        <p:cNvPr id="1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oogle Shape;2255;p36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6" name="Google Shape;2256;p3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7" name="Google Shape;2257;p3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58" name="Google Shape;2258;p36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59" name="Google Shape;2259;p36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0" name="Google Shape;2260;p36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and Content">
  <p:cSld name="28_Title and Content"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2" name="Google Shape;2262;p364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3" name="Google Shape;2263;p3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4" name="Google Shape;2264;p3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65" name="Google Shape;2265;p364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66" name="Google Shape;2266;p364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7" name="Google Shape;2267;p364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and Content">
  <p:cSld name="29_Title and Content">
    <p:spTree>
      <p:nvGrpSpPr>
        <p:cNvPr id="1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9" name="Google Shape;2269;p36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0" name="Google Shape;2270;p3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1" name="Google Shape;2271;p3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72" name="Google Shape;2272;p36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73" name="Google Shape;2273;p36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4" name="Google Shape;2274;p36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Title and Content">
  <p:cSld name="30_Title and Content"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6" name="Google Shape;2276;p36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7" name="Google Shape;2277;p3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8" name="Google Shape;2278;p3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79" name="Google Shape;2279;p36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80" name="Google Shape;2280;p36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1" name="Google Shape;2281;p36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Title and Content">
  <p:cSld name="31_Title and Content"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3" name="Google Shape;2283;p36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4" name="Google Shape;2284;p3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5" name="Google Shape;2285;p3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86" name="Google Shape;2286;p36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87" name="Google Shape;2287;p36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8" name="Google Shape;2288;p36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and Content">
  <p:cSld name="32_Title and Content">
    <p:spTree>
      <p:nvGrpSpPr>
        <p:cNvPr id="1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0" name="Google Shape;2290;p368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1" name="Google Shape;2291;p3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2" name="Google Shape;2292;p3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3" name="Google Shape;2293;p36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94" name="Google Shape;2294;p36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5" name="Google Shape;2295;p36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Title and Content">
  <p:cSld name="33_Title and Content">
    <p:spTree>
      <p:nvGrpSpPr>
        <p:cNvPr id="1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7" name="Google Shape;2297;p36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8" name="Google Shape;2298;p3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9" name="Google Shape;2299;p3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36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01" name="Google Shape;2301;p36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2" name="Google Shape;2302;p36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2_Title and Content">
  <p:cSld name="42_Title and Content"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4" name="Google Shape;2304;p37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5" name="Google Shape;2305;p3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6" name="Google Shape;2306;p3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07" name="Google Shape;2307;p37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08" name="Google Shape;2308;p37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9" name="Google Shape;2309;p37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3_Title and Content">
  <p:cSld name="43_Title and Content">
    <p:spTree>
      <p:nvGrpSpPr>
        <p:cNvPr id="1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1" name="Google Shape;2311;p37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2" name="Google Shape;2312;p3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3" name="Google Shape;2313;p3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14" name="Google Shape;2314;p37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15" name="Google Shape;2315;p37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6" name="Google Shape;2316;p37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4_Title and Content">
  <p:cSld name="44_Title and Content">
    <p:spTree>
      <p:nvGrpSpPr>
        <p:cNvPr id="1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8" name="Google Shape;2318;p37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9" name="Google Shape;2319;p3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0" name="Google Shape;2320;p3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21" name="Google Shape;2321;p37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22" name="Google Shape;2322;p37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3" name="Google Shape;2323;p37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_Title and Content">
  <p:cSld name="45_Title and Content">
    <p:spTree>
      <p:nvGrpSpPr>
        <p:cNvPr id="1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5" name="Google Shape;2325;p37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6" name="Google Shape;2326;p3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7" name="Google Shape;2327;p3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28" name="Google Shape;2328;p37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29" name="Google Shape;2329;p37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0" name="Google Shape;2330;p37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6_Title and Content">
  <p:cSld name="46_Title and Content"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2" name="Google Shape;2332;p374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3" name="Google Shape;2333;p3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4" name="Google Shape;2334;p3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35" name="Google Shape;2335;p374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36" name="Google Shape;2336;p374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7" name="Google Shape;2337;p374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7_Title and Content">
  <p:cSld name="47_Title and Content">
    <p:spTree>
      <p:nvGrpSpPr>
        <p:cNvPr id="1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9" name="Google Shape;2339;p37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0" name="Google Shape;2340;p3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1" name="Google Shape;2341;p3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42" name="Google Shape;2342;p37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43" name="Google Shape;2343;p37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4" name="Google Shape;2344;p37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8_Title and Content">
  <p:cSld name="48_Title and Content">
    <p:spTree>
      <p:nvGrpSpPr>
        <p:cNvPr id="1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6" name="Google Shape;2346;p37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7" name="Google Shape;2347;p3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8" name="Google Shape;2348;p3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49" name="Google Shape;2349;p37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50" name="Google Shape;2350;p37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1" name="Google Shape;2351;p37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9_Title and Content">
  <p:cSld name="49_Title and Content">
    <p:spTree>
      <p:nvGrpSpPr>
        <p:cNvPr id="1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3" name="Google Shape;2353;p37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4" name="Google Shape;2354;p3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5" name="Google Shape;2355;p3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56" name="Google Shape;2356;p37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57" name="Google Shape;2357;p37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8" name="Google Shape;2358;p37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0_Title and Content">
  <p:cSld name="50_Title and Content">
    <p:spTree>
      <p:nvGrpSpPr>
        <p:cNvPr id="1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0" name="Google Shape;2360;p378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1" name="Google Shape;2361;p3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3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37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64" name="Google Shape;2364;p37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5" name="Google Shape;2365;p37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1_Title and Content">
  <p:cSld name="51_Title and Content">
    <p:spTree>
      <p:nvGrpSpPr>
        <p:cNvPr id="1" name="Shape 2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7" name="Google Shape;2367;p37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8" name="Google Shape;2368;p3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9" name="Google Shape;2369;p3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70" name="Google Shape;2370;p37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71" name="Google Shape;2371;p37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2" name="Google Shape;2372;p37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2_Title and Content">
  <p:cSld name="52_Title and Content">
    <p:spTree>
      <p:nvGrpSpPr>
        <p:cNvPr id="1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4" name="Google Shape;2374;p38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5" name="Google Shape;2375;p3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6" name="Google Shape;2376;p38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77" name="Google Shape;2377;p38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78" name="Google Shape;2378;p38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9" name="Google Shape;2379;p38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3_Title and Content">
  <p:cSld name="53_Title and Content">
    <p:spTree>
      <p:nvGrpSpPr>
        <p:cNvPr id="1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1" name="Google Shape;2381;p38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2" name="Google Shape;2382;p3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3" name="Google Shape;2383;p3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84" name="Google Shape;2384;p38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85" name="Google Shape;2385;p38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6" name="Google Shape;2386;p38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4_Title and Content">
  <p:cSld name="54_Title and Content">
    <p:spTree>
      <p:nvGrpSpPr>
        <p:cNvPr id="1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8" name="Google Shape;2388;p38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9" name="Google Shape;2389;p3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0" name="Google Shape;2390;p3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91" name="Google Shape;2391;p38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92" name="Google Shape;2392;p38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3" name="Google Shape;2393;p38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5_Title and Content">
  <p:cSld name="55_Title and Content">
    <p:spTree>
      <p:nvGrpSpPr>
        <p:cNvPr id="1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5" name="Google Shape;2395;p38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6" name="Google Shape;2396;p3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7" name="Google Shape;2397;p3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398" name="Google Shape;2398;p38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99" name="Google Shape;2399;p38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0" name="Google Shape;2400;p38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6_Title and Content">
  <p:cSld name="56_Title and Content">
    <p:spTree>
      <p:nvGrpSpPr>
        <p:cNvPr id="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2" name="Google Shape;2402;p384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3" name="Google Shape;2403;p3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4" name="Google Shape;2404;p3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405" name="Google Shape;2405;p384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06" name="Google Shape;2406;p384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7" name="Google Shape;2407;p384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7_Title and Content">
  <p:cSld name="57_Title and Content"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9" name="Google Shape;2409;p38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0" name="Google Shape;2410;p3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1" name="Google Shape;2411;p3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412" name="Google Shape;2412;p38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13" name="Google Shape;2413;p38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4" name="Google Shape;2414;p38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9_Title and Content">
  <p:cSld name="59_Title and Content">
    <p:spTree>
      <p:nvGrpSpPr>
        <p:cNvPr id="1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6" name="Google Shape;2416;p38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7" name="Google Shape;2417;p3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8" name="Google Shape;2418;p3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419" name="Google Shape;2419;p38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20" name="Google Shape;2420;p38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1" name="Google Shape;2421;p38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0_Title and Content">
  <p:cSld name="60_Title and Content">
    <p:spTree>
      <p:nvGrpSpPr>
        <p:cNvPr id="1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3" name="Google Shape;2423;p38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4" name="Google Shape;2424;p3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5" name="Google Shape;2425;p3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426" name="Google Shape;2426;p38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27" name="Google Shape;2427;p38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8" name="Google Shape;2428;p38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1_Title and Content">
  <p:cSld name="61_Title and Content">
    <p:spTree>
      <p:nvGrpSpPr>
        <p:cNvPr id="1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0" name="Google Shape;2430;p388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1" name="Google Shape;2431;p3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2" name="Google Shape;2432;p38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433" name="Google Shape;2433;p38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34" name="Google Shape;2434;p38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5" name="Google Shape;2435;p38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2_Title and Content">
  <p:cSld name="62_Title and Content">
    <p:spTree>
      <p:nvGrpSpPr>
        <p:cNvPr id="1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7" name="Google Shape;2437;p38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8" name="Google Shape;2438;p3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9" name="Google Shape;2439;p3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440" name="Google Shape;2440;p38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41" name="Google Shape;2441;p38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2" name="Google Shape;2442;p38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3_Title and Content">
  <p:cSld name="63_Title and Content">
    <p:spTree>
      <p:nvGrpSpPr>
        <p:cNvPr id="1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4" name="Google Shape;2444;p39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5" name="Google Shape;2445;p3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6" name="Google Shape;2446;p3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39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48" name="Google Shape;2448;p39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9" name="Google Shape;2449;p39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4_Title and Content">
  <p:cSld name="64_Title and Content">
    <p:spTree>
      <p:nvGrpSpPr>
        <p:cNvPr id="1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1" name="Google Shape;2451;p39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2" name="Google Shape;2452;p3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3" name="Google Shape;2453;p3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454" name="Google Shape;2454;p39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55" name="Google Shape;2455;p39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6" name="Google Shape;2456;p39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5_Title and Content">
  <p:cSld name="65_Title and Content"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" name="Google Shape;2458;p39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9" name="Google Shape;2459;p3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0" name="Google Shape;2460;p3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461" name="Google Shape;2461;p39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62" name="Google Shape;2462;p39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3" name="Google Shape;2463;p39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6_Title and Content">
  <p:cSld name="66_Title and Content">
    <p:spTree>
      <p:nvGrpSpPr>
        <p:cNvPr id="1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5" name="Google Shape;2465;p39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6" name="Google Shape;2466;p3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7" name="Google Shape;2467;p3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468" name="Google Shape;2468;p39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69" name="Google Shape;2469;p39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0" name="Google Shape;2470;p39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125"/>
          <p:cNvSpPr txBox="1"/>
          <p:nvPr/>
        </p:nvSpPr>
        <p:spPr>
          <a:xfrm>
            <a:off x="8153400" y="6550026"/>
            <a:ext cx="9906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</a:t>
            </a:r>
            <a:endParaRPr sz="825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5" name="Google Shape;2485;p125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486" name="Google Shape;2486;p12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7" name="Google Shape;2487;p12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8" name="Google Shape;2488;p12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89" name="Google Shape;2489;p12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0" name="Google Shape;2490;p12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491" name="Google Shape;2491;p12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2" name="Google Shape;2492;p1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3" name="Google Shape;2493;p12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4" name="Google Shape;2494;p12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495" name="Google Shape;2495;p12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6" name="Google Shape;2496;p1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7" name="Google Shape;2497;p12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1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0" name="Google Shape;2500;p1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1" name="Google Shape;2501;p1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13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504" name="Google Shape;2504;p132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505" name="Google Shape;2505;p13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6" name="Google Shape;2506;p13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7" name="Google Shape;2507;p13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08" name="Google Shape;2508;p132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9" name="Google Shape;2509;p13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10" name="Google Shape;2510;p13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1" name="Google Shape;2511;p13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2" name="Google Shape;2512;p13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3" name="Google Shape;2513;p13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514" name="Google Shape;2514;p13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5" name="Google Shape;2515;p13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6" name="Google Shape;2516;p13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7" name="Google Shape;2517;p13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518" name="Google Shape;2518;p13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p133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1" name="Google Shape;2521;p1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2" name="Google Shape;2522;p133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3" name="Google Shape;2523;p133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p3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3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27" name="Google Shape;2527;p3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3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3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p32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2" name="Google Shape;2532;p3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33" name="Google Shape;2533;p3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4" name="Google Shape;2534;p3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5" name="Google Shape;2535;p3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p3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3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539" name="Google Shape;2539;p32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540" name="Google Shape;2540;p3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3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2" name="Google Shape;2542;p3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p3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5" name="Google Shape;2545;p32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46" name="Google Shape;2546;p32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547" name="Google Shape;2547;p32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48" name="Google Shape;2548;p32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549" name="Google Shape;2549;p3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0" name="Google Shape;2550;p3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1" name="Google Shape;2551;p3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Google Shape;2553;p3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4" name="Google Shape;2554;p3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5" name="Google Shape;2555;p3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6" name="Google Shape;2556;p3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Google Shape;2558;p3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9" name="Google Shape;2559;p3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560" name="Google Shape;2560;p3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61" name="Google Shape;2561;p3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2" name="Google Shape;2562;p3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3" name="Google Shape;2563;p3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Google Shape;2565;p32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6" name="Google Shape;2566;p32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567" name="Google Shape;2567;p32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68" name="Google Shape;2568;p3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9" name="Google Shape;2569;p3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70" name="Google Shape;2570;p3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p3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73" name="Google Shape;2573;p32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4" name="Google Shape;2574;p3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75" name="Google Shape;2575;p3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76" name="Google Shape;2576;p3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32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79" name="Google Shape;2579;p32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0" name="Google Shape;2580;p3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1" name="Google Shape;2581;p3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2" name="Google Shape;2582;p3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329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5" name="Google Shape;2585;p329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6" name="Google Shape;2586;p329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7" name="Google Shape;2587;p329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8" name="Google Shape;2588;p329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589" name="Google Shape;2589;p32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0" name="Google Shape;2590;p329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1" name="Google Shape;2591;p329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2" name="Google Shape;2592;p329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3" name="Google Shape;2593;p329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4" name="Google Shape;2594;p329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5" name="Google Shape;2595;p329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596" name="Google Shape;2596;p32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329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8" name="Google Shape;2598;p329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99" name="Google Shape;2599;p329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p12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14" name="Google Shape;2614;p1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5" name="Google Shape;2615;p127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16" name="Google Shape;2616;p127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128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619" name="Google Shape;2619;p128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2620" name="Google Shape;2620;p12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1" name="Google Shape;2621;p12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2" name="Google Shape;2622;p12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23" name="Google Shape;2623;p12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4" name="Google Shape;2624;p12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625" name="Google Shape;2625;p12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6" name="Google Shape;2626;p12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7" name="Google Shape;2627;p12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8" name="Google Shape;2628;p12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629" name="Google Shape;2629;p12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0" name="Google Shape;2630;p12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12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2" name="Google Shape;2632;p128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3" name="Google Shape;2633;p12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p39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36" name="Google Shape;2636;p39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37" name="Google Shape;2637;p39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38" name="Google Shape;2638;p39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39" name="Google Shape;2639;p39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p39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42" name="Google Shape;2642;p39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43" name="Google Shape;2643;p3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44" name="Google Shape;2644;p39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45" name="Google Shape;2645;p39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7" name="Google Shape;2647;p39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48" name="Google Shape;2648;p39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649" name="Google Shape;2649;p39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650" name="Google Shape;2650;p39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51" name="Google Shape;2651;p39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52" name="Google Shape;2652;p39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p39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55" name="Google Shape;2655;p39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56" name="Google Shape;2656;p39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657" name="Google Shape;2657;p39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58" name="Google Shape;2658;p39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659" name="Google Shape;2659;p3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60" name="Google Shape;2660;p3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61" name="Google Shape;2661;p3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p39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64" name="Google Shape;2664;p39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65" name="Google Shape;2665;p39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66" name="Google Shape;2666;p39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" name="Google Shape;2668;p39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69" name="Google Shape;2669;p39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70" name="Google Shape;2670;p39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" name="Google Shape;2672;p40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73" name="Google Shape;2673;p40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674" name="Google Shape;2674;p40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675" name="Google Shape;2675;p40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76" name="Google Shape;2676;p40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77" name="Google Shape;2677;p40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p40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80" name="Google Shape;2680;p40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681" name="Google Shape;2681;p40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682" name="Google Shape;2682;p40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83" name="Google Shape;2683;p40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84" name="Google Shape;2684;p40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p40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87" name="Google Shape;2687;p40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8" name="Google Shape;2688;p40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89" name="Google Shape;2689;p40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90" name="Google Shape;2690;p40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p40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93" name="Google Shape;2693;p40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4" name="Google Shape;2694;p4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95" name="Google Shape;2695;p4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96" name="Google Shape;2696;p4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8" name="Google Shape;2698;p404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9" name="Google Shape;2699;p404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0" name="Google Shape;2700;p404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1" name="Google Shape;2701;p404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2" name="Google Shape;2702;p404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p404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4" name="Google Shape;2704;p404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705" name="Google Shape;2705;p404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706" name="Google Shape;2706;p404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8" name="Google Shape;2708;p40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9" name="Google Shape;2709;p4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0" name="Google Shape;2710;p4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11" name="Google Shape;2711;p40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12" name="Google Shape;2712;p40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3" name="Google Shape;2713;p40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2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5" name="Google Shape;2715;p40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6" name="Google Shape;2716;p4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7" name="Google Shape;2717;p4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18" name="Google Shape;2718;p40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19" name="Google Shape;2719;p40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0" name="Google Shape;2720;p40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2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2" name="Google Shape;2722;p40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3" name="Google Shape;2723;p4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4" name="Google Shape;2724;p40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25" name="Google Shape;2725;p40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26" name="Google Shape;2726;p40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7" name="Google Shape;2727;p40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9" name="Google Shape;2729;p408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0" name="Google Shape;2730;p4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1" name="Google Shape;2731;p4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32" name="Google Shape;2732;p40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33" name="Google Shape;2733;p40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4" name="Google Shape;2734;p40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6" name="Google Shape;2736;p40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7" name="Google Shape;2737;p4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8" name="Google Shape;2738;p40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39" name="Google Shape;2739;p40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40" name="Google Shape;2740;p40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1" name="Google Shape;2741;p40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spTree>
      <p:nvGrpSpPr>
        <p:cNvPr id="1" name="Shape 2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3" name="Google Shape;2743;p41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4" name="Google Shape;2744;p4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5" name="Google Shape;2745;p4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46" name="Google Shape;2746;p41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47" name="Google Shape;2747;p41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8" name="Google Shape;2748;p41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and Content">
  <p:cSld name="11_Title and Content">
    <p:spTree>
      <p:nvGrpSpPr>
        <p:cNvPr id="1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0" name="Google Shape;2750;p41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1" name="Google Shape;2751;p4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2" name="Google Shape;2752;p4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53" name="Google Shape;2753;p41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54" name="Google Shape;2754;p41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5" name="Google Shape;2755;p41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and Content">
  <p:cSld name="12_Title and Content"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7" name="Google Shape;2757;p41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8" name="Google Shape;2758;p4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9" name="Google Shape;2759;p4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60" name="Google Shape;2760;p41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61" name="Google Shape;2761;p41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62" name="Google Shape;2762;p41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>
  <p:cSld name="13_Title and Content">
    <p:spTree>
      <p:nvGrpSpPr>
        <p:cNvPr id="1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" name="Google Shape;2764;p41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5" name="Google Shape;2765;p4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6" name="Google Shape;2766;p4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67" name="Google Shape;2767;p41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68" name="Google Shape;2768;p41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69" name="Google Shape;2769;p41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and Content">
  <p:cSld name="14_Title and Content">
    <p:spTree>
      <p:nvGrpSpPr>
        <p:cNvPr id="1" name="Shape 2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1" name="Google Shape;2771;p414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2" name="Google Shape;2772;p4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3" name="Google Shape;2773;p4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74" name="Google Shape;2774;p414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75" name="Google Shape;2775;p414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76" name="Google Shape;2776;p414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and Content">
  <p:cSld name="15_Title and Content">
    <p:spTree>
      <p:nvGrpSpPr>
        <p:cNvPr id="1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8" name="Google Shape;2778;p41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9" name="Google Shape;2779;p4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0" name="Google Shape;2780;p4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81" name="Google Shape;2781;p41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82" name="Google Shape;2782;p41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83" name="Google Shape;2783;p41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and Content">
  <p:cSld name="16_Title and Content">
    <p:spTree>
      <p:nvGrpSpPr>
        <p:cNvPr id="1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5" name="Google Shape;2785;p41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6" name="Google Shape;2786;p4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7" name="Google Shape;2787;p4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88" name="Google Shape;2788;p41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89" name="Google Shape;2789;p41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90" name="Google Shape;2790;p41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and Content">
  <p:cSld name="17_Title and Content">
    <p:spTree>
      <p:nvGrpSpPr>
        <p:cNvPr id="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2" name="Google Shape;2792;p41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3" name="Google Shape;2793;p4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4" name="Google Shape;2794;p4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95" name="Google Shape;2795;p41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96" name="Google Shape;2796;p41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97" name="Google Shape;2797;p41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Title and Content">
  <p:cSld name="18_Title and Content">
    <p:spTree>
      <p:nvGrpSpPr>
        <p:cNvPr id="1" name="Shape 2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9" name="Google Shape;2799;p418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0" name="Google Shape;2800;p4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1" name="Google Shape;2801;p4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02" name="Google Shape;2802;p41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03" name="Google Shape;2803;p41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04" name="Google Shape;2804;p41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and Content">
  <p:cSld name="19_Title and Content">
    <p:spTree>
      <p:nvGrpSpPr>
        <p:cNvPr id="1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6" name="Google Shape;2806;p41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7" name="Google Shape;2807;p4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8" name="Google Shape;2808;p4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09" name="Google Shape;2809;p41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10" name="Google Shape;2810;p41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1" name="Google Shape;2811;p41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and Content">
  <p:cSld name="20_Title and Content">
    <p:spTree>
      <p:nvGrpSpPr>
        <p:cNvPr id="1" name="Shape 2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3" name="Google Shape;2813;p42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4" name="Google Shape;2814;p4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5" name="Google Shape;2815;p4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16" name="Google Shape;2816;p42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17" name="Google Shape;2817;p42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8" name="Google Shape;2818;p42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Title and Content">
  <p:cSld name="21_Title and Content">
    <p:spTree>
      <p:nvGrpSpPr>
        <p:cNvPr id="1" name="Shape 2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0" name="Google Shape;2820;p42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1" name="Google Shape;2821;p4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2" name="Google Shape;2822;p4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23" name="Google Shape;2823;p42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24" name="Google Shape;2824;p42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25" name="Google Shape;2825;p42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 and Content">
  <p:cSld name="22_Title and Content">
    <p:spTree>
      <p:nvGrpSpPr>
        <p:cNvPr id="1" name="Shape 2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7" name="Google Shape;2827;p42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8" name="Google Shape;2828;p4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9" name="Google Shape;2829;p4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30" name="Google Shape;2830;p42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31" name="Google Shape;2831;p42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2" name="Google Shape;2832;p42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Title and Content">
  <p:cSld name="23_Title and Content">
    <p:spTree>
      <p:nvGrpSpPr>
        <p:cNvPr id="1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4" name="Google Shape;2834;p42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5" name="Google Shape;2835;p4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6" name="Google Shape;2836;p4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37" name="Google Shape;2837;p42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38" name="Google Shape;2838;p42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9" name="Google Shape;2839;p42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and Content">
  <p:cSld name="24_Title and Content">
    <p:spTree>
      <p:nvGrpSpPr>
        <p:cNvPr id="1" name="Shape 2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1" name="Google Shape;2841;p424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2" name="Google Shape;2842;p4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3" name="Google Shape;2843;p4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44" name="Google Shape;2844;p424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45" name="Google Shape;2845;p424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6" name="Google Shape;2846;p424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and Content">
  <p:cSld name="25_Title and Content"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8" name="Google Shape;2848;p42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9" name="Google Shape;2849;p4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0" name="Google Shape;2850;p4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51" name="Google Shape;2851;p42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52" name="Google Shape;2852;p42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3" name="Google Shape;2853;p42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and Content">
  <p:cSld name="26_Title and Content">
    <p:spTree>
      <p:nvGrpSpPr>
        <p:cNvPr id="1" name="Shape 2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5" name="Google Shape;2855;p42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6" name="Google Shape;2856;p4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7" name="Google Shape;2857;p4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58" name="Google Shape;2858;p42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59" name="Google Shape;2859;p42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0" name="Google Shape;2860;p42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Title and Content">
  <p:cSld name="27_Title and Content">
    <p:spTree>
      <p:nvGrpSpPr>
        <p:cNvPr id="1" name="Shape 2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2" name="Google Shape;2862;p42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3" name="Google Shape;2863;p4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4" name="Google Shape;2864;p4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65" name="Google Shape;2865;p42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66" name="Google Shape;2866;p42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7" name="Google Shape;2867;p42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and Content">
  <p:cSld name="28_Title and Content">
    <p:spTree>
      <p:nvGrpSpPr>
        <p:cNvPr id="1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9" name="Google Shape;2869;p428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0" name="Google Shape;2870;p4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1" name="Google Shape;2871;p4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72" name="Google Shape;2872;p42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73" name="Google Shape;2873;p42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4" name="Google Shape;2874;p42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and Content">
  <p:cSld name="29_Title and Content">
    <p:spTree>
      <p:nvGrpSpPr>
        <p:cNvPr id="1" name="Shape 2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6" name="Google Shape;2876;p42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7" name="Google Shape;2877;p4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8" name="Google Shape;2878;p4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79" name="Google Shape;2879;p42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80" name="Google Shape;2880;p42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1" name="Google Shape;2881;p42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Title and Content">
  <p:cSld name="30_Title and Content">
    <p:spTree>
      <p:nvGrpSpPr>
        <p:cNvPr id="1" name="Shape 2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3" name="Google Shape;2883;p43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4" name="Google Shape;2884;p4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5" name="Google Shape;2885;p4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86" name="Google Shape;2886;p43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87" name="Google Shape;2887;p43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8" name="Google Shape;2888;p43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Title and Content">
  <p:cSld name="31_Title and Content">
    <p:spTree>
      <p:nvGrpSpPr>
        <p:cNvPr id="1" name="Shape 2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0" name="Google Shape;2890;p43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1" name="Google Shape;2891;p4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2" name="Google Shape;2892;p4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93" name="Google Shape;2893;p43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94" name="Google Shape;2894;p43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5" name="Google Shape;2895;p43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and Content">
  <p:cSld name="32_Title and Content">
    <p:spTree>
      <p:nvGrpSpPr>
        <p:cNvPr id="1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7" name="Google Shape;2897;p43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8" name="Google Shape;2898;p4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9" name="Google Shape;2899;p4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00" name="Google Shape;2900;p43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01" name="Google Shape;2901;p43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2" name="Google Shape;2902;p43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Title and Content">
  <p:cSld name="33_Title and Content">
    <p:spTree>
      <p:nvGrpSpPr>
        <p:cNvPr id="1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4" name="Google Shape;2904;p43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5" name="Google Shape;2905;p4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6" name="Google Shape;2906;p4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07" name="Google Shape;2907;p43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08" name="Google Shape;2908;p43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9" name="Google Shape;2909;p43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2_Title and Content">
  <p:cSld name="42_Title and Content">
    <p:spTree>
      <p:nvGrpSpPr>
        <p:cNvPr id="1" name="Shape 2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1" name="Google Shape;2911;p434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2" name="Google Shape;2912;p4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3" name="Google Shape;2913;p4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14" name="Google Shape;2914;p434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15" name="Google Shape;2915;p434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16" name="Google Shape;2916;p434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3_Title and Content">
  <p:cSld name="43_Title and Content">
    <p:spTree>
      <p:nvGrpSpPr>
        <p:cNvPr id="1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8" name="Google Shape;2918;p43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9" name="Google Shape;2919;p4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0" name="Google Shape;2920;p4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21" name="Google Shape;2921;p43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22" name="Google Shape;2922;p43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3" name="Google Shape;2923;p43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4_Title and Content">
  <p:cSld name="44_Title and Content">
    <p:spTree>
      <p:nvGrpSpPr>
        <p:cNvPr id="1" name="Shape 2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5" name="Google Shape;2925;p43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6" name="Google Shape;2926;p4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7" name="Google Shape;2927;p4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28" name="Google Shape;2928;p43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29" name="Google Shape;2929;p43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0" name="Google Shape;2930;p43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_Title and Content">
  <p:cSld name="45_Title and Content">
    <p:spTree>
      <p:nvGrpSpPr>
        <p:cNvPr id="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2" name="Google Shape;2932;p43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3" name="Google Shape;2933;p4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4" name="Google Shape;2934;p4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35" name="Google Shape;2935;p43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36" name="Google Shape;2936;p43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7" name="Google Shape;2937;p43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6_Title and Content">
  <p:cSld name="46_Title and Content">
    <p:spTree>
      <p:nvGrpSpPr>
        <p:cNvPr id="1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9" name="Google Shape;2939;p438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0" name="Google Shape;2940;p4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1" name="Google Shape;2941;p4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42" name="Google Shape;2942;p43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43" name="Google Shape;2943;p43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4" name="Google Shape;2944;p43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7_Title and Content">
  <p:cSld name="47_Title and Content">
    <p:spTree>
      <p:nvGrpSpPr>
        <p:cNvPr id="1" name="Shape 2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6" name="Google Shape;2946;p43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7" name="Google Shape;2947;p4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8" name="Google Shape;2948;p4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49" name="Google Shape;2949;p43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50" name="Google Shape;2950;p43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1" name="Google Shape;2951;p43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8_Title and Content">
  <p:cSld name="48_Title and Content">
    <p:spTree>
      <p:nvGrpSpPr>
        <p:cNvPr id="1" name="Shape 2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3" name="Google Shape;2953;p44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4" name="Google Shape;2954;p4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5" name="Google Shape;2955;p4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56" name="Google Shape;2956;p44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57" name="Google Shape;2957;p44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8" name="Google Shape;2958;p44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9_Title and Content">
  <p:cSld name="49_Title and Content">
    <p:spTree>
      <p:nvGrpSpPr>
        <p:cNvPr id="1" name="Shape 2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0" name="Google Shape;2960;p44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1" name="Google Shape;2961;p4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2" name="Google Shape;2962;p4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63" name="Google Shape;2963;p44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64" name="Google Shape;2964;p44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5" name="Google Shape;2965;p44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0_Title and Content">
  <p:cSld name="50_Title and Content">
    <p:spTree>
      <p:nvGrpSpPr>
        <p:cNvPr id="1" name="Shape 2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7" name="Google Shape;2967;p44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8" name="Google Shape;2968;p4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9" name="Google Shape;2969;p4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70" name="Google Shape;2970;p44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71" name="Google Shape;2971;p44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72" name="Google Shape;2972;p44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1_Title and Content">
  <p:cSld name="51_Title and Content">
    <p:spTree>
      <p:nvGrpSpPr>
        <p:cNvPr id="1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4" name="Google Shape;2974;p44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5" name="Google Shape;2975;p4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6" name="Google Shape;2976;p4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77" name="Google Shape;2977;p44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78" name="Google Shape;2978;p44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79" name="Google Shape;2979;p44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2_Title and Content">
  <p:cSld name="52_Title and Content">
    <p:spTree>
      <p:nvGrpSpPr>
        <p:cNvPr id="1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1" name="Google Shape;2981;p444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2" name="Google Shape;2982;p4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3" name="Google Shape;2983;p4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84" name="Google Shape;2984;p444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85" name="Google Shape;2985;p444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86" name="Google Shape;2986;p444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3_Title and Content">
  <p:cSld name="53_Title and Content"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8" name="Google Shape;2988;p44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9" name="Google Shape;2989;p4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0" name="Google Shape;2990;p4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91" name="Google Shape;2991;p44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92" name="Google Shape;2992;p44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3" name="Google Shape;2993;p44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4_Title and Content">
  <p:cSld name="54_Title and Content">
    <p:spTree>
      <p:nvGrpSpPr>
        <p:cNvPr id="1" name="Shape 2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5" name="Google Shape;2995;p44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6" name="Google Shape;2996;p4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7" name="Google Shape;2997;p4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2998" name="Google Shape;2998;p44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99" name="Google Shape;2999;p44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00" name="Google Shape;3000;p44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5_Title and Content">
  <p:cSld name="55_Title and Content">
    <p:spTree>
      <p:nvGrpSpPr>
        <p:cNvPr id="1" name="Shape 3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2" name="Google Shape;3002;p44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3" name="Google Shape;3003;p4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4" name="Google Shape;3004;p4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005" name="Google Shape;3005;p44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06" name="Google Shape;3006;p44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07" name="Google Shape;3007;p44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6_Title and Content">
  <p:cSld name="56_Title and Content"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9" name="Google Shape;3009;p448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0" name="Google Shape;3010;p4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1" name="Google Shape;3011;p4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012" name="Google Shape;3012;p448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13" name="Google Shape;3013;p448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14" name="Google Shape;3014;p448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7_Title and Content">
  <p:cSld name="57_Title and Content">
    <p:spTree>
      <p:nvGrpSpPr>
        <p:cNvPr id="1" name="Shape 3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6" name="Google Shape;3016;p449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7" name="Google Shape;3017;p4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8" name="Google Shape;3018;p4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019" name="Google Shape;3019;p449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20" name="Google Shape;3020;p449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1" name="Google Shape;3021;p449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9_Title and Content">
  <p:cSld name="59_Title and Content">
    <p:spTree>
      <p:nvGrpSpPr>
        <p:cNvPr id="1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3" name="Google Shape;3023;p450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4" name="Google Shape;3024;p4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5" name="Google Shape;3025;p4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026" name="Google Shape;3026;p450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27" name="Google Shape;3027;p450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8" name="Google Shape;3028;p450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0_Title and Content">
  <p:cSld name="60_Title and Content"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0" name="Google Shape;3030;p451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1" name="Google Shape;3031;p4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2" name="Google Shape;3032;p4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033" name="Google Shape;3033;p451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34" name="Google Shape;3034;p451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35" name="Google Shape;3035;p451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1_Title and Content">
  <p:cSld name="61_Title and Content">
    <p:spTree>
      <p:nvGrpSpPr>
        <p:cNvPr id="1" name="Shape 3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7" name="Google Shape;3037;p452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8" name="Google Shape;3038;p4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9" name="Google Shape;3039;p4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040" name="Google Shape;3040;p452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41" name="Google Shape;3041;p452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2" name="Google Shape;3042;p452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2_Title and Content">
  <p:cSld name="62_Title and Content">
    <p:spTree>
      <p:nvGrpSpPr>
        <p:cNvPr id="1" name="Shape 3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4" name="Google Shape;3044;p453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5" name="Google Shape;3045;p4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6" name="Google Shape;3046;p4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047" name="Google Shape;3047;p453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48" name="Google Shape;3048;p453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9" name="Google Shape;3049;p453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3_Title and Content">
  <p:cSld name="63_Title and Content">
    <p:spTree>
      <p:nvGrpSpPr>
        <p:cNvPr id="1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1" name="Google Shape;3051;p454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2" name="Google Shape;3052;p4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3" name="Google Shape;3053;p4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054" name="Google Shape;3054;p454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55" name="Google Shape;3055;p454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56" name="Google Shape;3056;p454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4_Title and Content">
  <p:cSld name="64_Title and Content">
    <p:spTree>
      <p:nvGrpSpPr>
        <p:cNvPr id="1" name="Shape 3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8" name="Google Shape;3058;p455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9" name="Google Shape;3059;p4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0" name="Google Shape;3060;p4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061" name="Google Shape;3061;p455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62" name="Google Shape;3062;p455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63" name="Google Shape;3063;p455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5_Title and Content">
  <p:cSld name="65_Title and Content">
    <p:spTree>
      <p:nvGrpSpPr>
        <p:cNvPr id="1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5" name="Google Shape;3065;p456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6" name="Google Shape;3066;p4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7" name="Google Shape;3067;p4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068" name="Google Shape;3068;p456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69" name="Google Shape;3069;p456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70" name="Google Shape;3070;p456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6_Title and Content">
  <p:cSld name="66_Title and Content">
    <p:spTree>
      <p:nvGrpSpPr>
        <p:cNvPr id="1" name="Shape 3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" name="Google Shape;3072;p457"/>
          <p:cNvPicPr preferRelativeResize="0"/>
          <p:nvPr/>
        </p:nvPicPr>
        <p:blipFill rotWithShape="1">
          <a:blip r:embed="rId2">
            <a:alphaModFix amt="50000"/>
          </a:blip>
          <a:srcRect l="177" t="-543" r="177" b="-542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3" name="Google Shape;3073;p4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0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Google Shape;3074;p4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69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075" name="Google Shape;3075;p457"/>
          <p:cNvSpPr txBox="1">
            <a:spLocks noGrp="1"/>
          </p:cNvSpPr>
          <p:nvPr>
            <p:ph type="title"/>
          </p:nvPr>
        </p:nvSpPr>
        <p:spPr>
          <a:xfrm>
            <a:off x="628650" y="160569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76" name="Google Shape;3076;p457"/>
          <p:cNvSpPr txBox="1">
            <a:spLocks noGrp="1"/>
          </p:cNvSpPr>
          <p:nvPr>
            <p:ph type="body" idx="1"/>
          </p:nvPr>
        </p:nvSpPr>
        <p:spPr>
          <a:xfrm>
            <a:off x="643304" y="1600202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77" name="Google Shape;3077;p457"/>
          <p:cNvSpPr txBox="1">
            <a:spLocks noGrp="1"/>
          </p:cNvSpPr>
          <p:nvPr>
            <p:ph type="body" idx="2"/>
          </p:nvPr>
        </p:nvSpPr>
        <p:spPr>
          <a:xfrm>
            <a:off x="246935" y="1143002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1C1573"/>
              </a:buClr>
              <a:buSzPts val="28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–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2000"/>
              <a:buChar char="»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Google Shape;3091;p1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92" name="Google Shape;3092;p13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93" name="Google Shape;3093;p13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094" name="Google Shape;3094;p1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95" name="Google Shape;3095;p13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096" name="Google Shape;3096;p1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097" name="Google Shape;3097;p1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098" name="Google Shape;3098;p1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Google Shape;3100;p45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01" name="Google Shape;3101;p45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02" name="Google Shape;3102;p4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03" name="Google Shape;3103;p4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04" name="Google Shape;3104;p4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Google Shape;3106;p459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07" name="Google Shape;3107;p4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8" name="Google Shape;3108;p459"/>
          <p:cNvSpPr txBox="1">
            <a:spLocks noGrp="1"/>
          </p:cNvSpPr>
          <p:nvPr>
            <p:ph type="ftr" idx="11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09" name="Google Shape;3109;p459"/>
          <p:cNvSpPr txBox="1">
            <a:spLocks noGrp="1"/>
          </p:cNvSpPr>
          <p:nvPr>
            <p:ph type="sldNum" idx="12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p46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12" name="Google Shape;3112;p46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13" name="Google Shape;3113;p4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14" name="Google Shape;3114;p4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15" name="Google Shape;3115;p4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7" name="Google Shape;3117;p4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18" name="Google Shape;3118;p4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119" name="Google Shape;3119;p46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120" name="Google Shape;3120;p4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21" name="Google Shape;3121;p4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22" name="Google Shape;3122;p4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Google Shape;3124;p46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25" name="Google Shape;3125;p4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26" name="Google Shape;3126;p4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27" name="Google Shape;3127;p4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9" name="Google Shape;3129;p4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30" name="Google Shape;3130;p4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31" name="Google Shape;3131;p4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Google Shape;3133;p46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34" name="Google Shape;3134;p46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135" name="Google Shape;3135;p46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136" name="Google Shape;3136;p4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37" name="Google Shape;3137;p4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38" name="Google Shape;3138;p4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Google Shape;3140;p46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41" name="Google Shape;3141;p46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142" name="Google Shape;3142;p46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143" name="Google Shape;3143;p4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44" name="Google Shape;3144;p4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45" name="Google Shape;3145;p4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p46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48" name="Google Shape;3148;p46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49" name="Google Shape;3149;p4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50" name="Google Shape;3150;p4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51" name="Google Shape;3151;p4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" name="Google Shape;3153;p46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54" name="Google Shape;3154;p46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5" name="Google Shape;3155;p4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56" name="Google Shape;3156;p4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57" name="Google Shape;3157;p4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46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3160" name="Google Shape;3160;p468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161" name="Google Shape;3161;p46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2" name="Google Shape;3162;p46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3" name="Google Shape;3163;p46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64" name="Google Shape;3164;p46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5" name="Google Shape;3165;p46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166" name="Google Shape;3166;p46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7" name="Google Shape;3167;p46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8" name="Google Shape;3168;p46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9" name="Google Shape;3169;p46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170" name="Google Shape;3170;p46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1" name="Google Shape;3171;p46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2" name="Google Shape;3172;p46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3" name="Google Shape;3173;p46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74" name="Google Shape;3174;p46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3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p46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3177" name="Google Shape;3177;p469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178" name="Google Shape;3178;p46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9" name="Google Shape;3179;p46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0" name="Google Shape;3180;p46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81" name="Google Shape;3181;p46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2" name="Google Shape;3182;p46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183" name="Google Shape;3183;p46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4" name="Google Shape;3184;p46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5" name="Google Shape;3185;p46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6" name="Google Shape;3186;p46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187" name="Google Shape;3187;p46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8" name="Google Shape;3188;p46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9" name="Google Shape;3189;p46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0" name="Google Shape;3190;p46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91" name="Google Shape;3191;p46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spTree>
      <p:nvGrpSpPr>
        <p:cNvPr id="1" name="Shape 3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 /><Relationship Id="rId13" Type="http://schemas.openxmlformats.org/officeDocument/2006/relationships/slideLayout" Target="../slideLayouts/slideLayout27.xml" /><Relationship Id="rId3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21.xml" /><Relationship Id="rId12" Type="http://schemas.openxmlformats.org/officeDocument/2006/relationships/slideLayout" Target="../slideLayouts/slideLayout26.xml" /><Relationship Id="rId17" Type="http://schemas.openxmlformats.org/officeDocument/2006/relationships/image" Target="../media/image3.png" /><Relationship Id="rId2" Type="http://schemas.openxmlformats.org/officeDocument/2006/relationships/slideLayout" Target="../slideLayouts/slideLayout16.xml" /><Relationship Id="rId16" Type="http://schemas.openxmlformats.org/officeDocument/2006/relationships/theme" Target="../theme/theme2.xml" /><Relationship Id="rId1" Type="http://schemas.openxmlformats.org/officeDocument/2006/relationships/slideLayout" Target="../slideLayouts/slideLayout15.xml" /><Relationship Id="rId6" Type="http://schemas.openxmlformats.org/officeDocument/2006/relationships/slideLayout" Target="../slideLayouts/slideLayout20.xml" /><Relationship Id="rId11" Type="http://schemas.openxmlformats.org/officeDocument/2006/relationships/slideLayout" Target="../slideLayouts/slideLayout25.xml" /><Relationship Id="rId5" Type="http://schemas.openxmlformats.org/officeDocument/2006/relationships/slideLayout" Target="../slideLayouts/slideLayout19.xml" /><Relationship Id="rId15" Type="http://schemas.openxmlformats.org/officeDocument/2006/relationships/slideLayout" Target="../slideLayouts/slideLayout29.xml" /><Relationship Id="rId10" Type="http://schemas.openxmlformats.org/officeDocument/2006/relationships/slideLayout" Target="../slideLayouts/slideLayout24.xml" /><Relationship Id="rId4" Type="http://schemas.openxmlformats.org/officeDocument/2006/relationships/slideLayout" Target="../slideLayouts/slideLayout18.xml" /><Relationship Id="rId9" Type="http://schemas.openxmlformats.org/officeDocument/2006/relationships/slideLayout" Target="../slideLayouts/slideLayout23.xml" /><Relationship Id="rId14" Type="http://schemas.openxmlformats.org/officeDocument/2006/relationships/slideLayout" Target="../slideLayouts/slideLayout28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 /><Relationship Id="rId13" Type="http://schemas.openxmlformats.org/officeDocument/2006/relationships/slideLayout" Target="../slideLayouts/slideLayout42.xml" /><Relationship Id="rId3" Type="http://schemas.openxmlformats.org/officeDocument/2006/relationships/slideLayout" Target="../slideLayouts/slideLayout32.xml" /><Relationship Id="rId7" Type="http://schemas.openxmlformats.org/officeDocument/2006/relationships/slideLayout" Target="../slideLayouts/slideLayout36.xml" /><Relationship Id="rId12" Type="http://schemas.openxmlformats.org/officeDocument/2006/relationships/slideLayout" Target="../slideLayouts/slideLayout41.xml" /><Relationship Id="rId2" Type="http://schemas.openxmlformats.org/officeDocument/2006/relationships/slideLayout" Target="../slideLayouts/slideLayout31.xml" /><Relationship Id="rId1" Type="http://schemas.openxmlformats.org/officeDocument/2006/relationships/slideLayout" Target="../slideLayouts/slideLayout30.xml" /><Relationship Id="rId6" Type="http://schemas.openxmlformats.org/officeDocument/2006/relationships/slideLayout" Target="../slideLayouts/slideLayout35.xml" /><Relationship Id="rId11" Type="http://schemas.openxmlformats.org/officeDocument/2006/relationships/slideLayout" Target="../slideLayouts/slideLayout40.xml" /><Relationship Id="rId5" Type="http://schemas.openxmlformats.org/officeDocument/2006/relationships/slideLayout" Target="../slideLayouts/slideLayout34.xml" /><Relationship Id="rId15" Type="http://schemas.openxmlformats.org/officeDocument/2006/relationships/theme" Target="../theme/theme3.xml" /><Relationship Id="rId10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33.xml" /><Relationship Id="rId9" Type="http://schemas.openxmlformats.org/officeDocument/2006/relationships/slideLayout" Target="../slideLayouts/slideLayout38.xml" /><Relationship Id="rId14" Type="http://schemas.openxmlformats.org/officeDocument/2006/relationships/slideLayout" Target="../slideLayouts/slideLayout43.xml" 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 /><Relationship Id="rId13" Type="http://schemas.openxmlformats.org/officeDocument/2006/relationships/slideLayout" Target="../slideLayouts/slideLayout56.xml" /><Relationship Id="rId18" Type="http://schemas.openxmlformats.org/officeDocument/2006/relationships/slideLayout" Target="../slideLayouts/slideLayout61.xml" /><Relationship Id="rId3" Type="http://schemas.openxmlformats.org/officeDocument/2006/relationships/slideLayout" Target="../slideLayouts/slideLayout46.xml" /><Relationship Id="rId21" Type="http://schemas.openxmlformats.org/officeDocument/2006/relationships/slideLayout" Target="../slideLayouts/slideLayout64.xml" /><Relationship Id="rId7" Type="http://schemas.openxmlformats.org/officeDocument/2006/relationships/slideLayout" Target="../slideLayouts/slideLayout50.xml" /><Relationship Id="rId12" Type="http://schemas.openxmlformats.org/officeDocument/2006/relationships/slideLayout" Target="../slideLayouts/slideLayout55.xml" /><Relationship Id="rId17" Type="http://schemas.openxmlformats.org/officeDocument/2006/relationships/slideLayout" Target="../slideLayouts/slideLayout60.xml" /><Relationship Id="rId25" Type="http://schemas.openxmlformats.org/officeDocument/2006/relationships/image" Target="../media/image3.png" /><Relationship Id="rId2" Type="http://schemas.openxmlformats.org/officeDocument/2006/relationships/slideLayout" Target="../slideLayouts/slideLayout45.xml" /><Relationship Id="rId16" Type="http://schemas.openxmlformats.org/officeDocument/2006/relationships/slideLayout" Target="../slideLayouts/slideLayout59.xml" /><Relationship Id="rId20" Type="http://schemas.openxmlformats.org/officeDocument/2006/relationships/slideLayout" Target="../slideLayouts/slideLayout63.xml" /><Relationship Id="rId1" Type="http://schemas.openxmlformats.org/officeDocument/2006/relationships/slideLayout" Target="../slideLayouts/slideLayout44.xml" /><Relationship Id="rId6" Type="http://schemas.openxmlformats.org/officeDocument/2006/relationships/slideLayout" Target="../slideLayouts/slideLayout49.xml" /><Relationship Id="rId11" Type="http://schemas.openxmlformats.org/officeDocument/2006/relationships/slideLayout" Target="../slideLayouts/slideLayout54.xml" /><Relationship Id="rId24" Type="http://schemas.openxmlformats.org/officeDocument/2006/relationships/theme" Target="../theme/theme4.xml" /><Relationship Id="rId5" Type="http://schemas.openxmlformats.org/officeDocument/2006/relationships/slideLayout" Target="../slideLayouts/slideLayout48.xml" /><Relationship Id="rId15" Type="http://schemas.openxmlformats.org/officeDocument/2006/relationships/slideLayout" Target="../slideLayouts/slideLayout58.xml" /><Relationship Id="rId23" Type="http://schemas.openxmlformats.org/officeDocument/2006/relationships/slideLayout" Target="../slideLayouts/slideLayout66.xml" /><Relationship Id="rId10" Type="http://schemas.openxmlformats.org/officeDocument/2006/relationships/slideLayout" Target="../slideLayouts/slideLayout53.xml" /><Relationship Id="rId19" Type="http://schemas.openxmlformats.org/officeDocument/2006/relationships/slideLayout" Target="../slideLayouts/slideLayout62.xml" /><Relationship Id="rId4" Type="http://schemas.openxmlformats.org/officeDocument/2006/relationships/slideLayout" Target="../slideLayouts/slideLayout47.xml" /><Relationship Id="rId9" Type="http://schemas.openxmlformats.org/officeDocument/2006/relationships/slideLayout" Target="../slideLayouts/slideLayout52.xml" /><Relationship Id="rId14" Type="http://schemas.openxmlformats.org/officeDocument/2006/relationships/slideLayout" Target="../slideLayouts/slideLayout57.xml" /><Relationship Id="rId22" Type="http://schemas.openxmlformats.org/officeDocument/2006/relationships/slideLayout" Target="../slideLayouts/slideLayout65.xml" 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 /><Relationship Id="rId13" Type="http://schemas.openxmlformats.org/officeDocument/2006/relationships/theme" Target="../theme/theme5.xml" /><Relationship Id="rId3" Type="http://schemas.openxmlformats.org/officeDocument/2006/relationships/slideLayout" Target="../slideLayouts/slideLayout69.xml" /><Relationship Id="rId7" Type="http://schemas.openxmlformats.org/officeDocument/2006/relationships/slideLayout" Target="../slideLayouts/slideLayout73.xml" /><Relationship Id="rId12" Type="http://schemas.openxmlformats.org/officeDocument/2006/relationships/slideLayout" Target="../slideLayouts/slideLayout78.xml" /><Relationship Id="rId2" Type="http://schemas.openxmlformats.org/officeDocument/2006/relationships/slideLayout" Target="../slideLayouts/slideLayout68.xml" /><Relationship Id="rId1" Type="http://schemas.openxmlformats.org/officeDocument/2006/relationships/slideLayout" Target="../slideLayouts/slideLayout67.xml" /><Relationship Id="rId6" Type="http://schemas.openxmlformats.org/officeDocument/2006/relationships/slideLayout" Target="../slideLayouts/slideLayout72.xml" /><Relationship Id="rId11" Type="http://schemas.openxmlformats.org/officeDocument/2006/relationships/slideLayout" Target="../slideLayouts/slideLayout77.xml" /><Relationship Id="rId5" Type="http://schemas.openxmlformats.org/officeDocument/2006/relationships/slideLayout" Target="../slideLayouts/slideLayout71.xml" /><Relationship Id="rId10" Type="http://schemas.openxmlformats.org/officeDocument/2006/relationships/slideLayout" Target="../slideLayouts/slideLayout76.xml" /><Relationship Id="rId4" Type="http://schemas.openxmlformats.org/officeDocument/2006/relationships/slideLayout" Target="../slideLayouts/slideLayout70.xml" /><Relationship Id="rId9" Type="http://schemas.openxmlformats.org/officeDocument/2006/relationships/slideLayout" Target="../slideLayouts/slideLayout75.xml" /><Relationship Id="rId14" Type="http://schemas.openxmlformats.org/officeDocument/2006/relationships/image" Target="../media/image3.png" 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 /><Relationship Id="rId13" Type="http://schemas.openxmlformats.org/officeDocument/2006/relationships/slideLayout" Target="../slideLayouts/slideLayout91.xml" /><Relationship Id="rId18" Type="http://schemas.openxmlformats.org/officeDocument/2006/relationships/slideLayout" Target="../slideLayouts/slideLayout96.xml" /><Relationship Id="rId26" Type="http://schemas.openxmlformats.org/officeDocument/2006/relationships/slideLayout" Target="../slideLayouts/slideLayout104.xml" /><Relationship Id="rId39" Type="http://schemas.openxmlformats.org/officeDocument/2006/relationships/theme" Target="../theme/theme6.xml" /><Relationship Id="rId3" Type="http://schemas.openxmlformats.org/officeDocument/2006/relationships/slideLayout" Target="../slideLayouts/slideLayout81.xml" /><Relationship Id="rId21" Type="http://schemas.openxmlformats.org/officeDocument/2006/relationships/slideLayout" Target="../slideLayouts/slideLayout99.xml" /><Relationship Id="rId34" Type="http://schemas.openxmlformats.org/officeDocument/2006/relationships/slideLayout" Target="../slideLayouts/slideLayout112.xml" /><Relationship Id="rId7" Type="http://schemas.openxmlformats.org/officeDocument/2006/relationships/slideLayout" Target="../slideLayouts/slideLayout85.xml" /><Relationship Id="rId12" Type="http://schemas.openxmlformats.org/officeDocument/2006/relationships/slideLayout" Target="../slideLayouts/slideLayout90.xml" /><Relationship Id="rId17" Type="http://schemas.openxmlformats.org/officeDocument/2006/relationships/slideLayout" Target="../slideLayouts/slideLayout95.xml" /><Relationship Id="rId25" Type="http://schemas.openxmlformats.org/officeDocument/2006/relationships/slideLayout" Target="../slideLayouts/slideLayout103.xml" /><Relationship Id="rId33" Type="http://schemas.openxmlformats.org/officeDocument/2006/relationships/slideLayout" Target="../slideLayouts/slideLayout111.xml" /><Relationship Id="rId38" Type="http://schemas.openxmlformats.org/officeDocument/2006/relationships/slideLayout" Target="../slideLayouts/slideLayout116.xml" /><Relationship Id="rId2" Type="http://schemas.openxmlformats.org/officeDocument/2006/relationships/slideLayout" Target="../slideLayouts/slideLayout80.xml" /><Relationship Id="rId16" Type="http://schemas.openxmlformats.org/officeDocument/2006/relationships/slideLayout" Target="../slideLayouts/slideLayout94.xml" /><Relationship Id="rId20" Type="http://schemas.openxmlformats.org/officeDocument/2006/relationships/slideLayout" Target="../slideLayouts/slideLayout98.xml" /><Relationship Id="rId29" Type="http://schemas.openxmlformats.org/officeDocument/2006/relationships/slideLayout" Target="../slideLayouts/slideLayout107.xml" /><Relationship Id="rId1" Type="http://schemas.openxmlformats.org/officeDocument/2006/relationships/slideLayout" Target="../slideLayouts/slideLayout79.xml" /><Relationship Id="rId6" Type="http://schemas.openxmlformats.org/officeDocument/2006/relationships/slideLayout" Target="../slideLayouts/slideLayout84.xml" /><Relationship Id="rId11" Type="http://schemas.openxmlformats.org/officeDocument/2006/relationships/slideLayout" Target="../slideLayouts/slideLayout89.xml" /><Relationship Id="rId24" Type="http://schemas.openxmlformats.org/officeDocument/2006/relationships/slideLayout" Target="../slideLayouts/slideLayout102.xml" /><Relationship Id="rId32" Type="http://schemas.openxmlformats.org/officeDocument/2006/relationships/slideLayout" Target="../slideLayouts/slideLayout110.xml" /><Relationship Id="rId37" Type="http://schemas.openxmlformats.org/officeDocument/2006/relationships/slideLayout" Target="../slideLayouts/slideLayout115.xml" /><Relationship Id="rId5" Type="http://schemas.openxmlformats.org/officeDocument/2006/relationships/slideLayout" Target="../slideLayouts/slideLayout83.xml" /><Relationship Id="rId15" Type="http://schemas.openxmlformats.org/officeDocument/2006/relationships/slideLayout" Target="../slideLayouts/slideLayout93.xml" /><Relationship Id="rId23" Type="http://schemas.openxmlformats.org/officeDocument/2006/relationships/slideLayout" Target="../slideLayouts/slideLayout101.xml" /><Relationship Id="rId28" Type="http://schemas.openxmlformats.org/officeDocument/2006/relationships/slideLayout" Target="../slideLayouts/slideLayout106.xml" /><Relationship Id="rId36" Type="http://schemas.openxmlformats.org/officeDocument/2006/relationships/slideLayout" Target="../slideLayouts/slideLayout114.xml" /><Relationship Id="rId10" Type="http://schemas.openxmlformats.org/officeDocument/2006/relationships/slideLayout" Target="../slideLayouts/slideLayout88.xml" /><Relationship Id="rId19" Type="http://schemas.openxmlformats.org/officeDocument/2006/relationships/slideLayout" Target="../slideLayouts/slideLayout97.xml" /><Relationship Id="rId31" Type="http://schemas.openxmlformats.org/officeDocument/2006/relationships/slideLayout" Target="../slideLayouts/slideLayout109.xml" /><Relationship Id="rId4" Type="http://schemas.openxmlformats.org/officeDocument/2006/relationships/slideLayout" Target="../slideLayouts/slideLayout82.xml" /><Relationship Id="rId9" Type="http://schemas.openxmlformats.org/officeDocument/2006/relationships/slideLayout" Target="../slideLayouts/slideLayout87.xml" /><Relationship Id="rId14" Type="http://schemas.openxmlformats.org/officeDocument/2006/relationships/slideLayout" Target="../slideLayouts/slideLayout92.xml" /><Relationship Id="rId22" Type="http://schemas.openxmlformats.org/officeDocument/2006/relationships/slideLayout" Target="../slideLayouts/slideLayout100.xml" /><Relationship Id="rId27" Type="http://schemas.openxmlformats.org/officeDocument/2006/relationships/slideLayout" Target="../slideLayouts/slideLayout105.xml" /><Relationship Id="rId30" Type="http://schemas.openxmlformats.org/officeDocument/2006/relationships/slideLayout" Target="../slideLayouts/slideLayout108.xml" /><Relationship Id="rId35" Type="http://schemas.openxmlformats.org/officeDocument/2006/relationships/slideLayout" Target="../slideLayouts/slideLayout113.xml" 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4.xml" /><Relationship Id="rId13" Type="http://schemas.openxmlformats.org/officeDocument/2006/relationships/slideLayout" Target="../slideLayouts/slideLayout129.xml" /><Relationship Id="rId18" Type="http://schemas.openxmlformats.org/officeDocument/2006/relationships/slideLayout" Target="../slideLayouts/slideLayout134.xml" /><Relationship Id="rId26" Type="http://schemas.openxmlformats.org/officeDocument/2006/relationships/slideLayout" Target="../slideLayouts/slideLayout142.xml" /><Relationship Id="rId39" Type="http://schemas.openxmlformats.org/officeDocument/2006/relationships/slideLayout" Target="../slideLayouts/slideLayout155.xml" /><Relationship Id="rId3" Type="http://schemas.openxmlformats.org/officeDocument/2006/relationships/slideLayout" Target="../slideLayouts/slideLayout119.xml" /><Relationship Id="rId21" Type="http://schemas.openxmlformats.org/officeDocument/2006/relationships/slideLayout" Target="../slideLayouts/slideLayout137.xml" /><Relationship Id="rId34" Type="http://schemas.openxmlformats.org/officeDocument/2006/relationships/slideLayout" Target="../slideLayouts/slideLayout150.xml" /><Relationship Id="rId42" Type="http://schemas.openxmlformats.org/officeDocument/2006/relationships/slideLayout" Target="../slideLayouts/slideLayout158.xml" /><Relationship Id="rId47" Type="http://schemas.openxmlformats.org/officeDocument/2006/relationships/image" Target="../media/image3.png" /><Relationship Id="rId7" Type="http://schemas.openxmlformats.org/officeDocument/2006/relationships/slideLayout" Target="../slideLayouts/slideLayout123.xml" /><Relationship Id="rId12" Type="http://schemas.openxmlformats.org/officeDocument/2006/relationships/slideLayout" Target="../slideLayouts/slideLayout128.xml" /><Relationship Id="rId17" Type="http://schemas.openxmlformats.org/officeDocument/2006/relationships/slideLayout" Target="../slideLayouts/slideLayout133.xml" /><Relationship Id="rId25" Type="http://schemas.openxmlformats.org/officeDocument/2006/relationships/slideLayout" Target="../slideLayouts/slideLayout141.xml" /><Relationship Id="rId33" Type="http://schemas.openxmlformats.org/officeDocument/2006/relationships/slideLayout" Target="../slideLayouts/slideLayout149.xml" /><Relationship Id="rId38" Type="http://schemas.openxmlformats.org/officeDocument/2006/relationships/slideLayout" Target="../slideLayouts/slideLayout154.xml" /><Relationship Id="rId46" Type="http://schemas.openxmlformats.org/officeDocument/2006/relationships/theme" Target="../theme/theme7.xml" /><Relationship Id="rId2" Type="http://schemas.openxmlformats.org/officeDocument/2006/relationships/slideLayout" Target="../slideLayouts/slideLayout118.xml" /><Relationship Id="rId16" Type="http://schemas.openxmlformats.org/officeDocument/2006/relationships/slideLayout" Target="../slideLayouts/slideLayout132.xml" /><Relationship Id="rId20" Type="http://schemas.openxmlformats.org/officeDocument/2006/relationships/slideLayout" Target="../slideLayouts/slideLayout136.xml" /><Relationship Id="rId29" Type="http://schemas.openxmlformats.org/officeDocument/2006/relationships/slideLayout" Target="../slideLayouts/slideLayout145.xml" /><Relationship Id="rId41" Type="http://schemas.openxmlformats.org/officeDocument/2006/relationships/slideLayout" Target="../slideLayouts/slideLayout157.xml" /><Relationship Id="rId1" Type="http://schemas.openxmlformats.org/officeDocument/2006/relationships/slideLayout" Target="../slideLayouts/slideLayout117.xml" /><Relationship Id="rId6" Type="http://schemas.openxmlformats.org/officeDocument/2006/relationships/slideLayout" Target="../slideLayouts/slideLayout122.xml" /><Relationship Id="rId11" Type="http://schemas.openxmlformats.org/officeDocument/2006/relationships/slideLayout" Target="../slideLayouts/slideLayout127.xml" /><Relationship Id="rId24" Type="http://schemas.openxmlformats.org/officeDocument/2006/relationships/slideLayout" Target="../slideLayouts/slideLayout140.xml" /><Relationship Id="rId32" Type="http://schemas.openxmlformats.org/officeDocument/2006/relationships/slideLayout" Target="../slideLayouts/slideLayout148.xml" /><Relationship Id="rId37" Type="http://schemas.openxmlformats.org/officeDocument/2006/relationships/slideLayout" Target="../slideLayouts/slideLayout153.xml" /><Relationship Id="rId40" Type="http://schemas.openxmlformats.org/officeDocument/2006/relationships/slideLayout" Target="../slideLayouts/slideLayout156.xml" /><Relationship Id="rId45" Type="http://schemas.openxmlformats.org/officeDocument/2006/relationships/slideLayout" Target="../slideLayouts/slideLayout161.xml" /><Relationship Id="rId5" Type="http://schemas.openxmlformats.org/officeDocument/2006/relationships/slideLayout" Target="../slideLayouts/slideLayout121.xml" /><Relationship Id="rId15" Type="http://schemas.openxmlformats.org/officeDocument/2006/relationships/slideLayout" Target="../slideLayouts/slideLayout131.xml" /><Relationship Id="rId23" Type="http://schemas.openxmlformats.org/officeDocument/2006/relationships/slideLayout" Target="../slideLayouts/slideLayout139.xml" /><Relationship Id="rId28" Type="http://schemas.openxmlformats.org/officeDocument/2006/relationships/slideLayout" Target="../slideLayouts/slideLayout144.xml" /><Relationship Id="rId36" Type="http://schemas.openxmlformats.org/officeDocument/2006/relationships/slideLayout" Target="../slideLayouts/slideLayout152.xml" /><Relationship Id="rId10" Type="http://schemas.openxmlformats.org/officeDocument/2006/relationships/slideLayout" Target="../slideLayouts/slideLayout126.xml" /><Relationship Id="rId19" Type="http://schemas.openxmlformats.org/officeDocument/2006/relationships/slideLayout" Target="../slideLayouts/slideLayout135.xml" /><Relationship Id="rId31" Type="http://schemas.openxmlformats.org/officeDocument/2006/relationships/slideLayout" Target="../slideLayouts/slideLayout147.xml" /><Relationship Id="rId44" Type="http://schemas.openxmlformats.org/officeDocument/2006/relationships/slideLayout" Target="../slideLayouts/slideLayout160.xml" /><Relationship Id="rId4" Type="http://schemas.openxmlformats.org/officeDocument/2006/relationships/slideLayout" Target="../slideLayouts/slideLayout120.xml" /><Relationship Id="rId9" Type="http://schemas.openxmlformats.org/officeDocument/2006/relationships/slideLayout" Target="../slideLayouts/slideLayout125.xml" /><Relationship Id="rId14" Type="http://schemas.openxmlformats.org/officeDocument/2006/relationships/slideLayout" Target="../slideLayouts/slideLayout130.xml" /><Relationship Id="rId22" Type="http://schemas.openxmlformats.org/officeDocument/2006/relationships/slideLayout" Target="../slideLayouts/slideLayout138.xml" /><Relationship Id="rId27" Type="http://schemas.openxmlformats.org/officeDocument/2006/relationships/slideLayout" Target="../slideLayouts/slideLayout143.xml" /><Relationship Id="rId30" Type="http://schemas.openxmlformats.org/officeDocument/2006/relationships/slideLayout" Target="../slideLayouts/slideLayout146.xml" /><Relationship Id="rId35" Type="http://schemas.openxmlformats.org/officeDocument/2006/relationships/slideLayout" Target="../slideLayouts/slideLayout151.xml" /><Relationship Id="rId43" Type="http://schemas.openxmlformats.org/officeDocument/2006/relationships/slideLayout" Target="../slideLayouts/slideLayout159.xml" 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 /><Relationship Id="rId13" Type="http://schemas.openxmlformats.org/officeDocument/2006/relationships/slideLayout" Target="../slideLayouts/slideLayout174.xml" /><Relationship Id="rId18" Type="http://schemas.openxmlformats.org/officeDocument/2006/relationships/slideLayout" Target="../slideLayouts/slideLayout179.xml" /><Relationship Id="rId26" Type="http://schemas.openxmlformats.org/officeDocument/2006/relationships/slideLayout" Target="../slideLayouts/slideLayout187.xml" /><Relationship Id="rId3" Type="http://schemas.openxmlformats.org/officeDocument/2006/relationships/slideLayout" Target="../slideLayouts/slideLayout164.xml" /><Relationship Id="rId21" Type="http://schemas.openxmlformats.org/officeDocument/2006/relationships/slideLayout" Target="../slideLayouts/slideLayout182.xml" /><Relationship Id="rId7" Type="http://schemas.openxmlformats.org/officeDocument/2006/relationships/slideLayout" Target="../slideLayouts/slideLayout168.xml" /><Relationship Id="rId12" Type="http://schemas.openxmlformats.org/officeDocument/2006/relationships/slideLayout" Target="../slideLayouts/slideLayout173.xml" /><Relationship Id="rId17" Type="http://schemas.openxmlformats.org/officeDocument/2006/relationships/slideLayout" Target="../slideLayouts/slideLayout178.xml" /><Relationship Id="rId25" Type="http://schemas.openxmlformats.org/officeDocument/2006/relationships/slideLayout" Target="../slideLayouts/slideLayout186.xml" /><Relationship Id="rId2" Type="http://schemas.openxmlformats.org/officeDocument/2006/relationships/slideLayout" Target="../slideLayouts/slideLayout163.xml" /><Relationship Id="rId16" Type="http://schemas.openxmlformats.org/officeDocument/2006/relationships/slideLayout" Target="../slideLayouts/slideLayout177.xml" /><Relationship Id="rId20" Type="http://schemas.openxmlformats.org/officeDocument/2006/relationships/slideLayout" Target="../slideLayouts/slideLayout181.xml" /><Relationship Id="rId1" Type="http://schemas.openxmlformats.org/officeDocument/2006/relationships/slideLayout" Target="../slideLayouts/slideLayout162.xml" /><Relationship Id="rId6" Type="http://schemas.openxmlformats.org/officeDocument/2006/relationships/slideLayout" Target="../slideLayouts/slideLayout167.xml" /><Relationship Id="rId11" Type="http://schemas.openxmlformats.org/officeDocument/2006/relationships/slideLayout" Target="../slideLayouts/slideLayout172.xml" /><Relationship Id="rId24" Type="http://schemas.openxmlformats.org/officeDocument/2006/relationships/slideLayout" Target="../slideLayouts/slideLayout185.xml" /><Relationship Id="rId5" Type="http://schemas.openxmlformats.org/officeDocument/2006/relationships/slideLayout" Target="../slideLayouts/slideLayout166.xml" /><Relationship Id="rId15" Type="http://schemas.openxmlformats.org/officeDocument/2006/relationships/slideLayout" Target="../slideLayouts/slideLayout176.xml" /><Relationship Id="rId23" Type="http://schemas.openxmlformats.org/officeDocument/2006/relationships/slideLayout" Target="../slideLayouts/slideLayout184.xml" /><Relationship Id="rId28" Type="http://schemas.openxmlformats.org/officeDocument/2006/relationships/theme" Target="../theme/theme8.xml" /><Relationship Id="rId10" Type="http://schemas.openxmlformats.org/officeDocument/2006/relationships/slideLayout" Target="../slideLayouts/slideLayout171.xml" /><Relationship Id="rId19" Type="http://schemas.openxmlformats.org/officeDocument/2006/relationships/slideLayout" Target="../slideLayouts/slideLayout180.xml" /><Relationship Id="rId4" Type="http://schemas.openxmlformats.org/officeDocument/2006/relationships/slideLayout" Target="../slideLayouts/slideLayout165.xml" /><Relationship Id="rId9" Type="http://schemas.openxmlformats.org/officeDocument/2006/relationships/slideLayout" Target="../slideLayouts/slideLayout170.xml" /><Relationship Id="rId14" Type="http://schemas.openxmlformats.org/officeDocument/2006/relationships/slideLayout" Target="../slideLayouts/slideLayout175.xml" /><Relationship Id="rId22" Type="http://schemas.openxmlformats.org/officeDocument/2006/relationships/slideLayout" Target="../slideLayouts/slideLayout183.xml" /><Relationship Id="rId27" Type="http://schemas.openxmlformats.org/officeDocument/2006/relationships/slideLayout" Target="../slideLayouts/slideLayout188.xml" 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6.xml" /><Relationship Id="rId13" Type="http://schemas.openxmlformats.org/officeDocument/2006/relationships/slideLayout" Target="../slideLayouts/slideLayout201.xml" /><Relationship Id="rId3" Type="http://schemas.openxmlformats.org/officeDocument/2006/relationships/slideLayout" Target="../slideLayouts/slideLayout191.xml" /><Relationship Id="rId7" Type="http://schemas.openxmlformats.org/officeDocument/2006/relationships/slideLayout" Target="../slideLayouts/slideLayout195.xml" /><Relationship Id="rId12" Type="http://schemas.openxmlformats.org/officeDocument/2006/relationships/slideLayout" Target="../slideLayouts/slideLayout200.xml" /><Relationship Id="rId2" Type="http://schemas.openxmlformats.org/officeDocument/2006/relationships/slideLayout" Target="../slideLayouts/slideLayout190.xml" /><Relationship Id="rId1" Type="http://schemas.openxmlformats.org/officeDocument/2006/relationships/slideLayout" Target="../slideLayouts/slideLayout189.xml" /><Relationship Id="rId6" Type="http://schemas.openxmlformats.org/officeDocument/2006/relationships/slideLayout" Target="../slideLayouts/slideLayout194.xml" /><Relationship Id="rId11" Type="http://schemas.openxmlformats.org/officeDocument/2006/relationships/slideLayout" Target="../slideLayouts/slideLayout199.xml" /><Relationship Id="rId5" Type="http://schemas.openxmlformats.org/officeDocument/2006/relationships/slideLayout" Target="../slideLayouts/slideLayout193.xml" /><Relationship Id="rId10" Type="http://schemas.openxmlformats.org/officeDocument/2006/relationships/slideLayout" Target="../slideLayouts/slideLayout198.xml" /><Relationship Id="rId4" Type="http://schemas.openxmlformats.org/officeDocument/2006/relationships/slideLayout" Target="../slideLayouts/slideLayout192.xml" /><Relationship Id="rId9" Type="http://schemas.openxmlformats.org/officeDocument/2006/relationships/slideLayout" Target="../slideLayouts/slideLayout197.xml" /><Relationship Id="rId14" Type="http://schemas.openxmlformats.org/officeDocument/2006/relationships/theme" Target="../theme/theme9.xml" /></Relationships>
</file>

<file path=ppt/slideMasters/_rels/slideMaster10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4.xml" /><Relationship Id="rId18" Type="http://schemas.openxmlformats.org/officeDocument/2006/relationships/slideLayout" Target="../slideLayouts/slideLayout219.xml" /><Relationship Id="rId26" Type="http://schemas.openxmlformats.org/officeDocument/2006/relationships/slideLayout" Target="../slideLayouts/slideLayout227.xml" /><Relationship Id="rId39" Type="http://schemas.openxmlformats.org/officeDocument/2006/relationships/slideLayout" Target="../slideLayouts/slideLayout240.xml" /><Relationship Id="rId21" Type="http://schemas.openxmlformats.org/officeDocument/2006/relationships/slideLayout" Target="../slideLayouts/slideLayout222.xml" /><Relationship Id="rId34" Type="http://schemas.openxmlformats.org/officeDocument/2006/relationships/slideLayout" Target="../slideLayouts/slideLayout235.xml" /><Relationship Id="rId42" Type="http://schemas.openxmlformats.org/officeDocument/2006/relationships/slideLayout" Target="../slideLayouts/slideLayout243.xml" /><Relationship Id="rId47" Type="http://schemas.openxmlformats.org/officeDocument/2006/relationships/slideLayout" Target="../slideLayouts/slideLayout248.xml" /><Relationship Id="rId50" Type="http://schemas.openxmlformats.org/officeDocument/2006/relationships/slideLayout" Target="../slideLayouts/slideLayout251.xml" /><Relationship Id="rId55" Type="http://schemas.openxmlformats.org/officeDocument/2006/relationships/slideLayout" Target="../slideLayouts/slideLayout256.xml" /><Relationship Id="rId63" Type="http://schemas.openxmlformats.org/officeDocument/2006/relationships/slideLayout" Target="../slideLayouts/slideLayout264.xml" /><Relationship Id="rId7" Type="http://schemas.openxmlformats.org/officeDocument/2006/relationships/slideLayout" Target="../slideLayouts/slideLayout208.xml" /><Relationship Id="rId2" Type="http://schemas.openxmlformats.org/officeDocument/2006/relationships/slideLayout" Target="../slideLayouts/slideLayout203.xml" /><Relationship Id="rId16" Type="http://schemas.openxmlformats.org/officeDocument/2006/relationships/slideLayout" Target="../slideLayouts/slideLayout217.xml" /><Relationship Id="rId29" Type="http://schemas.openxmlformats.org/officeDocument/2006/relationships/slideLayout" Target="../slideLayouts/slideLayout230.xml" /><Relationship Id="rId1" Type="http://schemas.openxmlformats.org/officeDocument/2006/relationships/slideLayout" Target="../slideLayouts/slideLayout202.xml" /><Relationship Id="rId6" Type="http://schemas.openxmlformats.org/officeDocument/2006/relationships/slideLayout" Target="../slideLayouts/slideLayout207.xml" /><Relationship Id="rId11" Type="http://schemas.openxmlformats.org/officeDocument/2006/relationships/slideLayout" Target="../slideLayouts/slideLayout212.xml" /><Relationship Id="rId24" Type="http://schemas.openxmlformats.org/officeDocument/2006/relationships/slideLayout" Target="../slideLayouts/slideLayout225.xml" /><Relationship Id="rId32" Type="http://schemas.openxmlformats.org/officeDocument/2006/relationships/slideLayout" Target="../slideLayouts/slideLayout233.xml" /><Relationship Id="rId37" Type="http://schemas.openxmlformats.org/officeDocument/2006/relationships/slideLayout" Target="../slideLayouts/slideLayout238.xml" /><Relationship Id="rId40" Type="http://schemas.openxmlformats.org/officeDocument/2006/relationships/slideLayout" Target="../slideLayouts/slideLayout241.xml" /><Relationship Id="rId45" Type="http://schemas.openxmlformats.org/officeDocument/2006/relationships/slideLayout" Target="../slideLayouts/slideLayout246.xml" /><Relationship Id="rId53" Type="http://schemas.openxmlformats.org/officeDocument/2006/relationships/slideLayout" Target="../slideLayouts/slideLayout254.xml" /><Relationship Id="rId58" Type="http://schemas.openxmlformats.org/officeDocument/2006/relationships/slideLayout" Target="../slideLayouts/slideLayout259.xml" /><Relationship Id="rId66" Type="http://schemas.openxmlformats.org/officeDocument/2006/relationships/theme" Target="../theme/theme10.xml" /><Relationship Id="rId5" Type="http://schemas.openxmlformats.org/officeDocument/2006/relationships/slideLayout" Target="../slideLayouts/slideLayout206.xml" /><Relationship Id="rId15" Type="http://schemas.openxmlformats.org/officeDocument/2006/relationships/slideLayout" Target="../slideLayouts/slideLayout216.xml" /><Relationship Id="rId23" Type="http://schemas.openxmlformats.org/officeDocument/2006/relationships/slideLayout" Target="../slideLayouts/slideLayout224.xml" /><Relationship Id="rId28" Type="http://schemas.openxmlformats.org/officeDocument/2006/relationships/slideLayout" Target="../slideLayouts/slideLayout229.xml" /><Relationship Id="rId36" Type="http://schemas.openxmlformats.org/officeDocument/2006/relationships/slideLayout" Target="../slideLayouts/slideLayout237.xml" /><Relationship Id="rId49" Type="http://schemas.openxmlformats.org/officeDocument/2006/relationships/slideLayout" Target="../slideLayouts/slideLayout250.xml" /><Relationship Id="rId57" Type="http://schemas.openxmlformats.org/officeDocument/2006/relationships/slideLayout" Target="../slideLayouts/slideLayout258.xml" /><Relationship Id="rId61" Type="http://schemas.openxmlformats.org/officeDocument/2006/relationships/slideLayout" Target="../slideLayouts/slideLayout262.xml" /><Relationship Id="rId10" Type="http://schemas.openxmlformats.org/officeDocument/2006/relationships/slideLayout" Target="../slideLayouts/slideLayout211.xml" /><Relationship Id="rId19" Type="http://schemas.openxmlformats.org/officeDocument/2006/relationships/slideLayout" Target="../slideLayouts/slideLayout220.xml" /><Relationship Id="rId31" Type="http://schemas.openxmlformats.org/officeDocument/2006/relationships/slideLayout" Target="../slideLayouts/slideLayout232.xml" /><Relationship Id="rId44" Type="http://schemas.openxmlformats.org/officeDocument/2006/relationships/slideLayout" Target="../slideLayouts/slideLayout245.xml" /><Relationship Id="rId52" Type="http://schemas.openxmlformats.org/officeDocument/2006/relationships/slideLayout" Target="../slideLayouts/slideLayout253.xml" /><Relationship Id="rId60" Type="http://schemas.openxmlformats.org/officeDocument/2006/relationships/slideLayout" Target="../slideLayouts/slideLayout261.xml" /><Relationship Id="rId65" Type="http://schemas.openxmlformats.org/officeDocument/2006/relationships/slideLayout" Target="../slideLayouts/slideLayout266.xml" /><Relationship Id="rId4" Type="http://schemas.openxmlformats.org/officeDocument/2006/relationships/slideLayout" Target="../slideLayouts/slideLayout205.xml" /><Relationship Id="rId9" Type="http://schemas.openxmlformats.org/officeDocument/2006/relationships/slideLayout" Target="../slideLayouts/slideLayout210.xml" /><Relationship Id="rId14" Type="http://schemas.openxmlformats.org/officeDocument/2006/relationships/slideLayout" Target="../slideLayouts/slideLayout215.xml" /><Relationship Id="rId22" Type="http://schemas.openxmlformats.org/officeDocument/2006/relationships/slideLayout" Target="../slideLayouts/slideLayout223.xml" /><Relationship Id="rId27" Type="http://schemas.openxmlformats.org/officeDocument/2006/relationships/slideLayout" Target="../slideLayouts/slideLayout228.xml" /><Relationship Id="rId30" Type="http://schemas.openxmlformats.org/officeDocument/2006/relationships/slideLayout" Target="../slideLayouts/slideLayout231.xml" /><Relationship Id="rId35" Type="http://schemas.openxmlformats.org/officeDocument/2006/relationships/slideLayout" Target="../slideLayouts/slideLayout236.xml" /><Relationship Id="rId43" Type="http://schemas.openxmlformats.org/officeDocument/2006/relationships/slideLayout" Target="../slideLayouts/slideLayout244.xml" /><Relationship Id="rId48" Type="http://schemas.openxmlformats.org/officeDocument/2006/relationships/slideLayout" Target="../slideLayouts/slideLayout249.xml" /><Relationship Id="rId56" Type="http://schemas.openxmlformats.org/officeDocument/2006/relationships/slideLayout" Target="../slideLayouts/slideLayout257.xml" /><Relationship Id="rId64" Type="http://schemas.openxmlformats.org/officeDocument/2006/relationships/slideLayout" Target="../slideLayouts/slideLayout265.xml" /><Relationship Id="rId8" Type="http://schemas.openxmlformats.org/officeDocument/2006/relationships/slideLayout" Target="../slideLayouts/slideLayout209.xml" /><Relationship Id="rId51" Type="http://schemas.openxmlformats.org/officeDocument/2006/relationships/slideLayout" Target="../slideLayouts/slideLayout252.xml" /><Relationship Id="rId3" Type="http://schemas.openxmlformats.org/officeDocument/2006/relationships/slideLayout" Target="../slideLayouts/slideLayout204.xml" /><Relationship Id="rId12" Type="http://schemas.openxmlformats.org/officeDocument/2006/relationships/slideLayout" Target="../slideLayouts/slideLayout213.xml" /><Relationship Id="rId17" Type="http://schemas.openxmlformats.org/officeDocument/2006/relationships/slideLayout" Target="../slideLayouts/slideLayout218.xml" /><Relationship Id="rId25" Type="http://schemas.openxmlformats.org/officeDocument/2006/relationships/slideLayout" Target="../slideLayouts/slideLayout226.xml" /><Relationship Id="rId33" Type="http://schemas.openxmlformats.org/officeDocument/2006/relationships/slideLayout" Target="../slideLayouts/slideLayout234.xml" /><Relationship Id="rId38" Type="http://schemas.openxmlformats.org/officeDocument/2006/relationships/slideLayout" Target="../slideLayouts/slideLayout239.xml" /><Relationship Id="rId46" Type="http://schemas.openxmlformats.org/officeDocument/2006/relationships/slideLayout" Target="../slideLayouts/slideLayout247.xml" /><Relationship Id="rId59" Type="http://schemas.openxmlformats.org/officeDocument/2006/relationships/slideLayout" Target="../slideLayouts/slideLayout260.xml" /><Relationship Id="rId67" Type="http://schemas.openxmlformats.org/officeDocument/2006/relationships/image" Target="../media/image3.png" /><Relationship Id="rId20" Type="http://schemas.openxmlformats.org/officeDocument/2006/relationships/slideLayout" Target="../slideLayouts/slideLayout221.xml" /><Relationship Id="rId41" Type="http://schemas.openxmlformats.org/officeDocument/2006/relationships/slideLayout" Target="../slideLayouts/slideLayout242.xml" /><Relationship Id="rId54" Type="http://schemas.openxmlformats.org/officeDocument/2006/relationships/slideLayout" Target="../slideLayouts/slideLayout255.xml" /><Relationship Id="rId62" Type="http://schemas.openxmlformats.org/officeDocument/2006/relationships/slideLayout" Target="../slideLayouts/slideLayout263.xml" 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4.xml" /><Relationship Id="rId13" Type="http://schemas.openxmlformats.org/officeDocument/2006/relationships/slideLayout" Target="../slideLayouts/slideLayout279.xml" /><Relationship Id="rId3" Type="http://schemas.openxmlformats.org/officeDocument/2006/relationships/slideLayout" Target="../slideLayouts/slideLayout269.xml" /><Relationship Id="rId7" Type="http://schemas.openxmlformats.org/officeDocument/2006/relationships/slideLayout" Target="../slideLayouts/slideLayout273.xml" /><Relationship Id="rId12" Type="http://schemas.openxmlformats.org/officeDocument/2006/relationships/slideLayout" Target="../slideLayouts/slideLayout278.xml" /><Relationship Id="rId2" Type="http://schemas.openxmlformats.org/officeDocument/2006/relationships/slideLayout" Target="../slideLayouts/slideLayout268.xml" /><Relationship Id="rId16" Type="http://schemas.openxmlformats.org/officeDocument/2006/relationships/image" Target="../media/image3.png" /><Relationship Id="rId1" Type="http://schemas.openxmlformats.org/officeDocument/2006/relationships/slideLayout" Target="../slideLayouts/slideLayout267.xml" /><Relationship Id="rId6" Type="http://schemas.openxmlformats.org/officeDocument/2006/relationships/slideLayout" Target="../slideLayouts/slideLayout272.xml" /><Relationship Id="rId11" Type="http://schemas.openxmlformats.org/officeDocument/2006/relationships/slideLayout" Target="../slideLayouts/slideLayout277.xml" /><Relationship Id="rId5" Type="http://schemas.openxmlformats.org/officeDocument/2006/relationships/slideLayout" Target="../slideLayouts/slideLayout271.xml" /><Relationship Id="rId15" Type="http://schemas.openxmlformats.org/officeDocument/2006/relationships/theme" Target="../theme/theme11.xml" /><Relationship Id="rId10" Type="http://schemas.openxmlformats.org/officeDocument/2006/relationships/slideLayout" Target="../slideLayouts/slideLayout276.xml" /><Relationship Id="rId4" Type="http://schemas.openxmlformats.org/officeDocument/2006/relationships/slideLayout" Target="../slideLayouts/slideLayout270.xml" /><Relationship Id="rId9" Type="http://schemas.openxmlformats.org/officeDocument/2006/relationships/slideLayout" Target="../slideLayouts/slideLayout275.xml" /><Relationship Id="rId14" Type="http://schemas.openxmlformats.org/officeDocument/2006/relationships/slideLayout" Target="../slideLayouts/slideLayout280.xml" /></Relationships>
</file>

<file path=ppt/slideMasters/_rels/slideMaster1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3.xml" /><Relationship Id="rId18" Type="http://schemas.openxmlformats.org/officeDocument/2006/relationships/slideLayout" Target="../slideLayouts/slideLayout298.xml" /><Relationship Id="rId26" Type="http://schemas.openxmlformats.org/officeDocument/2006/relationships/slideLayout" Target="../slideLayouts/slideLayout306.xml" /><Relationship Id="rId39" Type="http://schemas.openxmlformats.org/officeDocument/2006/relationships/slideLayout" Target="../slideLayouts/slideLayout319.xml" /><Relationship Id="rId21" Type="http://schemas.openxmlformats.org/officeDocument/2006/relationships/slideLayout" Target="../slideLayouts/slideLayout301.xml" /><Relationship Id="rId34" Type="http://schemas.openxmlformats.org/officeDocument/2006/relationships/slideLayout" Target="../slideLayouts/slideLayout314.xml" /><Relationship Id="rId42" Type="http://schemas.openxmlformats.org/officeDocument/2006/relationships/slideLayout" Target="../slideLayouts/slideLayout322.xml" /><Relationship Id="rId47" Type="http://schemas.openxmlformats.org/officeDocument/2006/relationships/slideLayout" Target="../slideLayouts/slideLayout327.xml" /><Relationship Id="rId50" Type="http://schemas.openxmlformats.org/officeDocument/2006/relationships/slideLayout" Target="../slideLayouts/slideLayout330.xml" /><Relationship Id="rId55" Type="http://schemas.openxmlformats.org/officeDocument/2006/relationships/slideLayout" Target="../slideLayouts/slideLayout335.xml" /><Relationship Id="rId63" Type="http://schemas.openxmlformats.org/officeDocument/2006/relationships/slideLayout" Target="../slideLayouts/slideLayout343.xml" /><Relationship Id="rId68" Type="http://schemas.openxmlformats.org/officeDocument/2006/relationships/image" Target="../media/image3.png" /><Relationship Id="rId7" Type="http://schemas.openxmlformats.org/officeDocument/2006/relationships/slideLayout" Target="../slideLayouts/slideLayout287.xml" /><Relationship Id="rId2" Type="http://schemas.openxmlformats.org/officeDocument/2006/relationships/slideLayout" Target="../slideLayouts/slideLayout282.xml" /><Relationship Id="rId16" Type="http://schemas.openxmlformats.org/officeDocument/2006/relationships/slideLayout" Target="../slideLayouts/slideLayout296.xml" /><Relationship Id="rId29" Type="http://schemas.openxmlformats.org/officeDocument/2006/relationships/slideLayout" Target="../slideLayouts/slideLayout309.xml" /><Relationship Id="rId1" Type="http://schemas.openxmlformats.org/officeDocument/2006/relationships/slideLayout" Target="../slideLayouts/slideLayout281.xml" /><Relationship Id="rId6" Type="http://schemas.openxmlformats.org/officeDocument/2006/relationships/slideLayout" Target="../slideLayouts/slideLayout286.xml" /><Relationship Id="rId11" Type="http://schemas.openxmlformats.org/officeDocument/2006/relationships/slideLayout" Target="../slideLayouts/slideLayout291.xml" /><Relationship Id="rId24" Type="http://schemas.openxmlformats.org/officeDocument/2006/relationships/slideLayout" Target="../slideLayouts/slideLayout304.xml" /><Relationship Id="rId32" Type="http://schemas.openxmlformats.org/officeDocument/2006/relationships/slideLayout" Target="../slideLayouts/slideLayout312.xml" /><Relationship Id="rId37" Type="http://schemas.openxmlformats.org/officeDocument/2006/relationships/slideLayout" Target="../slideLayouts/slideLayout317.xml" /><Relationship Id="rId40" Type="http://schemas.openxmlformats.org/officeDocument/2006/relationships/slideLayout" Target="../slideLayouts/slideLayout320.xml" /><Relationship Id="rId45" Type="http://schemas.openxmlformats.org/officeDocument/2006/relationships/slideLayout" Target="../slideLayouts/slideLayout325.xml" /><Relationship Id="rId53" Type="http://schemas.openxmlformats.org/officeDocument/2006/relationships/slideLayout" Target="../slideLayouts/slideLayout333.xml" /><Relationship Id="rId58" Type="http://schemas.openxmlformats.org/officeDocument/2006/relationships/slideLayout" Target="../slideLayouts/slideLayout338.xml" /><Relationship Id="rId66" Type="http://schemas.openxmlformats.org/officeDocument/2006/relationships/slideLayout" Target="../slideLayouts/slideLayout346.xml" /><Relationship Id="rId5" Type="http://schemas.openxmlformats.org/officeDocument/2006/relationships/slideLayout" Target="../slideLayouts/slideLayout285.xml" /><Relationship Id="rId15" Type="http://schemas.openxmlformats.org/officeDocument/2006/relationships/slideLayout" Target="../slideLayouts/slideLayout295.xml" /><Relationship Id="rId23" Type="http://schemas.openxmlformats.org/officeDocument/2006/relationships/slideLayout" Target="../slideLayouts/slideLayout303.xml" /><Relationship Id="rId28" Type="http://schemas.openxmlformats.org/officeDocument/2006/relationships/slideLayout" Target="../slideLayouts/slideLayout308.xml" /><Relationship Id="rId36" Type="http://schemas.openxmlformats.org/officeDocument/2006/relationships/slideLayout" Target="../slideLayouts/slideLayout316.xml" /><Relationship Id="rId49" Type="http://schemas.openxmlformats.org/officeDocument/2006/relationships/slideLayout" Target="../slideLayouts/slideLayout329.xml" /><Relationship Id="rId57" Type="http://schemas.openxmlformats.org/officeDocument/2006/relationships/slideLayout" Target="../slideLayouts/slideLayout337.xml" /><Relationship Id="rId61" Type="http://schemas.openxmlformats.org/officeDocument/2006/relationships/slideLayout" Target="../slideLayouts/slideLayout341.xml" /><Relationship Id="rId10" Type="http://schemas.openxmlformats.org/officeDocument/2006/relationships/slideLayout" Target="../slideLayouts/slideLayout290.xml" /><Relationship Id="rId19" Type="http://schemas.openxmlformats.org/officeDocument/2006/relationships/slideLayout" Target="../slideLayouts/slideLayout299.xml" /><Relationship Id="rId31" Type="http://schemas.openxmlformats.org/officeDocument/2006/relationships/slideLayout" Target="../slideLayouts/slideLayout311.xml" /><Relationship Id="rId44" Type="http://schemas.openxmlformats.org/officeDocument/2006/relationships/slideLayout" Target="../slideLayouts/slideLayout324.xml" /><Relationship Id="rId52" Type="http://schemas.openxmlformats.org/officeDocument/2006/relationships/slideLayout" Target="../slideLayouts/slideLayout332.xml" /><Relationship Id="rId60" Type="http://schemas.openxmlformats.org/officeDocument/2006/relationships/slideLayout" Target="../slideLayouts/slideLayout340.xml" /><Relationship Id="rId65" Type="http://schemas.openxmlformats.org/officeDocument/2006/relationships/slideLayout" Target="../slideLayouts/slideLayout345.xml" /><Relationship Id="rId4" Type="http://schemas.openxmlformats.org/officeDocument/2006/relationships/slideLayout" Target="../slideLayouts/slideLayout284.xml" /><Relationship Id="rId9" Type="http://schemas.openxmlformats.org/officeDocument/2006/relationships/slideLayout" Target="../slideLayouts/slideLayout289.xml" /><Relationship Id="rId14" Type="http://schemas.openxmlformats.org/officeDocument/2006/relationships/slideLayout" Target="../slideLayouts/slideLayout294.xml" /><Relationship Id="rId22" Type="http://schemas.openxmlformats.org/officeDocument/2006/relationships/slideLayout" Target="../slideLayouts/slideLayout302.xml" /><Relationship Id="rId27" Type="http://schemas.openxmlformats.org/officeDocument/2006/relationships/slideLayout" Target="../slideLayouts/slideLayout307.xml" /><Relationship Id="rId30" Type="http://schemas.openxmlformats.org/officeDocument/2006/relationships/slideLayout" Target="../slideLayouts/slideLayout310.xml" /><Relationship Id="rId35" Type="http://schemas.openxmlformats.org/officeDocument/2006/relationships/slideLayout" Target="../slideLayouts/slideLayout315.xml" /><Relationship Id="rId43" Type="http://schemas.openxmlformats.org/officeDocument/2006/relationships/slideLayout" Target="../slideLayouts/slideLayout323.xml" /><Relationship Id="rId48" Type="http://schemas.openxmlformats.org/officeDocument/2006/relationships/slideLayout" Target="../slideLayouts/slideLayout328.xml" /><Relationship Id="rId56" Type="http://schemas.openxmlformats.org/officeDocument/2006/relationships/slideLayout" Target="../slideLayouts/slideLayout336.xml" /><Relationship Id="rId64" Type="http://schemas.openxmlformats.org/officeDocument/2006/relationships/slideLayout" Target="../slideLayouts/slideLayout344.xml" /><Relationship Id="rId8" Type="http://schemas.openxmlformats.org/officeDocument/2006/relationships/slideLayout" Target="../slideLayouts/slideLayout288.xml" /><Relationship Id="rId51" Type="http://schemas.openxmlformats.org/officeDocument/2006/relationships/slideLayout" Target="../slideLayouts/slideLayout331.xml" /><Relationship Id="rId3" Type="http://schemas.openxmlformats.org/officeDocument/2006/relationships/slideLayout" Target="../slideLayouts/slideLayout283.xml" /><Relationship Id="rId12" Type="http://schemas.openxmlformats.org/officeDocument/2006/relationships/slideLayout" Target="../slideLayouts/slideLayout292.xml" /><Relationship Id="rId17" Type="http://schemas.openxmlformats.org/officeDocument/2006/relationships/slideLayout" Target="../slideLayouts/slideLayout297.xml" /><Relationship Id="rId25" Type="http://schemas.openxmlformats.org/officeDocument/2006/relationships/slideLayout" Target="../slideLayouts/slideLayout305.xml" /><Relationship Id="rId33" Type="http://schemas.openxmlformats.org/officeDocument/2006/relationships/slideLayout" Target="../slideLayouts/slideLayout313.xml" /><Relationship Id="rId38" Type="http://schemas.openxmlformats.org/officeDocument/2006/relationships/slideLayout" Target="../slideLayouts/slideLayout318.xml" /><Relationship Id="rId46" Type="http://schemas.openxmlformats.org/officeDocument/2006/relationships/slideLayout" Target="../slideLayouts/slideLayout326.xml" /><Relationship Id="rId59" Type="http://schemas.openxmlformats.org/officeDocument/2006/relationships/slideLayout" Target="../slideLayouts/slideLayout339.xml" /><Relationship Id="rId67" Type="http://schemas.openxmlformats.org/officeDocument/2006/relationships/theme" Target="../theme/theme12.xml" /><Relationship Id="rId20" Type="http://schemas.openxmlformats.org/officeDocument/2006/relationships/slideLayout" Target="../slideLayouts/slideLayout300.xml" /><Relationship Id="rId41" Type="http://schemas.openxmlformats.org/officeDocument/2006/relationships/slideLayout" Target="../slideLayouts/slideLayout321.xml" /><Relationship Id="rId54" Type="http://schemas.openxmlformats.org/officeDocument/2006/relationships/slideLayout" Target="../slideLayouts/slideLayout334.xml" /><Relationship Id="rId62" Type="http://schemas.openxmlformats.org/officeDocument/2006/relationships/slideLayout" Target="../slideLayouts/slideLayout342.xml" 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4.xml" /><Relationship Id="rId13" Type="http://schemas.openxmlformats.org/officeDocument/2006/relationships/slideLayout" Target="../slideLayouts/slideLayout359.xml" /><Relationship Id="rId3" Type="http://schemas.openxmlformats.org/officeDocument/2006/relationships/slideLayout" Target="../slideLayouts/slideLayout349.xml" /><Relationship Id="rId7" Type="http://schemas.openxmlformats.org/officeDocument/2006/relationships/slideLayout" Target="../slideLayouts/slideLayout353.xml" /><Relationship Id="rId12" Type="http://schemas.openxmlformats.org/officeDocument/2006/relationships/slideLayout" Target="../slideLayouts/slideLayout358.xml" /><Relationship Id="rId2" Type="http://schemas.openxmlformats.org/officeDocument/2006/relationships/slideLayout" Target="../slideLayouts/slideLayout348.xml" /><Relationship Id="rId16" Type="http://schemas.openxmlformats.org/officeDocument/2006/relationships/image" Target="../media/image3.png" /><Relationship Id="rId1" Type="http://schemas.openxmlformats.org/officeDocument/2006/relationships/slideLayout" Target="../slideLayouts/slideLayout347.xml" /><Relationship Id="rId6" Type="http://schemas.openxmlformats.org/officeDocument/2006/relationships/slideLayout" Target="../slideLayouts/slideLayout352.xml" /><Relationship Id="rId11" Type="http://schemas.openxmlformats.org/officeDocument/2006/relationships/slideLayout" Target="../slideLayouts/slideLayout357.xml" /><Relationship Id="rId5" Type="http://schemas.openxmlformats.org/officeDocument/2006/relationships/slideLayout" Target="../slideLayouts/slideLayout351.xml" /><Relationship Id="rId15" Type="http://schemas.openxmlformats.org/officeDocument/2006/relationships/theme" Target="../theme/theme13.xml" /><Relationship Id="rId10" Type="http://schemas.openxmlformats.org/officeDocument/2006/relationships/slideLayout" Target="../slideLayouts/slideLayout356.xml" /><Relationship Id="rId4" Type="http://schemas.openxmlformats.org/officeDocument/2006/relationships/slideLayout" Target="../slideLayouts/slideLayout350.xml" /><Relationship Id="rId9" Type="http://schemas.openxmlformats.org/officeDocument/2006/relationships/slideLayout" Target="../slideLayouts/slideLayout355.xml" /><Relationship Id="rId14" Type="http://schemas.openxmlformats.org/officeDocument/2006/relationships/slideLayout" Target="../slideLayouts/slideLayout36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9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9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4" name="Google Shape;194;p97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pic>
        <p:nvPicPr>
          <p:cNvPr id="195" name="Google Shape;195;p97" descr="Picture 7.png"/>
          <p:cNvPicPr preferRelativeResize="0"/>
          <p:nvPr/>
        </p:nvPicPr>
        <p:blipFill rotWithShape="1">
          <a:blip r:embed="rId17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97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97" name="Google Shape;197;p97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" name="Google Shape;198;p9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9" name="Google Shape;199;p97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0" name="Google Shape;200;p97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01" name="Google Shape;201;p97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2" name="Google Shape;202;p9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3" name="Google Shape;203;p97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402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9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2" name="Google Shape;302;p9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3" name="Google Shape;303;p9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4" name="Google Shape;304;p9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0" name="Google Shape;420;p103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103" descr="Picture 7.png"/>
          <p:cNvPicPr preferRelativeResize="0"/>
          <p:nvPr/>
        </p:nvPicPr>
        <p:blipFill rotWithShape="1">
          <a:blip r:embed="rId25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103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423" name="Google Shape;423;p10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0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0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p103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427" name="Google Shape;427;p10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0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0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0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8" name="Google Shape;668;p105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9" name="Google Shape;669;p105" descr="Picture 7.png"/>
          <p:cNvPicPr preferRelativeResize="0"/>
          <p:nvPr/>
        </p:nvPicPr>
        <p:blipFill rotWithShape="1">
          <a:blip r:embed="rId14">
            <a:alphaModFix/>
          </a:blip>
          <a:srcRect l="1923" b="5334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0" name="Google Shape;670;p105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671" name="Google Shape;671;p10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0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05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4" name="Google Shape;674;p105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675" name="Google Shape;675;p10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0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105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0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5" name="Google Shape;765;p10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752" r:id="rId22"/>
    <p:sldLayoutId id="2147483753" r:id="rId23"/>
    <p:sldLayoutId id="2147483754" r:id="rId24"/>
    <p:sldLayoutId id="2147483755" r:id="rId25"/>
    <p:sldLayoutId id="2147483756" r:id="rId26"/>
    <p:sldLayoutId id="2147483757" r:id="rId27"/>
    <p:sldLayoutId id="2147483758" r:id="rId28"/>
    <p:sldLayoutId id="2147483759" r:id="rId29"/>
    <p:sldLayoutId id="2147483760" r:id="rId30"/>
    <p:sldLayoutId id="2147483761" r:id="rId31"/>
    <p:sldLayoutId id="2147483762" r:id="rId32"/>
    <p:sldLayoutId id="2147483763" r:id="rId33"/>
    <p:sldLayoutId id="2147483764" r:id="rId34"/>
    <p:sldLayoutId id="2147483765" r:id="rId35"/>
    <p:sldLayoutId id="2147483766" r:id="rId36"/>
    <p:sldLayoutId id="2147483767" r:id="rId37"/>
    <p:sldLayoutId id="2147483768" r:id="rId3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11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0" name="Google Shape;1230;p111"/>
          <p:cNvSpPr txBox="1"/>
          <p:nvPr/>
        </p:nvSpPr>
        <p:spPr>
          <a:xfrm>
            <a:off x="3276600" y="6596391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825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1" name="Google Shape;1231;p111" descr="Picture 7.png"/>
          <p:cNvPicPr preferRelativeResize="0"/>
          <p:nvPr/>
        </p:nvPicPr>
        <p:blipFill rotWithShape="1">
          <a:blip r:embed="rId47">
            <a:alphaModFix/>
          </a:blip>
          <a:srcRect l="1923" b="5335"/>
          <a:stretch/>
        </p:blipFill>
        <p:spPr>
          <a:xfrm>
            <a:off x="6629401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2" name="Google Shape;1232;p111"/>
          <p:cNvGrpSpPr/>
          <p:nvPr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233" name="Google Shape;1233;p1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1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111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6" name="Google Shape;1236;p111"/>
          <p:cNvGrpSpPr/>
          <p:nvPr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1237" name="Google Shape;1237;p1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1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111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8" r:id="rId18"/>
    <p:sldLayoutId id="2147483789" r:id="rId19"/>
    <p:sldLayoutId id="2147483790" r:id="rId20"/>
    <p:sldLayoutId id="2147483791" r:id="rId21"/>
    <p:sldLayoutId id="2147483792" r:id="rId22"/>
    <p:sldLayoutId id="2147483793" r:id="rId23"/>
    <p:sldLayoutId id="2147483794" r:id="rId24"/>
    <p:sldLayoutId id="2147483795" r:id="rId25"/>
    <p:sldLayoutId id="2147483796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19" r:id="rId44"/>
    <p:sldLayoutId id="2147483821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0" name="Google Shape;1540;p1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41" name="Google Shape;1541;p1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42" name="Google Shape;1542;p1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43" name="Google Shape;1543;p1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  <p:sldLayoutId id="2147483840" r:id="rId18"/>
    <p:sldLayoutId id="2147483841" r:id="rId19"/>
    <p:sldLayoutId id="2147483842" r:id="rId20"/>
    <p:sldLayoutId id="2147483843" r:id="rId21"/>
    <p:sldLayoutId id="2147483844" r:id="rId22"/>
    <p:sldLayoutId id="2147483845" r:id="rId23"/>
    <p:sldLayoutId id="2147483846" r:id="rId24"/>
    <p:sldLayoutId id="2147483847" r:id="rId25"/>
    <p:sldLayoutId id="2147483848" r:id="rId26"/>
    <p:sldLayoutId id="2147483849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1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5" name="Google Shape;1855;p1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56" name="Google Shape;1856;p1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7" name="Google Shape;1857;p1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8" name="Google Shape;1858;p1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402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1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12" name="Google Shape;2012;p122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3" name="Google Shape;2013;p122" descr="Picture 7.png"/>
          <p:cNvPicPr preferRelativeResize="0"/>
          <p:nvPr/>
        </p:nvPicPr>
        <p:blipFill rotWithShape="1">
          <a:blip r:embed="rId67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4" name="Google Shape;2014;p122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15" name="Google Shape;2015;p12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12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122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8" name="Google Shape;2018;p122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019" name="Google Shape;2019;p12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12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122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  <p:sldLayoutId id="2147483881" r:id="rId18"/>
    <p:sldLayoutId id="2147483882" r:id="rId19"/>
    <p:sldLayoutId id="2147483883" r:id="rId20"/>
    <p:sldLayoutId id="2147483884" r:id="rId21"/>
    <p:sldLayoutId id="2147483885" r:id="rId22"/>
    <p:sldLayoutId id="2147483886" r:id="rId23"/>
    <p:sldLayoutId id="2147483887" r:id="rId24"/>
    <p:sldLayoutId id="2147483888" r:id="rId25"/>
    <p:sldLayoutId id="2147483889" r:id="rId26"/>
    <p:sldLayoutId id="2147483890" r:id="rId27"/>
    <p:sldLayoutId id="2147483891" r:id="rId28"/>
    <p:sldLayoutId id="2147483892" r:id="rId29"/>
    <p:sldLayoutId id="2147483893" r:id="rId30"/>
    <p:sldLayoutId id="2147483894" r:id="rId31"/>
    <p:sldLayoutId id="2147483895" r:id="rId32"/>
    <p:sldLayoutId id="2147483896" r:id="rId33"/>
    <p:sldLayoutId id="2147483897" r:id="rId34"/>
    <p:sldLayoutId id="2147483898" r:id="rId35"/>
    <p:sldLayoutId id="2147483899" r:id="rId36"/>
    <p:sldLayoutId id="2147483900" r:id="rId37"/>
    <p:sldLayoutId id="2147483901" r:id="rId38"/>
    <p:sldLayoutId id="2147483902" r:id="rId39"/>
    <p:sldLayoutId id="2147483903" r:id="rId40"/>
    <p:sldLayoutId id="2147483904" r:id="rId41"/>
    <p:sldLayoutId id="2147483905" r:id="rId42"/>
    <p:sldLayoutId id="2147483906" r:id="rId43"/>
    <p:sldLayoutId id="2147483907" r:id="rId44"/>
    <p:sldLayoutId id="2147483908" r:id="rId45"/>
    <p:sldLayoutId id="2147483909" r:id="rId46"/>
    <p:sldLayoutId id="2147483910" r:id="rId47"/>
    <p:sldLayoutId id="2147483911" r:id="rId48"/>
    <p:sldLayoutId id="2147483912" r:id="rId49"/>
    <p:sldLayoutId id="2147483913" r:id="rId50"/>
    <p:sldLayoutId id="2147483914" r:id="rId51"/>
    <p:sldLayoutId id="2147483915" r:id="rId52"/>
    <p:sldLayoutId id="2147483916" r:id="rId53"/>
    <p:sldLayoutId id="2147483917" r:id="rId54"/>
    <p:sldLayoutId id="2147483918" r:id="rId55"/>
    <p:sldLayoutId id="2147483919" r:id="rId56"/>
    <p:sldLayoutId id="2147483920" r:id="rId57"/>
    <p:sldLayoutId id="2147483921" r:id="rId58"/>
    <p:sldLayoutId id="2147483922" r:id="rId59"/>
    <p:sldLayoutId id="2147483923" r:id="rId60"/>
    <p:sldLayoutId id="2147483924" r:id="rId61"/>
    <p:sldLayoutId id="2147483925" r:id="rId62"/>
    <p:sldLayoutId id="2147483926" r:id="rId63"/>
    <p:sldLayoutId id="2147483927" r:id="rId64"/>
    <p:sldLayoutId id="2147483928" r:id="rId6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1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73" name="Google Shape;2473;p124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4" name="Google Shape;2474;p124" descr="Picture 7.png"/>
          <p:cNvPicPr preferRelativeResize="0"/>
          <p:nvPr/>
        </p:nvPicPr>
        <p:blipFill rotWithShape="1">
          <a:blip r:embed="rId16">
            <a:alphaModFix/>
          </a:blip>
          <a:srcRect l="1923" b="5334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5" name="Google Shape;2475;p124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476" name="Google Shape;2476;p12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1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124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9" name="Google Shape;2479;p124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80" name="Google Shape;2480;p12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p1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124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601;p1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02" name="Google Shape;2602;p126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3" name="Google Shape;2603;p126" descr="Picture 7.png"/>
          <p:cNvPicPr preferRelativeResize="0"/>
          <p:nvPr/>
        </p:nvPicPr>
        <p:blipFill rotWithShape="1">
          <a:blip r:embed="rId68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4" name="Google Shape;2604;p126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05" name="Google Shape;2605;p12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1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7" name="Google Shape;2607;p12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8" name="Google Shape;2608;p126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609" name="Google Shape;2609;p12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1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12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94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  <p:sldLayoutId id="2147483956" r:id="rId12"/>
    <p:sldLayoutId id="2147483957" r:id="rId13"/>
    <p:sldLayoutId id="2147483958" r:id="rId14"/>
    <p:sldLayoutId id="2147483959" r:id="rId15"/>
    <p:sldLayoutId id="2147483960" r:id="rId16"/>
    <p:sldLayoutId id="2147483961" r:id="rId17"/>
    <p:sldLayoutId id="2147483962" r:id="rId18"/>
    <p:sldLayoutId id="2147483963" r:id="rId19"/>
    <p:sldLayoutId id="2147483964" r:id="rId20"/>
    <p:sldLayoutId id="2147483965" r:id="rId21"/>
    <p:sldLayoutId id="2147483966" r:id="rId22"/>
    <p:sldLayoutId id="2147483967" r:id="rId23"/>
    <p:sldLayoutId id="2147483968" r:id="rId24"/>
    <p:sldLayoutId id="2147483969" r:id="rId25"/>
    <p:sldLayoutId id="2147483970" r:id="rId26"/>
    <p:sldLayoutId id="2147483971" r:id="rId27"/>
    <p:sldLayoutId id="2147483972" r:id="rId28"/>
    <p:sldLayoutId id="2147483973" r:id="rId29"/>
    <p:sldLayoutId id="2147483974" r:id="rId30"/>
    <p:sldLayoutId id="2147483975" r:id="rId31"/>
    <p:sldLayoutId id="2147483976" r:id="rId32"/>
    <p:sldLayoutId id="2147483977" r:id="rId33"/>
    <p:sldLayoutId id="2147483978" r:id="rId34"/>
    <p:sldLayoutId id="2147483979" r:id="rId35"/>
    <p:sldLayoutId id="2147483980" r:id="rId36"/>
    <p:sldLayoutId id="2147483981" r:id="rId37"/>
    <p:sldLayoutId id="2147483982" r:id="rId38"/>
    <p:sldLayoutId id="2147483983" r:id="rId39"/>
    <p:sldLayoutId id="2147483984" r:id="rId40"/>
    <p:sldLayoutId id="2147483985" r:id="rId41"/>
    <p:sldLayoutId id="2147483986" r:id="rId42"/>
    <p:sldLayoutId id="2147483987" r:id="rId43"/>
    <p:sldLayoutId id="2147483988" r:id="rId44"/>
    <p:sldLayoutId id="2147483989" r:id="rId45"/>
    <p:sldLayoutId id="2147483990" r:id="rId46"/>
    <p:sldLayoutId id="2147483991" r:id="rId47"/>
    <p:sldLayoutId id="2147483992" r:id="rId48"/>
    <p:sldLayoutId id="2147483993" r:id="rId49"/>
    <p:sldLayoutId id="2147483994" r:id="rId50"/>
    <p:sldLayoutId id="2147483995" r:id="rId51"/>
    <p:sldLayoutId id="2147483996" r:id="rId52"/>
    <p:sldLayoutId id="2147483997" r:id="rId53"/>
    <p:sldLayoutId id="2147483998" r:id="rId54"/>
    <p:sldLayoutId id="2147483999" r:id="rId55"/>
    <p:sldLayoutId id="2147484000" r:id="rId56"/>
    <p:sldLayoutId id="2147484001" r:id="rId57"/>
    <p:sldLayoutId id="2147484002" r:id="rId58"/>
    <p:sldLayoutId id="2147484003" r:id="rId59"/>
    <p:sldLayoutId id="2147484004" r:id="rId60"/>
    <p:sldLayoutId id="2147484005" r:id="rId61"/>
    <p:sldLayoutId id="2147484006" r:id="rId62"/>
    <p:sldLayoutId id="2147484007" r:id="rId63"/>
    <p:sldLayoutId id="2147484008" r:id="rId64"/>
    <p:sldLayoutId id="2147484009" r:id="rId65"/>
    <p:sldLayoutId id="2147484010" r:id="rId6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p1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80" name="Google Shape;3080;p12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pic>
        <p:nvPicPr>
          <p:cNvPr id="3081" name="Google Shape;3081;p129" descr="Picture 7.png"/>
          <p:cNvPicPr preferRelativeResize="0"/>
          <p:nvPr/>
        </p:nvPicPr>
        <p:blipFill rotWithShape="1">
          <a:blip r:embed="rId16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2" name="Google Shape;3082;p12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083" name="Google Shape;3083;p1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4" name="Google Shape;3084;p12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5" name="Google Shape;3085;p12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6" name="Google Shape;3086;p12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087" name="Google Shape;3087;p1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8" name="Google Shape;3088;p12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9" name="Google Shape;3089;p12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0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5.xml" /><Relationship Id="rId4" Type="http://schemas.openxmlformats.org/officeDocument/2006/relationships/image" Target="../media/image12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customXml" Target="../ink/ink3.xml" /><Relationship Id="rId1" Type="http://schemas.openxmlformats.org/officeDocument/2006/relationships/slideLayout" Target="../slideLayouts/slideLayout29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9.xml" /><Relationship Id="rId4" Type="http://schemas.openxmlformats.org/officeDocument/2006/relationships/image" Target="../media/image14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9.xml" /><Relationship Id="rId6" Type="http://schemas.openxmlformats.org/officeDocument/2006/relationships/image" Target="../media/image17.png" /><Relationship Id="rId5" Type="http://schemas.openxmlformats.org/officeDocument/2006/relationships/customXml" Target="../ink/ink5.xml" /><Relationship Id="rId4" Type="http://schemas.openxmlformats.org/officeDocument/2006/relationships/image" Target="../media/image16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9.xml" /><Relationship Id="rId6" Type="http://schemas.openxmlformats.org/officeDocument/2006/relationships/image" Target="../media/image20.png" /><Relationship Id="rId5" Type="http://schemas.openxmlformats.org/officeDocument/2006/relationships/customXml" Target="../ink/ink6.xml" /><Relationship Id="rId4" Type="http://schemas.openxmlformats.org/officeDocument/2006/relationships/image" Target="../media/image19.pn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0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6.xml" /><Relationship Id="rId6" Type="http://schemas.openxmlformats.org/officeDocument/2006/relationships/image" Target="../media/image22.png" /><Relationship Id="rId5" Type="http://schemas.openxmlformats.org/officeDocument/2006/relationships/customXml" Target="../ink/ink7.xml" /><Relationship Id="rId4" Type="http://schemas.openxmlformats.org/officeDocument/2006/relationships/image" Target="../media/image19.pn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 /><Relationship Id="rId3" Type="http://schemas.openxmlformats.org/officeDocument/2006/relationships/image" Target="../media/image23.png" /><Relationship Id="rId7" Type="http://schemas.openxmlformats.org/officeDocument/2006/relationships/image" Target="../media/image27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0.xml" /><Relationship Id="rId6" Type="http://schemas.openxmlformats.org/officeDocument/2006/relationships/image" Target="../media/image26.png" /><Relationship Id="rId5" Type="http://schemas.openxmlformats.org/officeDocument/2006/relationships/image" Target="../media/image25.png" /><Relationship Id="rId10" Type="http://schemas.openxmlformats.org/officeDocument/2006/relationships/image" Target="../media/image29.png" /><Relationship Id="rId4" Type="http://schemas.openxmlformats.org/officeDocument/2006/relationships/image" Target="../media/image24.png" /><Relationship Id="rId9" Type="http://schemas.openxmlformats.org/officeDocument/2006/relationships/customXml" Target="../ink/ink8.xml" 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 /><Relationship Id="rId3" Type="http://schemas.openxmlformats.org/officeDocument/2006/relationships/image" Target="../media/image23.png" /><Relationship Id="rId7" Type="http://schemas.openxmlformats.org/officeDocument/2006/relationships/image" Target="../media/image27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30.xml" /><Relationship Id="rId6" Type="http://schemas.openxmlformats.org/officeDocument/2006/relationships/image" Target="../media/image26.png" /><Relationship Id="rId5" Type="http://schemas.openxmlformats.org/officeDocument/2006/relationships/image" Target="../media/image25.png" /><Relationship Id="rId4" Type="http://schemas.openxmlformats.org/officeDocument/2006/relationships/image" Target="../media/image24.png" /><Relationship Id="rId9" Type="http://schemas.openxmlformats.org/officeDocument/2006/relationships/image" Target="../media/image30.png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 /><Relationship Id="rId3" Type="http://schemas.openxmlformats.org/officeDocument/2006/relationships/image" Target="../media/image23.png" /><Relationship Id="rId7" Type="http://schemas.openxmlformats.org/officeDocument/2006/relationships/image" Target="../media/image27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30.xml" /><Relationship Id="rId6" Type="http://schemas.openxmlformats.org/officeDocument/2006/relationships/image" Target="../media/image26.png" /><Relationship Id="rId5" Type="http://schemas.openxmlformats.org/officeDocument/2006/relationships/image" Target="../media/image25.png" /><Relationship Id="rId4" Type="http://schemas.openxmlformats.org/officeDocument/2006/relationships/image" Target="../media/image24.png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 /><Relationship Id="rId3" Type="http://schemas.openxmlformats.org/officeDocument/2006/relationships/image" Target="../media/image23.png" /><Relationship Id="rId7" Type="http://schemas.openxmlformats.org/officeDocument/2006/relationships/image" Target="../media/image27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30.xml" /><Relationship Id="rId6" Type="http://schemas.openxmlformats.org/officeDocument/2006/relationships/image" Target="../media/image26.png" /><Relationship Id="rId5" Type="http://schemas.openxmlformats.org/officeDocument/2006/relationships/image" Target="../media/image25.png" /><Relationship Id="rId4" Type="http://schemas.openxmlformats.org/officeDocument/2006/relationships/image" Target="../media/image24.png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 /><Relationship Id="rId3" Type="http://schemas.openxmlformats.org/officeDocument/2006/relationships/chart" Target="../charts/chart1.xml" /><Relationship Id="rId7" Type="http://schemas.openxmlformats.org/officeDocument/2006/relationships/customXml" Target="../ink/ink9.xml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31.xml" /><Relationship Id="rId6" Type="http://schemas.openxmlformats.org/officeDocument/2006/relationships/image" Target="../media/image33.png" /><Relationship Id="rId5" Type="http://schemas.openxmlformats.org/officeDocument/2006/relationships/image" Target="../media/image32.png" /><Relationship Id="rId4" Type="http://schemas.openxmlformats.org/officeDocument/2006/relationships/image" Target="../media/image31.pn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 /><Relationship Id="rId7" Type="http://schemas.openxmlformats.org/officeDocument/2006/relationships/image" Target="../media/image38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44.xml" /><Relationship Id="rId6" Type="http://schemas.openxmlformats.org/officeDocument/2006/relationships/customXml" Target="../ink/ink10.xml" /><Relationship Id="rId5" Type="http://schemas.openxmlformats.org/officeDocument/2006/relationships/image" Target="../media/image37.png" /><Relationship Id="rId4" Type="http://schemas.openxmlformats.org/officeDocument/2006/relationships/image" Target="../media/image36.pn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30.xml" /><Relationship Id="rId5" Type="http://schemas.openxmlformats.org/officeDocument/2006/relationships/image" Target="../media/image40.png" /><Relationship Id="rId4" Type="http://schemas.openxmlformats.org/officeDocument/2006/relationships/customXml" Target="../ink/ink11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30.xml" /><Relationship Id="rId5" Type="http://schemas.openxmlformats.org/officeDocument/2006/relationships/image" Target="../media/image42.png" /><Relationship Id="rId4" Type="http://schemas.openxmlformats.org/officeDocument/2006/relationships/customXml" Target="../ink/ink1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30.xml" /><Relationship Id="rId6" Type="http://schemas.openxmlformats.org/officeDocument/2006/relationships/image" Target="../media/image44.png" /><Relationship Id="rId5" Type="http://schemas.openxmlformats.org/officeDocument/2006/relationships/customXml" Target="../ink/ink13.xml" /><Relationship Id="rId4" Type="http://schemas.openxmlformats.org/officeDocument/2006/relationships/image" Target="../media/image43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 /><Relationship Id="rId7" Type="http://schemas.openxmlformats.org/officeDocument/2006/relationships/image" Target="../media/image47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30.xml" /><Relationship Id="rId6" Type="http://schemas.openxmlformats.org/officeDocument/2006/relationships/customXml" Target="../ink/ink14.xml" /><Relationship Id="rId5" Type="http://schemas.openxmlformats.org/officeDocument/2006/relationships/image" Target="../media/image46.png" /><Relationship Id="rId4" Type="http://schemas.openxmlformats.org/officeDocument/2006/relationships/image" Target="../media/image45.pn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67.xml" /><Relationship Id="rId6" Type="http://schemas.openxmlformats.org/officeDocument/2006/relationships/image" Target="../media/image50.png" /><Relationship Id="rId5" Type="http://schemas.openxmlformats.org/officeDocument/2006/relationships/customXml" Target="../ink/ink15.xml" /><Relationship Id="rId4" Type="http://schemas.openxmlformats.org/officeDocument/2006/relationships/image" Target="../media/image49.pn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67.xml" /><Relationship Id="rId4" Type="http://schemas.openxmlformats.org/officeDocument/2006/relationships/image" Target="../media/image52.pn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67.xml" /><Relationship Id="rId6" Type="http://schemas.openxmlformats.org/officeDocument/2006/relationships/image" Target="../media/image53.png" /><Relationship Id="rId5" Type="http://schemas.openxmlformats.org/officeDocument/2006/relationships/customXml" Target="../ink/ink16.xml" /><Relationship Id="rId4" Type="http://schemas.openxmlformats.org/officeDocument/2006/relationships/image" Target="../media/image52.png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 /><Relationship Id="rId2" Type="http://schemas.openxmlformats.org/officeDocument/2006/relationships/customXml" Target="../ink/ink17.xml" /><Relationship Id="rId1" Type="http://schemas.openxmlformats.org/officeDocument/2006/relationships/slideLayout" Target="../slideLayouts/slideLayout68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67.xml" /><Relationship Id="rId5" Type="http://schemas.openxmlformats.org/officeDocument/2006/relationships/image" Target="../media/image56.png" /><Relationship Id="rId4" Type="http://schemas.openxmlformats.org/officeDocument/2006/relationships/customXml" Target="../ink/ink18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67.xml" /><Relationship Id="rId6" Type="http://schemas.openxmlformats.org/officeDocument/2006/relationships/image" Target="../media/image58.png" /><Relationship Id="rId5" Type="http://schemas.openxmlformats.org/officeDocument/2006/relationships/customXml" Target="../ink/ink19.xml" /><Relationship Id="rId4" Type="http://schemas.openxmlformats.org/officeDocument/2006/relationships/image" Target="../media/image57.png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79.xml" /><Relationship Id="rId5" Type="http://schemas.openxmlformats.org/officeDocument/2006/relationships/image" Target="../media/image60.png" /><Relationship Id="rId4" Type="http://schemas.openxmlformats.org/officeDocument/2006/relationships/customXml" Target="../ink/ink20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79.xml" /><Relationship Id="rId5" Type="http://schemas.openxmlformats.org/officeDocument/2006/relationships/image" Target="../media/image62.png" /><Relationship Id="rId4" Type="http://schemas.openxmlformats.org/officeDocument/2006/relationships/customXml" Target="../ink/ink21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 /><Relationship Id="rId7" Type="http://schemas.openxmlformats.org/officeDocument/2006/relationships/image" Target="../media/image66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80.xml" /><Relationship Id="rId6" Type="http://schemas.openxmlformats.org/officeDocument/2006/relationships/customXml" Target="../ink/ink22.xml" /><Relationship Id="rId5" Type="http://schemas.openxmlformats.org/officeDocument/2006/relationships/image" Target="../media/image65.png" /><Relationship Id="rId4" Type="http://schemas.openxmlformats.org/officeDocument/2006/relationships/image" Target="../media/image64.png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81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 /><Relationship Id="rId7" Type="http://schemas.openxmlformats.org/officeDocument/2006/relationships/image" Target="../media/image70.png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17.xml" /><Relationship Id="rId6" Type="http://schemas.openxmlformats.org/officeDocument/2006/relationships/customXml" Target="../ink/ink23.xml" /><Relationship Id="rId5" Type="http://schemas.openxmlformats.org/officeDocument/2006/relationships/image" Target="../media/image69.png" /><Relationship Id="rId4" Type="http://schemas.openxmlformats.org/officeDocument/2006/relationships/image" Target="../media/image68.png" 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 /><Relationship Id="rId3" Type="http://schemas.openxmlformats.org/officeDocument/2006/relationships/image" Target="../media/image71.png" /><Relationship Id="rId7" Type="http://schemas.openxmlformats.org/officeDocument/2006/relationships/customXml" Target="../ink/ink24.xml" /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17.xml" /><Relationship Id="rId6" Type="http://schemas.openxmlformats.org/officeDocument/2006/relationships/image" Target="../media/image73.png" /><Relationship Id="rId5" Type="http://schemas.openxmlformats.org/officeDocument/2006/relationships/image" Target="../media/image68.png" /><Relationship Id="rId4" Type="http://schemas.openxmlformats.org/officeDocument/2006/relationships/image" Target="../media/image72.png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 /><Relationship Id="rId7" Type="http://schemas.openxmlformats.org/officeDocument/2006/relationships/image" Target="../media/image77.png" /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117.xml" /><Relationship Id="rId6" Type="http://schemas.openxmlformats.org/officeDocument/2006/relationships/customXml" Target="../ink/ink25.xml" /><Relationship Id="rId5" Type="http://schemas.openxmlformats.org/officeDocument/2006/relationships/image" Target="../media/image68.png" /><Relationship Id="rId4" Type="http://schemas.openxmlformats.org/officeDocument/2006/relationships/image" Target="../media/image76.png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 /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117.xml" /><Relationship Id="rId5" Type="http://schemas.openxmlformats.org/officeDocument/2006/relationships/image" Target="../media/image79.png" /><Relationship Id="rId4" Type="http://schemas.openxmlformats.org/officeDocument/2006/relationships/customXml" Target="../ink/ink26.xml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 /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117.xml" 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 /><Relationship Id="rId3" Type="http://schemas.openxmlformats.org/officeDocument/2006/relationships/image" Target="../media/image76.png" /><Relationship Id="rId7" Type="http://schemas.openxmlformats.org/officeDocument/2006/relationships/image" Target="../media/image83.png" /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117.xml" /><Relationship Id="rId6" Type="http://schemas.openxmlformats.org/officeDocument/2006/relationships/image" Target="../media/image82.png" /><Relationship Id="rId5" Type="http://schemas.openxmlformats.org/officeDocument/2006/relationships/image" Target="../media/image81.png" /><Relationship Id="rId10" Type="http://schemas.openxmlformats.org/officeDocument/2006/relationships/image" Target="../media/image85.png" /><Relationship Id="rId4" Type="http://schemas.openxmlformats.org/officeDocument/2006/relationships/image" Target="../media/image68.png" /><Relationship Id="rId9" Type="http://schemas.openxmlformats.org/officeDocument/2006/relationships/customXml" Target="../ink/ink27.xml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 /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118.xml" /><Relationship Id="rId4" Type="http://schemas.openxmlformats.org/officeDocument/2006/relationships/image" Target="../media/image86.png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 /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119.xml" /><Relationship Id="rId4" Type="http://schemas.openxmlformats.org/officeDocument/2006/relationships/image" Target="../media/image51.png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 /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119.xml" /><Relationship Id="rId4" Type="http://schemas.openxmlformats.org/officeDocument/2006/relationships/image" Target="../media/image88.png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 /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117.xml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 /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117.xml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 /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117.xml" 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 /><Relationship Id="rId2" Type="http://schemas.openxmlformats.org/officeDocument/2006/relationships/notesSlide" Target="../notesSlides/notesSlide41.xml" /><Relationship Id="rId1" Type="http://schemas.openxmlformats.org/officeDocument/2006/relationships/slideLayout" Target="../slideLayouts/slideLayout117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 /><Relationship Id="rId2" Type="http://schemas.openxmlformats.org/officeDocument/2006/relationships/notesSlide" Target="../notesSlides/notesSlide42.xml" /><Relationship Id="rId1" Type="http://schemas.openxmlformats.org/officeDocument/2006/relationships/slideLayout" Target="../slideLayouts/slideLayout117.xml" 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 /><Relationship Id="rId2" Type="http://schemas.openxmlformats.org/officeDocument/2006/relationships/notesSlide" Target="../notesSlides/notesSlide43.xml" /><Relationship Id="rId1" Type="http://schemas.openxmlformats.org/officeDocument/2006/relationships/slideLayout" Target="../slideLayouts/slideLayout117.xml" 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 /><Relationship Id="rId2" Type="http://schemas.openxmlformats.org/officeDocument/2006/relationships/notesSlide" Target="../notesSlides/notesSlide44.xml" /><Relationship Id="rId1" Type="http://schemas.openxmlformats.org/officeDocument/2006/relationships/slideLayout" Target="../slideLayouts/slideLayout117.xml" 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 /><Relationship Id="rId2" Type="http://schemas.openxmlformats.org/officeDocument/2006/relationships/notesSlide" Target="../notesSlides/notesSlide45.xml" /><Relationship Id="rId1" Type="http://schemas.openxmlformats.org/officeDocument/2006/relationships/slideLayout" Target="../slideLayouts/slideLayout117.xml" 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 /><Relationship Id="rId2" Type="http://schemas.openxmlformats.org/officeDocument/2006/relationships/notesSlide" Target="../notesSlides/notesSlide46.xml" /><Relationship Id="rId1" Type="http://schemas.openxmlformats.org/officeDocument/2006/relationships/slideLayout" Target="../slideLayouts/slideLayout117.xml" 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 /><Relationship Id="rId2" Type="http://schemas.openxmlformats.org/officeDocument/2006/relationships/notesSlide" Target="../notesSlides/notesSlide47.xml" /><Relationship Id="rId1" Type="http://schemas.openxmlformats.org/officeDocument/2006/relationships/slideLayout" Target="../slideLayouts/slideLayout117.xml" 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 /><Relationship Id="rId2" Type="http://schemas.openxmlformats.org/officeDocument/2006/relationships/notesSlide" Target="../notesSlides/notesSlide48.xml" /><Relationship Id="rId1" Type="http://schemas.openxmlformats.org/officeDocument/2006/relationships/slideLayout" Target="../slideLayouts/slideLayout117.xml" 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 /><Relationship Id="rId2" Type="http://schemas.openxmlformats.org/officeDocument/2006/relationships/notesSlide" Target="../notesSlides/notesSlide49.xml" /><Relationship Id="rId1" Type="http://schemas.openxmlformats.org/officeDocument/2006/relationships/slideLayout" Target="../slideLayouts/slideLayout117.xml" 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 /><Relationship Id="rId2" Type="http://schemas.openxmlformats.org/officeDocument/2006/relationships/notesSlide" Target="../notesSlides/notesSlide50.xml" /><Relationship Id="rId1" Type="http://schemas.openxmlformats.org/officeDocument/2006/relationships/slideLayout" Target="../slideLayouts/slideLayout68.xml" 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 /><Relationship Id="rId2" Type="http://schemas.openxmlformats.org/officeDocument/2006/relationships/notesSlide" Target="../notesSlides/notesSlide51.xml" /><Relationship Id="rId1" Type="http://schemas.openxmlformats.org/officeDocument/2006/relationships/slideLayout" Target="../slideLayouts/slideLayout68.xml" 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 /><Relationship Id="rId2" Type="http://schemas.openxmlformats.org/officeDocument/2006/relationships/notesSlide" Target="../notesSlides/notesSlide52.xml" /><Relationship Id="rId1" Type="http://schemas.openxmlformats.org/officeDocument/2006/relationships/slideLayout" Target="../slideLayouts/slideLayout68.xml" 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 /><Relationship Id="rId3" Type="http://schemas.openxmlformats.org/officeDocument/2006/relationships/image" Target="../media/image104.png" /><Relationship Id="rId7" Type="http://schemas.openxmlformats.org/officeDocument/2006/relationships/image" Target="../media/image108.png" /><Relationship Id="rId2" Type="http://schemas.openxmlformats.org/officeDocument/2006/relationships/notesSlide" Target="../notesSlides/notesSlide53.xml" /><Relationship Id="rId1" Type="http://schemas.openxmlformats.org/officeDocument/2006/relationships/slideLayout" Target="../slideLayouts/slideLayout68.xml" /><Relationship Id="rId6" Type="http://schemas.openxmlformats.org/officeDocument/2006/relationships/image" Target="../media/image107.png" /><Relationship Id="rId5" Type="http://schemas.openxmlformats.org/officeDocument/2006/relationships/image" Target="../media/image106.png" /><Relationship Id="rId4" Type="http://schemas.openxmlformats.org/officeDocument/2006/relationships/image" Target="../media/image105.png" 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 /><Relationship Id="rId7" Type="http://schemas.openxmlformats.org/officeDocument/2006/relationships/image" Target="../media/image112.png" /><Relationship Id="rId2" Type="http://schemas.openxmlformats.org/officeDocument/2006/relationships/notesSlide" Target="../notesSlides/notesSlide54.xml" /><Relationship Id="rId1" Type="http://schemas.openxmlformats.org/officeDocument/2006/relationships/slideLayout" Target="../slideLayouts/slideLayout68.xml" /><Relationship Id="rId6" Type="http://schemas.openxmlformats.org/officeDocument/2006/relationships/image" Target="../media/image107.png" /><Relationship Id="rId5" Type="http://schemas.openxmlformats.org/officeDocument/2006/relationships/image" Target="../media/image111.png" /><Relationship Id="rId4" Type="http://schemas.openxmlformats.org/officeDocument/2006/relationships/image" Target="../media/image110.png" 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 /><Relationship Id="rId2" Type="http://schemas.openxmlformats.org/officeDocument/2006/relationships/notesSlide" Target="../notesSlides/notesSlide55.xml" /><Relationship Id="rId1" Type="http://schemas.openxmlformats.org/officeDocument/2006/relationships/slideLayout" Target="../slideLayouts/slideLayout68.xml" 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 /><Relationship Id="rId2" Type="http://schemas.openxmlformats.org/officeDocument/2006/relationships/notesSlide" Target="../notesSlides/notesSlide56.xml" /><Relationship Id="rId1" Type="http://schemas.openxmlformats.org/officeDocument/2006/relationships/slideLayout" Target="../slideLayouts/slideLayout162.xml" 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 /><Relationship Id="rId2" Type="http://schemas.openxmlformats.org/officeDocument/2006/relationships/notesSlide" Target="../notesSlides/notesSlide57.xml" /><Relationship Id="rId1" Type="http://schemas.openxmlformats.org/officeDocument/2006/relationships/slideLayout" Target="../slideLayouts/slideLayout162.xml" 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 /><Relationship Id="rId1" Type="http://schemas.openxmlformats.org/officeDocument/2006/relationships/slideLayout" Target="../slideLayouts/slideLayout190.xml" 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 /><Relationship Id="rId2" Type="http://schemas.openxmlformats.org/officeDocument/2006/relationships/notesSlide" Target="../notesSlides/notesSlide59.xml" /><Relationship Id="rId1" Type="http://schemas.openxmlformats.org/officeDocument/2006/relationships/slideLayout" Target="../slideLayouts/slideLayout190.xml" 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 /><Relationship Id="rId2" Type="http://schemas.openxmlformats.org/officeDocument/2006/relationships/notesSlide" Target="../notesSlides/notesSlide60.xml" /><Relationship Id="rId1" Type="http://schemas.openxmlformats.org/officeDocument/2006/relationships/slideLayout" Target="../slideLayouts/slideLayout190.xml" 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0.xml" 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0.xml" 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0.xml" 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0.xml" 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 /><Relationship Id="rId2" Type="http://schemas.openxmlformats.org/officeDocument/2006/relationships/notesSlide" Target="../notesSlides/notesSlide61.xml" /><Relationship Id="rId1" Type="http://schemas.openxmlformats.org/officeDocument/2006/relationships/slideLayout" Target="../slideLayouts/slideLayout202.xml" 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 /><Relationship Id="rId1" Type="http://schemas.openxmlformats.org/officeDocument/2006/relationships/slideLayout" Target="../slideLayouts/slideLayout81.xml" 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 /><Relationship Id="rId2" Type="http://schemas.openxmlformats.org/officeDocument/2006/relationships/notesSlide" Target="../notesSlides/notesSlide63.xml" /><Relationship Id="rId1" Type="http://schemas.openxmlformats.org/officeDocument/2006/relationships/slideLayout" Target="../slideLayouts/slideLayout189.xml" 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 /><Relationship Id="rId2" Type="http://schemas.openxmlformats.org/officeDocument/2006/relationships/notesSlide" Target="../notesSlides/notesSlide64.xml" /><Relationship Id="rId1" Type="http://schemas.openxmlformats.org/officeDocument/2006/relationships/slideLayout" Target="../slideLayouts/slideLayout189.xml" 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 /><Relationship Id="rId2" Type="http://schemas.openxmlformats.org/officeDocument/2006/relationships/notesSlide" Target="../notesSlides/notesSlide65.xml" /><Relationship Id="rId1" Type="http://schemas.openxmlformats.org/officeDocument/2006/relationships/slideLayout" Target="../slideLayouts/slideLayout189.xml" 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 /><Relationship Id="rId2" Type="http://schemas.openxmlformats.org/officeDocument/2006/relationships/notesSlide" Target="../notesSlides/notesSlide66.xml" /><Relationship Id="rId1" Type="http://schemas.openxmlformats.org/officeDocument/2006/relationships/slideLayout" Target="../slideLayouts/slideLayout189.xml" 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 /><Relationship Id="rId2" Type="http://schemas.openxmlformats.org/officeDocument/2006/relationships/notesSlide" Target="../notesSlides/notesSlide67.xml" /><Relationship Id="rId1" Type="http://schemas.openxmlformats.org/officeDocument/2006/relationships/slideLayout" Target="../slideLayouts/slideLayout189.xml" /><Relationship Id="rId4" Type="http://schemas.openxmlformats.org/officeDocument/2006/relationships/image" Target="../media/image123.png" 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 /><Relationship Id="rId1" Type="http://schemas.openxmlformats.org/officeDocument/2006/relationships/slideLayout" Target="../slideLayouts/slideLayout81.xml" 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 /><Relationship Id="rId2" Type="http://schemas.openxmlformats.org/officeDocument/2006/relationships/notesSlide" Target="../notesSlides/notesSlide69.xml" /><Relationship Id="rId1" Type="http://schemas.openxmlformats.org/officeDocument/2006/relationships/slideLayout" Target="../slideLayouts/slideLayout16.xml" /><Relationship Id="rId6" Type="http://schemas.openxmlformats.org/officeDocument/2006/relationships/image" Target="../media/image127.png" /><Relationship Id="rId5" Type="http://schemas.openxmlformats.org/officeDocument/2006/relationships/image" Target="../media/image126.png" /><Relationship Id="rId4" Type="http://schemas.openxmlformats.org/officeDocument/2006/relationships/image" Target="../media/image125.png" 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 /><Relationship Id="rId7" Type="http://schemas.openxmlformats.org/officeDocument/2006/relationships/image" Target="../media/image131.png" /><Relationship Id="rId2" Type="http://schemas.openxmlformats.org/officeDocument/2006/relationships/notesSlide" Target="../notesSlides/notesSlide70.xml" /><Relationship Id="rId1" Type="http://schemas.openxmlformats.org/officeDocument/2006/relationships/slideLayout" Target="../slideLayouts/slideLayout16.xml" /><Relationship Id="rId6" Type="http://schemas.openxmlformats.org/officeDocument/2006/relationships/image" Target="../media/image130.gif" /><Relationship Id="rId5" Type="http://schemas.openxmlformats.org/officeDocument/2006/relationships/image" Target="../media/image129.gif" /><Relationship Id="rId4" Type="http://schemas.openxmlformats.org/officeDocument/2006/relationships/image" Target="../media/image128.gif" 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 /><Relationship Id="rId1" Type="http://schemas.openxmlformats.org/officeDocument/2006/relationships/slideLayout" Target="../slideLayouts/slideLayout267.xml" 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 /><Relationship Id="rId2" Type="http://schemas.openxmlformats.org/officeDocument/2006/relationships/notesSlide" Target="../notesSlides/notesSlide72.xml" /><Relationship Id="rId1" Type="http://schemas.openxmlformats.org/officeDocument/2006/relationships/slideLayout" Target="../slideLayouts/slideLayout117.xml" /><Relationship Id="rId6" Type="http://schemas.openxmlformats.org/officeDocument/2006/relationships/image" Target="../media/image135.jpg" /><Relationship Id="rId5" Type="http://schemas.openxmlformats.org/officeDocument/2006/relationships/image" Target="../media/image134.jpg" /><Relationship Id="rId4" Type="http://schemas.openxmlformats.org/officeDocument/2006/relationships/image" Target="../media/image133.jpg" 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 /><Relationship Id="rId7" Type="http://schemas.openxmlformats.org/officeDocument/2006/relationships/image" Target="../media/image140.png" /><Relationship Id="rId2" Type="http://schemas.openxmlformats.org/officeDocument/2006/relationships/notesSlide" Target="../notesSlides/notesSlide73.xml" /><Relationship Id="rId1" Type="http://schemas.openxmlformats.org/officeDocument/2006/relationships/slideLayout" Target="../slideLayouts/slideLayout119.xml" /><Relationship Id="rId6" Type="http://schemas.openxmlformats.org/officeDocument/2006/relationships/image" Target="../media/image139.png" /><Relationship Id="rId5" Type="http://schemas.openxmlformats.org/officeDocument/2006/relationships/image" Target="../media/image138.png" /><Relationship Id="rId4" Type="http://schemas.openxmlformats.org/officeDocument/2006/relationships/image" Target="../media/image137.png" 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 /><Relationship Id="rId2" Type="http://schemas.openxmlformats.org/officeDocument/2006/relationships/notesSlide" Target="../notesSlides/notesSlide74.xml" /><Relationship Id="rId1" Type="http://schemas.openxmlformats.org/officeDocument/2006/relationships/slideLayout" Target="../slideLayouts/slideLayout119.xml" /><Relationship Id="rId6" Type="http://schemas.openxmlformats.org/officeDocument/2006/relationships/image" Target="../media/image143.png" /><Relationship Id="rId5" Type="http://schemas.openxmlformats.org/officeDocument/2006/relationships/image" Target="../media/image142.png" /><Relationship Id="rId4" Type="http://schemas.openxmlformats.org/officeDocument/2006/relationships/image" Target="../media/image141.png" 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 /><Relationship Id="rId3" Type="http://schemas.openxmlformats.org/officeDocument/2006/relationships/image" Target="../media/image144.png" /><Relationship Id="rId7" Type="http://schemas.openxmlformats.org/officeDocument/2006/relationships/image" Target="../media/image148.png" /><Relationship Id="rId2" Type="http://schemas.openxmlformats.org/officeDocument/2006/relationships/notesSlide" Target="../notesSlides/notesSlide75.xml" /><Relationship Id="rId1" Type="http://schemas.openxmlformats.org/officeDocument/2006/relationships/slideLayout" Target="../slideLayouts/slideLayout119.xml" /><Relationship Id="rId6" Type="http://schemas.openxmlformats.org/officeDocument/2006/relationships/image" Target="../media/image147.png" /><Relationship Id="rId5" Type="http://schemas.openxmlformats.org/officeDocument/2006/relationships/image" Target="../media/image146.png" /><Relationship Id="rId4" Type="http://schemas.openxmlformats.org/officeDocument/2006/relationships/image" Target="../media/image145.png" /><Relationship Id="rId9" Type="http://schemas.openxmlformats.org/officeDocument/2006/relationships/image" Target="../media/image150.png" 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 /><Relationship Id="rId1" Type="http://schemas.openxmlformats.org/officeDocument/2006/relationships/slideLayout" Target="../slideLayouts/slideLayout118.xml" 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 /><Relationship Id="rId2" Type="http://schemas.openxmlformats.org/officeDocument/2006/relationships/notesSlide" Target="../notesSlides/notesSlide77.xml" /><Relationship Id="rId1" Type="http://schemas.openxmlformats.org/officeDocument/2006/relationships/slideLayout" Target="../slideLayouts/slideLayout281.xml" 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 /><Relationship Id="rId2" Type="http://schemas.openxmlformats.org/officeDocument/2006/relationships/notesSlide" Target="../notesSlides/notesSlide78.xml" /><Relationship Id="rId1" Type="http://schemas.openxmlformats.org/officeDocument/2006/relationships/slideLayout" Target="../slideLayouts/slideLayout282.xml" 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 /><Relationship Id="rId2" Type="http://schemas.openxmlformats.org/officeDocument/2006/relationships/notesSlide" Target="../notesSlides/notesSlide79.xml" /><Relationship Id="rId1" Type="http://schemas.openxmlformats.org/officeDocument/2006/relationships/slideLayout" Target="../slideLayouts/slideLayout281.xml" /><Relationship Id="rId4" Type="http://schemas.openxmlformats.org/officeDocument/2006/relationships/image" Target="../media/image154.png" 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 /><Relationship Id="rId2" Type="http://schemas.openxmlformats.org/officeDocument/2006/relationships/notesSlide" Target="../notesSlides/notesSlide80.xml" /><Relationship Id="rId1" Type="http://schemas.openxmlformats.org/officeDocument/2006/relationships/slideLayout" Target="../slideLayouts/slideLayout281.xml" 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 /><Relationship Id="rId2" Type="http://schemas.openxmlformats.org/officeDocument/2006/relationships/notesSlide" Target="../notesSlides/notesSlide81.xml" /><Relationship Id="rId1" Type="http://schemas.openxmlformats.org/officeDocument/2006/relationships/slideLayout" Target="../slideLayouts/slideLayout281.xml" 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 /><Relationship Id="rId2" Type="http://schemas.openxmlformats.org/officeDocument/2006/relationships/notesSlide" Target="../notesSlides/notesSlide82.xml" /><Relationship Id="rId1" Type="http://schemas.openxmlformats.org/officeDocument/2006/relationships/slideLayout" Target="../slideLayouts/slideLayout282.xml" 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 /><Relationship Id="rId1" Type="http://schemas.openxmlformats.org/officeDocument/2006/relationships/slideLayout" Target="../slideLayouts/slideLayout267.xml" 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 /><Relationship Id="rId2" Type="http://schemas.openxmlformats.org/officeDocument/2006/relationships/notesSlide" Target="../notesSlides/notesSlide84.xml" /><Relationship Id="rId1" Type="http://schemas.openxmlformats.org/officeDocument/2006/relationships/slideLayout" Target="../slideLayouts/slideLayout347.xml" /><Relationship Id="rId4" Type="http://schemas.openxmlformats.org/officeDocument/2006/relationships/chart" Target="../charts/chart2.xml" 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 /><Relationship Id="rId2" Type="http://schemas.openxmlformats.org/officeDocument/2006/relationships/notesSlide" Target="../notesSlides/notesSlide85.xml" /><Relationship Id="rId1" Type="http://schemas.openxmlformats.org/officeDocument/2006/relationships/slideLayout" Target="../slideLayouts/slideLayout268.xml" 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 /><Relationship Id="rId2" Type="http://schemas.openxmlformats.org/officeDocument/2006/relationships/notesSlide" Target="../notesSlides/notesSlide86.xml" /><Relationship Id="rId1" Type="http://schemas.openxmlformats.org/officeDocument/2006/relationships/slideLayout" Target="../slideLayouts/slideLayout268.xml" 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 /><Relationship Id="rId2" Type="http://schemas.openxmlformats.org/officeDocument/2006/relationships/notesSlide" Target="../notesSlides/notesSlide87.xml" /><Relationship Id="rId1" Type="http://schemas.openxmlformats.org/officeDocument/2006/relationships/slideLayout" Target="../slideLayouts/slideLayout268.xml" 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 /><Relationship Id="rId2" Type="http://schemas.openxmlformats.org/officeDocument/2006/relationships/notesSlide" Target="../notesSlides/notesSlide88.xml" /><Relationship Id="rId1" Type="http://schemas.openxmlformats.org/officeDocument/2006/relationships/slideLayout" Target="../slideLayouts/slideLayout268.xml" /><Relationship Id="rId4" Type="http://schemas.openxmlformats.org/officeDocument/2006/relationships/image" Target="../media/image162.png" 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 /><Relationship Id="rId2" Type="http://schemas.openxmlformats.org/officeDocument/2006/relationships/notesSlide" Target="../notesSlides/notesSlide89.xml" /><Relationship Id="rId1" Type="http://schemas.openxmlformats.org/officeDocument/2006/relationships/slideLayout" Target="../slideLayouts/slideLayout268.xml" /><Relationship Id="rId4" Type="http://schemas.openxmlformats.org/officeDocument/2006/relationships/image" Target="../media/image163.png" 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 /><Relationship Id="rId1" Type="http://schemas.openxmlformats.org/officeDocument/2006/relationships/slideLayout" Target="../slideLayouts/slideLayout268.xml" 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 /><Relationship Id="rId1" Type="http://schemas.openxmlformats.org/officeDocument/2006/relationships/slideLayout" Target="../slideLayouts/slideLayout269.xml" 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 /><Relationship Id="rId1" Type="http://schemas.openxmlformats.org/officeDocument/2006/relationships/slideLayout" Target="../slideLayouts/slideLayout268.xml" 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 /><Relationship Id="rId1" Type="http://schemas.openxmlformats.org/officeDocument/2006/relationships/slideLayout" Target="../slideLayouts/slideLayout268.xml" 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 /><Relationship Id="rId2" Type="http://schemas.openxmlformats.org/officeDocument/2006/relationships/notesSlide" Target="../notesSlides/notesSlide94.xml" /><Relationship Id="rId1" Type="http://schemas.openxmlformats.org/officeDocument/2006/relationships/slideLayout" Target="../slideLayouts/slideLayout270.xml" 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 /><Relationship Id="rId1" Type="http://schemas.openxmlformats.org/officeDocument/2006/relationships/slideLayout" Target="../slideLayouts/slideLayout270.xml" 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 /><Relationship Id="rId2" Type="http://schemas.openxmlformats.org/officeDocument/2006/relationships/notesSlide" Target="../notesSlides/notesSlide96.xml" /><Relationship Id="rId1" Type="http://schemas.openxmlformats.org/officeDocument/2006/relationships/slideLayout" Target="../slideLayouts/slideLayout18.xml" 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 /><Relationship Id="rId1" Type="http://schemas.openxmlformats.org/officeDocument/2006/relationships/slideLayout" Target="../slideLayouts/slideLayout1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9" name="Google Shape;3199;p1"/>
          <p:cNvSpPr txBox="1"/>
          <p:nvPr/>
        </p:nvSpPr>
        <p:spPr>
          <a:xfrm>
            <a:off x="838200" y="3380280"/>
            <a:ext cx="7875900" cy="206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AIML CZG565</a:t>
            </a:r>
            <a:endParaRPr sz="2400" b="1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M3 : Linear Models for Regression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0" name="Google Shape;3200;p1"/>
          <p:cNvSpPr txBox="1"/>
          <p:nvPr/>
        </p:nvSpPr>
        <p:spPr>
          <a:xfrm>
            <a:off x="2267640" y="5410080"/>
            <a:ext cx="626616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800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Neha Vinayak</a:t>
            </a:r>
            <a:r>
              <a:rPr lang="en-US" sz="1800" b="0" i="0" u="none" strike="noStrike" cap="none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0" i="0" u="none" strike="noStrike" cap="none" dirty="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Course Faculty of </a:t>
            </a:r>
            <a:r>
              <a:rPr lang="en-US" sz="1800" b="0" i="0" u="none" strike="noStrike" cap="none" dirty="0" err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MTech</a:t>
            </a:r>
            <a:r>
              <a:rPr lang="en-US" sz="1800" b="0" i="0" u="none" strike="noStrike" cap="none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 Cluster</a:t>
            </a:r>
            <a:endParaRPr sz="18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BITS – CSIS - WILP</a:t>
            </a:r>
            <a:endParaRPr sz="1800" b="0" i="0" u="none" strike="noStrike" cap="none" dirty="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8C49E9-9A11-AF0F-C309-F79334FAC945}"/>
                  </a:ext>
                </a:extLst>
              </p14:cNvPr>
              <p14:cNvContentPartPr/>
              <p14:nvPr/>
            </p14:nvContentPartPr>
            <p14:xfrm>
              <a:off x="1294920" y="1178640"/>
              <a:ext cx="7489080" cy="2268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8C49E9-9A11-AF0F-C309-F79334FAC9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5560" y="1169280"/>
                <a:ext cx="7507800" cy="228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" name="Google Shape;3205;p2"/>
          <p:cNvSpPr txBox="1">
            <a:spLocks noGrp="1"/>
          </p:cNvSpPr>
          <p:nvPr>
            <p:ph type="title" idx="4294967295"/>
          </p:nvPr>
        </p:nvSpPr>
        <p:spPr>
          <a:xfrm>
            <a:off x="173059" y="429320"/>
            <a:ext cx="79263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Machine Learning</a:t>
            </a:r>
            <a:endParaRPr sz="2400"/>
          </a:p>
        </p:txBody>
      </p:sp>
      <p:sp>
        <p:nvSpPr>
          <p:cNvPr id="3206" name="Google Shape;3206;p2"/>
          <p:cNvSpPr txBox="1"/>
          <p:nvPr/>
        </p:nvSpPr>
        <p:spPr>
          <a:xfrm>
            <a:off x="384671" y="2812111"/>
            <a:ext cx="8642256" cy="312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775" rIns="0" bIns="0" anchor="t" anchorCtr="0">
            <a:spAutoFit/>
          </a:bodyPr>
          <a:lstStyle/>
          <a:p>
            <a:pPr marL="133281" marR="39100" lvl="0" indent="-12529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content for these slides has been obtained from books and various other  source on the Internet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3281" marR="0" lvl="0" indent="-125292" algn="l" rtl="0">
              <a:lnSpc>
                <a:spcPct val="150000"/>
              </a:lnSpc>
              <a:spcBef>
                <a:spcPts val="34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here by acknowledge all the contributors for their material and inputs.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3281" marR="0" lvl="0" indent="-125292" algn="l" rtl="0">
              <a:lnSpc>
                <a:spcPct val="15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provided source information wherever necessary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3281" marR="0" lvl="0" indent="-125290" algn="l" rtl="0">
              <a:lnSpc>
                <a:spcPct val="15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Students are requested to refer to the textbook w.r.t detailed content of the presentation deck shared over canvas</a:t>
            </a:r>
            <a:endParaRPr/>
          </a:p>
          <a:p>
            <a:pPr marL="133281" marR="0" lvl="0" indent="-125290" algn="l" rtl="0">
              <a:lnSpc>
                <a:spcPct val="15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We have reduced the slides from canvas and modified the content flow to suit the requirements of the course and for ease of class presentation</a:t>
            </a:r>
            <a:endParaRPr sz="1600" b="0" i="0" u="none" strike="noStrike" cap="non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07" name="Google Shape;3207;p2"/>
          <p:cNvSpPr txBox="1"/>
          <p:nvPr/>
        </p:nvSpPr>
        <p:spPr>
          <a:xfrm>
            <a:off x="2400519" y="1336289"/>
            <a:ext cx="5698928" cy="28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0" anchor="t" anchorCtr="0">
            <a:spAutoFit/>
          </a:bodyPr>
          <a:lstStyle/>
          <a:p>
            <a:pPr marL="840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C1572"/>
                </a:solidFill>
                <a:latin typeface="Arial"/>
                <a:ea typeface="Arial"/>
                <a:cs typeface="Arial"/>
                <a:sym typeface="Arial"/>
              </a:rPr>
              <a:t>Disclaimer and Acknowledgement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8" name="Google Shape;320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9001" y="1623476"/>
            <a:ext cx="1087204" cy="1188635"/>
          </a:xfrm>
          <a:prstGeom prst="rect">
            <a:avLst/>
          </a:prstGeom>
          <a:noFill/>
          <a:ln>
            <a:noFill/>
          </a:ln>
        </p:spPr>
      </p:pic>
      <p:sp>
        <p:nvSpPr>
          <p:cNvPr id="3209" name="Google Shape;3209;p2"/>
          <p:cNvSpPr txBox="1"/>
          <p:nvPr/>
        </p:nvSpPr>
        <p:spPr>
          <a:xfrm>
            <a:off x="325076" y="5873413"/>
            <a:ext cx="876144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“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Probabilistic Machine Learning, An Introduction”, Kevin P. Murphy, Slides of Prof.Sugata, Prof. Chetana from BITS Pilani, Prof. Raja vadhana from BITS Pilani , CS109 and CS229 stanford lecture notes and  many others who made  their course materials freely available online.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14" name="Google Shape;3214;p3"/>
          <p:cNvGraphicFramePr/>
          <p:nvPr/>
        </p:nvGraphicFramePr>
        <p:xfrm>
          <a:off x="457200" y="1295400"/>
          <a:ext cx="6825125" cy="5168600"/>
        </p:xfrm>
        <a:graphic>
          <a:graphicData uri="http://schemas.openxmlformats.org/drawingml/2006/table">
            <a:tbl>
              <a:tblPr>
                <a:noFill/>
                <a:tableStyleId>{7814C621-CB00-45AA-B9A0-9D18F376423F}</a:tableStyleId>
              </a:tblPr>
              <a:tblGrid>
                <a:gridCol w="115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M1 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Workflow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Linear Models for Regression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Linear Models for Classification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 Tree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M6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Instance Based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M7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Support Vector Machine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M8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Bayesian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M9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Ensemble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M10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Unsupervised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M11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Model Evaluation/Comparison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215" name="Google Shape;3215;p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Course Plan</a:t>
            </a:r>
            <a:endParaRPr/>
          </a:p>
        </p:txBody>
      </p:sp>
      <p:sp>
        <p:nvSpPr>
          <p:cNvPr id="3216" name="Google Shape;3216;p3"/>
          <p:cNvSpPr/>
          <p:nvPr/>
        </p:nvSpPr>
        <p:spPr>
          <a:xfrm>
            <a:off x="289560" y="2057400"/>
            <a:ext cx="6553200" cy="481263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3" name="Google Shape;3223;p4"/>
          <p:cNvSpPr txBox="1">
            <a:spLocks noGrp="1"/>
          </p:cNvSpPr>
          <p:nvPr>
            <p:ph type="body" idx="1"/>
          </p:nvPr>
        </p:nvSpPr>
        <p:spPr>
          <a:xfrm>
            <a:off x="304800" y="17526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Linear Model for Regression </a:t>
            </a:r>
            <a:endParaRPr sz="1800"/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Direct solution vs Iterative Method</a:t>
            </a:r>
            <a:endParaRPr sz="1800"/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Gradient Descent </a:t>
            </a:r>
            <a:endParaRPr/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Linear Basis Function </a:t>
            </a:r>
            <a:endParaRPr/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Notion of Bias vs Variance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/>
          </a:p>
        </p:txBody>
      </p:sp>
      <p:sp>
        <p:nvSpPr>
          <p:cNvPr id="3224" name="Google Shape;3224;p4"/>
          <p:cNvSpPr txBox="1">
            <a:spLocks noGrp="1"/>
          </p:cNvSpPr>
          <p:nvPr>
            <p:ph type="body" idx="2"/>
          </p:nvPr>
        </p:nvSpPr>
        <p:spPr>
          <a:xfrm>
            <a:off x="304800" y="469631"/>
            <a:ext cx="6324600" cy="508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Agenda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F3CEDA5-2ABF-C900-C942-5AFE76270881}"/>
                  </a:ext>
                </a:extLst>
              </p14:cNvPr>
              <p14:cNvContentPartPr/>
              <p14:nvPr/>
            </p14:nvContentPartPr>
            <p14:xfrm>
              <a:off x="2795400" y="2053080"/>
              <a:ext cx="1818000" cy="105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F3CEDA5-2ABF-C900-C942-5AFE762708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6040" y="2043720"/>
                <a:ext cx="1836720" cy="107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5763" indent="-385763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Should I use ML on this problem?</a:t>
            </a:r>
          </a:p>
          <a:p>
            <a:pPr marL="685800" lvl="1" indent="-385763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Is there a pattern to detect?</a:t>
            </a:r>
          </a:p>
          <a:p>
            <a:pPr marL="685800" lvl="1" indent="-385763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 I solve it analytically?</a:t>
            </a:r>
          </a:p>
          <a:p>
            <a:pPr marL="685800" lvl="1" indent="-385763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Do I have data?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Gather and organize data.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Preprocessing, cleaning, visualizing.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Choosing a model, loss, regularization, ...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Optimization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Hyperparameter search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Analyze performance and mistakes, and iterate back to step 5 (or 3)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19088"/>
            <a:ext cx="4591050" cy="623887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indent="-228600">
              <a:buSzPts val="3600"/>
              <a:buFont typeface="Arial"/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sym typeface="Arial"/>
              </a:rPr>
              <a:t>ML workflow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9D3192-7680-ACCD-2CBC-E51A4A3F53DC}"/>
                  </a:ext>
                </a:extLst>
              </p14:cNvPr>
              <p14:cNvContentPartPr/>
              <p14:nvPr/>
            </p14:nvContentPartPr>
            <p14:xfrm>
              <a:off x="604440" y="3728880"/>
              <a:ext cx="3884400" cy="1543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9D3192-7680-ACCD-2CBC-E51A4A3F53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5080" y="3719520"/>
                <a:ext cx="3903120" cy="156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512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1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Any hypothesis found to approximate the target function well over a sufficiently large set of  training examples will also approximate the target function well over other unobserved examples</a:t>
            </a:r>
          </a:p>
          <a:p>
            <a:endParaRPr lang="en-US" altLang="en-US" sz="18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Inductive learning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or “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Prediction”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/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Given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examples of a function </a:t>
            </a:r>
            <a:r>
              <a:rPr lang="en-US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(X, F(X))</a:t>
            </a:r>
          </a:p>
          <a:p>
            <a:pPr lvl="1"/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Predict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function </a:t>
            </a:r>
            <a:r>
              <a:rPr lang="en-US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F(X)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for new examples </a:t>
            </a:r>
            <a:r>
              <a:rPr lang="en-US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</a:p>
          <a:p>
            <a:pPr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r>
              <a:rPr lang="en-US" altLang="en-US" sz="18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Classification</a:t>
            </a:r>
          </a:p>
          <a:p>
            <a:pPr lvl="1">
              <a:lnSpc>
                <a:spcPct val="85000"/>
              </a:lnSpc>
              <a:spcBef>
                <a:spcPct val="10000"/>
              </a:spcBef>
              <a:buFontTx/>
              <a:buChar char=" "/>
            </a:pPr>
            <a:r>
              <a:rPr lang="en-US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F(X) = 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Discrete </a:t>
            </a:r>
          </a:p>
          <a:p>
            <a:pPr lvl="1">
              <a:lnSpc>
                <a:spcPct val="85000"/>
              </a:lnSpc>
              <a:spcBef>
                <a:spcPct val="10000"/>
              </a:spcBef>
              <a:buFontTx/>
              <a:buChar char=" "/>
            </a:pP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r>
              <a:rPr lang="en-US" altLang="en-US" sz="18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Regression</a:t>
            </a:r>
          </a:p>
          <a:p>
            <a:pPr lvl="1">
              <a:lnSpc>
                <a:spcPct val="85000"/>
              </a:lnSpc>
              <a:spcBef>
                <a:spcPct val="10000"/>
              </a:spcBef>
              <a:buFontTx/>
              <a:buChar char=" "/>
            </a:pPr>
            <a:r>
              <a:rPr lang="en-US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F(X) = 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Continuous </a:t>
            </a:r>
          </a:p>
          <a:p>
            <a:pPr lvl="1">
              <a:lnSpc>
                <a:spcPct val="85000"/>
              </a:lnSpc>
              <a:spcBef>
                <a:spcPct val="10000"/>
              </a:spcBef>
              <a:buFontTx/>
              <a:buChar char=" "/>
            </a:pP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5000"/>
              </a:lnSpc>
              <a:spcBef>
                <a:spcPct val="10000"/>
              </a:spcBef>
              <a:buFontTx/>
              <a:buChar char="•"/>
            </a:pPr>
            <a:r>
              <a:rPr lang="en-US" altLang="en-US" sz="18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Probability estimation</a:t>
            </a:r>
          </a:p>
          <a:p>
            <a:pPr lvl="1">
              <a:lnSpc>
                <a:spcPct val="85000"/>
              </a:lnSpc>
              <a:spcBef>
                <a:spcPct val="10000"/>
              </a:spcBef>
              <a:buFontTx/>
              <a:buChar char=" "/>
            </a:pPr>
            <a:r>
              <a:rPr lang="en-US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F(X)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= Probability</a:t>
            </a:r>
            <a:r>
              <a:rPr lang="en-US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(X):</a:t>
            </a:r>
          </a:p>
          <a:p>
            <a:pPr>
              <a:buFont typeface="Webdings" panose="05030102010509060703" pitchFamily="18" charset="2"/>
              <a:buNone/>
            </a:pP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813288"/>
            <a:ext cx="5475288" cy="414338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68580" tIns="34290" rIns="68580" bIns="34290" rtlCol="0" anchor="ctr" anchorCtr="0">
            <a:spAutoFit/>
          </a:bodyPr>
          <a:lstStyle/>
          <a:p>
            <a:pPr marL="342900" indent="-257175" fontAlgn="base">
              <a:lnSpc>
                <a:spcPts val="27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altLang="en-US" sz="2700" spc="-113" dirty="0"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Inductive Learning Hypothesis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429496729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8DA68F0-60D7-4838-B086-D99AF27DBD91}" type="slidenum">
              <a:rPr lang="en-US" altLang="en-US" smtClean="0">
                <a:solidFill>
                  <a:prstClr val="black"/>
                </a:solidFill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en-US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930227-C9F4-A49F-4A8E-15A33FA95CE1}"/>
                  </a:ext>
                </a:extLst>
              </p14:cNvPr>
              <p14:cNvContentPartPr/>
              <p14:nvPr/>
            </p14:nvContentPartPr>
            <p14:xfrm>
              <a:off x="81720" y="3668760"/>
              <a:ext cx="7185240" cy="1985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930227-C9F4-A49F-4A8E-15A33FA95C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360" y="3659400"/>
                <a:ext cx="7203960" cy="200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4700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3"/>
          <p:cNvSpPr txBox="1">
            <a:spLocks noGrp="1"/>
          </p:cNvSpPr>
          <p:nvPr>
            <p:ph idx="1"/>
          </p:nvPr>
        </p:nvSpPr>
        <p:spPr>
          <a:xfrm>
            <a:off x="304800" y="1493837"/>
            <a:ext cx="6844419" cy="45259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38"/>
            </a:stretch>
          </a:blipFill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/>
          </a:bodyPr>
          <a:lstStyle/>
          <a:p>
            <a:pPr>
              <a:buSzPts val="3200"/>
            </a:pPr>
            <a:r>
              <a:rPr lang="en-US"/>
              <a:t> </a:t>
            </a:r>
            <a:endParaRPr/>
          </a:p>
        </p:txBody>
      </p:sp>
      <p:sp>
        <p:nvSpPr>
          <p:cNvPr id="957" name="Google Shape;957;p43"/>
          <p:cNvSpPr txBox="1">
            <a:spLocks noGrp="1"/>
          </p:cNvSpPr>
          <p:nvPr>
            <p:ph type="title" idx="4294967295"/>
          </p:nvPr>
        </p:nvSpPr>
        <p:spPr>
          <a:xfrm>
            <a:off x="289560" y="770456"/>
            <a:ext cx="5475288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68580" tIns="34290" rIns="68580" bIns="34290" rtlCol="0" anchor="ctr" anchorCtr="0">
            <a:spAutoFit/>
          </a:bodyPr>
          <a:lstStyle/>
          <a:p>
            <a:pPr marL="342900" indent="-257175" fontAlgn="base">
              <a:lnSpc>
                <a:spcPts val="27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sz="2700" spc="-113" dirty="0">
                <a:latin typeface="Cambria" panose="02040503050406030204" pitchFamily="18" charset="0"/>
                <a:ea typeface="Cambria" panose="02040503050406030204" pitchFamily="18" charset="0"/>
                <a:cs typeface="+mn-cs"/>
                <a:sym typeface="Arial"/>
              </a:rPr>
              <a:t>Inductive Learning Hypothesis</a:t>
            </a:r>
            <a:endParaRPr sz="2700" spc="-113" dirty="0"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959" name="Google Shape;959;p43"/>
          <p:cNvSpPr txBox="1">
            <a:spLocks noGrp="1"/>
          </p:cNvSpPr>
          <p:nvPr>
            <p:ph type="sldNum" idx="4294967295"/>
          </p:nvPr>
        </p:nvSpPr>
        <p:spPr>
          <a:xfrm>
            <a:off x="8685213" y="5535613"/>
            <a:ext cx="4587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fld id="{00000000-1234-1234-1234-123412341234}" type="slidenum"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>
                <a:buClr>
                  <a:srgbClr val="000000"/>
                </a:buClr>
                <a:buSzPts val="1600"/>
              </a:pPr>
              <a:t>7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0" name="Google Shape;960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57300" y="4220213"/>
            <a:ext cx="6523929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43"/>
          <p:cNvSpPr/>
          <p:nvPr/>
        </p:nvSpPr>
        <p:spPr>
          <a:xfrm>
            <a:off x="6759206" y="1828800"/>
            <a:ext cx="2384794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fontAlgn="base">
              <a:lnSpc>
                <a:spcPct val="150000"/>
              </a:lnSpc>
              <a:buClr>
                <a:srgbClr val="0033CC"/>
              </a:buClr>
              <a:buSzPts val="1800"/>
            </a:pPr>
            <a:r>
              <a:rPr lang="en-US" dirty="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sz="1200" dirty="0">
              <a:solidFill>
                <a:prstClr val="black"/>
              </a:solidFill>
              <a:latin typeface="Tahoma" charset="0"/>
            </a:endParaRPr>
          </a:p>
          <a:p>
            <a:pPr fontAlgn="base">
              <a:lnSpc>
                <a:spcPct val="150000"/>
              </a:lnSpc>
              <a:buClr>
                <a:srgbClr val="000000"/>
              </a:buClr>
              <a:buSzPts val="1800"/>
            </a:pP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03FE31-8C2B-D820-6175-DE8BBDB00E6C}"/>
                  </a:ext>
                </a:extLst>
              </p14:cNvPr>
              <p14:cNvContentPartPr/>
              <p14:nvPr/>
            </p14:nvContentPartPr>
            <p14:xfrm>
              <a:off x="4810320" y="2254680"/>
              <a:ext cx="1594800" cy="90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03FE31-8C2B-D820-6175-DE8BBDB00E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00960" y="2245320"/>
                <a:ext cx="1613520" cy="10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5442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4"/>
          <p:cNvSpPr txBox="1">
            <a:spLocks noGrp="1"/>
          </p:cNvSpPr>
          <p:nvPr>
            <p:ph idx="1"/>
          </p:nvPr>
        </p:nvSpPr>
        <p:spPr>
          <a:xfrm>
            <a:off x="304800" y="1493837"/>
            <a:ext cx="7518459" cy="45259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38"/>
            </a:stretch>
          </a:blipFill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/>
          </a:bodyPr>
          <a:lstStyle/>
          <a:p>
            <a:pPr>
              <a:buSzPts val="3200"/>
            </a:pPr>
            <a:r>
              <a:rPr lang="en-US"/>
              <a:t> </a:t>
            </a:r>
            <a:endParaRPr/>
          </a:p>
        </p:txBody>
      </p:sp>
      <p:sp>
        <p:nvSpPr>
          <p:cNvPr id="967" name="Google Shape;967;p44"/>
          <p:cNvSpPr txBox="1">
            <a:spLocks noGrp="1"/>
          </p:cNvSpPr>
          <p:nvPr>
            <p:ph type="title" idx="4294967295"/>
          </p:nvPr>
        </p:nvSpPr>
        <p:spPr>
          <a:xfrm>
            <a:off x="152400" y="838200"/>
            <a:ext cx="5475288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68580" tIns="34290" rIns="68580" bIns="34290" rtlCol="0" anchor="ctr" anchorCtr="0">
            <a:spAutoFit/>
          </a:bodyPr>
          <a:lstStyle/>
          <a:p>
            <a:pPr marL="342900" indent="-257175" fontAlgn="base">
              <a:lnSpc>
                <a:spcPts val="2700"/>
              </a:lnSpc>
              <a:spcAft>
                <a:spcPct val="0"/>
              </a:spcAft>
              <a:buClr>
                <a:schemeClr val="dk1"/>
              </a:buClr>
              <a:buSzPts val="3600"/>
              <a:buFont typeface="Arial" pitchFamily="34" charset="0"/>
            </a:pPr>
            <a:r>
              <a:rPr lang="en-US" sz="2700" spc="-113" dirty="0">
                <a:latin typeface="Cambria" panose="02040503050406030204" pitchFamily="18" charset="0"/>
                <a:ea typeface="Cambria" panose="02040503050406030204" pitchFamily="18" charset="0"/>
                <a:cs typeface="+mn-cs"/>
                <a:sym typeface="Arial"/>
              </a:rPr>
              <a:t>Inductive Learning Hypothesis</a:t>
            </a:r>
            <a:endParaRPr sz="2700" spc="-113" dirty="0"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969" name="Google Shape;969;p44"/>
          <p:cNvSpPr txBox="1">
            <a:spLocks noGrp="1"/>
          </p:cNvSpPr>
          <p:nvPr>
            <p:ph type="sldNum" idx="4294967295"/>
          </p:nvPr>
        </p:nvSpPr>
        <p:spPr>
          <a:xfrm>
            <a:off x="8685213" y="5535613"/>
            <a:ext cx="4587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fld id="{00000000-1234-1234-1234-123412341234}" type="slidenum"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>
                <a:buClr>
                  <a:srgbClr val="000000"/>
                </a:buClr>
                <a:buSzPts val="1600"/>
              </a:pPr>
              <a:t>8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0" name="Google Shape;970;p44"/>
          <p:cNvSpPr/>
          <p:nvPr/>
        </p:nvSpPr>
        <p:spPr>
          <a:xfrm>
            <a:off x="7510901" y="1828800"/>
            <a:ext cx="2807409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fontAlgn="base">
              <a:lnSpc>
                <a:spcPct val="150000"/>
              </a:lnSpc>
              <a:buClr>
                <a:srgbClr val="000000"/>
              </a:buClr>
              <a:buSzPts val="1800"/>
            </a:pP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sz="1200" dirty="0">
              <a:solidFill>
                <a:prstClr val="black"/>
              </a:solidFill>
              <a:latin typeface="Tahoma" charset="0"/>
            </a:endParaRPr>
          </a:p>
          <a:p>
            <a:pPr fontAlgn="base">
              <a:lnSpc>
                <a:spcPct val="150000"/>
              </a:lnSpc>
              <a:buClr>
                <a:srgbClr val="0033CC"/>
              </a:buClr>
              <a:buSzPts val="1800"/>
            </a:pPr>
            <a:r>
              <a:rPr lang="en-US" dirty="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 dirty="0">
              <a:solidFill>
                <a:srgbClr val="0033C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71" name="Google Shape;971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0160" y="3714750"/>
            <a:ext cx="6543099" cy="148602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8AB9706-0FF3-2888-59AA-8E4B2F3FE780}"/>
                  </a:ext>
                </a:extLst>
              </p14:cNvPr>
              <p14:cNvContentPartPr/>
              <p14:nvPr/>
            </p14:nvContentPartPr>
            <p14:xfrm>
              <a:off x="7018200" y="3609000"/>
              <a:ext cx="407160" cy="218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8AB9706-0FF3-2888-59AA-8E4B2F3FE7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08840" y="3599640"/>
                <a:ext cx="425880" cy="23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3883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9" name="Google Shape;3229;p5"/>
          <p:cNvSpPr txBox="1">
            <a:spLocks noGrp="1"/>
          </p:cNvSpPr>
          <p:nvPr>
            <p:ph type="body" idx="2"/>
          </p:nvPr>
        </p:nvSpPr>
        <p:spPr>
          <a:xfrm>
            <a:off x="914400" y="3048000"/>
            <a:ext cx="7391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None/>
            </a:pPr>
            <a:r>
              <a:rPr lang="en-US">
                <a:solidFill>
                  <a:srgbClr val="C00000"/>
                </a:solidFill>
              </a:rPr>
              <a:t>Linear Regression </a:t>
            </a: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Google Shape;3235;p6"/>
          <p:cNvSpPr txBox="1">
            <a:spLocks noGrp="1"/>
          </p:cNvSpPr>
          <p:nvPr>
            <p:ph type="title"/>
          </p:nvPr>
        </p:nvSpPr>
        <p:spPr>
          <a:xfrm>
            <a:off x="395536" y="422691"/>
            <a:ext cx="730066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Inductive Learning Hypothesis : Interpretation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6" name="Google Shape;3236;p6"/>
          <p:cNvSpPr txBox="1">
            <a:spLocks noGrp="1"/>
          </p:cNvSpPr>
          <p:nvPr>
            <p:ph type="body" idx="1"/>
          </p:nvPr>
        </p:nvSpPr>
        <p:spPr>
          <a:xfrm>
            <a:off x="152400" y="1371600"/>
            <a:ext cx="5726772" cy="548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3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237" name="Google Shape;3237;p6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6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8" name="Google Shape;3238;p6"/>
          <p:cNvSpPr/>
          <p:nvPr/>
        </p:nvSpPr>
        <p:spPr>
          <a:xfrm>
            <a:off x="6464280" y="1863363"/>
            <a:ext cx="154401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239" name="Google Shape;323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4058485"/>
            <a:ext cx="8724132" cy="1981372"/>
          </a:xfrm>
          <a:prstGeom prst="rect">
            <a:avLst/>
          </a:prstGeom>
          <a:noFill/>
          <a:ln>
            <a:noFill/>
          </a:ln>
        </p:spPr>
      </p:pic>
      <p:sp>
        <p:nvSpPr>
          <p:cNvPr id="3240" name="Google Shape;3240;p6"/>
          <p:cNvSpPr/>
          <p:nvPr/>
        </p:nvSpPr>
        <p:spPr>
          <a:xfrm>
            <a:off x="228600" y="2410243"/>
            <a:ext cx="7779692" cy="37645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CDE918-B773-CC26-FE42-26D7A605ED05}"/>
                  </a:ext>
                </a:extLst>
              </p14:cNvPr>
              <p14:cNvContentPartPr/>
              <p14:nvPr/>
            </p14:nvContentPartPr>
            <p14:xfrm>
              <a:off x="8020800" y="3754800"/>
              <a:ext cx="180720" cy="33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CDE918-B773-CC26-FE42-26D7A605ED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11440" y="3745440"/>
                <a:ext cx="199440" cy="35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Formal Representation: Interpretation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Supervised Learning: Regression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3246" name="Google Shape;3246;p7"/>
          <p:cNvSpPr/>
          <p:nvPr/>
        </p:nvSpPr>
        <p:spPr>
          <a:xfrm>
            <a:off x="724925" y="1874376"/>
            <a:ext cx="71628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...,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 a function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to predict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real-valued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7"/>
          <p:cNvSpPr/>
          <p:nvPr/>
        </p:nvSpPr>
        <p:spPr>
          <a:xfrm>
            <a:off x="-45720" y="1430774"/>
            <a:ext cx="937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 : Previously unseen records should be assigned a value as accurately as possible.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8" name="Google Shape;3248;p7"/>
          <p:cNvGrpSpPr/>
          <p:nvPr/>
        </p:nvGrpSpPr>
        <p:grpSpPr>
          <a:xfrm>
            <a:off x="304800" y="2819400"/>
            <a:ext cx="6189176" cy="3798330"/>
            <a:chOff x="1542025" y="2438402"/>
            <a:chExt cx="6189176" cy="3798330"/>
          </a:xfrm>
        </p:grpSpPr>
        <p:sp>
          <p:nvSpPr>
            <p:cNvPr id="3249" name="Google Shape;3249;p7"/>
            <p:cNvSpPr/>
            <p:nvPr/>
          </p:nvSpPr>
          <p:spPr>
            <a:xfrm>
              <a:off x="2394115" y="5202680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p7"/>
            <p:cNvSpPr/>
            <p:nvPr/>
          </p:nvSpPr>
          <p:spPr>
            <a:xfrm>
              <a:off x="2394115" y="48978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p7"/>
            <p:cNvSpPr/>
            <p:nvPr/>
          </p:nvSpPr>
          <p:spPr>
            <a:xfrm>
              <a:off x="2394115" y="45930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2" name="Google Shape;3252;p7"/>
            <p:cNvSpPr/>
            <p:nvPr/>
          </p:nvSpPr>
          <p:spPr>
            <a:xfrm>
              <a:off x="2394115" y="42755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3" name="Google Shape;3253;p7"/>
            <p:cNvSpPr/>
            <p:nvPr/>
          </p:nvSpPr>
          <p:spPr>
            <a:xfrm>
              <a:off x="2394115" y="39707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4" name="Google Shape;3254;p7"/>
            <p:cNvSpPr/>
            <p:nvPr/>
          </p:nvSpPr>
          <p:spPr>
            <a:xfrm>
              <a:off x="2394115" y="3665983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p7"/>
            <p:cNvSpPr/>
            <p:nvPr/>
          </p:nvSpPr>
          <p:spPr>
            <a:xfrm>
              <a:off x="2394115" y="3361182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p7"/>
            <p:cNvSpPr/>
            <p:nvPr/>
          </p:nvSpPr>
          <p:spPr>
            <a:xfrm>
              <a:off x="2394115" y="3056382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7" name="Google Shape;3257;p7"/>
            <p:cNvSpPr/>
            <p:nvPr/>
          </p:nvSpPr>
          <p:spPr>
            <a:xfrm>
              <a:off x="2394115" y="2742628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p7"/>
            <p:cNvSpPr/>
            <p:nvPr/>
          </p:nvSpPr>
          <p:spPr>
            <a:xfrm>
              <a:off x="2394115" y="2742628"/>
              <a:ext cx="0" cy="2767330"/>
            </a:xfrm>
            <a:custGeom>
              <a:avLst/>
              <a:gdLst/>
              <a:ahLst/>
              <a:cxnLst/>
              <a:rect l="l" t="t" r="r" b="b"/>
              <a:pathLst>
                <a:path w="120000" h="2767329" extrusionOk="0">
                  <a:moveTo>
                    <a:pt x="0" y="2767181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7"/>
            <p:cNvSpPr/>
            <p:nvPr/>
          </p:nvSpPr>
          <p:spPr>
            <a:xfrm>
              <a:off x="2337689" y="5509810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p7"/>
            <p:cNvSpPr/>
            <p:nvPr/>
          </p:nvSpPr>
          <p:spPr>
            <a:xfrm>
              <a:off x="2337689" y="5202680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p7"/>
            <p:cNvSpPr/>
            <p:nvPr/>
          </p:nvSpPr>
          <p:spPr>
            <a:xfrm>
              <a:off x="2337689" y="48978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p7"/>
            <p:cNvSpPr/>
            <p:nvPr/>
          </p:nvSpPr>
          <p:spPr>
            <a:xfrm>
              <a:off x="2337689" y="45930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p7"/>
            <p:cNvSpPr/>
            <p:nvPr/>
          </p:nvSpPr>
          <p:spPr>
            <a:xfrm>
              <a:off x="2337689" y="42755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p7"/>
            <p:cNvSpPr/>
            <p:nvPr/>
          </p:nvSpPr>
          <p:spPr>
            <a:xfrm>
              <a:off x="2337689" y="39707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5" name="Google Shape;3265;p7"/>
            <p:cNvSpPr/>
            <p:nvPr/>
          </p:nvSpPr>
          <p:spPr>
            <a:xfrm>
              <a:off x="2337689" y="3665983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p7"/>
            <p:cNvSpPr/>
            <p:nvPr/>
          </p:nvSpPr>
          <p:spPr>
            <a:xfrm>
              <a:off x="2337689" y="3361182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p7"/>
            <p:cNvSpPr/>
            <p:nvPr/>
          </p:nvSpPr>
          <p:spPr>
            <a:xfrm>
              <a:off x="2337689" y="3056382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p7"/>
            <p:cNvSpPr/>
            <p:nvPr/>
          </p:nvSpPr>
          <p:spPr>
            <a:xfrm>
              <a:off x="2337689" y="2742628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p7"/>
            <p:cNvSpPr/>
            <p:nvPr/>
          </p:nvSpPr>
          <p:spPr>
            <a:xfrm>
              <a:off x="2394115" y="5509811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p7"/>
            <p:cNvSpPr/>
            <p:nvPr/>
          </p:nvSpPr>
          <p:spPr>
            <a:xfrm>
              <a:off x="2394115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1" name="Google Shape;3271;p7"/>
            <p:cNvSpPr/>
            <p:nvPr/>
          </p:nvSpPr>
          <p:spPr>
            <a:xfrm>
              <a:off x="33781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2" name="Google Shape;3272;p7"/>
            <p:cNvSpPr/>
            <p:nvPr/>
          </p:nvSpPr>
          <p:spPr>
            <a:xfrm>
              <a:off x="43687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3" name="Google Shape;3273;p7"/>
            <p:cNvSpPr/>
            <p:nvPr/>
          </p:nvSpPr>
          <p:spPr>
            <a:xfrm>
              <a:off x="53466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4" name="Google Shape;3274;p7"/>
            <p:cNvSpPr/>
            <p:nvPr/>
          </p:nvSpPr>
          <p:spPr>
            <a:xfrm>
              <a:off x="6337297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5" name="Google Shape;3275;p7"/>
            <p:cNvSpPr/>
            <p:nvPr/>
          </p:nvSpPr>
          <p:spPr>
            <a:xfrm>
              <a:off x="7322308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6" name="Google Shape;3276;p7"/>
            <p:cNvSpPr/>
            <p:nvPr/>
          </p:nvSpPr>
          <p:spPr>
            <a:xfrm>
              <a:off x="3162300" y="3196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7" name="Google Shape;3277;p7"/>
            <p:cNvSpPr/>
            <p:nvPr/>
          </p:nvSpPr>
          <p:spPr>
            <a:xfrm>
              <a:off x="3263900" y="30055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8" name="Google Shape;3278;p7"/>
            <p:cNvSpPr/>
            <p:nvPr/>
          </p:nvSpPr>
          <p:spPr>
            <a:xfrm>
              <a:off x="3352800" y="31833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p7"/>
            <p:cNvSpPr/>
            <p:nvPr/>
          </p:nvSpPr>
          <p:spPr>
            <a:xfrm>
              <a:off x="3454400" y="3119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p7"/>
            <p:cNvSpPr/>
            <p:nvPr/>
          </p:nvSpPr>
          <p:spPr>
            <a:xfrm>
              <a:off x="3556000" y="3107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p7"/>
            <p:cNvSpPr/>
            <p:nvPr/>
          </p:nvSpPr>
          <p:spPr>
            <a:xfrm>
              <a:off x="3657600" y="3208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p7"/>
            <p:cNvSpPr/>
            <p:nvPr/>
          </p:nvSpPr>
          <p:spPr>
            <a:xfrm>
              <a:off x="3746500" y="3284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3" name="Google Shape;3283;p7"/>
            <p:cNvSpPr/>
            <p:nvPr/>
          </p:nvSpPr>
          <p:spPr>
            <a:xfrm>
              <a:off x="3848100" y="3094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p7"/>
            <p:cNvSpPr/>
            <p:nvPr/>
          </p:nvSpPr>
          <p:spPr>
            <a:xfrm>
              <a:off x="3949700" y="3119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p7"/>
            <p:cNvSpPr/>
            <p:nvPr/>
          </p:nvSpPr>
          <p:spPr>
            <a:xfrm>
              <a:off x="4051300" y="3107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p7"/>
            <p:cNvSpPr/>
            <p:nvPr/>
          </p:nvSpPr>
          <p:spPr>
            <a:xfrm>
              <a:off x="4140200" y="3246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p7"/>
            <p:cNvSpPr/>
            <p:nvPr/>
          </p:nvSpPr>
          <p:spPr>
            <a:xfrm>
              <a:off x="4241800" y="3500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p7"/>
            <p:cNvSpPr/>
            <p:nvPr/>
          </p:nvSpPr>
          <p:spPr>
            <a:xfrm>
              <a:off x="4343400" y="3399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9" name="Google Shape;3289;p7"/>
            <p:cNvSpPr/>
            <p:nvPr/>
          </p:nvSpPr>
          <p:spPr>
            <a:xfrm>
              <a:off x="4445000" y="3094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0" name="Google Shape;3290;p7"/>
            <p:cNvSpPr/>
            <p:nvPr/>
          </p:nvSpPr>
          <p:spPr>
            <a:xfrm>
              <a:off x="4546600" y="3411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1" name="Google Shape;3291;p7"/>
            <p:cNvSpPr/>
            <p:nvPr/>
          </p:nvSpPr>
          <p:spPr>
            <a:xfrm>
              <a:off x="4635500" y="3208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2" name="Google Shape;3292;p7"/>
            <p:cNvSpPr/>
            <p:nvPr/>
          </p:nvSpPr>
          <p:spPr>
            <a:xfrm>
              <a:off x="4737100" y="3526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3" name="Google Shape;3293;p7"/>
            <p:cNvSpPr/>
            <p:nvPr/>
          </p:nvSpPr>
          <p:spPr>
            <a:xfrm>
              <a:off x="4838700" y="2992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7"/>
            <p:cNvSpPr/>
            <p:nvPr/>
          </p:nvSpPr>
          <p:spPr>
            <a:xfrm>
              <a:off x="4940300" y="3348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p7"/>
            <p:cNvSpPr/>
            <p:nvPr/>
          </p:nvSpPr>
          <p:spPr>
            <a:xfrm>
              <a:off x="5029200" y="3399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p7"/>
            <p:cNvSpPr/>
            <p:nvPr/>
          </p:nvSpPr>
          <p:spPr>
            <a:xfrm>
              <a:off x="5130800" y="3500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p7"/>
            <p:cNvSpPr/>
            <p:nvPr/>
          </p:nvSpPr>
          <p:spPr>
            <a:xfrm>
              <a:off x="5232400" y="3475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8" name="Google Shape;3298;p7"/>
            <p:cNvSpPr/>
            <p:nvPr/>
          </p:nvSpPr>
          <p:spPr>
            <a:xfrm>
              <a:off x="5334000" y="3335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p7"/>
            <p:cNvSpPr/>
            <p:nvPr/>
          </p:nvSpPr>
          <p:spPr>
            <a:xfrm>
              <a:off x="5422900" y="3577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p7"/>
            <p:cNvSpPr/>
            <p:nvPr/>
          </p:nvSpPr>
          <p:spPr>
            <a:xfrm>
              <a:off x="5524500" y="3526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p7"/>
            <p:cNvSpPr/>
            <p:nvPr/>
          </p:nvSpPr>
          <p:spPr>
            <a:xfrm>
              <a:off x="5626100" y="35516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p7"/>
            <p:cNvSpPr/>
            <p:nvPr/>
          </p:nvSpPr>
          <p:spPr>
            <a:xfrm>
              <a:off x="5727700" y="3704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3" name="Google Shape;3303;p7"/>
            <p:cNvSpPr/>
            <p:nvPr/>
          </p:nvSpPr>
          <p:spPr>
            <a:xfrm>
              <a:off x="5816600" y="3589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4" name="Google Shape;3304;p7"/>
            <p:cNvSpPr/>
            <p:nvPr/>
          </p:nvSpPr>
          <p:spPr>
            <a:xfrm>
              <a:off x="5918200" y="4097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p7"/>
            <p:cNvSpPr/>
            <p:nvPr/>
          </p:nvSpPr>
          <p:spPr>
            <a:xfrm>
              <a:off x="6019800" y="3970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p7"/>
            <p:cNvSpPr/>
            <p:nvPr/>
          </p:nvSpPr>
          <p:spPr>
            <a:xfrm>
              <a:off x="6121400" y="37675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p7"/>
            <p:cNvSpPr/>
            <p:nvPr/>
          </p:nvSpPr>
          <p:spPr>
            <a:xfrm>
              <a:off x="6210300" y="3907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8" name="Google Shape;3308;p7"/>
            <p:cNvSpPr/>
            <p:nvPr/>
          </p:nvSpPr>
          <p:spPr>
            <a:xfrm>
              <a:off x="6311900" y="3996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9" name="Google Shape;3309;p7"/>
            <p:cNvSpPr/>
            <p:nvPr/>
          </p:nvSpPr>
          <p:spPr>
            <a:xfrm>
              <a:off x="6413500" y="4300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0" name="Google Shape;3310;p7"/>
            <p:cNvSpPr/>
            <p:nvPr/>
          </p:nvSpPr>
          <p:spPr>
            <a:xfrm>
              <a:off x="3235325" y="3237357"/>
              <a:ext cx="101600" cy="101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1" name="Google Shape;3311;p7"/>
            <p:cNvSpPr/>
            <p:nvPr/>
          </p:nvSpPr>
          <p:spPr>
            <a:xfrm>
              <a:off x="3235325" y="3237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2" name="Google Shape;3312;p7"/>
            <p:cNvSpPr/>
            <p:nvPr/>
          </p:nvSpPr>
          <p:spPr>
            <a:xfrm>
              <a:off x="3336925" y="30468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3" name="Google Shape;3313;p7"/>
            <p:cNvSpPr/>
            <p:nvPr/>
          </p:nvSpPr>
          <p:spPr>
            <a:xfrm>
              <a:off x="3336925" y="30468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4" name="Google Shape;3314;p7"/>
            <p:cNvSpPr/>
            <p:nvPr/>
          </p:nvSpPr>
          <p:spPr>
            <a:xfrm>
              <a:off x="3425825" y="32246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p7"/>
            <p:cNvSpPr/>
            <p:nvPr/>
          </p:nvSpPr>
          <p:spPr>
            <a:xfrm>
              <a:off x="3425825" y="32246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7"/>
            <p:cNvSpPr/>
            <p:nvPr/>
          </p:nvSpPr>
          <p:spPr>
            <a:xfrm>
              <a:off x="3527425" y="3161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Google Shape;3317;p7"/>
            <p:cNvSpPr/>
            <p:nvPr/>
          </p:nvSpPr>
          <p:spPr>
            <a:xfrm>
              <a:off x="3527425" y="3161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p7"/>
            <p:cNvSpPr/>
            <p:nvPr/>
          </p:nvSpPr>
          <p:spPr>
            <a:xfrm>
              <a:off x="3629025" y="31484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9" name="Google Shape;3319;p7"/>
            <p:cNvSpPr/>
            <p:nvPr/>
          </p:nvSpPr>
          <p:spPr>
            <a:xfrm>
              <a:off x="3629025" y="3148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p7"/>
            <p:cNvSpPr/>
            <p:nvPr/>
          </p:nvSpPr>
          <p:spPr>
            <a:xfrm>
              <a:off x="3730625" y="3250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p7"/>
            <p:cNvSpPr/>
            <p:nvPr/>
          </p:nvSpPr>
          <p:spPr>
            <a:xfrm>
              <a:off x="3730625" y="3250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2" name="Google Shape;3322;p7"/>
            <p:cNvSpPr/>
            <p:nvPr/>
          </p:nvSpPr>
          <p:spPr>
            <a:xfrm>
              <a:off x="3819525" y="33262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p7"/>
            <p:cNvSpPr/>
            <p:nvPr/>
          </p:nvSpPr>
          <p:spPr>
            <a:xfrm>
              <a:off x="3819525" y="3326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p7"/>
            <p:cNvSpPr/>
            <p:nvPr/>
          </p:nvSpPr>
          <p:spPr>
            <a:xfrm>
              <a:off x="3921125" y="31357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5" name="Google Shape;3325;p7"/>
            <p:cNvSpPr/>
            <p:nvPr/>
          </p:nvSpPr>
          <p:spPr>
            <a:xfrm>
              <a:off x="3921125" y="3135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6" name="Google Shape;3326;p7"/>
            <p:cNvSpPr/>
            <p:nvPr/>
          </p:nvSpPr>
          <p:spPr>
            <a:xfrm>
              <a:off x="4022725" y="3161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7"/>
            <p:cNvSpPr/>
            <p:nvPr/>
          </p:nvSpPr>
          <p:spPr>
            <a:xfrm>
              <a:off x="4022725" y="3161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p7"/>
            <p:cNvSpPr/>
            <p:nvPr/>
          </p:nvSpPr>
          <p:spPr>
            <a:xfrm>
              <a:off x="4124325" y="31484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p7"/>
            <p:cNvSpPr/>
            <p:nvPr/>
          </p:nvSpPr>
          <p:spPr>
            <a:xfrm>
              <a:off x="4124325" y="3148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p7"/>
            <p:cNvSpPr/>
            <p:nvPr/>
          </p:nvSpPr>
          <p:spPr>
            <a:xfrm>
              <a:off x="4213225" y="32881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1" name="Google Shape;3331;p7"/>
            <p:cNvSpPr/>
            <p:nvPr/>
          </p:nvSpPr>
          <p:spPr>
            <a:xfrm>
              <a:off x="4213225" y="3288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2" name="Google Shape;3332;p7"/>
            <p:cNvSpPr/>
            <p:nvPr/>
          </p:nvSpPr>
          <p:spPr>
            <a:xfrm>
              <a:off x="4314825" y="3542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3" name="Google Shape;3333;p7"/>
            <p:cNvSpPr/>
            <p:nvPr/>
          </p:nvSpPr>
          <p:spPr>
            <a:xfrm>
              <a:off x="4314825" y="3542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p7"/>
            <p:cNvSpPr/>
            <p:nvPr/>
          </p:nvSpPr>
          <p:spPr>
            <a:xfrm>
              <a:off x="4416425" y="3440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p7"/>
            <p:cNvSpPr/>
            <p:nvPr/>
          </p:nvSpPr>
          <p:spPr>
            <a:xfrm>
              <a:off x="4416425" y="3440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p7"/>
            <p:cNvSpPr/>
            <p:nvPr/>
          </p:nvSpPr>
          <p:spPr>
            <a:xfrm>
              <a:off x="4518025" y="31357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p7"/>
            <p:cNvSpPr/>
            <p:nvPr/>
          </p:nvSpPr>
          <p:spPr>
            <a:xfrm>
              <a:off x="4518025" y="3135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8" name="Google Shape;3338;p7"/>
            <p:cNvSpPr/>
            <p:nvPr/>
          </p:nvSpPr>
          <p:spPr>
            <a:xfrm>
              <a:off x="4619625" y="34532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7"/>
            <p:cNvSpPr/>
            <p:nvPr/>
          </p:nvSpPr>
          <p:spPr>
            <a:xfrm>
              <a:off x="4619625" y="3453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0" name="Google Shape;3340;p7"/>
            <p:cNvSpPr/>
            <p:nvPr/>
          </p:nvSpPr>
          <p:spPr>
            <a:xfrm>
              <a:off x="4708525" y="32500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p7"/>
            <p:cNvSpPr/>
            <p:nvPr/>
          </p:nvSpPr>
          <p:spPr>
            <a:xfrm>
              <a:off x="4708525" y="3250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p7"/>
            <p:cNvSpPr/>
            <p:nvPr/>
          </p:nvSpPr>
          <p:spPr>
            <a:xfrm>
              <a:off x="4810125" y="35675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p7"/>
            <p:cNvSpPr/>
            <p:nvPr/>
          </p:nvSpPr>
          <p:spPr>
            <a:xfrm>
              <a:off x="4810125" y="3567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7"/>
            <p:cNvSpPr/>
            <p:nvPr/>
          </p:nvSpPr>
          <p:spPr>
            <a:xfrm>
              <a:off x="4911725" y="30341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7"/>
            <p:cNvSpPr/>
            <p:nvPr/>
          </p:nvSpPr>
          <p:spPr>
            <a:xfrm>
              <a:off x="4911725" y="3034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6" name="Google Shape;3346;p7"/>
            <p:cNvSpPr/>
            <p:nvPr/>
          </p:nvSpPr>
          <p:spPr>
            <a:xfrm>
              <a:off x="5013325" y="33897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7" name="Google Shape;3347;p7"/>
            <p:cNvSpPr/>
            <p:nvPr/>
          </p:nvSpPr>
          <p:spPr>
            <a:xfrm>
              <a:off x="5013325" y="3389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p7"/>
            <p:cNvSpPr/>
            <p:nvPr/>
          </p:nvSpPr>
          <p:spPr>
            <a:xfrm>
              <a:off x="5102225" y="3440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p7"/>
            <p:cNvSpPr/>
            <p:nvPr/>
          </p:nvSpPr>
          <p:spPr>
            <a:xfrm>
              <a:off x="5102225" y="3440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p7"/>
            <p:cNvSpPr/>
            <p:nvPr/>
          </p:nvSpPr>
          <p:spPr>
            <a:xfrm>
              <a:off x="5203825" y="3542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1" name="Google Shape;3351;p7"/>
            <p:cNvSpPr/>
            <p:nvPr/>
          </p:nvSpPr>
          <p:spPr>
            <a:xfrm>
              <a:off x="5203825" y="3542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p7"/>
            <p:cNvSpPr/>
            <p:nvPr/>
          </p:nvSpPr>
          <p:spPr>
            <a:xfrm>
              <a:off x="5305425" y="35167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p7"/>
            <p:cNvSpPr/>
            <p:nvPr/>
          </p:nvSpPr>
          <p:spPr>
            <a:xfrm>
              <a:off x="5305425" y="3516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p7"/>
            <p:cNvSpPr/>
            <p:nvPr/>
          </p:nvSpPr>
          <p:spPr>
            <a:xfrm>
              <a:off x="5407025" y="3377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7"/>
            <p:cNvSpPr/>
            <p:nvPr/>
          </p:nvSpPr>
          <p:spPr>
            <a:xfrm>
              <a:off x="5407025" y="3377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6" name="Google Shape;3356;p7"/>
            <p:cNvSpPr/>
            <p:nvPr/>
          </p:nvSpPr>
          <p:spPr>
            <a:xfrm>
              <a:off x="5495925" y="36183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p7"/>
            <p:cNvSpPr/>
            <p:nvPr/>
          </p:nvSpPr>
          <p:spPr>
            <a:xfrm>
              <a:off x="5495925" y="3618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8" name="Google Shape;3358;p7"/>
            <p:cNvSpPr/>
            <p:nvPr/>
          </p:nvSpPr>
          <p:spPr>
            <a:xfrm>
              <a:off x="5597525" y="3567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9" name="Google Shape;3359;p7"/>
            <p:cNvSpPr/>
            <p:nvPr/>
          </p:nvSpPr>
          <p:spPr>
            <a:xfrm>
              <a:off x="5597525" y="3567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p7"/>
            <p:cNvSpPr/>
            <p:nvPr/>
          </p:nvSpPr>
          <p:spPr>
            <a:xfrm>
              <a:off x="5699125" y="35929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Google Shape;3361;p7"/>
            <p:cNvSpPr/>
            <p:nvPr/>
          </p:nvSpPr>
          <p:spPr>
            <a:xfrm>
              <a:off x="5699125" y="35929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p7"/>
            <p:cNvSpPr/>
            <p:nvPr/>
          </p:nvSpPr>
          <p:spPr>
            <a:xfrm>
              <a:off x="5800725" y="3631057"/>
              <a:ext cx="190500" cy="21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p7"/>
            <p:cNvSpPr/>
            <p:nvPr/>
          </p:nvSpPr>
          <p:spPr>
            <a:xfrm>
              <a:off x="5800725" y="3745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4" name="Google Shape;3364;p7"/>
            <p:cNvSpPr/>
            <p:nvPr/>
          </p:nvSpPr>
          <p:spPr>
            <a:xfrm>
              <a:off x="5889625" y="3631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5" name="Google Shape;3365;p7"/>
            <p:cNvSpPr/>
            <p:nvPr/>
          </p:nvSpPr>
          <p:spPr>
            <a:xfrm>
              <a:off x="5991225" y="41390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6" name="Google Shape;3366;p7"/>
            <p:cNvSpPr/>
            <p:nvPr/>
          </p:nvSpPr>
          <p:spPr>
            <a:xfrm>
              <a:off x="5991225" y="4139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7" name="Google Shape;3367;p7"/>
            <p:cNvSpPr/>
            <p:nvPr/>
          </p:nvSpPr>
          <p:spPr>
            <a:xfrm>
              <a:off x="6092825" y="4012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p7"/>
            <p:cNvSpPr/>
            <p:nvPr/>
          </p:nvSpPr>
          <p:spPr>
            <a:xfrm>
              <a:off x="6092825" y="4012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p7"/>
            <p:cNvSpPr/>
            <p:nvPr/>
          </p:nvSpPr>
          <p:spPr>
            <a:xfrm>
              <a:off x="6194425" y="38088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p7"/>
            <p:cNvSpPr/>
            <p:nvPr/>
          </p:nvSpPr>
          <p:spPr>
            <a:xfrm>
              <a:off x="6194425" y="38088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p7"/>
            <p:cNvSpPr/>
            <p:nvPr/>
          </p:nvSpPr>
          <p:spPr>
            <a:xfrm>
              <a:off x="6283325" y="3948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7"/>
            <p:cNvSpPr/>
            <p:nvPr/>
          </p:nvSpPr>
          <p:spPr>
            <a:xfrm>
              <a:off x="6283325" y="3948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3" name="Google Shape;3373;p7"/>
            <p:cNvSpPr/>
            <p:nvPr/>
          </p:nvSpPr>
          <p:spPr>
            <a:xfrm>
              <a:off x="6384925" y="40374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p7"/>
            <p:cNvSpPr/>
            <p:nvPr/>
          </p:nvSpPr>
          <p:spPr>
            <a:xfrm>
              <a:off x="6384925" y="4037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p7"/>
            <p:cNvSpPr/>
            <p:nvPr/>
          </p:nvSpPr>
          <p:spPr>
            <a:xfrm>
              <a:off x="6486525" y="43422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p7"/>
            <p:cNvSpPr/>
            <p:nvPr/>
          </p:nvSpPr>
          <p:spPr>
            <a:xfrm>
              <a:off x="6486525" y="4342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p7"/>
            <p:cNvSpPr txBox="1"/>
            <p:nvPr/>
          </p:nvSpPr>
          <p:spPr>
            <a:xfrm>
              <a:off x="2126360" y="2514600"/>
              <a:ext cx="1446530" cy="33216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6675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8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86995" marR="0" lvl="0" indent="0" algn="l" rtl="0">
                <a:lnSpc>
                  <a:spcPct val="100000"/>
                </a:lnSpc>
                <a:spcBef>
                  <a:spcPts val="6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1970	1980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78" name="Google Shape;3378;p7"/>
            <p:cNvSpPr txBox="1"/>
            <p:nvPr/>
          </p:nvSpPr>
          <p:spPr>
            <a:xfrm>
              <a:off x="4172473" y="5559882"/>
              <a:ext cx="704328" cy="3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1990	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79" name="Google Shape;3379;p7"/>
            <p:cNvSpPr txBox="1"/>
            <p:nvPr/>
          </p:nvSpPr>
          <p:spPr>
            <a:xfrm>
              <a:off x="6143780" y="55972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2010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80" name="Google Shape;3380;p7"/>
            <p:cNvSpPr txBox="1"/>
            <p:nvPr/>
          </p:nvSpPr>
          <p:spPr>
            <a:xfrm>
              <a:off x="7129401" y="55972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2020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81" name="Google Shape;3381;p7"/>
            <p:cNvSpPr txBox="1"/>
            <p:nvPr/>
          </p:nvSpPr>
          <p:spPr>
            <a:xfrm rot="-5400000">
              <a:off x="38113" y="3942314"/>
              <a:ext cx="3466224" cy="45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50" rIns="0" bIns="0" anchor="t" anchorCtr="0">
              <a:noAutofit/>
            </a:bodyPr>
            <a:lstStyle/>
            <a:p>
              <a:pPr marL="527050" marR="5080" lvl="0" indent="-514985" algn="l" rtl="0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September Arctic Sea Ice Extent  (1,000,000 sq km)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86" name="Google Shape;3386;p7"/>
            <p:cNvSpPr txBox="1"/>
            <p:nvPr/>
          </p:nvSpPr>
          <p:spPr>
            <a:xfrm>
              <a:off x="5181600" y="55836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2000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87" name="Google Shape;3387;p7"/>
            <p:cNvSpPr txBox="1"/>
            <p:nvPr/>
          </p:nvSpPr>
          <p:spPr>
            <a:xfrm>
              <a:off x="4267200" y="5867400"/>
              <a:ext cx="15356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Year Number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AD9D52-8526-81F1-2A76-EE37E2232858}"/>
                  </a:ext>
                </a:extLst>
              </p14:cNvPr>
              <p14:cNvContentPartPr/>
              <p14:nvPr/>
            </p14:nvContentPartPr>
            <p14:xfrm>
              <a:off x="677520" y="2901600"/>
              <a:ext cx="7695360" cy="3699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AD9D52-8526-81F1-2A76-EE37E223285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8160" y="2892240"/>
                <a:ext cx="7714080" cy="371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Formal Representation: Interpretation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Supervised Learning: Regression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3246" name="Google Shape;3246;p7"/>
          <p:cNvSpPr/>
          <p:nvPr/>
        </p:nvSpPr>
        <p:spPr>
          <a:xfrm>
            <a:off x="724925" y="1874376"/>
            <a:ext cx="71628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...,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 a function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to predict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real-valued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7"/>
          <p:cNvSpPr/>
          <p:nvPr/>
        </p:nvSpPr>
        <p:spPr>
          <a:xfrm>
            <a:off x="-45720" y="1430774"/>
            <a:ext cx="937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 : Previously unseen records should be assigned a value as accurately as possible.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8" name="Google Shape;3248;p7"/>
          <p:cNvGrpSpPr/>
          <p:nvPr/>
        </p:nvGrpSpPr>
        <p:grpSpPr>
          <a:xfrm>
            <a:off x="304800" y="2819400"/>
            <a:ext cx="6189176" cy="3798330"/>
            <a:chOff x="1542025" y="2438402"/>
            <a:chExt cx="6189176" cy="3798330"/>
          </a:xfrm>
        </p:grpSpPr>
        <p:sp>
          <p:nvSpPr>
            <p:cNvPr id="3249" name="Google Shape;3249;p7"/>
            <p:cNvSpPr/>
            <p:nvPr/>
          </p:nvSpPr>
          <p:spPr>
            <a:xfrm>
              <a:off x="2394115" y="5202680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p7"/>
            <p:cNvSpPr/>
            <p:nvPr/>
          </p:nvSpPr>
          <p:spPr>
            <a:xfrm>
              <a:off x="2394115" y="48978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p7"/>
            <p:cNvSpPr/>
            <p:nvPr/>
          </p:nvSpPr>
          <p:spPr>
            <a:xfrm>
              <a:off x="2394115" y="45930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2" name="Google Shape;3252;p7"/>
            <p:cNvSpPr/>
            <p:nvPr/>
          </p:nvSpPr>
          <p:spPr>
            <a:xfrm>
              <a:off x="2394115" y="42755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3" name="Google Shape;3253;p7"/>
            <p:cNvSpPr/>
            <p:nvPr/>
          </p:nvSpPr>
          <p:spPr>
            <a:xfrm>
              <a:off x="2394115" y="39707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4" name="Google Shape;3254;p7"/>
            <p:cNvSpPr/>
            <p:nvPr/>
          </p:nvSpPr>
          <p:spPr>
            <a:xfrm>
              <a:off x="2394115" y="3665983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p7"/>
            <p:cNvSpPr/>
            <p:nvPr/>
          </p:nvSpPr>
          <p:spPr>
            <a:xfrm>
              <a:off x="2394115" y="3361182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p7"/>
            <p:cNvSpPr/>
            <p:nvPr/>
          </p:nvSpPr>
          <p:spPr>
            <a:xfrm>
              <a:off x="2394115" y="3056382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7" name="Google Shape;3257;p7"/>
            <p:cNvSpPr/>
            <p:nvPr/>
          </p:nvSpPr>
          <p:spPr>
            <a:xfrm>
              <a:off x="2394115" y="2742628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p7"/>
            <p:cNvSpPr/>
            <p:nvPr/>
          </p:nvSpPr>
          <p:spPr>
            <a:xfrm>
              <a:off x="2394115" y="2742628"/>
              <a:ext cx="0" cy="2767330"/>
            </a:xfrm>
            <a:custGeom>
              <a:avLst/>
              <a:gdLst/>
              <a:ahLst/>
              <a:cxnLst/>
              <a:rect l="l" t="t" r="r" b="b"/>
              <a:pathLst>
                <a:path w="120000" h="2767329" extrusionOk="0">
                  <a:moveTo>
                    <a:pt x="0" y="2767181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7"/>
            <p:cNvSpPr/>
            <p:nvPr/>
          </p:nvSpPr>
          <p:spPr>
            <a:xfrm>
              <a:off x="2337689" y="5509810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p7"/>
            <p:cNvSpPr/>
            <p:nvPr/>
          </p:nvSpPr>
          <p:spPr>
            <a:xfrm>
              <a:off x="2337689" y="5202680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p7"/>
            <p:cNvSpPr/>
            <p:nvPr/>
          </p:nvSpPr>
          <p:spPr>
            <a:xfrm>
              <a:off x="2337689" y="48978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p7"/>
            <p:cNvSpPr/>
            <p:nvPr/>
          </p:nvSpPr>
          <p:spPr>
            <a:xfrm>
              <a:off x="2337689" y="45930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p7"/>
            <p:cNvSpPr/>
            <p:nvPr/>
          </p:nvSpPr>
          <p:spPr>
            <a:xfrm>
              <a:off x="2337689" y="42755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p7"/>
            <p:cNvSpPr/>
            <p:nvPr/>
          </p:nvSpPr>
          <p:spPr>
            <a:xfrm>
              <a:off x="2337689" y="39707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5" name="Google Shape;3265;p7"/>
            <p:cNvSpPr/>
            <p:nvPr/>
          </p:nvSpPr>
          <p:spPr>
            <a:xfrm>
              <a:off x="2337689" y="3665983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p7"/>
            <p:cNvSpPr/>
            <p:nvPr/>
          </p:nvSpPr>
          <p:spPr>
            <a:xfrm>
              <a:off x="2337689" y="3361182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p7"/>
            <p:cNvSpPr/>
            <p:nvPr/>
          </p:nvSpPr>
          <p:spPr>
            <a:xfrm>
              <a:off x="2337689" y="3056382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p7"/>
            <p:cNvSpPr/>
            <p:nvPr/>
          </p:nvSpPr>
          <p:spPr>
            <a:xfrm>
              <a:off x="2337689" y="2742628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p7"/>
            <p:cNvSpPr/>
            <p:nvPr/>
          </p:nvSpPr>
          <p:spPr>
            <a:xfrm>
              <a:off x="2394115" y="5509811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p7"/>
            <p:cNvSpPr/>
            <p:nvPr/>
          </p:nvSpPr>
          <p:spPr>
            <a:xfrm>
              <a:off x="2394115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1" name="Google Shape;3271;p7"/>
            <p:cNvSpPr/>
            <p:nvPr/>
          </p:nvSpPr>
          <p:spPr>
            <a:xfrm>
              <a:off x="33781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2" name="Google Shape;3272;p7"/>
            <p:cNvSpPr/>
            <p:nvPr/>
          </p:nvSpPr>
          <p:spPr>
            <a:xfrm>
              <a:off x="43687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3" name="Google Shape;3273;p7"/>
            <p:cNvSpPr/>
            <p:nvPr/>
          </p:nvSpPr>
          <p:spPr>
            <a:xfrm>
              <a:off x="53466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4" name="Google Shape;3274;p7"/>
            <p:cNvSpPr/>
            <p:nvPr/>
          </p:nvSpPr>
          <p:spPr>
            <a:xfrm>
              <a:off x="6337297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5" name="Google Shape;3275;p7"/>
            <p:cNvSpPr/>
            <p:nvPr/>
          </p:nvSpPr>
          <p:spPr>
            <a:xfrm>
              <a:off x="7322308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6" name="Google Shape;3276;p7"/>
            <p:cNvSpPr/>
            <p:nvPr/>
          </p:nvSpPr>
          <p:spPr>
            <a:xfrm>
              <a:off x="3162300" y="3196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7" name="Google Shape;3277;p7"/>
            <p:cNvSpPr/>
            <p:nvPr/>
          </p:nvSpPr>
          <p:spPr>
            <a:xfrm>
              <a:off x="3263900" y="30055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8" name="Google Shape;3278;p7"/>
            <p:cNvSpPr/>
            <p:nvPr/>
          </p:nvSpPr>
          <p:spPr>
            <a:xfrm>
              <a:off x="3352800" y="31833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p7"/>
            <p:cNvSpPr/>
            <p:nvPr/>
          </p:nvSpPr>
          <p:spPr>
            <a:xfrm>
              <a:off x="3454400" y="3119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p7"/>
            <p:cNvSpPr/>
            <p:nvPr/>
          </p:nvSpPr>
          <p:spPr>
            <a:xfrm>
              <a:off x="3556000" y="3107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p7"/>
            <p:cNvSpPr/>
            <p:nvPr/>
          </p:nvSpPr>
          <p:spPr>
            <a:xfrm>
              <a:off x="3657600" y="3208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p7"/>
            <p:cNvSpPr/>
            <p:nvPr/>
          </p:nvSpPr>
          <p:spPr>
            <a:xfrm>
              <a:off x="3746500" y="3284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3" name="Google Shape;3283;p7"/>
            <p:cNvSpPr/>
            <p:nvPr/>
          </p:nvSpPr>
          <p:spPr>
            <a:xfrm>
              <a:off x="3848100" y="3094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p7"/>
            <p:cNvSpPr/>
            <p:nvPr/>
          </p:nvSpPr>
          <p:spPr>
            <a:xfrm>
              <a:off x="3949700" y="3119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p7"/>
            <p:cNvSpPr/>
            <p:nvPr/>
          </p:nvSpPr>
          <p:spPr>
            <a:xfrm>
              <a:off x="4051300" y="3107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p7"/>
            <p:cNvSpPr/>
            <p:nvPr/>
          </p:nvSpPr>
          <p:spPr>
            <a:xfrm>
              <a:off x="4140200" y="3246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p7"/>
            <p:cNvSpPr/>
            <p:nvPr/>
          </p:nvSpPr>
          <p:spPr>
            <a:xfrm>
              <a:off x="4241800" y="3500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p7"/>
            <p:cNvSpPr/>
            <p:nvPr/>
          </p:nvSpPr>
          <p:spPr>
            <a:xfrm>
              <a:off x="4343400" y="3399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9" name="Google Shape;3289;p7"/>
            <p:cNvSpPr/>
            <p:nvPr/>
          </p:nvSpPr>
          <p:spPr>
            <a:xfrm>
              <a:off x="4445000" y="3094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0" name="Google Shape;3290;p7"/>
            <p:cNvSpPr/>
            <p:nvPr/>
          </p:nvSpPr>
          <p:spPr>
            <a:xfrm>
              <a:off x="4546600" y="3411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1" name="Google Shape;3291;p7"/>
            <p:cNvSpPr/>
            <p:nvPr/>
          </p:nvSpPr>
          <p:spPr>
            <a:xfrm>
              <a:off x="4635500" y="3208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2" name="Google Shape;3292;p7"/>
            <p:cNvSpPr/>
            <p:nvPr/>
          </p:nvSpPr>
          <p:spPr>
            <a:xfrm>
              <a:off x="4737100" y="3526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3" name="Google Shape;3293;p7"/>
            <p:cNvSpPr/>
            <p:nvPr/>
          </p:nvSpPr>
          <p:spPr>
            <a:xfrm>
              <a:off x="4838700" y="2992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7"/>
            <p:cNvSpPr/>
            <p:nvPr/>
          </p:nvSpPr>
          <p:spPr>
            <a:xfrm>
              <a:off x="4940300" y="3348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p7"/>
            <p:cNvSpPr/>
            <p:nvPr/>
          </p:nvSpPr>
          <p:spPr>
            <a:xfrm>
              <a:off x="5029200" y="3399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p7"/>
            <p:cNvSpPr/>
            <p:nvPr/>
          </p:nvSpPr>
          <p:spPr>
            <a:xfrm>
              <a:off x="5130800" y="3500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p7"/>
            <p:cNvSpPr/>
            <p:nvPr/>
          </p:nvSpPr>
          <p:spPr>
            <a:xfrm>
              <a:off x="5232400" y="3475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8" name="Google Shape;3298;p7"/>
            <p:cNvSpPr/>
            <p:nvPr/>
          </p:nvSpPr>
          <p:spPr>
            <a:xfrm>
              <a:off x="5334000" y="3335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p7"/>
            <p:cNvSpPr/>
            <p:nvPr/>
          </p:nvSpPr>
          <p:spPr>
            <a:xfrm>
              <a:off x="5422900" y="3577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p7"/>
            <p:cNvSpPr/>
            <p:nvPr/>
          </p:nvSpPr>
          <p:spPr>
            <a:xfrm>
              <a:off x="5524500" y="3526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p7"/>
            <p:cNvSpPr/>
            <p:nvPr/>
          </p:nvSpPr>
          <p:spPr>
            <a:xfrm>
              <a:off x="5626100" y="35516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p7"/>
            <p:cNvSpPr/>
            <p:nvPr/>
          </p:nvSpPr>
          <p:spPr>
            <a:xfrm>
              <a:off x="5727700" y="3704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3" name="Google Shape;3303;p7"/>
            <p:cNvSpPr/>
            <p:nvPr/>
          </p:nvSpPr>
          <p:spPr>
            <a:xfrm>
              <a:off x="5816600" y="3589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4" name="Google Shape;3304;p7"/>
            <p:cNvSpPr/>
            <p:nvPr/>
          </p:nvSpPr>
          <p:spPr>
            <a:xfrm>
              <a:off x="5918200" y="4097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p7"/>
            <p:cNvSpPr/>
            <p:nvPr/>
          </p:nvSpPr>
          <p:spPr>
            <a:xfrm>
              <a:off x="6019800" y="3970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p7"/>
            <p:cNvSpPr/>
            <p:nvPr/>
          </p:nvSpPr>
          <p:spPr>
            <a:xfrm>
              <a:off x="6121400" y="37675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p7"/>
            <p:cNvSpPr/>
            <p:nvPr/>
          </p:nvSpPr>
          <p:spPr>
            <a:xfrm>
              <a:off x="6210300" y="3907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8" name="Google Shape;3308;p7"/>
            <p:cNvSpPr/>
            <p:nvPr/>
          </p:nvSpPr>
          <p:spPr>
            <a:xfrm>
              <a:off x="6311900" y="3996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9" name="Google Shape;3309;p7"/>
            <p:cNvSpPr/>
            <p:nvPr/>
          </p:nvSpPr>
          <p:spPr>
            <a:xfrm>
              <a:off x="6413500" y="4300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0" name="Google Shape;3310;p7"/>
            <p:cNvSpPr/>
            <p:nvPr/>
          </p:nvSpPr>
          <p:spPr>
            <a:xfrm>
              <a:off x="3235325" y="3237357"/>
              <a:ext cx="101600" cy="101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1" name="Google Shape;3311;p7"/>
            <p:cNvSpPr/>
            <p:nvPr/>
          </p:nvSpPr>
          <p:spPr>
            <a:xfrm>
              <a:off x="3235325" y="3237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2" name="Google Shape;3312;p7"/>
            <p:cNvSpPr/>
            <p:nvPr/>
          </p:nvSpPr>
          <p:spPr>
            <a:xfrm>
              <a:off x="3336925" y="30468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3" name="Google Shape;3313;p7"/>
            <p:cNvSpPr/>
            <p:nvPr/>
          </p:nvSpPr>
          <p:spPr>
            <a:xfrm>
              <a:off x="3336925" y="30468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4" name="Google Shape;3314;p7"/>
            <p:cNvSpPr/>
            <p:nvPr/>
          </p:nvSpPr>
          <p:spPr>
            <a:xfrm>
              <a:off x="3425825" y="32246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p7"/>
            <p:cNvSpPr/>
            <p:nvPr/>
          </p:nvSpPr>
          <p:spPr>
            <a:xfrm>
              <a:off x="3425825" y="32246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7"/>
            <p:cNvSpPr/>
            <p:nvPr/>
          </p:nvSpPr>
          <p:spPr>
            <a:xfrm>
              <a:off x="3527425" y="3161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Google Shape;3317;p7"/>
            <p:cNvSpPr/>
            <p:nvPr/>
          </p:nvSpPr>
          <p:spPr>
            <a:xfrm>
              <a:off x="3527425" y="3161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p7"/>
            <p:cNvSpPr/>
            <p:nvPr/>
          </p:nvSpPr>
          <p:spPr>
            <a:xfrm>
              <a:off x="3629025" y="31484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9" name="Google Shape;3319;p7"/>
            <p:cNvSpPr/>
            <p:nvPr/>
          </p:nvSpPr>
          <p:spPr>
            <a:xfrm>
              <a:off x="3629025" y="3148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p7"/>
            <p:cNvSpPr/>
            <p:nvPr/>
          </p:nvSpPr>
          <p:spPr>
            <a:xfrm>
              <a:off x="3730625" y="3250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p7"/>
            <p:cNvSpPr/>
            <p:nvPr/>
          </p:nvSpPr>
          <p:spPr>
            <a:xfrm>
              <a:off x="3730625" y="3250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2" name="Google Shape;3322;p7"/>
            <p:cNvSpPr/>
            <p:nvPr/>
          </p:nvSpPr>
          <p:spPr>
            <a:xfrm>
              <a:off x="3819525" y="33262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p7"/>
            <p:cNvSpPr/>
            <p:nvPr/>
          </p:nvSpPr>
          <p:spPr>
            <a:xfrm>
              <a:off x="3819525" y="3326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p7"/>
            <p:cNvSpPr/>
            <p:nvPr/>
          </p:nvSpPr>
          <p:spPr>
            <a:xfrm>
              <a:off x="3921125" y="31357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5" name="Google Shape;3325;p7"/>
            <p:cNvSpPr/>
            <p:nvPr/>
          </p:nvSpPr>
          <p:spPr>
            <a:xfrm>
              <a:off x="3921125" y="3135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6" name="Google Shape;3326;p7"/>
            <p:cNvSpPr/>
            <p:nvPr/>
          </p:nvSpPr>
          <p:spPr>
            <a:xfrm>
              <a:off x="4022725" y="3161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7"/>
            <p:cNvSpPr/>
            <p:nvPr/>
          </p:nvSpPr>
          <p:spPr>
            <a:xfrm>
              <a:off x="4022725" y="3161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p7"/>
            <p:cNvSpPr/>
            <p:nvPr/>
          </p:nvSpPr>
          <p:spPr>
            <a:xfrm>
              <a:off x="4124325" y="31484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p7"/>
            <p:cNvSpPr/>
            <p:nvPr/>
          </p:nvSpPr>
          <p:spPr>
            <a:xfrm>
              <a:off x="4124325" y="3148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p7"/>
            <p:cNvSpPr/>
            <p:nvPr/>
          </p:nvSpPr>
          <p:spPr>
            <a:xfrm>
              <a:off x="4213225" y="32881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1" name="Google Shape;3331;p7"/>
            <p:cNvSpPr/>
            <p:nvPr/>
          </p:nvSpPr>
          <p:spPr>
            <a:xfrm>
              <a:off x="4213225" y="3288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2" name="Google Shape;3332;p7"/>
            <p:cNvSpPr/>
            <p:nvPr/>
          </p:nvSpPr>
          <p:spPr>
            <a:xfrm>
              <a:off x="4314825" y="3542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3" name="Google Shape;3333;p7"/>
            <p:cNvSpPr/>
            <p:nvPr/>
          </p:nvSpPr>
          <p:spPr>
            <a:xfrm>
              <a:off x="4314825" y="3542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p7"/>
            <p:cNvSpPr/>
            <p:nvPr/>
          </p:nvSpPr>
          <p:spPr>
            <a:xfrm>
              <a:off x="4416425" y="3440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p7"/>
            <p:cNvSpPr/>
            <p:nvPr/>
          </p:nvSpPr>
          <p:spPr>
            <a:xfrm>
              <a:off x="4416425" y="3440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p7"/>
            <p:cNvSpPr/>
            <p:nvPr/>
          </p:nvSpPr>
          <p:spPr>
            <a:xfrm>
              <a:off x="4518025" y="31357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p7"/>
            <p:cNvSpPr/>
            <p:nvPr/>
          </p:nvSpPr>
          <p:spPr>
            <a:xfrm>
              <a:off x="4518025" y="3135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8" name="Google Shape;3338;p7"/>
            <p:cNvSpPr/>
            <p:nvPr/>
          </p:nvSpPr>
          <p:spPr>
            <a:xfrm>
              <a:off x="4619625" y="34532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7"/>
            <p:cNvSpPr/>
            <p:nvPr/>
          </p:nvSpPr>
          <p:spPr>
            <a:xfrm>
              <a:off x="4619625" y="3453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0" name="Google Shape;3340;p7"/>
            <p:cNvSpPr/>
            <p:nvPr/>
          </p:nvSpPr>
          <p:spPr>
            <a:xfrm>
              <a:off x="4708525" y="32500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p7"/>
            <p:cNvSpPr/>
            <p:nvPr/>
          </p:nvSpPr>
          <p:spPr>
            <a:xfrm>
              <a:off x="4708525" y="3250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p7"/>
            <p:cNvSpPr/>
            <p:nvPr/>
          </p:nvSpPr>
          <p:spPr>
            <a:xfrm>
              <a:off x="4810125" y="35675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p7"/>
            <p:cNvSpPr/>
            <p:nvPr/>
          </p:nvSpPr>
          <p:spPr>
            <a:xfrm>
              <a:off x="4810125" y="3567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7"/>
            <p:cNvSpPr/>
            <p:nvPr/>
          </p:nvSpPr>
          <p:spPr>
            <a:xfrm>
              <a:off x="4911725" y="30341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7"/>
            <p:cNvSpPr/>
            <p:nvPr/>
          </p:nvSpPr>
          <p:spPr>
            <a:xfrm>
              <a:off x="4911725" y="3034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6" name="Google Shape;3346;p7"/>
            <p:cNvSpPr/>
            <p:nvPr/>
          </p:nvSpPr>
          <p:spPr>
            <a:xfrm>
              <a:off x="5013325" y="33897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7" name="Google Shape;3347;p7"/>
            <p:cNvSpPr/>
            <p:nvPr/>
          </p:nvSpPr>
          <p:spPr>
            <a:xfrm>
              <a:off x="5013325" y="3389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p7"/>
            <p:cNvSpPr/>
            <p:nvPr/>
          </p:nvSpPr>
          <p:spPr>
            <a:xfrm>
              <a:off x="5102225" y="3440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p7"/>
            <p:cNvSpPr/>
            <p:nvPr/>
          </p:nvSpPr>
          <p:spPr>
            <a:xfrm>
              <a:off x="5102225" y="3440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p7"/>
            <p:cNvSpPr/>
            <p:nvPr/>
          </p:nvSpPr>
          <p:spPr>
            <a:xfrm>
              <a:off x="5203825" y="3542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1" name="Google Shape;3351;p7"/>
            <p:cNvSpPr/>
            <p:nvPr/>
          </p:nvSpPr>
          <p:spPr>
            <a:xfrm>
              <a:off x="5203825" y="3542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p7"/>
            <p:cNvSpPr/>
            <p:nvPr/>
          </p:nvSpPr>
          <p:spPr>
            <a:xfrm>
              <a:off x="5305425" y="35167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p7"/>
            <p:cNvSpPr/>
            <p:nvPr/>
          </p:nvSpPr>
          <p:spPr>
            <a:xfrm>
              <a:off x="5305425" y="3516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p7"/>
            <p:cNvSpPr/>
            <p:nvPr/>
          </p:nvSpPr>
          <p:spPr>
            <a:xfrm>
              <a:off x="5407025" y="3377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7"/>
            <p:cNvSpPr/>
            <p:nvPr/>
          </p:nvSpPr>
          <p:spPr>
            <a:xfrm>
              <a:off x="5407025" y="3377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6" name="Google Shape;3356;p7"/>
            <p:cNvSpPr/>
            <p:nvPr/>
          </p:nvSpPr>
          <p:spPr>
            <a:xfrm>
              <a:off x="5495925" y="36183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p7"/>
            <p:cNvSpPr/>
            <p:nvPr/>
          </p:nvSpPr>
          <p:spPr>
            <a:xfrm>
              <a:off x="5495925" y="3618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8" name="Google Shape;3358;p7"/>
            <p:cNvSpPr/>
            <p:nvPr/>
          </p:nvSpPr>
          <p:spPr>
            <a:xfrm>
              <a:off x="5597525" y="3567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9" name="Google Shape;3359;p7"/>
            <p:cNvSpPr/>
            <p:nvPr/>
          </p:nvSpPr>
          <p:spPr>
            <a:xfrm>
              <a:off x="5597525" y="3567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p7"/>
            <p:cNvSpPr/>
            <p:nvPr/>
          </p:nvSpPr>
          <p:spPr>
            <a:xfrm>
              <a:off x="5699125" y="35929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Google Shape;3361;p7"/>
            <p:cNvSpPr/>
            <p:nvPr/>
          </p:nvSpPr>
          <p:spPr>
            <a:xfrm>
              <a:off x="5699125" y="35929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p7"/>
            <p:cNvSpPr/>
            <p:nvPr/>
          </p:nvSpPr>
          <p:spPr>
            <a:xfrm>
              <a:off x="5800725" y="3631057"/>
              <a:ext cx="190500" cy="21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p7"/>
            <p:cNvSpPr/>
            <p:nvPr/>
          </p:nvSpPr>
          <p:spPr>
            <a:xfrm>
              <a:off x="5800725" y="3745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4" name="Google Shape;3364;p7"/>
            <p:cNvSpPr/>
            <p:nvPr/>
          </p:nvSpPr>
          <p:spPr>
            <a:xfrm>
              <a:off x="5889625" y="3631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5" name="Google Shape;3365;p7"/>
            <p:cNvSpPr/>
            <p:nvPr/>
          </p:nvSpPr>
          <p:spPr>
            <a:xfrm>
              <a:off x="5991225" y="41390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6" name="Google Shape;3366;p7"/>
            <p:cNvSpPr/>
            <p:nvPr/>
          </p:nvSpPr>
          <p:spPr>
            <a:xfrm>
              <a:off x="5991225" y="4139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7" name="Google Shape;3367;p7"/>
            <p:cNvSpPr/>
            <p:nvPr/>
          </p:nvSpPr>
          <p:spPr>
            <a:xfrm>
              <a:off x="6092825" y="4012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p7"/>
            <p:cNvSpPr/>
            <p:nvPr/>
          </p:nvSpPr>
          <p:spPr>
            <a:xfrm>
              <a:off x="6092825" y="4012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p7"/>
            <p:cNvSpPr/>
            <p:nvPr/>
          </p:nvSpPr>
          <p:spPr>
            <a:xfrm>
              <a:off x="6194425" y="38088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p7"/>
            <p:cNvSpPr/>
            <p:nvPr/>
          </p:nvSpPr>
          <p:spPr>
            <a:xfrm>
              <a:off x="6194425" y="38088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p7"/>
            <p:cNvSpPr/>
            <p:nvPr/>
          </p:nvSpPr>
          <p:spPr>
            <a:xfrm>
              <a:off x="6283325" y="3948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7"/>
            <p:cNvSpPr/>
            <p:nvPr/>
          </p:nvSpPr>
          <p:spPr>
            <a:xfrm>
              <a:off x="6283325" y="3948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3" name="Google Shape;3373;p7"/>
            <p:cNvSpPr/>
            <p:nvPr/>
          </p:nvSpPr>
          <p:spPr>
            <a:xfrm>
              <a:off x="6384925" y="40374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p7"/>
            <p:cNvSpPr/>
            <p:nvPr/>
          </p:nvSpPr>
          <p:spPr>
            <a:xfrm>
              <a:off x="6384925" y="4037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p7"/>
            <p:cNvSpPr/>
            <p:nvPr/>
          </p:nvSpPr>
          <p:spPr>
            <a:xfrm>
              <a:off x="6486525" y="43422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p7"/>
            <p:cNvSpPr/>
            <p:nvPr/>
          </p:nvSpPr>
          <p:spPr>
            <a:xfrm>
              <a:off x="6486525" y="4342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p7"/>
            <p:cNvSpPr txBox="1"/>
            <p:nvPr/>
          </p:nvSpPr>
          <p:spPr>
            <a:xfrm>
              <a:off x="2126360" y="2514600"/>
              <a:ext cx="1446530" cy="33216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6675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8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86995" marR="0" lvl="0" indent="0" algn="l" rtl="0">
                <a:lnSpc>
                  <a:spcPct val="100000"/>
                </a:lnSpc>
                <a:spcBef>
                  <a:spcPts val="6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1970	1980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78" name="Google Shape;3378;p7"/>
            <p:cNvSpPr txBox="1"/>
            <p:nvPr/>
          </p:nvSpPr>
          <p:spPr>
            <a:xfrm>
              <a:off x="4172473" y="5559882"/>
              <a:ext cx="704328" cy="3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1990	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79" name="Google Shape;3379;p7"/>
            <p:cNvSpPr txBox="1"/>
            <p:nvPr/>
          </p:nvSpPr>
          <p:spPr>
            <a:xfrm>
              <a:off x="6143780" y="55972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2010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80" name="Google Shape;3380;p7"/>
            <p:cNvSpPr txBox="1"/>
            <p:nvPr/>
          </p:nvSpPr>
          <p:spPr>
            <a:xfrm>
              <a:off x="7129401" y="55972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2020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81" name="Google Shape;3381;p7"/>
            <p:cNvSpPr txBox="1"/>
            <p:nvPr/>
          </p:nvSpPr>
          <p:spPr>
            <a:xfrm rot="-5400000">
              <a:off x="38113" y="3942314"/>
              <a:ext cx="3466224" cy="45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50" rIns="0" bIns="0" anchor="t" anchorCtr="0">
              <a:noAutofit/>
            </a:bodyPr>
            <a:lstStyle/>
            <a:p>
              <a:pPr marL="527050" marR="5080" lvl="0" indent="-514985" algn="l" rtl="0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September Arctic Sea Ice Extent  (1,000,000 sq km)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82" name="Google Shape;3382;p7"/>
            <p:cNvSpPr/>
            <p:nvPr/>
          </p:nvSpPr>
          <p:spPr>
            <a:xfrm>
              <a:off x="2794000" y="3005582"/>
              <a:ext cx="4254500" cy="11049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3" name="Google Shape;3383;p7"/>
            <p:cNvSpPr/>
            <p:nvPr/>
          </p:nvSpPr>
          <p:spPr>
            <a:xfrm>
              <a:off x="2857500" y="3056382"/>
              <a:ext cx="4114800" cy="952500"/>
            </a:xfrm>
            <a:custGeom>
              <a:avLst/>
              <a:gdLst/>
              <a:ahLst/>
              <a:cxnLst/>
              <a:rect l="l" t="t" r="r" b="b"/>
              <a:pathLst>
                <a:path w="4114800" h="952500" extrusionOk="0">
                  <a:moveTo>
                    <a:pt x="0" y="0"/>
                  </a:moveTo>
                  <a:lnTo>
                    <a:pt x="4114802" y="952500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6" name="Google Shape;3386;p7"/>
            <p:cNvSpPr txBox="1"/>
            <p:nvPr/>
          </p:nvSpPr>
          <p:spPr>
            <a:xfrm>
              <a:off x="5181600" y="55836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2000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87" name="Google Shape;3387;p7"/>
            <p:cNvSpPr txBox="1"/>
            <p:nvPr/>
          </p:nvSpPr>
          <p:spPr>
            <a:xfrm>
              <a:off x="4267200" y="5867400"/>
              <a:ext cx="15356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Year Number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0640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Formal Representation: Interpretation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Supervised Learning: Regression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3246" name="Google Shape;3246;p7"/>
          <p:cNvSpPr/>
          <p:nvPr/>
        </p:nvSpPr>
        <p:spPr>
          <a:xfrm>
            <a:off x="724925" y="1874376"/>
            <a:ext cx="71628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...,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 a function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to predict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real-valued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7"/>
          <p:cNvSpPr/>
          <p:nvPr/>
        </p:nvSpPr>
        <p:spPr>
          <a:xfrm>
            <a:off x="-45720" y="1430774"/>
            <a:ext cx="937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 : Previously unseen records should be assigned a value as accurately as possible.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8" name="Google Shape;3248;p7"/>
          <p:cNvGrpSpPr/>
          <p:nvPr/>
        </p:nvGrpSpPr>
        <p:grpSpPr>
          <a:xfrm>
            <a:off x="304800" y="2819400"/>
            <a:ext cx="6189176" cy="3798330"/>
            <a:chOff x="1542025" y="2438402"/>
            <a:chExt cx="6189176" cy="3798330"/>
          </a:xfrm>
        </p:grpSpPr>
        <p:sp>
          <p:nvSpPr>
            <p:cNvPr id="3249" name="Google Shape;3249;p7"/>
            <p:cNvSpPr/>
            <p:nvPr/>
          </p:nvSpPr>
          <p:spPr>
            <a:xfrm>
              <a:off x="2394115" y="5202680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p7"/>
            <p:cNvSpPr/>
            <p:nvPr/>
          </p:nvSpPr>
          <p:spPr>
            <a:xfrm>
              <a:off x="2394115" y="48978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p7"/>
            <p:cNvSpPr/>
            <p:nvPr/>
          </p:nvSpPr>
          <p:spPr>
            <a:xfrm>
              <a:off x="2394115" y="45930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2" name="Google Shape;3252;p7"/>
            <p:cNvSpPr/>
            <p:nvPr/>
          </p:nvSpPr>
          <p:spPr>
            <a:xfrm>
              <a:off x="2394115" y="42755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3" name="Google Shape;3253;p7"/>
            <p:cNvSpPr/>
            <p:nvPr/>
          </p:nvSpPr>
          <p:spPr>
            <a:xfrm>
              <a:off x="2394115" y="39707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4" name="Google Shape;3254;p7"/>
            <p:cNvSpPr/>
            <p:nvPr/>
          </p:nvSpPr>
          <p:spPr>
            <a:xfrm>
              <a:off x="2394115" y="3665983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p7"/>
            <p:cNvSpPr/>
            <p:nvPr/>
          </p:nvSpPr>
          <p:spPr>
            <a:xfrm>
              <a:off x="2394115" y="3361182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p7"/>
            <p:cNvSpPr/>
            <p:nvPr/>
          </p:nvSpPr>
          <p:spPr>
            <a:xfrm>
              <a:off x="2394115" y="3056382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7" name="Google Shape;3257;p7"/>
            <p:cNvSpPr/>
            <p:nvPr/>
          </p:nvSpPr>
          <p:spPr>
            <a:xfrm>
              <a:off x="2394115" y="2742628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p7"/>
            <p:cNvSpPr/>
            <p:nvPr/>
          </p:nvSpPr>
          <p:spPr>
            <a:xfrm>
              <a:off x="2394115" y="2742628"/>
              <a:ext cx="0" cy="2767330"/>
            </a:xfrm>
            <a:custGeom>
              <a:avLst/>
              <a:gdLst/>
              <a:ahLst/>
              <a:cxnLst/>
              <a:rect l="l" t="t" r="r" b="b"/>
              <a:pathLst>
                <a:path w="120000" h="2767329" extrusionOk="0">
                  <a:moveTo>
                    <a:pt x="0" y="2767181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7"/>
            <p:cNvSpPr/>
            <p:nvPr/>
          </p:nvSpPr>
          <p:spPr>
            <a:xfrm>
              <a:off x="2337689" y="5509810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p7"/>
            <p:cNvSpPr/>
            <p:nvPr/>
          </p:nvSpPr>
          <p:spPr>
            <a:xfrm>
              <a:off x="2337689" y="5202680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p7"/>
            <p:cNvSpPr/>
            <p:nvPr/>
          </p:nvSpPr>
          <p:spPr>
            <a:xfrm>
              <a:off x="2337689" y="48978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p7"/>
            <p:cNvSpPr/>
            <p:nvPr/>
          </p:nvSpPr>
          <p:spPr>
            <a:xfrm>
              <a:off x="2337689" y="45930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p7"/>
            <p:cNvSpPr/>
            <p:nvPr/>
          </p:nvSpPr>
          <p:spPr>
            <a:xfrm>
              <a:off x="2337689" y="42755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p7"/>
            <p:cNvSpPr/>
            <p:nvPr/>
          </p:nvSpPr>
          <p:spPr>
            <a:xfrm>
              <a:off x="2337689" y="39707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5" name="Google Shape;3265;p7"/>
            <p:cNvSpPr/>
            <p:nvPr/>
          </p:nvSpPr>
          <p:spPr>
            <a:xfrm>
              <a:off x="2337689" y="3665983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p7"/>
            <p:cNvSpPr/>
            <p:nvPr/>
          </p:nvSpPr>
          <p:spPr>
            <a:xfrm>
              <a:off x="2337689" y="3361182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p7"/>
            <p:cNvSpPr/>
            <p:nvPr/>
          </p:nvSpPr>
          <p:spPr>
            <a:xfrm>
              <a:off x="2337689" y="3056382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p7"/>
            <p:cNvSpPr/>
            <p:nvPr/>
          </p:nvSpPr>
          <p:spPr>
            <a:xfrm>
              <a:off x="2337689" y="2742628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p7"/>
            <p:cNvSpPr/>
            <p:nvPr/>
          </p:nvSpPr>
          <p:spPr>
            <a:xfrm>
              <a:off x="2394115" y="5509811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p7"/>
            <p:cNvSpPr/>
            <p:nvPr/>
          </p:nvSpPr>
          <p:spPr>
            <a:xfrm>
              <a:off x="2394115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1" name="Google Shape;3271;p7"/>
            <p:cNvSpPr/>
            <p:nvPr/>
          </p:nvSpPr>
          <p:spPr>
            <a:xfrm>
              <a:off x="33781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2" name="Google Shape;3272;p7"/>
            <p:cNvSpPr/>
            <p:nvPr/>
          </p:nvSpPr>
          <p:spPr>
            <a:xfrm>
              <a:off x="43687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3" name="Google Shape;3273;p7"/>
            <p:cNvSpPr/>
            <p:nvPr/>
          </p:nvSpPr>
          <p:spPr>
            <a:xfrm>
              <a:off x="53466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4" name="Google Shape;3274;p7"/>
            <p:cNvSpPr/>
            <p:nvPr/>
          </p:nvSpPr>
          <p:spPr>
            <a:xfrm>
              <a:off x="6337297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5" name="Google Shape;3275;p7"/>
            <p:cNvSpPr/>
            <p:nvPr/>
          </p:nvSpPr>
          <p:spPr>
            <a:xfrm>
              <a:off x="7322308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6" name="Google Shape;3276;p7"/>
            <p:cNvSpPr/>
            <p:nvPr/>
          </p:nvSpPr>
          <p:spPr>
            <a:xfrm>
              <a:off x="3162300" y="3196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7" name="Google Shape;3277;p7"/>
            <p:cNvSpPr/>
            <p:nvPr/>
          </p:nvSpPr>
          <p:spPr>
            <a:xfrm>
              <a:off x="3263900" y="30055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8" name="Google Shape;3278;p7"/>
            <p:cNvSpPr/>
            <p:nvPr/>
          </p:nvSpPr>
          <p:spPr>
            <a:xfrm>
              <a:off x="3352800" y="31833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p7"/>
            <p:cNvSpPr/>
            <p:nvPr/>
          </p:nvSpPr>
          <p:spPr>
            <a:xfrm>
              <a:off x="3454400" y="3119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p7"/>
            <p:cNvSpPr/>
            <p:nvPr/>
          </p:nvSpPr>
          <p:spPr>
            <a:xfrm>
              <a:off x="3556000" y="3107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p7"/>
            <p:cNvSpPr/>
            <p:nvPr/>
          </p:nvSpPr>
          <p:spPr>
            <a:xfrm>
              <a:off x="3657600" y="3208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p7"/>
            <p:cNvSpPr/>
            <p:nvPr/>
          </p:nvSpPr>
          <p:spPr>
            <a:xfrm>
              <a:off x="3746500" y="3284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3" name="Google Shape;3283;p7"/>
            <p:cNvSpPr/>
            <p:nvPr/>
          </p:nvSpPr>
          <p:spPr>
            <a:xfrm>
              <a:off x="3848100" y="3094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p7"/>
            <p:cNvSpPr/>
            <p:nvPr/>
          </p:nvSpPr>
          <p:spPr>
            <a:xfrm>
              <a:off x="3949700" y="3119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p7"/>
            <p:cNvSpPr/>
            <p:nvPr/>
          </p:nvSpPr>
          <p:spPr>
            <a:xfrm>
              <a:off x="4051300" y="3107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p7"/>
            <p:cNvSpPr/>
            <p:nvPr/>
          </p:nvSpPr>
          <p:spPr>
            <a:xfrm>
              <a:off x="4140200" y="3246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p7"/>
            <p:cNvSpPr/>
            <p:nvPr/>
          </p:nvSpPr>
          <p:spPr>
            <a:xfrm>
              <a:off x="4241800" y="3500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p7"/>
            <p:cNvSpPr/>
            <p:nvPr/>
          </p:nvSpPr>
          <p:spPr>
            <a:xfrm>
              <a:off x="4343400" y="3399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9" name="Google Shape;3289;p7"/>
            <p:cNvSpPr/>
            <p:nvPr/>
          </p:nvSpPr>
          <p:spPr>
            <a:xfrm>
              <a:off x="4445000" y="3094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0" name="Google Shape;3290;p7"/>
            <p:cNvSpPr/>
            <p:nvPr/>
          </p:nvSpPr>
          <p:spPr>
            <a:xfrm>
              <a:off x="4546600" y="3411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1" name="Google Shape;3291;p7"/>
            <p:cNvSpPr/>
            <p:nvPr/>
          </p:nvSpPr>
          <p:spPr>
            <a:xfrm>
              <a:off x="4635500" y="3208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2" name="Google Shape;3292;p7"/>
            <p:cNvSpPr/>
            <p:nvPr/>
          </p:nvSpPr>
          <p:spPr>
            <a:xfrm>
              <a:off x="4737100" y="3526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3" name="Google Shape;3293;p7"/>
            <p:cNvSpPr/>
            <p:nvPr/>
          </p:nvSpPr>
          <p:spPr>
            <a:xfrm>
              <a:off x="4838700" y="2992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7"/>
            <p:cNvSpPr/>
            <p:nvPr/>
          </p:nvSpPr>
          <p:spPr>
            <a:xfrm>
              <a:off x="4940300" y="3348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p7"/>
            <p:cNvSpPr/>
            <p:nvPr/>
          </p:nvSpPr>
          <p:spPr>
            <a:xfrm>
              <a:off x="5029200" y="3399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p7"/>
            <p:cNvSpPr/>
            <p:nvPr/>
          </p:nvSpPr>
          <p:spPr>
            <a:xfrm>
              <a:off x="5130800" y="3500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p7"/>
            <p:cNvSpPr/>
            <p:nvPr/>
          </p:nvSpPr>
          <p:spPr>
            <a:xfrm>
              <a:off x="5232400" y="3475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8" name="Google Shape;3298;p7"/>
            <p:cNvSpPr/>
            <p:nvPr/>
          </p:nvSpPr>
          <p:spPr>
            <a:xfrm>
              <a:off x="5334000" y="3335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p7"/>
            <p:cNvSpPr/>
            <p:nvPr/>
          </p:nvSpPr>
          <p:spPr>
            <a:xfrm>
              <a:off x="5422900" y="3577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p7"/>
            <p:cNvSpPr/>
            <p:nvPr/>
          </p:nvSpPr>
          <p:spPr>
            <a:xfrm>
              <a:off x="5524500" y="3526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p7"/>
            <p:cNvSpPr/>
            <p:nvPr/>
          </p:nvSpPr>
          <p:spPr>
            <a:xfrm>
              <a:off x="5626100" y="35516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p7"/>
            <p:cNvSpPr/>
            <p:nvPr/>
          </p:nvSpPr>
          <p:spPr>
            <a:xfrm>
              <a:off x="5727700" y="3704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3" name="Google Shape;3303;p7"/>
            <p:cNvSpPr/>
            <p:nvPr/>
          </p:nvSpPr>
          <p:spPr>
            <a:xfrm>
              <a:off x="5816600" y="3589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4" name="Google Shape;3304;p7"/>
            <p:cNvSpPr/>
            <p:nvPr/>
          </p:nvSpPr>
          <p:spPr>
            <a:xfrm>
              <a:off x="5918200" y="4097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p7"/>
            <p:cNvSpPr/>
            <p:nvPr/>
          </p:nvSpPr>
          <p:spPr>
            <a:xfrm>
              <a:off x="6019800" y="3970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p7"/>
            <p:cNvSpPr/>
            <p:nvPr/>
          </p:nvSpPr>
          <p:spPr>
            <a:xfrm>
              <a:off x="6121400" y="37675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p7"/>
            <p:cNvSpPr/>
            <p:nvPr/>
          </p:nvSpPr>
          <p:spPr>
            <a:xfrm>
              <a:off x="6210300" y="3907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8" name="Google Shape;3308;p7"/>
            <p:cNvSpPr/>
            <p:nvPr/>
          </p:nvSpPr>
          <p:spPr>
            <a:xfrm>
              <a:off x="6311900" y="3996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9" name="Google Shape;3309;p7"/>
            <p:cNvSpPr/>
            <p:nvPr/>
          </p:nvSpPr>
          <p:spPr>
            <a:xfrm>
              <a:off x="6413500" y="4300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0" name="Google Shape;3310;p7"/>
            <p:cNvSpPr/>
            <p:nvPr/>
          </p:nvSpPr>
          <p:spPr>
            <a:xfrm>
              <a:off x="3235325" y="3237357"/>
              <a:ext cx="101600" cy="101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1" name="Google Shape;3311;p7"/>
            <p:cNvSpPr/>
            <p:nvPr/>
          </p:nvSpPr>
          <p:spPr>
            <a:xfrm>
              <a:off x="3235325" y="3237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2" name="Google Shape;3312;p7"/>
            <p:cNvSpPr/>
            <p:nvPr/>
          </p:nvSpPr>
          <p:spPr>
            <a:xfrm>
              <a:off x="3336925" y="30468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3" name="Google Shape;3313;p7"/>
            <p:cNvSpPr/>
            <p:nvPr/>
          </p:nvSpPr>
          <p:spPr>
            <a:xfrm>
              <a:off x="3336925" y="30468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4" name="Google Shape;3314;p7"/>
            <p:cNvSpPr/>
            <p:nvPr/>
          </p:nvSpPr>
          <p:spPr>
            <a:xfrm>
              <a:off x="3425825" y="32246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p7"/>
            <p:cNvSpPr/>
            <p:nvPr/>
          </p:nvSpPr>
          <p:spPr>
            <a:xfrm>
              <a:off x="3425825" y="32246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7"/>
            <p:cNvSpPr/>
            <p:nvPr/>
          </p:nvSpPr>
          <p:spPr>
            <a:xfrm>
              <a:off x="3527425" y="3161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Google Shape;3317;p7"/>
            <p:cNvSpPr/>
            <p:nvPr/>
          </p:nvSpPr>
          <p:spPr>
            <a:xfrm>
              <a:off x="3527425" y="3161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p7"/>
            <p:cNvSpPr/>
            <p:nvPr/>
          </p:nvSpPr>
          <p:spPr>
            <a:xfrm>
              <a:off x="3629025" y="31484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9" name="Google Shape;3319;p7"/>
            <p:cNvSpPr/>
            <p:nvPr/>
          </p:nvSpPr>
          <p:spPr>
            <a:xfrm>
              <a:off x="3629025" y="3148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p7"/>
            <p:cNvSpPr/>
            <p:nvPr/>
          </p:nvSpPr>
          <p:spPr>
            <a:xfrm>
              <a:off x="3730625" y="3250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p7"/>
            <p:cNvSpPr/>
            <p:nvPr/>
          </p:nvSpPr>
          <p:spPr>
            <a:xfrm>
              <a:off x="3730625" y="3250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2" name="Google Shape;3322;p7"/>
            <p:cNvSpPr/>
            <p:nvPr/>
          </p:nvSpPr>
          <p:spPr>
            <a:xfrm>
              <a:off x="3819525" y="33262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p7"/>
            <p:cNvSpPr/>
            <p:nvPr/>
          </p:nvSpPr>
          <p:spPr>
            <a:xfrm>
              <a:off x="3819525" y="3326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p7"/>
            <p:cNvSpPr/>
            <p:nvPr/>
          </p:nvSpPr>
          <p:spPr>
            <a:xfrm>
              <a:off x="3921125" y="31357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5" name="Google Shape;3325;p7"/>
            <p:cNvSpPr/>
            <p:nvPr/>
          </p:nvSpPr>
          <p:spPr>
            <a:xfrm>
              <a:off x="3921125" y="3135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6" name="Google Shape;3326;p7"/>
            <p:cNvSpPr/>
            <p:nvPr/>
          </p:nvSpPr>
          <p:spPr>
            <a:xfrm>
              <a:off x="4022725" y="3161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7"/>
            <p:cNvSpPr/>
            <p:nvPr/>
          </p:nvSpPr>
          <p:spPr>
            <a:xfrm>
              <a:off x="4022725" y="3161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p7"/>
            <p:cNvSpPr/>
            <p:nvPr/>
          </p:nvSpPr>
          <p:spPr>
            <a:xfrm>
              <a:off x="4124325" y="31484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p7"/>
            <p:cNvSpPr/>
            <p:nvPr/>
          </p:nvSpPr>
          <p:spPr>
            <a:xfrm>
              <a:off x="4124325" y="3148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p7"/>
            <p:cNvSpPr/>
            <p:nvPr/>
          </p:nvSpPr>
          <p:spPr>
            <a:xfrm>
              <a:off x="4213225" y="32881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1" name="Google Shape;3331;p7"/>
            <p:cNvSpPr/>
            <p:nvPr/>
          </p:nvSpPr>
          <p:spPr>
            <a:xfrm>
              <a:off x="4213225" y="3288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2" name="Google Shape;3332;p7"/>
            <p:cNvSpPr/>
            <p:nvPr/>
          </p:nvSpPr>
          <p:spPr>
            <a:xfrm>
              <a:off x="4314825" y="3542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3" name="Google Shape;3333;p7"/>
            <p:cNvSpPr/>
            <p:nvPr/>
          </p:nvSpPr>
          <p:spPr>
            <a:xfrm>
              <a:off x="4314825" y="3542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p7"/>
            <p:cNvSpPr/>
            <p:nvPr/>
          </p:nvSpPr>
          <p:spPr>
            <a:xfrm>
              <a:off x="4416425" y="3440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p7"/>
            <p:cNvSpPr/>
            <p:nvPr/>
          </p:nvSpPr>
          <p:spPr>
            <a:xfrm>
              <a:off x="4416425" y="3440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p7"/>
            <p:cNvSpPr/>
            <p:nvPr/>
          </p:nvSpPr>
          <p:spPr>
            <a:xfrm>
              <a:off x="4518025" y="31357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p7"/>
            <p:cNvSpPr/>
            <p:nvPr/>
          </p:nvSpPr>
          <p:spPr>
            <a:xfrm>
              <a:off x="4518025" y="3135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8" name="Google Shape;3338;p7"/>
            <p:cNvSpPr/>
            <p:nvPr/>
          </p:nvSpPr>
          <p:spPr>
            <a:xfrm>
              <a:off x="4619625" y="34532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7"/>
            <p:cNvSpPr/>
            <p:nvPr/>
          </p:nvSpPr>
          <p:spPr>
            <a:xfrm>
              <a:off x="4619625" y="3453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0" name="Google Shape;3340;p7"/>
            <p:cNvSpPr/>
            <p:nvPr/>
          </p:nvSpPr>
          <p:spPr>
            <a:xfrm>
              <a:off x="4708525" y="32500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p7"/>
            <p:cNvSpPr/>
            <p:nvPr/>
          </p:nvSpPr>
          <p:spPr>
            <a:xfrm>
              <a:off x="4708525" y="3250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p7"/>
            <p:cNvSpPr/>
            <p:nvPr/>
          </p:nvSpPr>
          <p:spPr>
            <a:xfrm>
              <a:off x="4810125" y="35675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p7"/>
            <p:cNvSpPr/>
            <p:nvPr/>
          </p:nvSpPr>
          <p:spPr>
            <a:xfrm>
              <a:off x="4810125" y="3567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7"/>
            <p:cNvSpPr/>
            <p:nvPr/>
          </p:nvSpPr>
          <p:spPr>
            <a:xfrm>
              <a:off x="4911725" y="30341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7"/>
            <p:cNvSpPr/>
            <p:nvPr/>
          </p:nvSpPr>
          <p:spPr>
            <a:xfrm>
              <a:off x="4911725" y="3034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6" name="Google Shape;3346;p7"/>
            <p:cNvSpPr/>
            <p:nvPr/>
          </p:nvSpPr>
          <p:spPr>
            <a:xfrm>
              <a:off x="5013325" y="33897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7" name="Google Shape;3347;p7"/>
            <p:cNvSpPr/>
            <p:nvPr/>
          </p:nvSpPr>
          <p:spPr>
            <a:xfrm>
              <a:off x="5013325" y="3389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p7"/>
            <p:cNvSpPr/>
            <p:nvPr/>
          </p:nvSpPr>
          <p:spPr>
            <a:xfrm>
              <a:off x="5102225" y="3440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p7"/>
            <p:cNvSpPr/>
            <p:nvPr/>
          </p:nvSpPr>
          <p:spPr>
            <a:xfrm>
              <a:off x="5102225" y="3440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p7"/>
            <p:cNvSpPr/>
            <p:nvPr/>
          </p:nvSpPr>
          <p:spPr>
            <a:xfrm>
              <a:off x="5203825" y="3542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1" name="Google Shape;3351;p7"/>
            <p:cNvSpPr/>
            <p:nvPr/>
          </p:nvSpPr>
          <p:spPr>
            <a:xfrm>
              <a:off x="5203825" y="3542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p7"/>
            <p:cNvSpPr/>
            <p:nvPr/>
          </p:nvSpPr>
          <p:spPr>
            <a:xfrm>
              <a:off x="5305425" y="35167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p7"/>
            <p:cNvSpPr/>
            <p:nvPr/>
          </p:nvSpPr>
          <p:spPr>
            <a:xfrm>
              <a:off x="5305425" y="3516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p7"/>
            <p:cNvSpPr/>
            <p:nvPr/>
          </p:nvSpPr>
          <p:spPr>
            <a:xfrm>
              <a:off x="5407025" y="3377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7"/>
            <p:cNvSpPr/>
            <p:nvPr/>
          </p:nvSpPr>
          <p:spPr>
            <a:xfrm>
              <a:off x="5407025" y="3377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6" name="Google Shape;3356;p7"/>
            <p:cNvSpPr/>
            <p:nvPr/>
          </p:nvSpPr>
          <p:spPr>
            <a:xfrm>
              <a:off x="5495925" y="36183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p7"/>
            <p:cNvSpPr/>
            <p:nvPr/>
          </p:nvSpPr>
          <p:spPr>
            <a:xfrm>
              <a:off x="5495925" y="3618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8" name="Google Shape;3358;p7"/>
            <p:cNvSpPr/>
            <p:nvPr/>
          </p:nvSpPr>
          <p:spPr>
            <a:xfrm>
              <a:off x="5597525" y="3567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9" name="Google Shape;3359;p7"/>
            <p:cNvSpPr/>
            <p:nvPr/>
          </p:nvSpPr>
          <p:spPr>
            <a:xfrm>
              <a:off x="5597525" y="3567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p7"/>
            <p:cNvSpPr/>
            <p:nvPr/>
          </p:nvSpPr>
          <p:spPr>
            <a:xfrm>
              <a:off x="5699125" y="35929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Google Shape;3361;p7"/>
            <p:cNvSpPr/>
            <p:nvPr/>
          </p:nvSpPr>
          <p:spPr>
            <a:xfrm>
              <a:off x="5699125" y="35929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p7"/>
            <p:cNvSpPr/>
            <p:nvPr/>
          </p:nvSpPr>
          <p:spPr>
            <a:xfrm>
              <a:off x="5800725" y="3631057"/>
              <a:ext cx="190500" cy="21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p7"/>
            <p:cNvSpPr/>
            <p:nvPr/>
          </p:nvSpPr>
          <p:spPr>
            <a:xfrm>
              <a:off x="5800725" y="3745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4" name="Google Shape;3364;p7"/>
            <p:cNvSpPr/>
            <p:nvPr/>
          </p:nvSpPr>
          <p:spPr>
            <a:xfrm>
              <a:off x="5889625" y="3631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5" name="Google Shape;3365;p7"/>
            <p:cNvSpPr/>
            <p:nvPr/>
          </p:nvSpPr>
          <p:spPr>
            <a:xfrm>
              <a:off x="5991225" y="41390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6" name="Google Shape;3366;p7"/>
            <p:cNvSpPr/>
            <p:nvPr/>
          </p:nvSpPr>
          <p:spPr>
            <a:xfrm>
              <a:off x="5991225" y="4139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7" name="Google Shape;3367;p7"/>
            <p:cNvSpPr/>
            <p:nvPr/>
          </p:nvSpPr>
          <p:spPr>
            <a:xfrm>
              <a:off x="6092825" y="4012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p7"/>
            <p:cNvSpPr/>
            <p:nvPr/>
          </p:nvSpPr>
          <p:spPr>
            <a:xfrm>
              <a:off x="6092825" y="4012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p7"/>
            <p:cNvSpPr/>
            <p:nvPr/>
          </p:nvSpPr>
          <p:spPr>
            <a:xfrm>
              <a:off x="6194425" y="38088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p7"/>
            <p:cNvSpPr/>
            <p:nvPr/>
          </p:nvSpPr>
          <p:spPr>
            <a:xfrm>
              <a:off x="6194425" y="38088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p7"/>
            <p:cNvSpPr/>
            <p:nvPr/>
          </p:nvSpPr>
          <p:spPr>
            <a:xfrm>
              <a:off x="6283325" y="3948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7"/>
            <p:cNvSpPr/>
            <p:nvPr/>
          </p:nvSpPr>
          <p:spPr>
            <a:xfrm>
              <a:off x="6283325" y="3948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3" name="Google Shape;3373;p7"/>
            <p:cNvSpPr/>
            <p:nvPr/>
          </p:nvSpPr>
          <p:spPr>
            <a:xfrm>
              <a:off x="6384925" y="40374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p7"/>
            <p:cNvSpPr/>
            <p:nvPr/>
          </p:nvSpPr>
          <p:spPr>
            <a:xfrm>
              <a:off x="6384925" y="4037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p7"/>
            <p:cNvSpPr/>
            <p:nvPr/>
          </p:nvSpPr>
          <p:spPr>
            <a:xfrm>
              <a:off x="6486525" y="43422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p7"/>
            <p:cNvSpPr/>
            <p:nvPr/>
          </p:nvSpPr>
          <p:spPr>
            <a:xfrm>
              <a:off x="6486525" y="4342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p7"/>
            <p:cNvSpPr txBox="1"/>
            <p:nvPr/>
          </p:nvSpPr>
          <p:spPr>
            <a:xfrm>
              <a:off x="2126360" y="2514600"/>
              <a:ext cx="1446530" cy="33216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6675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8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86995" marR="0" lvl="0" indent="0" algn="l" rtl="0">
                <a:lnSpc>
                  <a:spcPct val="100000"/>
                </a:lnSpc>
                <a:spcBef>
                  <a:spcPts val="6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1970	1980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78" name="Google Shape;3378;p7"/>
            <p:cNvSpPr txBox="1"/>
            <p:nvPr/>
          </p:nvSpPr>
          <p:spPr>
            <a:xfrm>
              <a:off x="4172473" y="5559882"/>
              <a:ext cx="704328" cy="3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1990	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79" name="Google Shape;3379;p7"/>
            <p:cNvSpPr txBox="1"/>
            <p:nvPr/>
          </p:nvSpPr>
          <p:spPr>
            <a:xfrm>
              <a:off x="6143780" y="55972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2010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80" name="Google Shape;3380;p7"/>
            <p:cNvSpPr txBox="1"/>
            <p:nvPr/>
          </p:nvSpPr>
          <p:spPr>
            <a:xfrm>
              <a:off x="7129401" y="55972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2020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81" name="Google Shape;3381;p7"/>
            <p:cNvSpPr txBox="1"/>
            <p:nvPr/>
          </p:nvSpPr>
          <p:spPr>
            <a:xfrm rot="-5400000">
              <a:off x="38113" y="3942314"/>
              <a:ext cx="3466224" cy="45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50" rIns="0" bIns="0" anchor="t" anchorCtr="0">
              <a:noAutofit/>
            </a:bodyPr>
            <a:lstStyle/>
            <a:p>
              <a:pPr marL="527050" marR="5080" lvl="0" indent="-514985" algn="l" rtl="0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September Arctic Sea Ice Extent  (1,000,000 sq km)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85" name="Google Shape;3385;p7"/>
            <p:cNvSpPr/>
            <p:nvPr/>
          </p:nvSpPr>
          <p:spPr>
            <a:xfrm>
              <a:off x="2895600" y="3208782"/>
              <a:ext cx="4114800" cy="1117600"/>
            </a:xfrm>
            <a:custGeom>
              <a:avLst/>
              <a:gdLst/>
              <a:ahLst/>
              <a:cxnLst/>
              <a:rect l="l" t="t" r="r" b="b"/>
              <a:pathLst>
                <a:path w="4114800" h="1117600" extrusionOk="0">
                  <a:moveTo>
                    <a:pt x="0" y="0"/>
                  </a:moveTo>
                  <a:lnTo>
                    <a:pt x="52492" y="566"/>
                  </a:lnTo>
                  <a:lnTo>
                    <a:pt x="104977" y="1144"/>
                  </a:lnTo>
                  <a:lnTo>
                    <a:pt x="157449" y="1745"/>
                  </a:lnTo>
                  <a:lnTo>
                    <a:pt x="209902" y="2382"/>
                  </a:lnTo>
                  <a:lnTo>
                    <a:pt x="262327" y="3065"/>
                  </a:lnTo>
                  <a:lnTo>
                    <a:pt x="314719" y="3807"/>
                  </a:lnTo>
                  <a:lnTo>
                    <a:pt x="367071" y="4620"/>
                  </a:lnTo>
                  <a:lnTo>
                    <a:pt x="419376" y="5514"/>
                  </a:lnTo>
                  <a:lnTo>
                    <a:pt x="471627" y="6502"/>
                  </a:lnTo>
                  <a:lnTo>
                    <a:pt x="523818" y="7595"/>
                  </a:lnTo>
                  <a:lnTo>
                    <a:pt x="575942" y="8805"/>
                  </a:lnTo>
                  <a:lnTo>
                    <a:pt x="627993" y="10144"/>
                  </a:lnTo>
                  <a:lnTo>
                    <a:pt x="679964" y="11624"/>
                  </a:lnTo>
                  <a:lnTo>
                    <a:pt x="731847" y="13255"/>
                  </a:lnTo>
                  <a:lnTo>
                    <a:pt x="783637" y="15051"/>
                  </a:lnTo>
                  <a:lnTo>
                    <a:pt x="835326" y="17022"/>
                  </a:lnTo>
                  <a:lnTo>
                    <a:pt x="886909" y="19181"/>
                  </a:lnTo>
                  <a:lnTo>
                    <a:pt x="938378" y="21538"/>
                  </a:lnTo>
                  <a:lnTo>
                    <a:pt x="989726" y="24107"/>
                  </a:lnTo>
                  <a:lnTo>
                    <a:pt x="1040947" y="26897"/>
                  </a:lnTo>
                  <a:lnTo>
                    <a:pt x="1092035" y="29922"/>
                  </a:lnTo>
                  <a:lnTo>
                    <a:pt x="1142981" y="33193"/>
                  </a:lnTo>
                  <a:lnTo>
                    <a:pt x="1193781" y="36721"/>
                  </a:lnTo>
                  <a:lnTo>
                    <a:pt x="1244427" y="40519"/>
                  </a:lnTo>
                  <a:lnTo>
                    <a:pt x="1294912" y="44597"/>
                  </a:lnTo>
                  <a:lnTo>
                    <a:pt x="1345231" y="48968"/>
                  </a:lnTo>
                  <a:lnTo>
                    <a:pt x="1395375" y="53644"/>
                  </a:lnTo>
                  <a:lnTo>
                    <a:pt x="1445338" y="58636"/>
                  </a:lnTo>
                  <a:lnTo>
                    <a:pt x="1495114" y="63955"/>
                  </a:lnTo>
                  <a:lnTo>
                    <a:pt x="1544697" y="69614"/>
                  </a:lnTo>
                  <a:lnTo>
                    <a:pt x="1594078" y="75624"/>
                  </a:lnTo>
                  <a:lnTo>
                    <a:pt x="1643252" y="81997"/>
                  </a:lnTo>
                  <a:lnTo>
                    <a:pt x="1692212" y="88745"/>
                  </a:lnTo>
                  <a:lnTo>
                    <a:pt x="1740952" y="95879"/>
                  </a:lnTo>
                  <a:lnTo>
                    <a:pt x="1789464" y="103411"/>
                  </a:lnTo>
                  <a:lnTo>
                    <a:pt x="1837741" y="111353"/>
                  </a:lnTo>
                  <a:lnTo>
                    <a:pt x="1885778" y="119716"/>
                  </a:lnTo>
                  <a:lnTo>
                    <a:pt x="1933568" y="128513"/>
                  </a:lnTo>
                  <a:lnTo>
                    <a:pt x="1981103" y="137754"/>
                  </a:lnTo>
                  <a:lnTo>
                    <a:pt x="2028377" y="147452"/>
                  </a:lnTo>
                  <a:lnTo>
                    <a:pt x="2075384" y="157618"/>
                  </a:lnTo>
                  <a:lnTo>
                    <a:pt x="2122116" y="168264"/>
                  </a:lnTo>
                  <a:lnTo>
                    <a:pt x="2168568" y="179402"/>
                  </a:lnTo>
                  <a:lnTo>
                    <a:pt x="2214731" y="191043"/>
                  </a:lnTo>
                  <a:lnTo>
                    <a:pt x="2260601" y="203200"/>
                  </a:lnTo>
                  <a:lnTo>
                    <a:pt x="2839642" y="424656"/>
                  </a:lnTo>
                  <a:lnTo>
                    <a:pt x="3444876" y="730250"/>
                  </a:lnTo>
                  <a:lnTo>
                    <a:pt x="3921524" y="1000919"/>
                  </a:lnTo>
                  <a:lnTo>
                    <a:pt x="4114802" y="1117600"/>
                  </a:ln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6" name="Google Shape;3386;p7"/>
            <p:cNvSpPr txBox="1"/>
            <p:nvPr/>
          </p:nvSpPr>
          <p:spPr>
            <a:xfrm>
              <a:off x="5181600" y="55836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2000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87" name="Google Shape;3387;p7"/>
            <p:cNvSpPr txBox="1"/>
            <p:nvPr/>
          </p:nvSpPr>
          <p:spPr>
            <a:xfrm>
              <a:off x="4267200" y="5867400"/>
              <a:ext cx="15356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Year Number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217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Formal Representation: Interpretation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Supervised Learning: Regression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3246" name="Google Shape;3246;p7"/>
          <p:cNvSpPr/>
          <p:nvPr/>
        </p:nvSpPr>
        <p:spPr>
          <a:xfrm>
            <a:off x="724925" y="1874376"/>
            <a:ext cx="71628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...,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 a function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to predict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real-valued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7"/>
          <p:cNvSpPr/>
          <p:nvPr/>
        </p:nvSpPr>
        <p:spPr>
          <a:xfrm>
            <a:off x="-45720" y="1430774"/>
            <a:ext cx="937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 : Previously unseen records should be assigned a value as accurately as possible.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8" name="Google Shape;3248;p7"/>
          <p:cNvGrpSpPr/>
          <p:nvPr/>
        </p:nvGrpSpPr>
        <p:grpSpPr>
          <a:xfrm>
            <a:off x="304800" y="2819400"/>
            <a:ext cx="6189176" cy="3798330"/>
            <a:chOff x="1542025" y="2438402"/>
            <a:chExt cx="6189176" cy="3798330"/>
          </a:xfrm>
        </p:grpSpPr>
        <p:sp>
          <p:nvSpPr>
            <p:cNvPr id="3249" name="Google Shape;3249;p7"/>
            <p:cNvSpPr/>
            <p:nvPr/>
          </p:nvSpPr>
          <p:spPr>
            <a:xfrm>
              <a:off x="2394115" y="5202680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p7"/>
            <p:cNvSpPr/>
            <p:nvPr/>
          </p:nvSpPr>
          <p:spPr>
            <a:xfrm>
              <a:off x="2394115" y="48978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p7"/>
            <p:cNvSpPr/>
            <p:nvPr/>
          </p:nvSpPr>
          <p:spPr>
            <a:xfrm>
              <a:off x="2394115" y="45930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2" name="Google Shape;3252;p7"/>
            <p:cNvSpPr/>
            <p:nvPr/>
          </p:nvSpPr>
          <p:spPr>
            <a:xfrm>
              <a:off x="2394115" y="42755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3" name="Google Shape;3253;p7"/>
            <p:cNvSpPr/>
            <p:nvPr/>
          </p:nvSpPr>
          <p:spPr>
            <a:xfrm>
              <a:off x="2394115" y="39707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4" name="Google Shape;3254;p7"/>
            <p:cNvSpPr/>
            <p:nvPr/>
          </p:nvSpPr>
          <p:spPr>
            <a:xfrm>
              <a:off x="2394115" y="3665983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p7"/>
            <p:cNvSpPr/>
            <p:nvPr/>
          </p:nvSpPr>
          <p:spPr>
            <a:xfrm>
              <a:off x="2394115" y="3361182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p7"/>
            <p:cNvSpPr/>
            <p:nvPr/>
          </p:nvSpPr>
          <p:spPr>
            <a:xfrm>
              <a:off x="2394115" y="3056382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7" name="Google Shape;3257;p7"/>
            <p:cNvSpPr/>
            <p:nvPr/>
          </p:nvSpPr>
          <p:spPr>
            <a:xfrm>
              <a:off x="2394115" y="2742628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p7"/>
            <p:cNvSpPr/>
            <p:nvPr/>
          </p:nvSpPr>
          <p:spPr>
            <a:xfrm>
              <a:off x="2394115" y="2742628"/>
              <a:ext cx="0" cy="2767330"/>
            </a:xfrm>
            <a:custGeom>
              <a:avLst/>
              <a:gdLst/>
              <a:ahLst/>
              <a:cxnLst/>
              <a:rect l="l" t="t" r="r" b="b"/>
              <a:pathLst>
                <a:path w="120000" h="2767329" extrusionOk="0">
                  <a:moveTo>
                    <a:pt x="0" y="2767181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7"/>
            <p:cNvSpPr/>
            <p:nvPr/>
          </p:nvSpPr>
          <p:spPr>
            <a:xfrm>
              <a:off x="2337689" y="5509810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p7"/>
            <p:cNvSpPr/>
            <p:nvPr/>
          </p:nvSpPr>
          <p:spPr>
            <a:xfrm>
              <a:off x="2337689" y="5202680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p7"/>
            <p:cNvSpPr/>
            <p:nvPr/>
          </p:nvSpPr>
          <p:spPr>
            <a:xfrm>
              <a:off x="2337689" y="48978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p7"/>
            <p:cNvSpPr/>
            <p:nvPr/>
          </p:nvSpPr>
          <p:spPr>
            <a:xfrm>
              <a:off x="2337689" y="45930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p7"/>
            <p:cNvSpPr/>
            <p:nvPr/>
          </p:nvSpPr>
          <p:spPr>
            <a:xfrm>
              <a:off x="2337689" y="42755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p7"/>
            <p:cNvSpPr/>
            <p:nvPr/>
          </p:nvSpPr>
          <p:spPr>
            <a:xfrm>
              <a:off x="2337689" y="39707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5" name="Google Shape;3265;p7"/>
            <p:cNvSpPr/>
            <p:nvPr/>
          </p:nvSpPr>
          <p:spPr>
            <a:xfrm>
              <a:off x="2337689" y="3665983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p7"/>
            <p:cNvSpPr/>
            <p:nvPr/>
          </p:nvSpPr>
          <p:spPr>
            <a:xfrm>
              <a:off x="2337689" y="3361182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p7"/>
            <p:cNvSpPr/>
            <p:nvPr/>
          </p:nvSpPr>
          <p:spPr>
            <a:xfrm>
              <a:off x="2337689" y="3056382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p7"/>
            <p:cNvSpPr/>
            <p:nvPr/>
          </p:nvSpPr>
          <p:spPr>
            <a:xfrm>
              <a:off x="2337689" y="2742628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p7"/>
            <p:cNvSpPr/>
            <p:nvPr/>
          </p:nvSpPr>
          <p:spPr>
            <a:xfrm>
              <a:off x="2394115" y="5509811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p7"/>
            <p:cNvSpPr/>
            <p:nvPr/>
          </p:nvSpPr>
          <p:spPr>
            <a:xfrm>
              <a:off x="2394115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1" name="Google Shape;3271;p7"/>
            <p:cNvSpPr/>
            <p:nvPr/>
          </p:nvSpPr>
          <p:spPr>
            <a:xfrm>
              <a:off x="33781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2" name="Google Shape;3272;p7"/>
            <p:cNvSpPr/>
            <p:nvPr/>
          </p:nvSpPr>
          <p:spPr>
            <a:xfrm>
              <a:off x="43687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3" name="Google Shape;3273;p7"/>
            <p:cNvSpPr/>
            <p:nvPr/>
          </p:nvSpPr>
          <p:spPr>
            <a:xfrm>
              <a:off x="53466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4" name="Google Shape;3274;p7"/>
            <p:cNvSpPr/>
            <p:nvPr/>
          </p:nvSpPr>
          <p:spPr>
            <a:xfrm>
              <a:off x="6337297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5" name="Google Shape;3275;p7"/>
            <p:cNvSpPr/>
            <p:nvPr/>
          </p:nvSpPr>
          <p:spPr>
            <a:xfrm>
              <a:off x="7322308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6" name="Google Shape;3276;p7"/>
            <p:cNvSpPr/>
            <p:nvPr/>
          </p:nvSpPr>
          <p:spPr>
            <a:xfrm>
              <a:off x="3162300" y="3196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7" name="Google Shape;3277;p7"/>
            <p:cNvSpPr/>
            <p:nvPr/>
          </p:nvSpPr>
          <p:spPr>
            <a:xfrm>
              <a:off x="3263900" y="30055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8" name="Google Shape;3278;p7"/>
            <p:cNvSpPr/>
            <p:nvPr/>
          </p:nvSpPr>
          <p:spPr>
            <a:xfrm>
              <a:off x="3352800" y="31833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p7"/>
            <p:cNvSpPr/>
            <p:nvPr/>
          </p:nvSpPr>
          <p:spPr>
            <a:xfrm>
              <a:off x="3454400" y="3119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p7"/>
            <p:cNvSpPr/>
            <p:nvPr/>
          </p:nvSpPr>
          <p:spPr>
            <a:xfrm>
              <a:off x="3556000" y="3107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p7"/>
            <p:cNvSpPr/>
            <p:nvPr/>
          </p:nvSpPr>
          <p:spPr>
            <a:xfrm>
              <a:off x="3657600" y="3208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p7"/>
            <p:cNvSpPr/>
            <p:nvPr/>
          </p:nvSpPr>
          <p:spPr>
            <a:xfrm>
              <a:off x="3746500" y="3284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3" name="Google Shape;3283;p7"/>
            <p:cNvSpPr/>
            <p:nvPr/>
          </p:nvSpPr>
          <p:spPr>
            <a:xfrm>
              <a:off x="3848100" y="3094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p7"/>
            <p:cNvSpPr/>
            <p:nvPr/>
          </p:nvSpPr>
          <p:spPr>
            <a:xfrm>
              <a:off x="3949700" y="3119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p7"/>
            <p:cNvSpPr/>
            <p:nvPr/>
          </p:nvSpPr>
          <p:spPr>
            <a:xfrm>
              <a:off x="4051300" y="3107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p7"/>
            <p:cNvSpPr/>
            <p:nvPr/>
          </p:nvSpPr>
          <p:spPr>
            <a:xfrm>
              <a:off x="4140200" y="3246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p7"/>
            <p:cNvSpPr/>
            <p:nvPr/>
          </p:nvSpPr>
          <p:spPr>
            <a:xfrm>
              <a:off x="4241800" y="3500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p7"/>
            <p:cNvSpPr/>
            <p:nvPr/>
          </p:nvSpPr>
          <p:spPr>
            <a:xfrm>
              <a:off x="4343400" y="3399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9" name="Google Shape;3289;p7"/>
            <p:cNvSpPr/>
            <p:nvPr/>
          </p:nvSpPr>
          <p:spPr>
            <a:xfrm>
              <a:off x="4445000" y="3094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0" name="Google Shape;3290;p7"/>
            <p:cNvSpPr/>
            <p:nvPr/>
          </p:nvSpPr>
          <p:spPr>
            <a:xfrm>
              <a:off x="4546600" y="3411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1" name="Google Shape;3291;p7"/>
            <p:cNvSpPr/>
            <p:nvPr/>
          </p:nvSpPr>
          <p:spPr>
            <a:xfrm>
              <a:off x="4635500" y="3208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2" name="Google Shape;3292;p7"/>
            <p:cNvSpPr/>
            <p:nvPr/>
          </p:nvSpPr>
          <p:spPr>
            <a:xfrm>
              <a:off x="4737100" y="3526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3" name="Google Shape;3293;p7"/>
            <p:cNvSpPr/>
            <p:nvPr/>
          </p:nvSpPr>
          <p:spPr>
            <a:xfrm>
              <a:off x="4838700" y="2992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7"/>
            <p:cNvSpPr/>
            <p:nvPr/>
          </p:nvSpPr>
          <p:spPr>
            <a:xfrm>
              <a:off x="4940300" y="3348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p7"/>
            <p:cNvSpPr/>
            <p:nvPr/>
          </p:nvSpPr>
          <p:spPr>
            <a:xfrm>
              <a:off x="5029200" y="3399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p7"/>
            <p:cNvSpPr/>
            <p:nvPr/>
          </p:nvSpPr>
          <p:spPr>
            <a:xfrm>
              <a:off x="5130800" y="3500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p7"/>
            <p:cNvSpPr/>
            <p:nvPr/>
          </p:nvSpPr>
          <p:spPr>
            <a:xfrm>
              <a:off x="5232400" y="3475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8" name="Google Shape;3298;p7"/>
            <p:cNvSpPr/>
            <p:nvPr/>
          </p:nvSpPr>
          <p:spPr>
            <a:xfrm>
              <a:off x="5334000" y="3335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p7"/>
            <p:cNvSpPr/>
            <p:nvPr/>
          </p:nvSpPr>
          <p:spPr>
            <a:xfrm>
              <a:off x="5422900" y="3577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p7"/>
            <p:cNvSpPr/>
            <p:nvPr/>
          </p:nvSpPr>
          <p:spPr>
            <a:xfrm>
              <a:off x="5524500" y="3526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p7"/>
            <p:cNvSpPr/>
            <p:nvPr/>
          </p:nvSpPr>
          <p:spPr>
            <a:xfrm>
              <a:off x="5626100" y="35516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p7"/>
            <p:cNvSpPr/>
            <p:nvPr/>
          </p:nvSpPr>
          <p:spPr>
            <a:xfrm>
              <a:off x="5727700" y="3704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3" name="Google Shape;3303;p7"/>
            <p:cNvSpPr/>
            <p:nvPr/>
          </p:nvSpPr>
          <p:spPr>
            <a:xfrm>
              <a:off x="5816600" y="3589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4" name="Google Shape;3304;p7"/>
            <p:cNvSpPr/>
            <p:nvPr/>
          </p:nvSpPr>
          <p:spPr>
            <a:xfrm>
              <a:off x="5918200" y="4097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p7"/>
            <p:cNvSpPr/>
            <p:nvPr/>
          </p:nvSpPr>
          <p:spPr>
            <a:xfrm>
              <a:off x="6019800" y="3970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p7"/>
            <p:cNvSpPr/>
            <p:nvPr/>
          </p:nvSpPr>
          <p:spPr>
            <a:xfrm>
              <a:off x="6121400" y="37675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p7"/>
            <p:cNvSpPr/>
            <p:nvPr/>
          </p:nvSpPr>
          <p:spPr>
            <a:xfrm>
              <a:off x="6210300" y="3907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8" name="Google Shape;3308;p7"/>
            <p:cNvSpPr/>
            <p:nvPr/>
          </p:nvSpPr>
          <p:spPr>
            <a:xfrm>
              <a:off x="6311900" y="3996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9" name="Google Shape;3309;p7"/>
            <p:cNvSpPr/>
            <p:nvPr/>
          </p:nvSpPr>
          <p:spPr>
            <a:xfrm>
              <a:off x="6413500" y="4300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0" name="Google Shape;3310;p7"/>
            <p:cNvSpPr/>
            <p:nvPr/>
          </p:nvSpPr>
          <p:spPr>
            <a:xfrm>
              <a:off x="3235325" y="3237357"/>
              <a:ext cx="101600" cy="101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1" name="Google Shape;3311;p7"/>
            <p:cNvSpPr/>
            <p:nvPr/>
          </p:nvSpPr>
          <p:spPr>
            <a:xfrm>
              <a:off x="3235325" y="3237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2" name="Google Shape;3312;p7"/>
            <p:cNvSpPr/>
            <p:nvPr/>
          </p:nvSpPr>
          <p:spPr>
            <a:xfrm>
              <a:off x="3336925" y="30468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3" name="Google Shape;3313;p7"/>
            <p:cNvSpPr/>
            <p:nvPr/>
          </p:nvSpPr>
          <p:spPr>
            <a:xfrm>
              <a:off x="3336925" y="30468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4" name="Google Shape;3314;p7"/>
            <p:cNvSpPr/>
            <p:nvPr/>
          </p:nvSpPr>
          <p:spPr>
            <a:xfrm>
              <a:off x="3425825" y="32246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p7"/>
            <p:cNvSpPr/>
            <p:nvPr/>
          </p:nvSpPr>
          <p:spPr>
            <a:xfrm>
              <a:off x="3425825" y="32246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7"/>
            <p:cNvSpPr/>
            <p:nvPr/>
          </p:nvSpPr>
          <p:spPr>
            <a:xfrm>
              <a:off x="3527425" y="3161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Google Shape;3317;p7"/>
            <p:cNvSpPr/>
            <p:nvPr/>
          </p:nvSpPr>
          <p:spPr>
            <a:xfrm>
              <a:off x="3527425" y="3161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p7"/>
            <p:cNvSpPr/>
            <p:nvPr/>
          </p:nvSpPr>
          <p:spPr>
            <a:xfrm>
              <a:off x="3629025" y="31484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9" name="Google Shape;3319;p7"/>
            <p:cNvSpPr/>
            <p:nvPr/>
          </p:nvSpPr>
          <p:spPr>
            <a:xfrm>
              <a:off x="3629025" y="3148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p7"/>
            <p:cNvSpPr/>
            <p:nvPr/>
          </p:nvSpPr>
          <p:spPr>
            <a:xfrm>
              <a:off x="3730625" y="3250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p7"/>
            <p:cNvSpPr/>
            <p:nvPr/>
          </p:nvSpPr>
          <p:spPr>
            <a:xfrm>
              <a:off x="3730625" y="3250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2" name="Google Shape;3322;p7"/>
            <p:cNvSpPr/>
            <p:nvPr/>
          </p:nvSpPr>
          <p:spPr>
            <a:xfrm>
              <a:off x="3819525" y="33262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p7"/>
            <p:cNvSpPr/>
            <p:nvPr/>
          </p:nvSpPr>
          <p:spPr>
            <a:xfrm>
              <a:off x="3819525" y="3326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p7"/>
            <p:cNvSpPr/>
            <p:nvPr/>
          </p:nvSpPr>
          <p:spPr>
            <a:xfrm>
              <a:off x="3921125" y="31357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5" name="Google Shape;3325;p7"/>
            <p:cNvSpPr/>
            <p:nvPr/>
          </p:nvSpPr>
          <p:spPr>
            <a:xfrm>
              <a:off x="3921125" y="3135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6" name="Google Shape;3326;p7"/>
            <p:cNvSpPr/>
            <p:nvPr/>
          </p:nvSpPr>
          <p:spPr>
            <a:xfrm>
              <a:off x="4022725" y="3161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7"/>
            <p:cNvSpPr/>
            <p:nvPr/>
          </p:nvSpPr>
          <p:spPr>
            <a:xfrm>
              <a:off x="4022725" y="3161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p7"/>
            <p:cNvSpPr/>
            <p:nvPr/>
          </p:nvSpPr>
          <p:spPr>
            <a:xfrm>
              <a:off x="4124325" y="31484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p7"/>
            <p:cNvSpPr/>
            <p:nvPr/>
          </p:nvSpPr>
          <p:spPr>
            <a:xfrm>
              <a:off x="4124325" y="3148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p7"/>
            <p:cNvSpPr/>
            <p:nvPr/>
          </p:nvSpPr>
          <p:spPr>
            <a:xfrm>
              <a:off x="4213225" y="32881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1" name="Google Shape;3331;p7"/>
            <p:cNvSpPr/>
            <p:nvPr/>
          </p:nvSpPr>
          <p:spPr>
            <a:xfrm>
              <a:off x="4213225" y="3288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2" name="Google Shape;3332;p7"/>
            <p:cNvSpPr/>
            <p:nvPr/>
          </p:nvSpPr>
          <p:spPr>
            <a:xfrm>
              <a:off x="4314825" y="3542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3" name="Google Shape;3333;p7"/>
            <p:cNvSpPr/>
            <p:nvPr/>
          </p:nvSpPr>
          <p:spPr>
            <a:xfrm>
              <a:off x="4314825" y="3542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p7"/>
            <p:cNvSpPr/>
            <p:nvPr/>
          </p:nvSpPr>
          <p:spPr>
            <a:xfrm>
              <a:off x="4416425" y="3440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p7"/>
            <p:cNvSpPr/>
            <p:nvPr/>
          </p:nvSpPr>
          <p:spPr>
            <a:xfrm>
              <a:off x="4416425" y="3440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p7"/>
            <p:cNvSpPr/>
            <p:nvPr/>
          </p:nvSpPr>
          <p:spPr>
            <a:xfrm>
              <a:off x="4518025" y="31357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p7"/>
            <p:cNvSpPr/>
            <p:nvPr/>
          </p:nvSpPr>
          <p:spPr>
            <a:xfrm>
              <a:off x="4518025" y="3135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8" name="Google Shape;3338;p7"/>
            <p:cNvSpPr/>
            <p:nvPr/>
          </p:nvSpPr>
          <p:spPr>
            <a:xfrm>
              <a:off x="4619625" y="34532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7"/>
            <p:cNvSpPr/>
            <p:nvPr/>
          </p:nvSpPr>
          <p:spPr>
            <a:xfrm>
              <a:off x="4619625" y="3453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0" name="Google Shape;3340;p7"/>
            <p:cNvSpPr/>
            <p:nvPr/>
          </p:nvSpPr>
          <p:spPr>
            <a:xfrm>
              <a:off x="4708525" y="32500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p7"/>
            <p:cNvSpPr/>
            <p:nvPr/>
          </p:nvSpPr>
          <p:spPr>
            <a:xfrm>
              <a:off x="4708525" y="3250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p7"/>
            <p:cNvSpPr/>
            <p:nvPr/>
          </p:nvSpPr>
          <p:spPr>
            <a:xfrm>
              <a:off x="4810125" y="35675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p7"/>
            <p:cNvSpPr/>
            <p:nvPr/>
          </p:nvSpPr>
          <p:spPr>
            <a:xfrm>
              <a:off x="4810125" y="3567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7"/>
            <p:cNvSpPr/>
            <p:nvPr/>
          </p:nvSpPr>
          <p:spPr>
            <a:xfrm>
              <a:off x="4911725" y="30341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7"/>
            <p:cNvSpPr/>
            <p:nvPr/>
          </p:nvSpPr>
          <p:spPr>
            <a:xfrm>
              <a:off x="4911725" y="3034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6" name="Google Shape;3346;p7"/>
            <p:cNvSpPr/>
            <p:nvPr/>
          </p:nvSpPr>
          <p:spPr>
            <a:xfrm>
              <a:off x="5013325" y="33897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7" name="Google Shape;3347;p7"/>
            <p:cNvSpPr/>
            <p:nvPr/>
          </p:nvSpPr>
          <p:spPr>
            <a:xfrm>
              <a:off x="5013325" y="3389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p7"/>
            <p:cNvSpPr/>
            <p:nvPr/>
          </p:nvSpPr>
          <p:spPr>
            <a:xfrm>
              <a:off x="5102225" y="3440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p7"/>
            <p:cNvSpPr/>
            <p:nvPr/>
          </p:nvSpPr>
          <p:spPr>
            <a:xfrm>
              <a:off x="5102225" y="3440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p7"/>
            <p:cNvSpPr/>
            <p:nvPr/>
          </p:nvSpPr>
          <p:spPr>
            <a:xfrm>
              <a:off x="5203825" y="3542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1" name="Google Shape;3351;p7"/>
            <p:cNvSpPr/>
            <p:nvPr/>
          </p:nvSpPr>
          <p:spPr>
            <a:xfrm>
              <a:off x="5203825" y="3542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p7"/>
            <p:cNvSpPr/>
            <p:nvPr/>
          </p:nvSpPr>
          <p:spPr>
            <a:xfrm>
              <a:off x="5305425" y="35167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p7"/>
            <p:cNvSpPr/>
            <p:nvPr/>
          </p:nvSpPr>
          <p:spPr>
            <a:xfrm>
              <a:off x="5305425" y="3516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p7"/>
            <p:cNvSpPr/>
            <p:nvPr/>
          </p:nvSpPr>
          <p:spPr>
            <a:xfrm>
              <a:off x="5407025" y="3377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7"/>
            <p:cNvSpPr/>
            <p:nvPr/>
          </p:nvSpPr>
          <p:spPr>
            <a:xfrm>
              <a:off x="5407025" y="3377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6" name="Google Shape;3356;p7"/>
            <p:cNvSpPr/>
            <p:nvPr/>
          </p:nvSpPr>
          <p:spPr>
            <a:xfrm>
              <a:off x="5495925" y="36183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p7"/>
            <p:cNvSpPr/>
            <p:nvPr/>
          </p:nvSpPr>
          <p:spPr>
            <a:xfrm>
              <a:off x="5495925" y="3618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8" name="Google Shape;3358;p7"/>
            <p:cNvSpPr/>
            <p:nvPr/>
          </p:nvSpPr>
          <p:spPr>
            <a:xfrm>
              <a:off x="5597525" y="3567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9" name="Google Shape;3359;p7"/>
            <p:cNvSpPr/>
            <p:nvPr/>
          </p:nvSpPr>
          <p:spPr>
            <a:xfrm>
              <a:off x="5597525" y="3567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p7"/>
            <p:cNvSpPr/>
            <p:nvPr/>
          </p:nvSpPr>
          <p:spPr>
            <a:xfrm>
              <a:off x="5699125" y="35929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Google Shape;3361;p7"/>
            <p:cNvSpPr/>
            <p:nvPr/>
          </p:nvSpPr>
          <p:spPr>
            <a:xfrm>
              <a:off x="5699125" y="35929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p7"/>
            <p:cNvSpPr/>
            <p:nvPr/>
          </p:nvSpPr>
          <p:spPr>
            <a:xfrm>
              <a:off x="5800725" y="3631057"/>
              <a:ext cx="190500" cy="21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p7"/>
            <p:cNvSpPr/>
            <p:nvPr/>
          </p:nvSpPr>
          <p:spPr>
            <a:xfrm>
              <a:off x="5800725" y="3745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4" name="Google Shape;3364;p7"/>
            <p:cNvSpPr/>
            <p:nvPr/>
          </p:nvSpPr>
          <p:spPr>
            <a:xfrm>
              <a:off x="5889625" y="3631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5" name="Google Shape;3365;p7"/>
            <p:cNvSpPr/>
            <p:nvPr/>
          </p:nvSpPr>
          <p:spPr>
            <a:xfrm>
              <a:off x="5991225" y="41390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6" name="Google Shape;3366;p7"/>
            <p:cNvSpPr/>
            <p:nvPr/>
          </p:nvSpPr>
          <p:spPr>
            <a:xfrm>
              <a:off x="5991225" y="4139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7" name="Google Shape;3367;p7"/>
            <p:cNvSpPr/>
            <p:nvPr/>
          </p:nvSpPr>
          <p:spPr>
            <a:xfrm>
              <a:off x="6092825" y="4012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p7"/>
            <p:cNvSpPr/>
            <p:nvPr/>
          </p:nvSpPr>
          <p:spPr>
            <a:xfrm>
              <a:off x="6092825" y="4012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p7"/>
            <p:cNvSpPr/>
            <p:nvPr/>
          </p:nvSpPr>
          <p:spPr>
            <a:xfrm>
              <a:off x="6194425" y="38088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p7"/>
            <p:cNvSpPr/>
            <p:nvPr/>
          </p:nvSpPr>
          <p:spPr>
            <a:xfrm>
              <a:off x="6194425" y="38088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p7"/>
            <p:cNvSpPr/>
            <p:nvPr/>
          </p:nvSpPr>
          <p:spPr>
            <a:xfrm>
              <a:off x="6283325" y="3948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7"/>
            <p:cNvSpPr/>
            <p:nvPr/>
          </p:nvSpPr>
          <p:spPr>
            <a:xfrm>
              <a:off x="6283325" y="3948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3" name="Google Shape;3373;p7"/>
            <p:cNvSpPr/>
            <p:nvPr/>
          </p:nvSpPr>
          <p:spPr>
            <a:xfrm>
              <a:off x="6384925" y="40374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p7"/>
            <p:cNvSpPr/>
            <p:nvPr/>
          </p:nvSpPr>
          <p:spPr>
            <a:xfrm>
              <a:off x="6384925" y="4037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p7"/>
            <p:cNvSpPr/>
            <p:nvPr/>
          </p:nvSpPr>
          <p:spPr>
            <a:xfrm>
              <a:off x="6486525" y="43422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p7"/>
            <p:cNvSpPr/>
            <p:nvPr/>
          </p:nvSpPr>
          <p:spPr>
            <a:xfrm>
              <a:off x="6486525" y="4342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p7"/>
            <p:cNvSpPr txBox="1"/>
            <p:nvPr/>
          </p:nvSpPr>
          <p:spPr>
            <a:xfrm>
              <a:off x="2126360" y="2514600"/>
              <a:ext cx="1446530" cy="33216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6675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8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86995" marR="0" lvl="0" indent="0" algn="l" rtl="0">
                <a:lnSpc>
                  <a:spcPct val="100000"/>
                </a:lnSpc>
                <a:spcBef>
                  <a:spcPts val="6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1970	1980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78" name="Google Shape;3378;p7"/>
            <p:cNvSpPr txBox="1"/>
            <p:nvPr/>
          </p:nvSpPr>
          <p:spPr>
            <a:xfrm>
              <a:off x="4172473" y="5559882"/>
              <a:ext cx="704328" cy="3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1990	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79" name="Google Shape;3379;p7"/>
            <p:cNvSpPr txBox="1"/>
            <p:nvPr/>
          </p:nvSpPr>
          <p:spPr>
            <a:xfrm>
              <a:off x="6143780" y="55972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2010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80" name="Google Shape;3380;p7"/>
            <p:cNvSpPr txBox="1"/>
            <p:nvPr/>
          </p:nvSpPr>
          <p:spPr>
            <a:xfrm>
              <a:off x="7129401" y="55972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2020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81" name="Google Shape;3381;p7"/>
            <p:cNvSpPr txBox="1"/>
            <p:nvPr/>
          </p:nvSpPr>
          <p:spPr>
            <a:xfrm rot="-5400000">
              <a:off x="38113" y="3942314"/>
              <a:ext cx="3466224" cy="45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50" rIns="0" bIns="0" anchor="t" anchorCtr="0">
              <a:noAutofit/>
            </a:bodyPr>
            <a:lstStyle/>
            <a:p>
              <a:pPr marL="527050" marR="5080" lvl="0" indent="-514985" algn="l" rtl="0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September Arctic Sea Ice Extent  (1,000,000 sq km)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83" name="Google Shape;3383;p7"/>
            <p:cNvSpPr/>
            <p:nvPr/>
          </p:nvSpPr>
          <p:spPr>
            <a:xfrm>
              <a:off x="2857500" y="3056382"/>
              <a:ext cx="4114800" cy="952500"/>
            </a:xfrm>
            <a:custGeom>
              <a:avLst/>
              <a:gdLst/>
              <a:ahLst/>
              <a:cxnLst/>
              <a:rect l="l" t="t" r="r" b="b"/>
              <a:pathLst>
                <a:path w="4114800" h="952500" extrusionOk="0">
                  <a:moveTo>
                    <a:pt x="0" y="0"/>
                  </a:moveTo>
                  <a:lnTo>
                    <a:pt x="4114802" y="952500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5" name="Google Shape;3385;p7"/>
            <p:cNvSpPr/>
            <p:nvPr/>
          </p:nvSpPr>
          <p:spPr>
            <a:xfrm>
              <a:off x="2895600" y="3208782"/>
              <a:ext cx="4114800" cy="1117600"/>
            </a:xfrm>
            <a:custGeom>
              <a:avLst/>
              <a:gdLst/>
              <a:ahLst/>
              <a:cxnLst/>
              <a:rect l="l" t="t" r="r" b="b"/>
              <a:pathLst>
                <a:path w="4114800" h="1117600" extrusionOk="0">
                  <a:moveTo>
                    <a:pt x="0" y="0"/>
                  </a:moveTo>
                  <a:lnTo>
                    <a:pt x="52492" y="566"/>
                  </a:lnTo>
                  <a:lnTo>
                    <a:pt x="104977" y="1144"/>
                  </a:lnTo>
                  <a:lnTo>
                    <a:pt x="157449" y="1745"/>
                  </a:lnTo>
                  <a:lnTo>
                    <a:pt x="209902" y="2382"/>
                  </a:lnTo>
                  <a:lnTo>
                    <a:pt x="262327" y="3065"/>
                  </a:lnTo>
                  <a:lnTo>
                    <a:pt x="314719" y="3807"/>
                  </a:lnTo>
                  <a:lnTo>
                    <a:pt x="367071" y="4620"/>
                  </a:lnTo>
                  <a:lnTo>
                    <a:pt x="419376" y="5514"/>
                  </a:lnTo>
                  <a:lnTo>
                    <a:pt x="471627" y="6502"/>
                  </a:lnTo>
                  <a:lnTo>
                    <a:pt x="523818" y="7595"/>
                  </a:lnTo>
                  <a:lnTo>
                    <a:pt x="575942" y="8805"/>
                  </a:lnTo>
                  <a:lnTo>
                    <a:pt x="627993" y="10144"/>
                  </a:lnTo>
                  <a:lnTo>
                    <a:pt x="679964" y="11624"/>
                  </a:lnTo>
                  <a:lnTo>
                    <a:pt x="731847" y="13255"/>
                  </a:lnTo>
                  <a:lnTo>
                    <a:pt x="783637" y="15051"/>
                  </a:lnTo>
                  <a:lnTo>
                    <a:pt x="835326" y="17022"/>
                  </a:lnTo>
                  <a:lnTo>
                    <a:pt x="886909" y="19181"/>
                  </a:lnTo>
                  <a:lnTo>
                    <a:pt x="938378" y="21538"/>
                  </a:lnTo>
                  <a:lnTo>
                    <a:pt x="989726" y="24107"/>
                  </a:lnTo>
                  <a:lnTo>
                    <a:pt x="1040947" y="26897"/>
                  </a:lnTo>
                  <a:lnTo>
                    <a:pt x="1092035" y="29922"/>
                  </a:lnTo>
                  <a:lnTo>
                    <a:pt x="1142981" y="33193"/>
                  </a:lnTo>
                  <a:lnTo>
                    <a:pt x="1193781" y="36721"/>
                  </a:lnTo>
                  <a:lnTo>
                    <a:pt x="1244427" y="40519"/>
                  </a:lnTo>
                  <a:lnTo>
                    <a:pt x="1294912" y="44597"/>
                  </a:lnTo>
                  <a:lnTo>
                    <a:pt x="1345231" y="48968"/>
                  </a:lnTo>
                  <a:lnTo>
                    <a:pt x="1395375" y="53644"/>
                  </a:lnTo>
                  <a:lnTo>
                    <a:pt x="1445338" y="58636"/>
                  </a:lnTo>
                  <a:lnTo>
                    <a:pt x="1495114" y="63955"/>
                  </a:lnTo>
                  <a:lnTo>
                    <a:pt x="1544697" y="69614"/>
                  </a:lnTo>
                  <a:lnTo>
                    <a:pt x="1594078" y="75624"/>
                  </a:lnTo>
                  <a:lnTo>
                    <a:pt x="1643252" y="81997"/>
                  </a:lnTo>
                  <a:lnTo>
                    <a:pt x="1692212" y="88745"/>
                  </a:lnTo>
                  <a:lnTo>
                    <a:pt x="1740952" y="95879"/>
                  </a:lnTo>
                  <a:lnTo>
                    <a:pt x="1789464" y="103411"/>
                  </a:lnTo>
                  <a:lnTo>
                    <a:pt x="1837741" y="111353"/>
                  </a:lnTo>
                  <a:lnTo>
                    <a:pt x="1885778" y="119716"/>
                  </a:lnTo>
                  <a:lnTo>
                    <a:pt x="1933568" y="128513"/>
                  </a:lnTo>
                  <a:lnTo>
                    <a:pt x="1981103" y="137754"/>
                  </a:lnTo>
                  <a:lnTo>
                    <a:pt x="2028377" y="147452"/>
                  </a:lnTo>
                  <a:lnTo>
                    <a:pt x="2075384" y="157618"/>
                  </a:lnTo>
                  <a:lnTo>
                    <a:pt x="2122116" y="168264"/>
                  </a:lnTo>
                  <a:lnTo>
                    <a:pt x="2168568" y="179402"/>
                  </a:lnTo>
                  <a:lnTo>
                    <a:pt x="2214731" y="191043"/>
                  </a:lnTo>
                  <a:lnTo>
                    <a:pt x="2260601" y="203200"/>
                  </a:lnTo>
                  <a:lnTo>
                    <a:pt x="2839642" y="424656"/>
                  </a:lnTo>
                  <a:lnTo>
                    <a:pt x="3444876" y="730250"/>
                  </a:lnTo>
                  <a:lnTo>
                    <a:pt x="3921524" y="1000919"/>
                  </a:lnTo>
                  <a:lnTo>
                    <a:pt x="4114802" y="1117600"/>
                  </a:ln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6" name="Google Shape;3386;p7"/>
            <p:cNvSpPr txBox="1"/>
            <p:nvPr/>
          </p:nvSpPr>
          <p:spPr>
            <a:xfrm>
              <a:off x="5181600" y="55836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2000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87" name="Google Shape;3387;p7"/>
            <p:cNvSpPr txBox="1"/>
            <p:nvPr/>
          </p:nvSpPr>
          <p:spPr>
            <a:xfrm>
              <a:off x="4267200" y="5867400"/>
              <a:ext cx="15356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Year Number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8244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2" name="Google Shape;3392;p8"/>
          <p:cNvSpPr txBox="1"/>
          <p:nvPr/>
        </p:nvSpPr>
        <p:spPr>
          <a:xfrm>
            <a:off x="352701" y="547875"/>
            <a:ext cx="633859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Process : Interpretation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93" name="Google Shape;3393;p8"/>
          <p:cNvGrpSpPr/>
          <p:nvPr/>
        </p:nvGrpSpPr>
        <p:grpSpPr>
          <a:xfrm>
            <a:off x="4700666" y="1524000"/>
            <a:ext cx="4443334" cy="1985727"/>
            <a:chOff x="1460519" y="1177137"/>
            <a:chExt cx="6945215" cy="3137530"/>
          </a:xfrm>
        </p:grpSpPr>
        <p:graphicFrame>
          <p:nvGraphicFramePr>
            <p:cNvPr id="3394" name="Google Shape;3394;p8"/>
            <p:cNvGraphicFramePr/>
            <p:nvPr/>
          </p:nvGraphicFramePr>
          <p:xfrm>
            <a:off x="3086974" y="1177137"/>
            <a:ext cx="531876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3395" name="Google Shape;3395;p8"/>
            <p:cNvSpPr txBox="1"/>
            <p:nvPr/>
          </p:nvSpPr>
          <p:spPr>
            <a:xfrm>
              <a:off x="1460519" y="2005622"/>
              <a:ext cx="1575412" cy="1167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Price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(in 1000s of dollars)</a:t>
              </a:r>
              <a:endParaRPr/>
            </a:p>
          </p:txBody>
        </p:sp>
        <p:sp>
          <p:nvSpPr>
            <p:cNvPr id="3396" name="Google Shape;3396;p8"/>
            <p:cNvSpPr txBox="1"/>
            <p:nvPr/>
          </p:nvSpPr>
          <p:spPr>
            <a:xfrm>
              <a:off x="5372974" y="3828367"/>
              <a:ext cx="1662614" cy="48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Size (feet</a:t>
              </a:r>
              <a:r>
                <a:rPr lang="en-US" sz="1400" b="0" i="0" u="none" strike="noStrike" cap="none" baseline="30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r>
                <a:rPr lang="en-US" sz="14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)</a:t>
              </a:r>
              <a:endParaRPr/>
            </a:p>
          </p:txBody>
        </p:sp>
        <p:cxnSp>
          <p:nvCxnSpPr>
            <p:cNvPr id="3397" name="Google Shape;3397;p8"/>
            <p:cNvCxnSpPr/>
            <p:nvPr/>
          </p:nvCxnSpPr>
          <p:spPr>
            <a:xfrm rot="10800000" flipH="1">
              <a:off x="4572000" y="1447800"/>
              <a:ext cx="3505200" cy="152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aphicFrame>
        <p:nvGraphicFramePr>
          <p:cNvPr id="3398" name="Google Shape;3398;p8"/>
          <p:cNvGraphicFramePr/>
          <p:nvPr/>
        </p:nvGraphicFramePr>
        <p:xfrm>
          <a:off x="6190614" y="3657600"/>
          <a:ext cx="2743200" cy="1965990"/>
        </p:xfrm>
        <a:graphic>
          <a:graphicData uri="http://schemas.openxmlformats.org/drawingml/2006/table">
            <a:tbl>
              <a:tblPr>
                <a:noFill/>
                <a:tableStyleId>{7814C621-CB00-45AA-B9A0-9D18F376423F}</a:tableStyleId>
              </a:tblPr>
              <a:tblGrid>
                <a:gridCol w="122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Size in feet</a:t>
                      </a:r>
                      <a:r>
                        <a:rPr lang="en-US" sz="1800" b="1" u="none" strike="noStrike" cap="none" baseline="30000"/>
                        <a:t>2</a:t>
                      </a:r>
                      <a:r>
                        <a:rPr lang="en-US" sz="1800" b="1" u="none" strike="noStrike" cap="none"/>
                        <a:t> (</a:t>
                      </a:r>
                      <a:r>
                        <a:rPr lang="en-US" sz="1800" b="0" u="none" strike="noStrike" cap="none"/>
                        <a:t>x</a:t>
                      </a:r>
                      <a:r>
                        <a:rPr lang="en-US" sz="1800" b="1" u="none" strike="noStrike" cap="none"/>
                        <a:t>)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Price ($) in 1000's (</a:t>
                      </a:r>
                      <a:r>
                        <a:rPr lang="en-US" sz="1800" b="0" u="none" strike="noStrike" cap="none"/>
                        <a:t>y</a:t>
                      </a:r>
                      <a:r>
                        <a:rPr lang="en-US" sz="1800" b="1" u="none" strike="noStrike" cap="none"/>
                        <a:t>)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2104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460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1416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232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1534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315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852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178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99" name="Google Shape;3399;p8"/>
          <p:cNvSpPr/>
          <p:nvPr/>
        </p:nvSpPr>
        <p:spPr>
          <a:xfrm>
            <a:off x="1342485" y="1524000"/>
            <a:ext cx="2470795" cy="245791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9389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  <a:endParaRPr/>
          </a:p>
        </p:txBody>
      </p:sp>
      <p:sp>
        <p:nvSpPr>
          <p:cNvPr id="3400" name="Google Shape;3400;p8"/>
          <p:cNvSpPr/>
          <p:nvPr/>
        </p:nvSpPr>
        <p:spPr>
          <a:xfrm>
            <a:off x="1037685" y="2743200"/>
            <a:ext cx="3065399" cy="2365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9389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Algorithm</a:t>
            </a:r>
            <a:endParaRPr/>
          </a:p>
        </p:txBody>
      </p:sp>
      <p:sp>
        <p:nvSpPr>
          <p:cNvPr id="3401" name="Google Shape;3401;p8"/>
          <p:cNvSpPr/>
          <p:nvPr/>
        </p:nvSpPr>
        <p:spPr>
          <a:xfrm>
            <a:off x="2228041" y="3962400"/>
            <a:ext cx="743254" cy="2365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9389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sp>
        <p:nvSpPr>
          <p:cNvPr id="3402" name="Google Shape;3402;p8"/>
          <p:cNvSpPr txBox="1"/>
          <p:nvPr/>
        </p:nvSpPr>
        <p:spPr>
          <a:xfrm>
            <a:off x="394322" y="3962400"/>
            <a:ext cx="111488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Size of house</a:t>
            </a:r>
            <a:endParaRPr/>
          </a:p>
        </p:txBody>
      </p:sp>
      <p:sp>
        <p:nvSpPr>
          <p:cNvPr id="3403" name="Google Shape;3403;p8"/>
          <p:cNvSpPr txBox="1"/>
          <p:nvPr/>
        </p:nvSpPr>
        <p:spPr>
          <a:xfrm>
            <a:off x="3587987" y="4101789"/>
            <a:ext cx="141218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Estimated price</a:t>
            </a:r>
            <a:endParaRPr/>
          </a:p>
        </p:txBody>
      </p:sp>
      <p:cxnSp>
        <p:nvCxnSpPr>
          <p:cNvPr id="3404" name="Google Shape;3404;p8"/>
          <p:cNvCxnSpPr>
            <a:stCxn id="3399" idx="2"/>
            <a:endCxn id="3400" idx="0"/>
          </p:cNvCxnSpPr>
          <p:nvPr/>
        </p:nvCxnSpPr>
        <p:spPr>
          <a:xfrm flipH="1">
            <a:off x="2570383" y="1769791"/>
            <a:ext cx="7500" cy="973500"/>
          </a:xfrm>
          <a:prstGeom prst="straightConnector1">
            <a:avLst/>
          </a:prstGeom>
          <a:noFill/>
          <a:ln w="57150" cap="flat" cmpd="sng">
            <a:solidFill>
              <a:srgbClr val="938953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3405" name="Google Shape;3405;p8"/>
          <p:cNvCxnSpPr>
            <a:stCxn id="3400" idx="2"/>
            <a:endCxn id="3401" idx="0"/>
          </p:cNvCxnSpPr>
          <p:nvPr/>
        </p:nvCxnSpPr>
        <p:spPr>
          <a:xfrm>
            <a:off x="2570385" y="2979700"/>
            <a:ext cx="29400" cy="982800"/>
          </a:xfrm>
          <a:prstGeom prst="straightConnector1">
            <a:avLst/>
          </a:prstGeom>
          <a:noFill/>
          <a:ln w="57150" cap="flat" cmpd="sng">
            <a:solidFill>
              <a:srgbClr val="938953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3406" name="Google Shape;3406;p8"/>
          <p:cNvCxnSpPr>
            <a:endCxn id="3401" idx="1"/>
          </p:cNvCxnSpPr>
          <p:nvPr/>
        </p:nvCxnSpPr>
        <p:spPr>
          <a:xfrm rot="10800000" flipH="1">
            <a:off x="1437241" y="4080650"/>
            <a:ext cx="790800" cy="174900"/>
          </a:xfrm>
          <a:prstGeom prst="straightConnector1">
            <a:avLst/>
          </a:prstGeom>
          <a:noFill/>
          <a:ln w="57150" cap="flat" cmpd="sng">
            <a:solidFill>
              <a:srgbClr val="938953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3407" name="Google Shape;3407;p8"/>
          <p:cNvCxnSpPr>
            <a:stCxn id="3401" idx="3"/>
          </p:cNvCxnSpPr>
          <p:nvPr/>
        </p:nvCxnSpPr>
        <p:spPr>
          <a:xfrm>
            <a:off x="2971295" y="4080650"/>
            <a:ext cx="751800" cy="174900"/>
          </a:xfrm>
          <a:prstGeom prst="straightConnector1">
            <a:avLst/>
          </a:prstGeom>
          <a:noFill/>
          <a:ln w="57150" cap="flat" cmpd="sng">
            <a:solidFill>
              <a:srgbClr val="938953"/>
            </a:solidFill>
            <a:prstDash val="solid"/>
            <a:round/>
            <a:headEnd type="none" w="sm" len="sm"/>
            <a:tailEnd type="stealth" w="lg" len="lg"/>
          </a:ln>
        </p:spPr>
      </p:cxnSp>
      <p:sp>
        <p:nvSpPr>
          <p:cNvPr id="3408" name="Google Shape;3408;p8"/>
          <p:cNvSpPr txBox="1"/>
          <p:nvPr/>
        </p:nvSpPr>
        <p:spPr>
          <a:xfrm>
            <a:off x="405391" y="5706195"/>
            <a:ext cx="26116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Tahoma"/>
              <a:buNone/>
            </a:pPr>
            <a:r>
              <a:rPr lang="en-US" sz="1800" b="1" i="0" u="none" strike="noStrike" cap="none">
                <a:solidFill>
                  <a:srgbClr val="0033CC"/>
                </a:solidFill>
                <a:latin typeface="Tahoma"/>
                <a:ea typeface="Tahoma"/>
                <a:cs typeface="Tahoma"/>
                <a:sym typeface="Tahoma"/>
              </a:rPr>
              <a:t>How to choose     ‘s ?</a:t>
            </a:r>
            <a:endParaRPr/>
          </a:p>
        </p:txBody>
      </p:sp>
      <p:pic>
        <p:nvPicPr>
          <p:cNvPr id="3409" name="Google Shape;340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2728" y="4848395"/>
            <a:ext cx="2020552" cy="281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0" name="Google Shape;341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2972" y="5195541"/>
            <a:ext cx="239512" cy="306044"/>
          </a:xfrm>
          <a:prstGeom prst="rect">
            <a:avLst/>
          </a:prstGeom>
          <a:noFill/>
          <a:ln>
            <a:noFill/>
          </a:ln>
        </p:spPr>
      </p:pic>
      <p:sp>
        <p:nvSpPr>
          <p:cNvPr id="3411" name="Google Shape;3411;p8"/>
          <p:cNvSpPr txBox="1"/>
          <p:nvPr/>
        </p:nvSpPr>
        <p:spPr>
          <a:xfrm>
            <a:off x="405391" y="4773704"/>
            <a:ext cx="1375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Hypothesis:</a:t>
            </a:r>
            <a:endParaRPr/>
          </a:p>
        </p:txBody>
      </p:sp>
      <p:sp>
        <p:nvSpPr>
          <p:cNvPr id="3412" name="Google Shape;3412;p8"/>
          <p:cNvSpPr txBox="1"/>
          <p:nvPr/>
        </p:nvSpPr>
        <p:spPr>
          <a:xfrm>
            <a:off x="1855131" y="5161780"/>
            <a:ext cx="221118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‘s     :   Parameters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h(.)  :   Model	</a:t>
            </a: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13" name="Google Shape;3413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04553" y="5779047"/>
            <a:ext cx="232028" cy="296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4" name="Google Shape;3414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47885" y="3266728"/>
            <a:ext cx="1320518" cy="73666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1D6DF9-F404-A370-AB62-E31E9993F44F}"/>
                  </a:ext>
                </a:extLst>
              </p14:cNvPr>
              <p14:cNvContentPartPr/>
              <p14:nvPr/>
            </p14:nvContentPartPr>
            <p14:xfrm>
              <a:off x="2396520" y="1264320"/>
              <a:ext cx="4214520" cy="5182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1D6DF9-F404-A370-AB62-E31E9993F44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87160" y="1254960"/>
                <a:ext cx="4233240" cy="520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0" name="Google Shape;34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9089" y="4169823"/>
            <a:ext cx="4431250" cy="2242645"/>
          </a:xfrm>
          <a:prstGeom prst="rect">
            <a:avLst/>
          </a:prstGeom>
          <a:noFill/>
          <a:ln>
            <a:noFill/>
          </a:ln>
        </p:spPr>
      </p:pic>
      <p:sp>
        <p:nvSpPr>
          <p:cNvPr id="3421" name="Google Shape;3421;p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(Education)  	</a:t>
            </a:r>
            <a:r>
              <a:rPr lang="en-US" sz="1800" i="1"/>
              <a:t>x </a:t>
            </a:r>
            <a:r>
              <a:rPr lang="en-US" sz="1800"/>
              <a:t>                                             </a:t>
            </a:r>
            <a:r>
              <a:rPr lang="en-US" sz="1800" i="1"/>
              <a:t>y  </a:t>
            </a:r>
            <a:r>
              <a:rPr lang="en-US" sz="1800"/>
              <a:t> (Income)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(Education)	</a:t>
            </a:r>
            <a:r>
              <a:rPr lang="en-US" sz="1800" i="1"/>
              <a:t>x</a:t>
            </a:r>
            <a:r>
              <a:rPr lang="en-US" sz="1800" baseline="-25000"/>
              <a:t>1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aseline="-25000"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(Soft Skills)	</a:t>
            </a:r>
            <a:r>
              <a:rPr lang="en-US" sz="1800" i="1"/>
              <a:t>x</a:t>
            </a:r>
            <a:r>
              <a:rPr lang="en-US" sz="1800" baseline="-25000"/>
              <a:t>2						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aseline="-25000"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(Experience)	</a:t>
            </a:r>
            <a:r>
              <a:rPr lang="en-US" sz="1800" i="1"/>
              <a:t>x</a:t>
            </a:r>
            <a:r>
              <a:rPr lang="en-US" sz="1800" baseline="-25000"/>
              <a:t>3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 baseline="-25000"/>
              <a:t>					</a:t>
            </a:r>
            <a:endParaRPr sz="1800"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(Age)		</a:t>
            </a:r>
            <a:r>
              <a:rPr lang="en-US" sz="1800" i="1"/>
              <a:t>x</a:t>
            </a:r>
            <a:r>
              <a:rPr lang="en-US" sz="1800" baseline="-25000"/>
              <a:t>4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                                                             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aseline="-25000"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  <p:cxnSp>
        <p:nvCxnSpPr>
          <p:cNvPr id="3422" name="Google Shape;3422;p9"/>
          <p:cNvCxnSpPr/>
          <p:nvPr/>
        </p:nvCxnSpPr>
        <p:spPr>
          <a:xfrm rot="10800000" flipH="1">
            <a:off x="2743200" y="2047875"/>
            <a:ext cx="2324100" cy="95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423" name="Google Shape;3423;p9"/>
          <p:cNvCxnSpPr/>
          <p:nvPr/>
        </p:nvCxnSpPr>
        <p:spPr>
          <a:xfrm>
            <a:off x="2714625" y="3357563"/>
            <a:ext cx="3286125" cy="5000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424" name="Google Shape;3424;p9"/>
          <p:cNvCxnSpPr/>
          <p:nvPr/>
        </p:nvCxnSpPr>
        <p:spPr>
          <a:xfrm>
            <a:off x="2714625" y="3929063"/>
            <a:ext cx="3286125" cy="1428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425" name="Google Shape;3425;p9"/>
          <p:cNvSpPr txBox="1"/>
          <p:nvPr/>
        </p:nvSpPr>
        <p:spPr>
          <a:xfrm>
            <a:off x="6143625" y="3786188"/>
            <a:ext cx="228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(Income)</a:t>
            </a:r>
            <a:endParaRPr/>
          </a:p>
        </p:txBody>
      </p:sp>
      <p:cxnSp>
        <p:nvCxnSpPr>
          <p:cNvPr id="3426" name="Google Shape;3426;p9"/>
          <p:cNvCxnSpPr/>
          <p:nvPr/>
        </p:nvCxnSpPr>
        <p:spPr>
          <a:xfrm rot="10800000" flipH="1">
            <a:off x="2714625" y="4214813"/>
            <a:ext cx="3286125" cy="2857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427" name="Google Shape;3427;p9"/>
          <p:cNvCxnSpPr/>
          <p:nvPr/>
        </p:nvCxnSpPr>
        <p:spPr>
          <a:xfrm rot="10800000" flipH="1">
            <a:off x="2714625" y="4429125"/>
            <a:ext cx="3286125" cy="64293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428" name="Google Shape;3428;p9"/>
          <p:cNvSpPr txBox="1"/>
          <p:nvPr/>
        </p:nvSpPr>
        <p:spPr>
          <a:xfrm>
            <a:off x="2286000" y="1285875"/>
            <a:ext cx="485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Linear regression model</a:t>
            </a:r>
            <a:endParaRPr dirty="0"/>
          </a:p>
        </p:txBody>
      </p:sp>
      <p:sp>
        <p:nvSpPr>
          <p:cNvPr id="3429" name="Google Shape;3429;p9"/>
          <p:cNvSpPr txBox="1"/>
          <p:nvPr/>
        </p:nvSpPr>
        <p:spPr>
          <a:xfrm>
            <a:off x="2000250" y="2571750"/>
            <a:ext cx="5429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sng"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1800" b="0" i="0" u="sng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ultiple </a:t>
            </a:r>
            <a:r>
              <a:rPr lang="en-US" sz="1800" b="0" i="0" u="sng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Linear regression model</a:t>
            </a:r>
            <a:endParaRPr dirty="0"/>
          </a:p>
        </p:txBody>
      </p:sp>
      <p:sp>
        <p:nvSpPr>
          <p:cNvPr id="3430" name="Google Shape;3430;p9"/>
          <p:cNvSpPr txBox="1"/>
          <p:nvPr/>
        </p:nvSpPr>
        <p:spPr>
          <a:xfrm>
            <a:off x="304800" y="473928"/>
            <a:ext cx="372416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Types of Regression Models</a:t>
            </a: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1" name="Google Shape;343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966" y="5390385"/>
            <a:ext cx="4703008" cy="1004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2" name="Google Shape;3432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62600" y="2427004"/>
            <a:ext cx="2590800" cy="75229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3001BD-C860-BF9F-651C-C66BB69C5AAE}"/>
                  </a:ext>
                </a:extLst>
              </p14:cNvPr>
              <p14:cNvContentPartPr/>
              <p14:nvPr/>
            </p14:nvContentPartPr>
            <p14:xfrm>
              <a:off x="106920" y="848520"/>
              <a:ext cx="9024840" cy="5581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3001BD-C860-BF9F-651C-C66BB69C5AA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560" y="839160"/>
                <a:ext cx="9043560" cy="559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Google Shape;3437;p10"/>
          <p:cNvSpPr txBox="1">
            <a:spLocks noGrp="1"/>
          </p:cNvSpPr>
          <p:nvPr>
            <p:ph type="body" idx="2"/>
          </p:nvPr>
        </p:nvSpPr>
        <p:spPr>
          <a:xfrm>
            <a:off x="914400" y="3048000"/>
            <a:ext cx="7467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None/>
            </a:pPr>
            <a:r>
              <a:rPr lang="en-US" sz="3200">
                <a:solidFill>
                  <a:srgbClr val="C00000"/>
                </a:solidFill>
              </a:rPr>
              <a:t>Learning the Model Parameters</a:t>
            </a:r>
            <a:endParaRPr/>
          </a:p>
          <a:p>
            <a:pPr marL="542925" lvl="0" indent="0" algn="l" rtl="0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None/>
            </a:pPr>
            <a:r>
              <a:rPr lang="en-US" sz="1800" b="0">
                <a:solidFill>
                  <a:schemeClr val="dk1"/>
                </a:solidFill>
              </a:rPr>
              <a:t>Closed Form Solution Approach</a:t>
            </a:r>
            <a:endParaRPr/>
          </a:p>
          <a:p>
            <a:pPr marL="54292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None/>
            </a:pPr>
            <a:r>
              <a:rPr lang="en-US" sz="1800" b="0">
                <a:solidFill>
                  <a:schemeClr val="dk1"/>
                </a:solidFill>
              </a:rPr>
              <a:t>Gradient Descent Approach</a:t>
            </a:r>
            <a:endParaRPr sz="1800" b="0">
              <a:solidFill>
                <a:schemeClr val="dk1"/>
              </a:solidFill>
            </a:endParaRPr>
          </a:p>
        </p:txBody>
      </p:sp>
      <p:pic>
        <p:nvPicPr>
          <p:cNvPr id="3438" name="Google Shape;343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9800"/>
            <a:ext cx="2694666" cy="49381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106DA9F-CC36-7FED-05BB-0D0C453484FA}"/>
                  </a:ext>
                </a:extLst>
              </p14:cNvPr>
              <p14:cNvContentPartPr/>
              <p14:nvPr/>
            </p14:nvContentPartPr>
            <p14:xfrm>
              <a:off x="68760" y="625680"/>
              <a:ext cx="8574120" cy="589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106DA9F-CC36-7FED-05BB-0D0C453484F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400" y="616320"/>
                <a:ext cx="8592840" cy="591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3" name="Google Shape;3443;p1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Notion of Cost Function</a:t>
            </a:r>
            <a:endParaRPr sz="2000">
              <a:solidFill>
                <a:srgbClr val="C00000"/>
              </a:solidFill>
            </a:endParaRPr>
          </a:p>
        </p:txBody>
      </p:sp>
      <p:pic>
        <p:nvPicPr>
          <p:cNvPr id="3444" name="Google Shape;344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1338264"/>
            <a:ext cx="6927382" cy="3233926"/>
          </a:xfrm>
          <a:prstGeom prst="rect">
            <a:avLst/>
          </a:prstGeom>
          <a:noFill/>
          <a:ln>
            <a:noFill/>
          </a:ln>
        </p:spPr>
      </p:pic>
      <p:sp>
        <p:nvSpPr>
          <p:cNvPr id="3445" name="Google Shape;3445;p11"/>
          <p:cNvSpPr/>
          <p:nvPr/>
        </p:nvSpPr>
        <p:spPr>
          <a:xfrm>
            <a:off x="304800" y="4976811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 = ɵ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46" name="Google Shape;3446;p11"/>
          <p:cNvSpPr/>
          <p:nvPr/>
        </p:nvSpPr>
        <p:spPr>
          <a:xfrm>
            <a:off x="304800" y="4986807"/>
            <a:ext cx="1905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1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 = ɵ</a:t>
            </a:r>
            <a:r>
              <a:rPr lang="en-US" sz="1800" b="0" i="0" u="none" strike="noStrike" cap="none" baseline="-25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sz="1800" b="0" i="0" u="none" strike="noStrike" cap="none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86484AB-2D85-456B-7D7E-4B2C8F28D733}"/>
                  </a:ext>
                </a:extLst>
              </p14:cNvPr>
              <p14:cNvContentPartPr/>
              <p14:nvPr/>
            </p14:nvContentPartPr>
            <p14:xfrm>
              <a:off x="369000" y="951120"/>
              <a:ext cx="3270960" cy="5135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86484AB-2D85-456B-7D7E-4B2C8F28D7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9640" y="941760"/>
                <a:ext cx="3289680" cy="5154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1" name="Google Shape;3451;p1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Notion of Cost Function</a:t>
            </a:r>
            <a:endParaRPr sz="2000">
              <a:solidFill>
                <a:srgbClr val="C00000"/>
              </a:solidFill>
            </a:endParaRPr>
          </a:p>
        </p:txBody>
      </p:sp>
      <p:pic>
        <p:nvPicPr>
          <p:cNvPr id="3452" name="Google Shape;345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79073"/>
            <a:ext cx="6927382" cy="323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3" name="Google Shape;3453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4303" y="1564722"/>
            <a:ext cx="6764274" cy="304827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7A5EFF-9E1C-B350-1A1E-F27D5363EE3E}"/>
                  </a:ext>
                </a:extLst>
              </p14:cNvPr>
              <p14:cNvContentPartPr/>
              <p14:nvPr/>
            </p14:nvContentPartPr>
            <p14:xfrm>
              <a:off x="1196280" y="1427400"/>
              <a:ext cx="7699680" cy="5023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7A5EFF-9E1C-B350-1A1E-F27D5363EE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6920" y="1418040"/>
                <a:ext cx="7718400" cy="5042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8" name="Google Shape;3458;p1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Notion of Cost Function</a:t>
            </a:r>
            <a:endParaRPr sz="2000">
              <a:solidFill>
                <a:srgbClr val="C00000"/>
              </a:solidFill>
            </a:endParaRPr>
          </a:p>
        </p:txBody>
      </p:sp>
      <p:pic>
        <p:nvPicPr>
          <p:cNvPr id="3459" name="Google Shape;345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1338264"/>
            <a:ext cx="6927382" cy="3233926"/>
          </a:xfrm>
          <a:prstGeom prst="rect">
            <a:avLst/>
          </a:prstGeom>
          <a:noFill/>
          <a:ln>
            <a:noFill/>
          </a:ln>
        </p:spPr>
      </p:pic>
      <p:sp>
        <p:nvSpPr>
          <p:cNvPr id="3460" name="Google Shape;3460;p13"/>
          <p:cNvSpPr/>
          <p:nvPr/>
        </p:nvSpPr>
        <p:spPr>
          <a:xfrm>
            <a:off x="2769806" y="4917411"/>
            <a:ext cx="2974532" cy="14315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38" t="-26921" b="-2435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pic>
        <p:nvPicPr>
          <p:cNvPr id="3461" name="Google Shape;3461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2201" y="1640621"/>
            <a:ext cx="6781800" cy="3104179"/>
          </a:xfrm>
          <a:prstGeom prst="rect">
            <a:avLst/>
          </a:prstGeom>
          <a:noFill/>
          <a:ln>
            <a:noFill/>
          </a:ln>
        </p:spPr>
      </p:pic>
      <p:sp>
        <p:nvSpPr>
          <p:cNvPr id="3462" name="Google Shape;3462;p13"/>
          <p:cNvSpPr/>
          <p:nvPr/>
        </p:nvSpPr>
        <p:spPr>
          <a:xfrm>
            <a:off x="304800" y="4917411"/>
            <a:ext cx="1905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 = ɵ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ɵ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0E7BAC4-8073-5174-74AF-AD91EECE3C78}"/>
                  </a:ext>
                </a:extLst>
              </p14:cNvPr>
              <p14:cNvContentPartPr/>
              <p14:nvPr/>
            </p14:nvContentPartPr>
            <p14:xfrm>
              <a:off x="356040" y="1328760"/>
              <a:ext cx="8492400" cy="4457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0E7BAC4-8073-5174-74AF-AD91EECE3C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6680" y="1319400"/>
                <a:ext cx="8511120" cy="447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7" name="Google Shape;3467;p14"/>
          <p:cNvSpPr txBox="1">
            <a:spLocks noGrp="1"/>
          </p:cNvSpPr>
          <p:nvPr>
            <p:ph type="title"/>
          </p:nvPr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Linear Regression : Least Squares 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8" name="Google Shape;34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371600"/>
            <a:ext cx="6248942" cy="4377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9" name="Google Shape;346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7400" y="1371600"/>
            <a:ext cx="3124589" cy="2021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D722CCD-D73F-7DF0-5BE0-86A926334FF1}"/>
                  </a:ext>
                </a:extLst>
              </p14:cNvPr>
              <p14:cNvContentPartPr/>
              <p14:nvPr/>
            </p14:nvContentPartPr>
            <p14:xfrm>
              <a:off x="510120" y="1101600"/>
              <a:ext cx="8642880" cy="5533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D722CCD-D73F-7DF0-5BE0-86A926334FF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0760" y="1092240"/>
                <a:ext cx="8661600" cy="555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4" name="Google Shape;3474;p15"/>
          <p:cNvSpPr txBox="1">
            <a:spLocks noGrp="1"/>
          </p:cNvSpPr>
          <p:nvPr>
            <p:ph type="title"/>
          </p:nvPr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Intuition Behind Cost Function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5" name="Google Shape;34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9136" y="5791200"/>
            <a:ext cx="169265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6" name="Google Shape;3476;p15"/>
          <p:cNvSpPr txBox="1"/>
          <p:nvPr/>
        </p:nvSpPr>
        <p:spPr>
          <a:xfrm>
            <a:off x="762000" y="5791200"/>
            <a:ext cx="14771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77" name="Google Shape;3477;p15"/>
          <p:cNvPicPr preferRelativeResize="0"/>
          <p:nvPr/>
        </p:nvPicPr>
        <p:blipFill rotWithShape="1">
          <a:blip r:embed="rId4">
            <a:alphaModFix/>
          </a:blip>
          <a:srcRect b="69363"/>
          <a:stretch/>
        </p:blipFill>
        <p:spPr>
          <a:xfrm>
            <a:off x="533400" y="1432927"/>
            <a:ext cx="6781800" cy="1310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" name="Google Shape;3482;p16"/>
          <p:cNvSpPr txBox="1">
            <a:spLocks noGrp="1"/>
          </p:cNvSpPr>
          <p:nvPr>
            <p:ph type="title"/>
          </p:nvPr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Intuition Behind Cost Function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3" name="Google Shape;348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9136" y="5791200"/>
            <a:ext cx="169265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4" name="Google Shape;3484;p16"/>
          <p:cNvSpPr txBox="1"/>
          <p:nvPr/>
        </p:nvSpPr>
        <p:spPr>
          <a:xfrm>
            <a:off x="762000" y="5791200"/>
            <a:ext cx="14771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85" name="Google Shape;348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432926"/>
            <a:ext cx="6721426" cy="43582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9A7E292-7099-AB67-E13C-9CF5303CB3D7}"/>
                  </a:ext>
                </a:extLst>
              </p14:cNvPr>
              <p14:cNvContentPartPr/>
              <p14:nvPr/>
            </p14:nvContentPartPr>
            <p14:xfrm>
              <a:off x="1697760" y="1838880"/>
              <a:ext cx="7408080" cy="2923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9A7E292-7099-AB67-E13C-9CF5303CB3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88400" y="1829520"/>
                <a:ext cx="7426800" cy="2942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8DDE4E1-5916-3D78-38E1-FFCB62198022}"/>
                  </a:ext>
                </a:extLst>
              </p14:cNvPr>
              <p14:cNvContentPartPr/>
              <p14:nvPr/>
            </p14:nvContentPartPr>
            <p14:xfrm>
              <a:off x="1148760" y="797400"/>
              <a:ext cx="7652880" cy="5247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8DDE4E1-5916-3D78-38E1-FFCB621980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9400" y="788040"/>
                <a:ext cx="7671600" cy="526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0677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0" name="Google Shape;3490;p17"/>
          <p:cNvSpPr txBox="1">
            <a:spLocks noGrp="1"/>
          </p:cNvSpPr>
          <p:nvPr>
            <p:ph type="title"/>
          </p:nvPr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Intuition Behind Cost Function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1" name="Google Shape;3491;p17"/>
          <p:cNvPicPr preferRelativeResize="0"/>
          <p:nvPr/>
        </p:nvPicPr>
        <p:blipFill rotWithShape="1">
          <a:blip r:embed="rId3">
            <a:alphaModFix/>
          </a:blip>
          <a:srcRect t="14306"/>
          <a:stretch/>
        </p:blipFill>
        <p:spPr>
          <a:xfrm>
            <a:off x="295255" y="1600200"/>
            <a:ext cx="7105689" cy="456688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3B35FEF-A326-8F46-D254-4675B2D57B4F}"/>
                  </a:ext>
                </a:extLst>
              </p14:cNvPr>
              <p14:cNvContentPartPr/>
              <p14:nvPr/>
            </p14:nvContentPartPr>
            <p14:xfrm>
              <a:off x="1722960" y="1985040"/>
              <a:ext cx="7382880" cy="2962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3B35FEF-A326-8F46-D254-4675B2D57B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3600" y="1975680"/>
                <a:ext cx="7401600" cy="298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6" name="Google Shape;3496;p18"/>
          <p:cNvSpPr txBox="1">
            <a:spLocks noGrp="1"/>
          </p:cNvSpPr>
          <p:nvPr>
            <p:ph type="title"/>
          </p:nvPr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Intuition Behind Cost Function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7" name="Google Shape;349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9136" y="5791200"/>
            <a:ext cx="169265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8" name="Google Shape;3498;p18"/>
          <p:cNvSpPr txBox="1"/>
          <p:nvPr/>
        </p:nvSpPr>
        <p:spPr>
          <a:xfrm>
            <a:off x="762000" y="5791200"/>
            <a:ext cx="14771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99" name="Google Shape;349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771" y="1548838"/>
            <a:ext cx="7352229" cy="424236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6D8AF0-7036-E2F3-E694-74A4D902FA5E}"/>
                  </a:ext>
                </a:extLst>
              </p14:cNvPr>
              <p14:cNvContentPartPr/>
              <p14:nvPr/>
            </p14:nvContentPartPr>
            <p14:xfrm>
              <a:off x="4334040" y="1495800"/>
              <a:ext cx="4728960" cy="4492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6D8AF0-7036-E2F3-E694-74A4D902FA5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24680" y="1486440"/>
                <a:ext cx="4747680" cy="4511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4" name="Google Shape;3504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21603" t="15818" r="23496" b="6735"/>
          <a:stretch/>
        </p:blipFill>
        <p:spPr>
          <a:xfrm>
            <a:off x="152400" y="1447800"/>
            <a:ext cx="48006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5" name="Google Shape;3505;p1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Notion of Maxima and Minima of a function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 General</a:t>
            </a:r>
            <a:endParaRPr sz="200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92809D9-4B37-092A-4475-8A10DB59112F}"/>
                  </a:ext>
                </a:extLst>
              </p14:cNvPr>
              <p14:cNvContentPartPr/>
              <p14:nvPr/>
            </p14:nvContentPartPr>
            <p14:xfrm>
              <a:off x="106920" y="745920"/>
              <a:ext cx="9067320" cy="589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92809D9-4B37-092A-4475-8A10DB5911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560" y="736560"/>
                <a:ext cx="9086040" cy="591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Google Shape;3510;p2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3352800" cy="41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 sz="1800"/>
          </a:p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 sz="1800"/>
          </a:p>
        </p:txBody>
      </p:sp>
      <p:sp>
        <p:nvSpPr>
          <p:cNvPr id="3511" name="Google Shape;3511;p2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Notion of Maxima and Minima of a function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 Machine Learning</a:t>
            </a:r>
            <a:endParaRPr sz="2000">
              <a:solidFill>
                <a:srgbClr val="C00000"/>
              </a:solidFill>
            </a:endParaRPr>
          </a:p>
        </p:txBody>
      </p:sp>
      <p:graphicFrame>
        <p:nvGraphicFramePr>
          <p:cNvPr id="3512" name="Google Shape;3512;p20"/>
          <p:cNvGraphicFramePr/>
          <p:nvPr/>
        </p:nvGraphicFramePr>
        <p:xfrm>
          <a:off x="677349" y="4038600"/>
          <a:ext cx="2245750" cy="2347075"/>
        </p:xfrm>
        <a:graphic>
          <a:graphicData uri="http://schemas.openxmlformats.org/drawingml/2006/table">
            <a:tbl>
              <a:tblPr firstRow="1" bandRow="1">
                <a:noFill/>
                <a:tableStyleId>{7814C621-CB00-45AA-B9A0-9D18F376423F}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0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Mileage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(in </a:t>
                      </a: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kmpl</a:t>
                      </a: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Car Price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(in cr)</a:t>
                      </a:r>
                      <a:endParaRPr sz="1600" b="1" i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9.8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10.48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9.12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1.75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6.95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2.51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13" name="Google Shape;3513;p20"/>
          <p:cNvSpPr/>
          <p:nvPr/>
        </p:nvSpPr>
        <p:spPr>
          <a:xfrm>
            <a:off x="457200" y="1493837"/>
            <a:ext cx="2733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CarPrice = 1 + 0.05Mileage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4" name="Google Shape;3514;p20"/>
          <p:cNvSpPr/>
          <p:nvPr/>
        </p:nvSpPr>
        <p:spPr>
          <a:xfrm>
            <a:off x="457199" y="2073274"/>
            <a:ext cx="2733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CarPrice = 1 + 0.25Mileage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5" name="Google Shape;3515;p20"/>
          <p:cNvSpPr/>
          <p:nvPr/>
        </p:nvSpPr>
        <p:spPr>
          <a:xfrm>
            <a:off x="457198" y="2663822"/>
            <a:ext cx="2733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CarPrice = 1 + 0.75Mileage </a:t>
            </a:r>
            <a:endParaRPr/>
          </a:p>
        </p:txBody>
      </p:sp>
      <p:pic>
        <p:nvPicPr>
          <p:cNvPr id="3516" name="Google Shape;3516;p20"/>
          <p:cNvPicPr preferRelativeResize="0"/>
          <p:nvPr/>
        </p:nvPicPr>
        <p:blipFill rotWithShape="1">
          <a:blip r:embed="rId3">
            <a:alphaModFix/>
          </a:blip>
          <a:srcRect l="19999" t="13766" r="29281" b="5535"/>
          <a:stretch/>
        </p:blipFill>
        <p:spPr>
          <a:xfrm>
            <a:off x="3429000" y="1378634"/>
            <a:ext cx="4899074" cy="4336366"/>
          </a:xfrm>
          <a:prstGeom prst="rect">
            <a:avLst/>
          </a:prstGeom>
          <a:noFill/>
          <a:ln>
            <a:noFill/>
          </a:ln>
        </p:spPr>
      </p:pic>
      <p:sp>
        <p:nvSpPr>
          <p:cNvPr id="3517" name="Google Shape;3517;p20"/>
          <p:cNvSpPr txBox="1"/>
          <p:nvPr/>
        </p:nvSpPr>
        <p:spPr>
          <a:xfrm>
            <a:off x="7543800" y="3761601"/>
            <a:ext cx="14098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 of Mileage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8" name="Google Shape;3518;p20"/>
          <p:cNvSpPr txBox="1"/>
          <p:nvPr/>
        </p:nvSpPr>
        <p:spPr>
          <a:xfrm>
            <a:off x="2913574" y="5652441"/>
            <a:ext cx="16786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 of absolute Error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Training Error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9" name="Google Shape;3519;p20"/>
          <p:cNvSpPr/>
          <p:nvPr/>
        </p:nvSpPr>
        <p:spPr>
          <a:xfrm>
            <a:off x="4191000" y="3802358"/>
            <a:ext cx="228600" cy="138500"/>
          </a:xfrm>
          <a:prstGeom prst="star4">
            <a:avLst>
              <a:gd name="adj" fmla="val 12500"/>
            </a:avLst>
          </a:prstGeom>
          <a:solidFill>
            <a:srgbClr val="CCCC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0" name="Google Shape;3520;p20"/>
          <p:cNvSpPr/>
          <p:nvPr/>
        </p:nvSpPr>
        <p:spPr>
          <a:xfrm>
            <a:off x="4592239" y="5142869"/>
            <a:ext cx="228600" cy="138500"/>
          </a:xfrm>
          <a:prstGeom prst="star4">
            <a:avLst>
              <a:gd name="adj" fmla="val 12500"/>
            </a:avLst>
          </a:prstGeom>
          <a:solidFill>
            <a:srgbClr val="CCCC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1" name="Google Shape;3521;p20"/>
          <p:cNvSpPr/>
          <p:nvPr/>
        </p:nvSpPr>
        <p:spPr>
          <a:xfrm>
            <a:off x="5059985" y="3403251"/>
            <a:ext cx="228600" cy="138500"/>
          </a:xfrm>
          <a:prstGeom prst="star4">
            <a:avLst>
              <a:gd name="adj" fmla="val 12500"/>
            </a:avLst>
          </a:prstGeom>
          <a:solidFill>
            <a:srgbClr val="CCCC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2" name="Google Shape;3522;p20"/>
          <p:cNvSpPr txBox="1"/>
          <p:nvPr/>
        </p:nvSpPr>
        <p:spPr>
          <a:xfrm>
            <a:off x="3736236" y="3720703"/>
            <a:ext cx="4905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15.3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23" name="Google Shape;3523;p20"/>
          <p:cNvSpPr txBox="1"/>
          <p:nvPr/>
        </p:nvSpPr>
        <p:spPr>
          <a:xfrm>
            <a:off x="4833767" y="5073619"/>
            <a:ext cx="4905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12.4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24" name="Google Shape;3524;p20"/>
          <p:cNvSpPr txBox="1"/>
          <p:nvPr/>
        </p:nvSpPr>
        <p:spPr>
          <a:xfrm>
            <a:off x="5191125" y="3334002"/>
            <a:ext cx="4905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15.7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3525" name="Google Shape;3525;p20"/>
          <p:cNvCxnSpPr>
            <a:stCxn id="3513" idx="3"/>
          </p:cNvCxnSpPr>
          <p:nvPr/>
        </p:nvCxnSpPr>
        <p:spPr>
          <a:xfrm>
            <a:off x="3190875" y="1684337"/>
            <a:ext cx="1173900" cy="203640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26" name="Google Shape;3526;p20"/>
          <p:cNvCxnSpPr>
            <a:stCxn id="3514" idx="1"/>
          </p:cNvCxnSpPr>
          <p:nvPr/>
        </p:nvCxnSpPr>
        <p:spPr>
          <a:xfrm>
            <a:off x="457199" y="2263774"/>
            <a:ext cx="3944700" cy="2879100"/>
          </a:xfrm>
          <a:prstGeom prst="curvedConnector3">
            <a:avLst>
              <a:gd name="adj1" fmla="val -57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27" name="Google Shape;3527;p20"/>
          <p:cNvCxnSpPr>
            <a:stCxn id="3515" idx="3"/>
          </p:cNvCxnSpPr>
          <p:nvPr/>
        </p:nvCxnSpPr>
        <p:spPr>
          <a:xfrm>
            <a:off x="3190873" y="2854322"/>
            <a:ext cx="1784100" cy="479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34F1F1-1DA7-F673-DE15-8DE6A04BA04E}"/>
                  </a:ext>
                </a:extLst>
              </p14:cNvPr>
              <p14:cNvContentPartPr/>
              <p14:nvPr/>
            </p14:nvContentPartPr>
            <p14:xfrm>
              <a:off x="4068000" y="600120"/>
              <a:ext cx="4347720" cy="5722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34F1F1-1DA7-F673-DE15-8DE6A04BA0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58640" y="590760"/>
                <a:ext cx="4366440" cy="574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" name="Google Shape;3532;p21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Convex Function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3" name="Google Shape;3533;p21"/>
          <p:cNvPicPr preferRelativeResize="0"/>
          <p:nvPr/>
        </p:nvPicPr>
        <p:blipFill rotWithShape="1">
          <a:blip r:embed="rId3">
            <a:alphaModFix/>
          </a:blip>
          <a:srcRect l="20000"/>
          <a:stretch/>
        </p:blipFill>
        <p:spPr>
          <a:xfrm>
            <a:off x="457200" y="1447800"/>
            <a:ext cx="38100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4" name="Google Shape;3534;p21"/>
          <p:cNvSpPr/>
          <p:nvPr/>
        </p:nvSpPr>
        <p:spPr>
          <a:xfrm>
            <a:off x="293914" y="5105400"/>
            <a:ext cx="8153400" cy="128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1800" b="0" i="0" u="sng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Real-valued function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defined on an </a:t>
            </a:r>
            <a:r>
              <a:rPr lang="en-US" sz="1800" b="0" i="1" u="sng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 b="0" i="0" u="sng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-dimensional interval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called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convex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 </a:t>
            </a:r>
            <a:r>
              <a:rPr lang="en-US" sz="1800" b="0" i="0" u="sng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line segment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between any two points on the </a:t>
            </a:r>
            <a:r>
              <a:rPr lang="en-US" sz="1800" b="0" i="0" u="sng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graph of the function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lies above or on the graph</a:t>
            </a:r>
            <a:endParaRPr/>
          </a:p>
        </p:txBody>
      </p:sp>
      <p:sp>
        <p:nvSpPr>
          <p:cNvPr id="3535" name="Google Shape;3535;p21"/>
          <p:cNvSpPr txBox="1"/>
          <p:nvPr/>
        </p:nvSpPr>
        <p:spPr>
          <a:xfrm>
            <a:off x="289151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: Multivariate Vie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6" name="Google Shape;353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9600" y="1589001"/>
            <a:ext cx="4170589" cy="321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7" name="Google Shape;3537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1412" y="1598526"/>
            <a:ext cx="4035902" cy="331651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8D5E2DE-167D-2FD5-1AF2-F1E4C7E7FC0C}"/>
                  </a:ext>
                </a:extLst>
              </p14:cNvPr>
              <p14:cNvContentPartPr/>
              <p14:nvPr/>
            </p14:nvContentPartPr>
            <p14:xfrm>
              <a:off x="2842200" y="908640"/>
              <a:ext cx="6160680" cy="4702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8D5E2DE-167D-2FD5-1AF2-F1E4C7E7FC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32840" y="899280"/>
                <a:ext cx="6179400" cy="472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2" name="Google Shape;3542;p22"/>
          <p:cNvSpPr txBox="1">
            <a:spLocks noGrp="1"/>
          </p:cNvSpPr>
          <p:nvPr>
            <p:ph type="title" idx="4294967295"/>
          </p:nvPr>
        </p:nvSpPr>
        <p:spPr>
          <a:xfrm>
            <a:off x="-76200" y="2971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dirty="0">
                <a:solidFill>
                  <a:srgbClr val="C00000"/>
                </a:solidFill>
              </a:rPr>
              <a:t>Learning Model Parameters</a:t>
            </a:r>
            <a:br>
              <a:rPr lang="en-US" sz="3200" dirty="0">
                <a:solidFill>
                  <a:srgbClr val="C00000"/>
                </a:solidFill>
              </a:rPr>
            </a:br>
            <a:br>
              <a:rPr lang="en-US" sz="3200" dirty="0">
                <a:solidFill>
                  <a:srgbClr val="C00000"/>
                </a:solidFill>
              </a:rPr>
            </a:br>
            <a:r>
              <a:rPr lang="en-US" sz="3200" dirty="0">
                <a:solidFill>
                  <a:srgbClr val="C00000"/>
                </a:solidFill>
              </a:rPr>
              <a:t>Closed Form Solution</a:t>
            </a:r>
            <a:endParaRPr sz="3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7" name="Google Shape;3547;p23"/>
          <p:cNvSpPr txBox="1"/>
          <p:nvPr/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Vectorization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8" name="Google Shape;354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47800"/>
            <a:ext cx="6218146" cy="3883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9" name="Google Shape;354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7277" y="838200"/>
            <a:ext cx="2066723" cy="2292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0" name="Google Shape;3550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" y="5483715"/>
            <a:ext cx="5944115" cy="8779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235451-3449-E7DF-B429-B35FD685763A}"/>
                  </a:ext>
                </a:extLst>
              </p14:cNvPr>
              <p14:cNvContentPartPr/>
              <p14:nvPr/>
            </p14:nvContentPartPr>
            <p14:xfrm>
              <a:off x="882720" y="810000"/>
              <a:ext cx="8120160" cy="5490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235451-3449-E7DF-B429-B35FD68576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3360" y="800640"/>
                <a:ext cx="8138880" cy="550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5" name="Google Shape;3555;p24"/>
          <p:cNvSpPr txBox="1"/>
          <p:nvPr/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Vectorization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6" name="Google Shape;355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503243"/>
            <a:ext cx="5638800" cy="3694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7" name="Google Shape;355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3855" y="2571750"/>
            <a:ext cx="1309357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8" name="Google Shape;355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7277" y="838200"/>
            <a:ext cx="2066723" cy="2292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9" name="Google Shape;3559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0658" y="4636198"/>
            <a:ext cx="4253342" cy="205440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0AFE1F-6A4C-648B-FDAD-BD3799B193B3}"/>
                  </a:ext>
                </a:extLst>
              </p14:cNvPr>
              <p14:cNvContentPartPr/>
              <p14:nvPr/>
            </p14:nvContentPartPr>
            <p14:xfrm>
              <a:off x="810000" y="2678400"/>
              <a:ext cx="5350680" cy="265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0AFE1F-6A4C-648B-FDAD-BD3799B193B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0640" y="2669040"/>
                <a:ext cx="5369400" cy="267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4" name="Google Shape;3564;p25"/>
          <p:cNvSpPr txBox="1"/>
          <p:nvPr/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Vectorization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5" name="Google Shape;356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447800"/>
            <a:ext cx="5669771" cy="3682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6" name="Google Shape;356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5000" y="4800600"/>
            <a:ext cx="6041208" cy="1700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7" name="Google Shape;3567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7277" y="838200"/>
            <a:ext cx="2066723" cy="22922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3699802" y="5345726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164985-A9CF-E076-11DB-444AA799B05E}"/>
                  </a:ext>
                </a:extLst>
              </p14:cNvPr>
              <p14:cNvContentPartPr/>
              <p14:nvPr/>
            </p14:nvContentPartPr>
            <p14:xfrm>
              <a:off x="1611720" y="1817640"/>
              <a:ext cx="7511040" cy="3236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164985-A9CF-E076-11DB-444AA799B05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2360" y="1808280"/>
                <a:ext cx="7529760" cy="325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2" name="Google Shape;3572;p26"/>
          <p:cNvSpPr txBox="1"/>
          <p:nvPr/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Vectorization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3" name="Google Shape;357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447800"/>
            <a:ext cx="5715000" cy="394335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B5F02A-4E0F-08E1-CB40-43BAA26B8DE1}"/>
                  </a:ext>
                </a:extLst>
              </p14:cNvPr>
              <p14:cNvContentPartPr/>
              <p14:nvPr/>
            </p14:nvContentPartPr>
            <p14:xfrm>
              <a:off x="875160" y="930240"/>
              <a:ext cx="8492400" cy="5396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B5F02A-4E0F-08E1-CB40-43BAA26B8D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5800" y="920880"/>
                <a:ext cx="8511120" cy="541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27"/>
          <p:cNvSpPr txBox="1"/>
          <p:nvPr/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Vectorization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9" name="Google Shape;357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524000"/>
            <a:ext cx="5323033" cy="350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" name="Google Shape;3584;p28"/>
          <p:cNvSpPr txBox="1"/>
          <p:nvPr/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Fit the Linear Regression Model 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Closed Form – </a:t>
            </a:r>
            <a:r>
              <a:rPr lang="en-US" sz="2400" b="1" i="0" u="none" strike="noStrike" cap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Problem Type 1</a:t>
            </a:r>
            <a:endParaRPr sz="2400" b="1" i="0" u="none" strike="noStrike" cap="none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5" name="Google Shape;358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5079" y="4963681"/>
            <a:ext cx="5362258" cy="150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6" name="Google Shape;3586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7277" y="838200"/>
            <a:ext cx="2066723" cy="2292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7" name="Google Shape;3587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77313" y="4276725"/>
            <a:ext cx="3738112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8" name="Google Shape;3588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" y="1371600"/>
            <a:ext cx="6872668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9" name="Google Shape;3589;p2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2590799"/>
            <a:ext cx="4419600" cy="2164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0" name="Google Shape;3590;p2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3825" y="4630714"/>
            <a:ext cx="3657917" cy="17558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43E9E3-728C-5E5F-6556-D2D56092EC0A}"/>
                  </a:ext>
                </a:extLst>
              </p14:cNvPr>
              <p14:cNvContentPartPr/>
              <p14:nvPr/>
            </p14:nvContentPartPr>
            <p14:xfrm>
              <a:off x="5513040" y="514080"/>
              <a:ext cx="2439720" cy="463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43E9E3-728C-5E5F-6556-D2D56092EC0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03680" y="504720"/>
                <a:ext cx="2458440" cy="465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5" name="Google Shape;3595;p29"/>
          <p:cNvSpPr txBox="1">
            <a:spLocks noGrp="1"/>
          </p:cNvSpPr>
          <p:nvPr>
            <p:ph type="title"/>
          </p:nvPr>
        </p:nvSpPr>
        <p:spPr>
          <a:xfrm>
            <a:off x="-76200" y="2971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Learning Model Parameters</a:t>
            </a:r>
            <a:br>
              <a:rPr lang="en-US" sz="32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Gradient Descent Approach</a:t>
            </a:r>
            <a:endParaRPr sz="3200" b="1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88C98A-5778-0523-B96F-A9B52B85CEE1}"/>
                  </a:ext>
                </a:extLst>
              </p14:cNvPr>
              <p14:cNvContentPartPr/>
              <p14:nvPr/>
            </p14:nvContentPartPr>
            <p14:xfrm>
              <a:off x="6370560" y="4800600"/>
              <a:ext cx="2448000" cy="1132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88C98A-5778-0523-B96F-A9B52B85CE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61200" y="4791240"/>
                <a:ext cx="2466720" cy="1150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9" name="Google Shape;3619;p31"/>
          <p:cNvSpPr txBox="1">
            <a:spLocks noGrp="1"/>
          </p:cNvSpPr>
          <p:nvPr>
            <p:ph type="title"/>
          </p:nvPr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Intuition Behind Cost Function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0" name="Google Shape;362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162" y="1524000"/>
            <a:ext cx="7251875" cy="431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1" name="Google Shape;3621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9136" y="5791200"/>
            <a:ext cx="169265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2" name="Google Shape;3622;p31"/>
          <p:cNvSpPr txBox="1"/>
          <p:nvPr/>
        </p:nvSpPr>
        <p:spPr>
          <a:xfrm>
            <a:off x="762000" y="5791200"/>
            <a:ext cx="14771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7" name="Google Shape;3627;p32"/>
          <p:cNvSpPr txBox="1">
            <a:spLocks noGrp="1"/>
          </p:cNvSpPr>
          <p:nvPr>
            <p:ph type="title"/>
          </p:nvPr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Intuition Behind Cost Function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8" name="Google Shape;362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9136" y="5791200"/>
            <a:ext cx="169265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9" name="Google Shape;3629;p32"/>
          <p:cNvSpPr txBox="1"/>
          <p:nvPr/>
        </p:nvSpPr>
        <p:spPr>
          <a:xfrm>
            <a:off x="762000" y="5791200"/>
            <a:ext cx="14771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30" name="Google Shape;3630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0568" y="1685649"/>
            <a:ext cx="4648464" cy="3486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5" name="Google Shape;363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76400"/>
            <a:ext cx="6096528" cy="4365114"/>
          </a:xfrm>
          <a:prstGeom prst="rect">
            <a:avLst/>
          </a:prstGeom>
          <a:noFill/>
          <a:ln>
            <a:noFill/>
          </a:ln>
        </p:spPr>
      </p:pic>
      <p:sp>
        <p:nvSpPr>
          <p:cNvPr id="3636" name="Google Shape;3636;p33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Search Procedure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7" name="Google Shape;3637;p33"/>
          <p:cNvSpPr txBox="1"/>
          <p:nvPr/>
        </p:nvSpPr>
        <p:spPr>
          <a:xfrm>
            <a:off x="744322" y="6172200"/>
            <a:ext cx="31421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Figure by Andrew Ng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2" name="Google Shape;364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76400"/>
            <a:ext cx="6096528" cy="4365114"/>
          </a:xfrm>
          <a:prstGeom prst="rect">
            <a:avLst/>
          </a:prstGeom>
          <a:noFill/>
          <a:ln>
            <a:noFill/>
          </a:ln>
        </p:spPr>
      </p:pic>
      <p:sp>
        <p:nvSpPr>
          <p:cNvPr id="3643" name="Google Shape;3643;p34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Search Procedure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4" name="Google Shape;3644;p34"/>
          <p:cNvSpPr txBox="1"/>
          <p:nvPr/>
        </p:nvSpPr>
        <p:spPr>
          <a:xfrm>
            <a:off x="744322" y="6172200"/>
            <a:ext cx="31421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Figure by Andrew Ng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9" name="Google Shape;364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676400"/>
            <a:ext cx="7699915" cy="4554107"/>
          </a:xfrm>
          <a:prstGeom prst="rect">
            <a:avLst/>
          </a:prstGeom>
          <a:noFill/>
          <a:ln>
            <a:noFill/>
          </a:ln>
        </p:spPr>
      </p:pic>
      <p:sp>
        <p:nvSpPr>
          <p:cNvPr id="3650" name="Google Shape;3650;p35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Search Procedure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1" name="Google Shape;3651;p35"/>
          <p:cNvSpPr txBox="1"/>
          <p:nvPr/>
        </p:nvSpPr>
        <p:spPr>
          <a:xfrm>
            <a:off x="744322" y="6172200"/>
            <a:ext cx="31421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Figure by Andrew Ng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6" name="Google Shape;365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08176"/>
            <a:ext cx="9144000" cy="4041647"/>
          </a:xfrm>
          <a:prstGeom prst="rect">
            <a:avLst/>
          </a:prstGeom>
          <a:noFill/>
          <a:ln>
            <a:noFill/>
          </a:ln>
        </p:spPr>
      </p:pic>
      <p:sp>
        <p:nvSpPr>
          <p:cNvPr id="3657" name="Google Shape;3657;p36"/>
          <p:cNvSpPr txBox="1"/>
          <p:nvPr/>
        </p:nvSpPr>
        <p:spPr>
          <a:xfrm>
            <a:off x="762000" y="5791200"/>
            <a:ext cx="30278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Slide by Andrew Ng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58" name="Google Shape;3658;p36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59" name="Google Shape;3659;p36"/>
          <p:cNvGraphicFramePr/>
          <p:nvPr/>
        </p:nvGraphicFramePr>
        <p:xfrm>
          <a:off x="3505200" y="254332"/>
          <a:ext cx="2743200" cy="1965990"/>
        </p:xfrm>
        <a:graphic>
          <a:graphicData uri="http://schemas.openxmlformats.org/drawingml/2006/table">
            <a:tbl>
              <a:tblPr>
                <a:noFill/>
                <a:tableStyleId>{7814C621-CB00-45AA-B9A0-9D18F376423F}</a:tableStyleId>
              </a:tblPr>
              <a:tblGrid>
                <a:gridCol w="122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Size in feet</a:t>
                      </a:r>
                      <a:r>
                        <a:rPr lang="en-US" sz="1800" b="1" u="none" strike="noStrike" cap="none" baseline="30000"/>
                        <a:t>2</a:t>
                      </a:r>
                      <a:r>
                        <a:rPr lang="en-US" sz="1800" b="1" u="none" strike="noStrike" cap="none"/>
                        <a:t> (</a:t>
                      </a:r>
                      <a:r>
                        <a:rPr lang="en-US" sz="1800" b="0" u="none" strike="noStrike" cap="none"/>
                        <a:t>x</a:t>
                      </a:r>
                      <a:r>
                        <a:rPr lang="en-US" sz="1800" b="1" u="none" strike="noStrike" cap="none"/>
                        <a:t>)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Price ($) in 1000's (</a:t>
                      </a:r>
                      <a:r>
                        <a:rPr lang="en-US" sz="1800" b="0" u="none" strike="noStrike" cap="none"/>
                        <a:t>y</a:t>
                      </a:r>
                      <a:r>
                        <a:rPr lang="en-US" sz="1800" b="1" u="none" strike="noStrike" cap="none"/>
                        <a:t>)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2104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460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1416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232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1534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315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852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178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4" name="Google Shape;366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47800"/>
            <a:ext cx="9144000" cy="3962399"/>
          </a:xfrm>
          <a:prstGeom prst="rect">
            <a:avLst/>
          </a:prstGeom>
          <a:noFill/>
          <a:ln>
            <a:noFill/>
          </a:ln>
        </p:spPr>
      </p:pic>
      <p:sp>
        <p:nvSpPr>
          <p:cNvPr id="3665" name="Google Shape;3665;p37"/>
          <p:cNvSpPr txBox="1"/>
          <p:nvPr/>
        </p:nvSpPr>
        <p:spPr>
          <a:xfrm>
            <a:off x="762000" y="5791200"/>
            <a:ext cx="30278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Slide by Andrew Ng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66" name="Google Shape;3666;p37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1" name="Google Shape;3671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08176"/>
            <a:ext cx="9144000" cy="4041647"/>
          </a:xfrm>
          <a:prstGeom prst="rect">
            <a:avLst/>
          </a:prstGeom>
          <a:noFill/>
          <a:ln>
            <a:noFill/>
          </a:ln>
        </p:spPr>
      </p:pic>
      <p:sp>
        <p:nvSpPr>
          <p:cNvPr id="3672" name="Google Shape;3672;p38"/>
          <p:cNvSpPr txBox="1"/>
          <p:nvPr/>
        </p:nvSpPr>
        <p:spPr>
          <a:xfrm>
            <a:off x="762000" y="5791200"/>
            <a:ext cx="30278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Slide by Andrew Ng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73" name="Google Shape;3673;p38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8" name="Google Shape;367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08176"/>
            <a:ext cx="9144000" cy="4041647"/>
          </a:xfrm>
          <a:prstGeom prst="rect">
            <a:avLst/>
          </a:prstGeom>
          <a:noFill/>
          <a:ln>
            <a:noFill/>
          </a:ln>
        </p:spPr>
      </p:pic>
      <p:sp>
        <p:nvSpPr>
          <p:cNvPr id="3679" name="Google Shape;3679;p39"/>
          <p:cNvSpPr txBox="1"/>
          <p:nvPr/>
        </p:nvSpPr>
        <p:spPr>
          <a:xfrm>
            <a:off x="762000" y="5791200"/>
            <a:ext cx="30278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Slide by Andrew Ng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80" name="Google Shape;3680;p39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5" name="Google Shape;368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08176"/>
            <a:ext cx="9144000" cy="4041647"/>
          </a:xfrm>
          <a:prstGeom prst="rect">
            <a:avLst/>
          </a:prstGeom>
          <a:noFill/>
          <a:ln>
            <a:noFill/>
          </a:ln>
        </p:spPr>
      </p:pic>
      <p:sp>
        <p:nvSpPr>
          <p:cNvPr id="3686" name="Google Shape;3686;p40"/>
          <p:cNvSpPr txBox="1"/>
          <p:nvPr/>
        </p:nvSpPr>
        <p:spPr>
          <a:xfrm>
            <a:off x="762000" y="5791200"/>
            <a:ext cx="30278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Slide by Andrew Ng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87" name="Google Shape;3687;p40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2" name="Google Shape;369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08176"/>
            <a:ext cx="9144000" cy="4041647"/>
          </a:xfrm>
          <a:prstGeom prst="rect">
            <a:avLst/>
          </a:prstGeom>
          <a:noFill/>
          <a:ln>
            <a:noFill/>
          </a:ln>
        </p:spPr>
      </p:pic>
      <p:sp>
        <p:nvSpPr>
          <p:cNvPr id="3693" name="Google Shape;3693;p41"/>
          <p:cNvSpPr txBox="1"/>
          <p:nvPr/>
        </p:nvSpPr>
        <p:spPr>
          <a:xfrm>
            <a:off x="762000" y="5791200"/>
            <a:ext cx="30278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Slide by Andrew Ng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94" name="Google Shape;3694;p41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9" name="Google Shape;3699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08176"/>
            <a:ext cx="9144000" cy="4041647"/>
          </a:xfrm>
          <a:prstGeom prst="rect">
            <a:avLst/>
          </a:prstGeom>
          <a:noFill/>
          <a:ln>
            <a:noFill/>
          </a:ln>
        </p:spPr>
      </p:pic>
      <p:sp>
        <p:nvSpPr>
          <p:cNvPr id="3700" name="Google Shape;3700;p42"/>
          <p:cNvSpPr txBox="1"/>
          <p:nvPr/>
        </p:nvSpPr>
        <p:spPr>
          <a:xfrm>
            <a:off x="762000" y="5791200"/>
            <a:ext cx="30278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Slide by Andrew Ng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01" name="Google Shape;3701;p42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6" name="Google Shape;370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08176"/>
            <a:ext cx="9144000" cy="4041647"/>
          </a:xfrm>
          <a:prstGeom prst="rect">
            <a:avLst/>
          </a:prstGeom>
          <a:noFill/>
          <a:ln>
            <a:noFill/>
          </a:ln>
        </p:spPr>
      </p:pic>
      <p:sp>
        <p:nvSpPr>
          <p:cNvPr id="3707" name="Google Shape;3707;p43"/>
          <p:cNvSpPr txBox="1"/>
          <p:nvPr/>
        </p:nvSpPr>
        <p:spPr>
          <a:xfrm>
            <a:off x="762000" y="5791200"/>
            <a:ext cx="30278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Slide by Andrew Ng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08" name="Google Shape;3708;p43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3" name="Google Shape;371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08176"/>
            <a:ext cx="9144000" cy="4041647"/>
          </a:xfrm>
          <a:prstGeom prst="rect">
            <a:avLst/>
          </a:prstGeom>
          <a:noFill/>
          <a:ln>
            <a:noFill/>
          </a:ln>
        </p:spPr>
      </p:pic>
      <p:sp>
        <p:nvSpPr>
          <p:cNvPr id="3714" name="Google Shape;3714;p44"/>
          <p:cNvSpPr txBox="1"/>
          <p:nvPr/>
        </p:nvSpPr>
        <p:spPr>
          <a:xfrm>
            <a:off x="762000" y="5791200"/>
            <a:ext cx="30278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Credit : Slide by Andrew Ng </a:t>
            </a: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15" name="Google Shape;3715;p44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0" name="Google Shape;3720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562884"/>
            <a:ext cx="7620000" cy="4761715"/>
          </a:xfrm>
          <a:prstGeom prst="rect">
            <a:avLst/>
          </a:prstGeom>
          <a:noFill/>
          <a:ln>
            <a:noFill/>
          </a:ln>
        </p:spPr>
      </p:pic>
      <p:sp>
        <p:nvSpPr>
          <p:cNvPr id="3721" name="Google Shape;3721;p45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6" name="Google Shape;3726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99" y="1551150"/>
            <a:ext cx="7632643" cy="477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7" name="Google Shape;3727;p46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2" name="Google Shape;3732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600200"/>
            <a:ext cx="7391400" cy="4622089"/>
          </a:xfrm>
          <a:prstGeom prst="rect">
            <a:avLst/>
          </a:prstGeom>
          <a:noFill/>
          <a:ln>
            <a:noFill/>
          </a:ln>
        </p:spPr>
      </p:pic>
      <p:sp>
        <p:nvSpPr>
          <p:cNvPr id="3733" name="Google Shape;3733;p47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 for Linear Regression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8" name="Google Shape;3738;p48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Guarantee of Convergence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9" name="Google Shape;3739;p48"/>
          <p:cNvSpPr/>
          <p:nvPr/>
        </p:nvSpPr>
        <p:spPr>
          <a:xfrm>
            <a:off x="5678471" y="1473494"/>
            <a:ext cx="2280753" cy="7080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sp>
        <p:nvSpPr>
          <p:cNvPr id="3740" name="Google Shape;3740;p48"/>
          <p:cNvSpPr/>
          <p:nvPr/>
        </p:nvSpPr>
        <p:spPr>
          <a:xfrm>
            <a:off x="5985956" y="2034222"/>
            <a:ext cx="3158044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33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sp>
        <p:nvSpPr>
          <p:cNvPr id="3741" name="Google Shape;3741;p48"/>
          <p:cNvSpPr txBox="1"/>
          <p:nvPr/>
        </p:nvSpPr>
        <p:spPr>
          <a:xfrm>
            <a:off x="6025069" y="2372904"/>
            <a:ext cx="3079817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580" t="-8196" r="-592" b="-245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sp>
        <p:nvSpPr>
          <p:cNvPr id="3742" name="Google Shape;3742;p48"/>
          <p:cNvSpPr/>
          <p:nvPr/>
        </p:nvSpPr>
        <p:spPr>
          <a:xfrm>
            <a:off x="228600" y="6172200"/>
            <a:ext cx="254749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50"/>
              <a:buFont typeface="Times New Roman"/>
              <a:buNone/>
            </a:pPr>
            <a:r>
              <a:rPr lang="en-US" sz="1050" b="0" i="0" u="none" strike="noStrike" cap="none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Credit: Prof. Mohammad Hammoud</a:t>
            </a:r>
            <a:endParaRPr sz="1050" b="0" i="0" u="none" strike="noStrike" cap="none">
              <a:solidFill>
                <a:srgbClr val="3232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43" name="Google Shape;3743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6776" y="1520265"/>
            <a:ext cx="3018138" cy="1985495"/>
          </a:xfrm>
          <a:prstGeom prst="rect">
            <a:avLst/>
          </a:prstGeom>
          <a:noFill/>
          <a:ln>
            <a:noFill/>
          </a:ln>
        </p:spPr>
      </p:pic>
      <p:sp>
        <p:nvSpPr>
          <p:cNvPr id="3744" name="Google Shape;3744;p48"/>
          <p:cNvSpPr/>
          <p:nvPr/>
        </p:nvSpPr>
        <p:spPr>
          <a:xfrm>
            <a:off x="3404914" y="3355720"/>
            <a:ext cx="36901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𝞱</a:t>
            </a:r>
            <a:r>
              <a:rPr lang="en-US" sz="1500" b="0" i="1" u="none" strike="noStrike" cap="none" baseline="-25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5" name="Google Shape;3745;p48"/>
          <p:cNvSpPr/>
          <p:nvPr/>
        </p:nvSpPr>
        <p:spPr>
          <a:xfrm>
            <a:off x="1764679" y="1219200"/>
            <a:ext cx="309700" cy="32316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56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sp>
        <p:nvSpPr>
          <p:cNvPr id="3746" name="Google Shape;3746;p48"/>
          <p:cNvSpPr/>
          <p:nvPr/>
        </p:nvSpPr>
        <p:spPr>
          <a:xfrm>
            <a:off x="2869715" y="2565232"/>
            <a:ext cx="92676" cy="92676"/>
          </a:xfrm>
          <a:prstGeom prst="ellipse">
            <a:avLst/>
          </a:prstGeom>
          <a:solidFill>
            <a:srgbClr val="00B050"/>
          </a:solidFill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Tahoma"/>
              <a:buNone/>
            </a:pP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7" name="Google Shape;3747;p48"/>
          <p:cNvCxnSpPr/>
          <p:nvPr/>
        </p:nvCxnSpPr>
        <p:spPr>
          <a:xfrm flipH="1">
            <a:off x="2734562" y="2074051"/>
            <a:ext cx="389238" cy="1016520"/>
          </a:xfrm>
          <a:prstGeom prst="straightConnector1">
            <a:avLst/>
          </a:prstGeom>
          <a:noFill/>
          <a:ln w="28575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48" name="Google Shape;3748;p48"/>
          <p:cNvSpPr txBox="1"/>
          <p:nvPr/>
        </p:nvSpPr>
        <p:spPr>
          <a:xfrm>
            <a:off x="3709196" y="2473070"/>
            <a:ext cx="162480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Positive Derivative</a:t>
            </a:r>
            <a:endParaRPr/>
          </a:p>
        </p:txBody>
      </p:sp>
      <p:cxnSp>
        <p:nvCxnSpPr>
          <p:cNvPr id="3749" name="Google Shape;3749;p48"/>
          <p:cNvCxnSpPr>
            <a:endCxn id="3748" idx="1"/>
          </p:cNvCxnSpPr>
          <p:nvPr/>
        </p:nvCxnSpPr>
        <p:spPr>
          <a:xfrm>
            <a:off x="3031196" y="2565353"/>
            <a:ext cx="678000" cy="693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50" name="Google Shape;3750;p48"/>
          <p:cNvCxnSpPr>
            <a:stCxn id="3746" idx="4"/>
          </p:cNvCxnSpPr>
          <p:nvPr/>
        </p:nvCxnSpPr>
        <p:spPr>
          <a:xfrm>
            <a:off x="2916053" y="2657908"/>
            <a:ext cx="0" cy="847800"/>
          </a:xfrm>
          <a:prstGeom prst="straightConnector1">
            <a:avLst/>
          </a:prstGeom>
          <a:noFill/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51" name="Google Shape;3751;p48"/>
          <p:cNvSpPr/>
          <p:nvPr/>
        </p:nvSpPr>
        <p:spPr>
          <a:xfrm>
            <a:off x="2793134" y="3505857"/>
            <a:ext cx="34977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𝞱</a:t>
            </a:r>
            <a:r>
              <a:rPr lang="en-US" sz="1350" b="0" i="1" u="none" strike="noStrike" cap="none" baseline="-25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5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2" name="Google Shape;3752;p48"/>
          <p:cNvCxnSpPr/>
          <p:nvPr/>
        </p:nvCxnSpPr>
        <p:spPr>
          <a:xfrm rot="10800000">
            <a:off x="2592623" y="3782856"/>
            <a:ext cx="32343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753" name="Google Shape;3753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3863373"/>
            <a:ext cx="3018138" cy="1985495"/>
          </a:xfrm>
          <a:prstGeom prst="rect">
            <a:avLst/>
          </a:prstGeom>
          <a:noFill/>
          <a:ln>
            <a:noFill/>
          </a:ln>
        </p:spPr>
      </p:pic>
      <p:sp>
        <p:nvSpPr>
          <p:cNvPr id="3754" name="Google Shape;3754;p48"/>
          <p:cNvSpPr/>
          <p:nvPr/>
        </p:nvSpPr>
        <p:spPr>
          <a:xfrm>
            <a:off x="3399138" y="5698828"/>
            <a:ext cx="36901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𝞱</a:t>
            </a:r>
            <a:r>
              <a:rPr lang="en-US" sz="1500" b="0" i="1" u="none" strike="noStrike" cap="none" baseline="-25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5" name="Google Shape;3755;p48"/>
          <p:cNvSpPr/>
          <p:nvPr/>
        </p:nvSpPr>
        <p:spPr>
          <a:xfrm>
            <a:off x="1758903" y="3562308"/>
            <a:ext cx="309700" cy="32316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75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sp>
        <p:nvSpPr>
          <p:cNvPr id="3756" name="Google Shape;3756;p48"/>
          <p:cNvSpPr/>
          <p:nvPr/>
        </p:nvSpPr>
        <p:spPr>
          <a:xfrm>
            <a:off x="2863939" y="4908340"/>
            <a:ext cx="92676" cy="92676"/>
          </a:xfrm>
          <a:prstGeom prst="ellipse">
            <a:avLst/>
          </a:prstGeom>
          <a:solidFill>
            <a:srgbClr val="00B050"/>
          </a:solidFill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Tahoma"/>
              <a:buNone/>
            </a:pP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7" name="Google Shape;3757;p48"/>
          <p:cNvSpPr/>
          <p:nvPr/>
        </p:nvSpPr>
        <p:spPr>
          <a:xfrm>
            <a:off x="2199481" y="5948318"/>
            <a:ext cx="70961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New 𝞱</a:t>
            </a:r>
            <a:r>
              <a:rPr lang="en-US" sz="1350" b="0" i="1" u="none" strike="noStrike" cap="none" baseline="-25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5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8" name="Google Shape;3758;p48"/>
          <p:cNvCxnSpPr>
            <a:endCxn id="3759" idx="0"/>
          </p:cNvCxnSpPr>
          <p:nvPr/>
        </p:nvCxnSpPr>
        <p:spPr>
          <a:xfrm flipH="1">
            <a:off x="2796135" y="5001053"/>
            <a:ext cx="105000" cy="212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60" name="Google Shape;3760;p48"/>
          <p:cNvCxnSpPr/>
          <p:nvPr/>
        </p:nvCxnSpPr>
        <p:spPr>
          <a:xfrm>
            <a:off x="2795937" y="5282132"/>
            <a:ext cx="0" cy="566736"/>
          </a:xfrm>
          <a:prstGeom prst="straightConnector1">
            <a:avLst/>
          </a:prstGeom>
          <a:noFill/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59" name="Google Shape;3759;p48"/>
          <p:cNvSpPr/>
          <p:nvPr/>
        </p:nvSpPr>
        <p:spPr>
          <a:xfrm>
            <a:off x="2749797" y="5213153"/>
            <a:ext cx="92676" cy="92676"/>
          </a:xfrm>
          <a:prstGeom prst="ellipse">
            <a:avLst/>
          </a:prstGeom>
          <a:solidFill>
            <a:srgbClr val="00B050"/>
          </a:solidFill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Tahoma"/>
              <a:buNone/>
            </a:pP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1" name="Google Shape;3761;p48"/>
          <p:cNvCxnSpPr/>
          <p:nvPr/>
        </p:nvCxnSpPr>
        <p:spPr>
          <a:xfrm>
            <a:off x="2910277" y="5001015"/>
            <a:ext cx="0" cy="847853"/>
          </a:xfrm>
          <a:prstGeom prst="straightConnector1">
            <a:avLst/>
          </a:prstGeom>
          <a:noFill/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62" name="Google Shape;3762;p48"/>
          <p:cNvSpPr/>
          <p:nvPr/>
        </p:nvSpPr>
        <p:spPr>
          <a:xfrm>
            <a:off x="2864534" y="5948318"/>
            <a:ext cx="63511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Old 𝞱</a:t>
            </a:r>
            <a:r>
              <a:rPr lang="en-US" sz="1350" b="0" i="1" u="none" strike="noStrike" cap="none" baseline="-25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5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3" name="Google Shape;3763;p48"/>
          <p:cNvCxnSpPr>
            <a:endCxn id="3762" idx="0"/>
          </p:cNvCxnSpPr>
          <p:nvPr/>
        </p:nvCxnSpPr>
        <p:spPr>
          <a:xfrm>
            <a:off x="2910289" y="5848718"/>
            <a:ext cx="271800" cy="99600"/>
          </a:xfrm>
          <a:prstGeom prst="curvedConnector2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764" name="Google Shape;3764;p48"/>
          <p:cNvCxnSpPr>
            <a:endCxn id="3757" idx="0"/>
          </p:cNvCxnSpPr>
          <p:nvPr/>
        </p:nvCxnSpPr>
        <p:spPr>
          <a:xfrm flipH="1">
            <a:off x="2554290" y="5848718"/>
            <a:ext cx="269400" cy="99600"/>
          </a:xfrm>
          <a:prstGeom prst="curvedConnector2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9" name="Google Shape;3769;p49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Guarantee of Convergence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0" name="Google Shape;3770;p49"/>
          <p:cNvSpPr/>
          <p:nvPr/>
        </p:nvSpPr>
        <p:spPr>
          <a:xfrm>
            <a:off x="5678471" y="1473494"/>
            <a:ext cx="2280753" cy="7080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sp>
        <p:nvSpPr>
          <p:cNvPr id="3771" name="Google Shape;3771;p49"/>
          <p:cNvSpPr/>
          <p:nvPr/>
        </p:nvSpPr>
        <p:spPr>
          <a:xfrm>
            <a:off x="5985956" y="2034222"/>
            <a:ext cx="3262240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33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sp>
        <p:nvSpPr>
          <p:cNvPr id="3772" name="Google Shape;3772;p49"/>
          <p:cNvSpPr txBox="1"/>
          <p:nvPr/>
        </p:nvSpPr>
        <p:spPr>
          <a:xfrm>
            <a:off x="6025069" y="2372904"/>
            <a:ext cx="3054169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596" t="-8196" b="-245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sp>
        <p:nvSpPr>
          <p:cNvPr id="3773" name="Google Shape;3773;p49"/>
          <p:cNvSpPr/>
          <p:nvPr/>
        </p:nvSpPr>
        <p:spPr>
          <a:xfrm>
            <a:off x="228600" y="6172200"/>
            <a:ext cx="254749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50"/>
              <a:buFont typeface="Times New Roman"/>
              <a:buNone/>
            </a:pPr>
            <a:r>
              <a:rPr lang="en-US" sz="1050" b="0" i="0" u="none" strike="noStrike" cap="none">
                <a:solidFill>
                  <a:srgbClr val="3232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Credit: Prof. Mohammad Hammoud</a:t>
            </a:r>
            <a:endParaRPr sz="1050" b="0" i="0" u="none" strike="noStrike" cap="none">
              <a:solidFill>
                <a:srgbClr val="3232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74" name="Google Shape;377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2450" y="1512881"/>
            <a:ext cx="3018138" cy="1985495"/>
          </a:xfrm>
          <a:prstGeom prst="rect">
            <a:avLst/>
          </a:prstGeom>
          <a:noFill/>
          <a:ln>
            <a:noFill/>
          </a:ln>
        </p:spPr>
      </p:pic>
      <p:sp>
        <p:nvSpPr>
          <p:cNvPr id="3775" name="Google Shape;3775;p49"/>
          <p:cNvSpPr/>
          <p:nvPr/>
        </p:nvSpPr>
        <p:spPr>
          <a:xfrm>
            <a:off x="4050588" y="3348336"/>
            <a:ext cx="36901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𝞱</a:t>
            </a:r>
            <a:r>
              <a:rPr lang="en-US" sz="1500" b="0" i="1" u="none" strike="noStrike" cap="none" baseline="-25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6" name="Google Shape;3776;p49"/>
          <p:cNvSpPr/>
          <p:nvPr/>
        </p:nvSpPr>
        <p:spPr>
          <a:xfrm>
            <a:off x="2410353" y="1211816"/>
            <a:ext cx="309700" cy="32316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56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sp>
        <p:nvSpPr>
          <p:cNvPr id="3777" name="Google Shape;3777;p49"/>
          <p:cNvSpPr/>
          <p:nvPr/>
        </p:nvSpPr>
        <p:spPr>
          <a:xfrm>
            <a:off x="2208653" y="2557848"/>
            <a:ext cx="92676" cy="92676"/>
          </a:xfrm>
          <a:prstGeom prst="ellipse">
            <a:avLst/>
          </a:prstGeom>
          <a:solidFill>
            <a:srgbClr val="00B050"/>
          </a:solidFill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Tahoma"/>
              <a:buNone/>
            </a:pP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8" name="Google Shape;3778;p49"/>
          <p:cNvCxnSpPr/>
          <p:nvPr/>
        </p:nvCxnSpPr>
        <p:spPr>
          <a:xfrm>
            <a:off x="2054975" y="2076810"/>
            <a:ext cx="401717" cy="1106774"/>
          </a:xfrm>
          <a:prstGeom prst="straightConnector1">
            <a:avLst/>
          </a:prstGeom>
          <a:noFill/>
          <a:ln w="28575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79" name="Google Shape;3779;p49"/>
          <p:cNvSpPr txBox="1"/>
          <p:nvPr/>
        </p:nvSpPr>
        <p:spPr>
          <a:xfrm>
            <a:off x="120180" y="2505628"/>
            <a:ext cx="97488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Negative </a:t>
            </a:r>
            <a:br>
              <a:rPr lang="en-US" sz="15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Derivative</a:t>
            </a:r>
            <a:endParaRPr/>
          </a:p>
        </p:txBody>
      </p:sp>
      <p:cxnSp>
        <p:nvCxnSpPr>
          <p:cNvPr id="3780" name="Google Shape;3780;p49"/>
          <p:cNvCxnSpPr>
            <a:endCxn id="3779" idx="3"/>
          </p:cNvCxnSpPr>
          <p:nvPr/>
        </p:nvCxnSpPr>
        <p:spPr>
          <a:xfrm flipH="1">
            <a:off x="1095062" y="2630227"/>
            <a:ext cx="1016100" cy="1524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81" name="Google Shape;3781;p49"/>
          <p:cNvCxnSpPr>
            <a:stCxn id="3777" idx="4"/>
          </p:cNvCxnSpPr>
          <p:nvPr/>
        </p:nvCxnSpPr>
        <p:spPr>
          <a:xfrm>
            <a:off x="2254991" y="2650524"/>
            <a:ext cx="0" cy="847800"/>
          </a:xfrm>
          <a:prstGeom prst="straightConnector1">
            <a:avLst/>
          </a:prstGeom>
          <a:noFill/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82" name="Google Shape;3782;p49"/>
          <p:cNvSpPr/>
          <p:nvPr/>
        </p:nvSpPr>
        <p:spPr>
          <a:xfrm>
            <a:off x="2105943" y="3509918"/>
            <a:ext cx="34977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𝞱</a:t>
            </a:r>
            <a:r>
              <a:rPr lang="en-US" sz="1350" b="0" i="1" u="none" strike="noStrike" cap="none" baseline="-25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5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3" name="Google Shape;3783;p49"/>
          <p:cNvCxnSpPr/>
          <p:nvPr/>
        </p:nvCxnSpPr>
        <p:spPr>
          <a:xfrm>
            <a:off x="2241606" y="3790490"/>
            <a:ext cx="337493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784" name="Google Shape;378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2450" y="3882465"/>
            <a:ext cx="3018138" cy="1985495"/>
          </a:xfrm>
          <a:prstGeom prst="rect">
            <a:avLst/>
          </a:prstGeom>
          <a:noFill/>
          <a:ln>
            <a:noFill/>
          </a:ln>
        </p:spPr>
      </p:pic>
      <p:sp>
        <p:nvSpPr>
          <p:cNvPr id="3785" name="Google Shape;3785;p49"/>
          <p:cNvSpPr/>
          <p:nvPr/>
        </p:nvSpPr>
        <p:spPr>
          <a:xfrm>
            <a:off x="4050588" y="5717920"/>
            <a:ext cx="36901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𝞱</a:t>
            </a:r>
            <a:r>
              <a:rPr lang="en-US" sz="1500" b="0" i="1" u="none" strike="noStrike" cap="none" baseline="-25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6" name="Google Shape;3786;p49"/>
          <p:cNvSpPr/>
          <p:nvPr/>
        </p:nvSpPr>
        <p:spPr>
          <a:xfrm>
            <a:off x="2208653" y="4927432"/>
            <a:ext cx="92676" cy="92676"/>
          </a:xfrm>
          <a:prstGeom prst="ellipse">
            <a:avLst/>
          </a:prstGeom>
          <a:solidFill>
            <a:srgbClr val="00B050"/>
          </a:solidFill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Tahoma"/>
              <a:buNone/>
            </a:pP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7" name="Google Shape;3787;p49"/>
          <p:cNvCxnSpPr>
            <a:stCxn id="3786" idx="4"/>
          </p:cNvCxnSpPr>
          <p:nvPr/>
        </p:nvCxnSpPr>
        <p:spPr>
          <a:xfrm>
            <a:off x="2254991" y="5020108"/>
            <a:ext cx="0" cy="847800"/>
          </a:xfrm>
          <a:prstGeom prst="straightConnector1">
            <a:avLst/>
          </a:prstGeom>
          <a:noFill/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88" name="Google Shape;3788;p49"/>
          <p:cNvSpPr/>
          <p:nvPr/>
        </p:nvSpPr>
        <p:spPr>
          <a:xfrm>
            <a:off x="2387827" y="5329031"/>
            <a:ext cx="92676" cy="92676"/>
          </a:xfrm>
          <a:prstGeom prst="ellipse">
            <a:avLst/>
          </a:prstGeom>
          <a:solidFill>
            <a:srgbClr val="00B050"/>
          </a:solidFill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Tahoma"/>
              <a:buNone/>
            </a:pP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9" name="Google Shape;3789;p49"/>
          <p:cNvCxnSpPr/>
          <p:nvPr/>
        </p:nvCxnSpPr>
        <p:spPr>
          <a:xfrm>
            <a:off x="2428107" y="5421707"/>
            <a:ext cx="0" cy="446253"/>
          </a:xfrm>
          <a:prstGeom prst="straightConnector1">
            <a:avLst/>
          </a:prstGeom>
          <a:noFill/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90" name="Google Shape;3790;p49"/>
          <p:cNvSpPr/>
          <p:nvPr/>
        </p:nvSpPr>
        <p:spPr>
          <a:xfrm>
            <a:off x="2387827" y="5954037"/>
            <a:ext cx="70961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New 𝞱</a:t>
            </a:r>
            <a:r>
              <a:rPr lang="en-US" sz="1350" b="0" i="1" u="none" strike="noStrike" cap="none" baseline="-25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5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1" name="Google Shape;3791;p49"/>
          <p:cNvSpPr/>
          <p:nvPr/>
        </p:nvSpPr>
        <p:spPr>
          <a:xfrm>
            <a:off x="1664615" y="5960636"/>
            <a:ext cx="63511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Old 𝞱</a:t>
            </a:r>
            <a:r>
              <a:rPr lang="en-US" sz="1350" b="0" i="1" u="none" strike="noStrike" cap="none" baseline="-25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50" b="0" i="0" u="none" strike="noStrike" cap="non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92" name="Google Shape;3792;p49"/>
          <p:cNvCxnSpPr>
            <a:endCxn id="3791" idx="0"/>
          </p:cNvCxnSpPr>
          <p:nvPr/>
        </p:nvCxnSpPr>
        <p:spPr>
          <a:xfrm flipH="1">
            <a:off x="1982170" y="5848436"/>
            <a:ext cx="271800" cy="112200"/>
          </a:xfrm>
          <a:prstGeom prst="curvedConnector2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793" name="Google Shape;3793;p49"/>
          <p:cNvCxnSpPr>
            <a:endCxn id="3790" idx="0"/>
          </p:cNvCxnSpPr>
          <p:nvPr/>
        </p:nvCxnSpPr>
        <p:spPr>
          <a:xfrm>
            <a:off x="2427036" y="5854737"/>
            <a:ext cx="315600" cy="99300"/>
          </a:xfrm>
          <a:prstGeom prst="curvedConnector2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94" name="Google Shape;3794;p49"/>
          <p:cNvCxnSpPr>
            <a:endCxn id="3788" idx="1"/>
          </p:cNvCxnSpPr>
          <p:nvPr/>
        </p:nvCxnSpPr>
        <p:spPr>
          <a:xfrm>
            <a:off x="2269099" y="5006603"/>
            <a:ext cx="132300" cy="336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9" name="Google Shape;3799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430" y="1384826"/>
            <a:ext cx="7239370" cy="4979652"/>
          </a:xfrm>
          <a:prstGeom prst="rect">
            <a:avLst/>
          </a:prstGeom>
          <a:noFill/>
          <a:ln>
            <a:noFill/>
          </a:ln>
        </p:spPr>
      </p:pic>
      <p:sp>
        <p:nvSpPr>
          <p:cNvPr id="3800" name="Google Shape;3800;p50"/>
          <p:cNvSpPr txBox="1"/>
          <p:nvPr/>
        </p:nvSpPr>
        <p:spPr>
          <a:xfrm>
            <a:off x="762000" y="685800"/>
            <a:ext cx="6172200" cy="38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00" rIns="0" bIns="0" anchor="ctr" anchorCtr="0">
            <a:spAutoFit/>
          </a:bodyPr>
          <a:lstStyle/>
          <a:p>
            <a:pPr marL="11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Choosing Learning Rate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5" name="Google Shape;3805;p51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Gradient Descent algorithm : Effect of Feature Scaling</a:t>
            </a:r>
            <a:endParaRPr sz="2400"/>
          </a:p>
        </p:txBody>
      </p:sp>
      <p:pic>
        <p:nvPicPr>
          <p:cNvPr id="3806" name="Google Shape;3806;p51"/>
          <p:cNvPicPr preferRelativeResize="0"/>
          <p:nvPr/>
        </p:nvPicPr>
        <p:blipFill rotWithShape="1">
          <a:blip r:embed="rId3">
            <a:alphaModFix/>
          </a:blip>
          <a:srcRect t="-1" b="-2778"/>
          <a:stretch/>
        </p:blipFill>
        <p:spPr>
          <a:xfrm>
            <a:off x="457200" y="1600200"/>
            <a:ext cx="7780083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1" name="Google Shape;3811;p52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Gradient Descent algorithm : Effect of Learning Rate : 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000"/>
              <a:buNone/>
            </a:pPr>
            <a:r>
              <a:rPr lang="en-US" sz="2000">
                <a:solidFill>
                  <a:srgbClr val="0033CC"/>
                </a:solidFill>
              </a:rPr>
              <a:t>Problem Type 2 – Interpretation of Convergence or Effect of Hyper parameters</a:t>
            </a:r>
            <a:endParaRPr sz="2000">
              <a:solidFill>
                <a:srgbClr val="0033CC"/>
              </a:solidFill>
            </a:endParaRPr>
          </a:p>
        </p:txBody>
      </p:sp>
      <p:pic>
        <p:nvPicPr>
          <p:cNvPr id="3812" name="Google Shape;3812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39" y="1600200"/>
            <a:ext cx="8229599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8" name="Google Shape;3818;p55"/>
          <p:cNvSpPr txBox="1">
            <a:spLocks noGrp="1"/>
          </p:cNvSpPr>
          <p:nvPr>
            <p:ph type="body" idx="1"/>
          </p:nvPr>
        </p:nvSpPr>
        <p:spPr>
          <a:xfrm>
            <a:off x="304800" y="1447800"/>
            <a:ext cx="88392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 b="1" dirty="0"/>
              <a:t>Steps : </a:t>
            </a:r>
            <a:endParaRPr sz="18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 i="1" dirty="0"/>
              <a:t>(Assuming : ‘n’ </a:t>
            </a:r>
            <a:r>
              <a:rPr lang="en-US" sz="1800" i="1" dirty="0" err="1"/>
              <a:t>no.of.instances</a:t>
            </a:r>
            <a:r>
              <a:rPr lang="en-US" sz="1800" i="1" dirty="0"/>
              <a:t> and two predictors {x1, x2} and linear regression)</a:t>
            </a:r>
            <a:endParaRPr i="1" dirty="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="1" dirty="0"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 dirty="0"/>
              <a:t>Identification of the equations </a:t>
            </a:r>
            <a:r>
              <a:rPr lang="en-US" sz="1600" dirty="0"/>
              <a:t>y = w0+w1X1+W2X2</a:t>
            </a:r>
            <a:endParaRPr sz="1800" dirty="0"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 dirty="0"/>
              <a:t>Cost function  &amp; derivative 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dirty="0"/>
              <a:t>W0` = w0 – 1/n * learning rate * (sum (w0+w1X1+W2X2 - y)) 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dirty="0"/>
              <a:t>W1` = w1 – 1/n * learning rate * (sum (w0+w1X1+W2X2 - y) * x1) 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dirty="0"/>
              <a:t>W2` = w2 – 1/n * learning rate * (sum (w0+w1X1+W2X2 - y)*x2)</a:t>
            </a:r>
            <a:endParaRPr sz="1000" dirty="0"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 dirty="0"/>
              <a:t>Apply the equations </a:t>
            </a:r>
            <a:endParaRPr sz="1800" dirty="0"/>
          </a:p>
        </p:txBody>
      </p:sp>
      <p:sp>
        <p:nvSpPr>
          <p:cNvPr id="3819" name="Google Shape;3819;p5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Fit a linear Regression Line : </a:t>
            </a:r>
            <a:br>
              <a:rPr lang="en-US" sz="2400"/>
            </a:br>
            <a:r>
              <a:rPr lang="en-US" sz="2400"/>
              <a:t>Gradient Descent  </a:t>
            </a:r>
            <a:r>
              <a:rPr lang="en-US" sz="2400">
                <a:solidFill>
                  <a:srgbClr val="0033CC"/>
                </a:solidFill>
              </a:rPr>
              <a:t>: Problem Type 3 </a:t>
            </a:r>
            <a:endParaRPr sz="240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5" name="Google Shape;3825;p56"/>
          <p:cNvSpPr txBox="1">
            <a:spLocks noGrp="1"/>
          </p:cNvSpPr>
          <p:nvPr>
            <p:ph type="body" idx="1"/>
          </p:nvPr>
        </p:nvSpPr>
        <p:spPr>
          <a:xfrm>
            <a:off x="304800" y="1447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Fit a linear regression. Show only the first iteration of Gradient descent algorithm using learning rate of </a:t>
            </a:r>
            <a:r>
              <a:rPr lang="en-US" sz="1600" b="1"/>
              <a:t>0.02</a:t>
            </a:r>
            <a:r>
              <a:rPr lang="en-US" sz="1600"/>
              <a:t> for the following data , if the Relative Risk of Coronary Heart Disease is believed to be only linearly dependent on BMI as well as Diastolic Pressure. Assume the intercept of the regression model as</a:t>
            </a:r>
            <a:r>
              <a:rPr lang="en-US" sz="1600" b="1"/>
              <a:t> 5 </a:t>
            </a:r>
            <a:r>
              <a:rPr lang="en-US" sz="1600"/>
              <a:t>and the slope of independent variables as </a:t>
            </a:r>
            <a:r>
              <a:rPr lang="en-US" sz="1600" b="1"/>
              <a:t>-0.03 (negative)</a:t>
            </a:r>
            <a:r>
              <a:rPr lang="en-US" sz="1600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 b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 b="1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 b="1"/>
              <a:t>Steps :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lang="en-US" sz="1600"/>
              <a:t>Identification of the equations </a:t>
            </a:r>
            <a:r>
              <a:rPr lang="en-US" sz="1400"/>
              <a:t>y = w0+w1X1+W2X2</a:t>
            </a:r>
            <a:endParaRPr sz="1600"/>
          </a:p>
          <a:p>
            <a:pPr marL="34290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lang="en-US" sz="1600"/>
              <a:t>Cost function  &amp; derivative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/>
              <a:t>W0` = w0 – 1/3 * learning rate * (sum (w0+w1X1+W2X2 - y))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/>
              <a:t>W1` = w1 – 1/3 * learning rate * (sum (w0+w1X1+W2X2 - y) * x1)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/>
              <a:t>W2` = w2 – 1/3 * learning rate * (sum (w0+w1X1+W2X2 - y)*x2)</a:t>
            </a:r>
            <a:endParaRPr sz="900"/>
          </a:p>
          <a:p>
            <a:pPr marL="34290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AutoNum type="arabicPeriod"/>
            </a:pPr>
            <a:r>
              <a:rPr lang="en-US" sz="1600"/>
              <a:t>Apply the equations </a:t>
            </a:r>
            <a:endParaRPr sz="1600"/>
          </a:p>
        </p:txBody>
      </p:sp>
      <p:sp>
        <p:nvSpPr>
          <p:cNvPr id="3826" name="Google Shape;3826;p5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Fit a linear Regression Line : </a:t>
            </a:r>
            <a:br>
              <a:rPr lang="en-US" sz="2400"/>
            </a:br>
            <a:r>
              <a:rPr lang="en-US" sz="2400"/>
              <a:t>Gradient Descent </a:t>
            </a:r>
            <a:endParaRPr sz="2400"/>
          </a:p>
        </p:txBody>
      </p:sp>
      <p:pic>
        <p:nvPicPr>
          <p:cNvPr id="3827" name="Google Shape;3827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8777" y="2602523"/>
            <a:ext cx="3989574" cy="136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p57"/>
          <p:cNvSpPr txBox="1">
            <a:spLocks noGrp="1"/>
          </p:cNvSpPr>
          <p:nvPr>
            <p:ph type="body" idx="1"/>
          </p:nvPr>
        </p:nvSpPr>
        <p:spPr>
          <a:xfrm>
            <a:off x="290512" y="1450974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1600" dirty="0"/>
              <a:t>Fit a linear regression. Show only the first iteration of Gradient descent algorithm using learning rate of </a:t>
            </a:r>
            <a:r>
              <a:rPr lang="en-US" sz="1600" b="1" dirty="0"/>
              <a:t>0.02</a:t>
            </a:r>
            <a:r>
              <a:rPr lang="en-US" sz="1600" dirty="0"/>
              <a:t> for the following data , if the Relative Risk of Coronary Heart Disease is believed to be only linearly dependent on BMI as well as Diastolic Pressure. Assume the intercept of the regression model as</a:t>
            </a:r>
            <a:r>
              <a:rPr lang="en-US" sz="1600" b="1" dirty="0"/>
              <a:t> 5 </a:t>
            </a:r>
            <a:r>
              <a:rPr lang="en-US" sz="1600" dirty="0"/>
              <a:t>and the slope of independent variables as </a:t>
            </a:r>
            <a:r>
              <a:rPr lang="en-US" sz="1600" b="1" dirty="0"/>
              <a:t>-0.03 (negative)</a:t>
            </a:r>
            <a:r>
              <a:rPr lang="en-US" sz="1600" dirty="0"/>
              <a:t>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100000"/>
              <a:buNone/>
            </a:pP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100000"/>
              <a:buNone/>
            </a:pP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100000"/>
              <a:buNone/>
            </a:pPr>
            <a:endParaRPr sz="1600" b="1" dirty="0"/>
          </a:p>
          <a:p>
            <a:pPr marL="0" lvl="0" indent="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100000"/>
              <a:buNone/>
            </a:pPr>
            <a:r>
              <a:rPr lang="en-US" sz="1600" b="1" dirty="0"/>
              <a:t>Steps : 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1600" dirty="0"/>
              <a:t>Identification of the equations:</a:t>
            </a:r>
            <a:endParaRPr sz="1600" dirty="0"/>
          </a:p>
          <a:p>
            <a:pPr marL="342900" lvl="0" indent="-34290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endParaRPr lang="en-US" sz="1600" dirty="0"/>
          </a:p>
          <a:p>
            <a:pPr marL="342900" lvl="0" indent="-34290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endParaRPr lang="en-US" sz="1600" dirty="0"/>
          </a:p>
          <a:p>
            <a:pPr marL="342900" lvl="0" indent="-34290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endParaRPr lang="en-US" sz="1600" dirty="0"/>
          </a:p>
          <a:p>
            <a:pPr marL="0" lvl="0" indent="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100000"/>
            </a:pPr>
            <a:endParaRPr lang="en-US" sz="1600" dirty="0"/>
          </a:p>
        </p:txBody>
      </p:sp>
      <p:sp>
        <p:nvSpPr>
          <p:cNvPr id="3834" name="Google Shape;3834;p5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Fit a linear Regression Line : </a:t>
            </a:r>
            <a:br>
              <a:rPr lang="en-US" sz="2400" dirty="0"/>
            </a:br>
            <a:r>
              <a:rPr lang="en-US" sz="2400" dirty="0"/>
              <a:t>Gradient Descent </a:t>
            </a:r>
            <a:endParaRPr sz="2400" dirty="0"/>
          </a:p>
        </p:txBody>
      </p:sp>
      <p:pic>
        <p:nvPicPr>
          <p:cNvPr id="3835" name="Google Shape;3835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0788" y="2514600"/>
            <a:ext cx="4877223" cy="145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3"/>
          <p:cNvSpPr/>
          <p:nvPr/>
        </p:nvSpPr>
        <p:spPr>
          <a:xfrm>
            <a:off x="365760" y="4491113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</a:t>
            </a:r>
            <a:endParaRPr lang="en-US" sz="950" dirty="0">
              <a:solidFill>
                <a:schemeClr val="tx1"/>
              </a:solidFill>
            </a:endParaRPr>
          </a:p>
        </p:txBody>
      </p:sp>
      <p:sp>
        <p:nvSpPr>
          <p:cNvPr id="14" name="Shape 4"/>
          <p:cNvSpPr/>
          <p:nvPr/>
        </p:nvSpPr>
        <p:spPr>
          <a:xfrm>
            <a:off x="365760" y="4749381"/>
            <a:ext cx="8412480" cy="31428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5"/>
          <p:cNvSpPr/>
          <p:nvPr/>
        </p:nvSpPr>
        <p:spPr>
          <a:xfrm>
            <a:off x="548640" y="4749381"/>
            <a:ext cx="8229600" cy="314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 =  w0  +  w1·x1  +  w2·x2</a:t>
            </a:r>
            <a:endParaRPr lang="en-US" sz="1600" dirty="0"/>
          </a:p>
        </p:txBody>
      </p:sp>
      <p:sp>
        <p:nvSpPr>
          <p:cNvPr id="16" name="Text 6"/>
          <p:cNvSpPr/>
          <p:nvPr/>
        </p:nvSpPr>
        <p:spPr>
          <a:xfrm>
            <a:off x="365760" y="51065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PROBLEM</a:t>
            </a:r>
            <a:endParaRPr lang="en-US" sz="950" dirty="0">
              <a:solidFill>
                <a:schemeClr val="tx1"/>
              </a:solidFill>
            </a:endParaRPr>
          </a:p>
        </p:txBody>
      </p:sp>
      <p:sp>
        <p:nvSpPr>
          <p:cNvPr id="17" name="Shape 7"/>
          <p:cNvSpPr/>
          <p:nvPr/>
        </p:nvSpPr>
        <p:spPr>
          <a:xfrm>
            <a:off x="365760" y="5364844"/>
            <a:ext cx="8412480" cy="30514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8"/>
          <p:cNvSpPr/>
          <p:nvPr/>
        </p:nvSpPr>
        <p:spPr>
          <a:xfrm>
            <a:off x="548640" y="5364844"/>
            <a:ext cx="8229600" cy="305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RR-CHD  =  w0  +  w1 · BMI  +  w2 · DiastolicPressure</a:t>
            </a:r>
            <a:endParaRPr lang="en-US" sz="1500" dirty="0"/>
          </a:p>
        </p:txBody>
      </p:sp>
      <p:sp>
        <p:nvSpPr>
          <p:cNvPr id="19" name="Text 9"/>
          <p:cNvSpPr/>
          <p:nvPr/>
        </p:nvSpPr>
        <p:spPr>
          <a:xfrm>
            <a:off x="365760" y="587678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SUBSTITUTING INITIAL WEIGHTS</a:t>
            </a:r>
            <a:endParaRPr lang="en-US" sz="950" dirty="0">
              <a:solidFill>
                <a:schemeClr val="tx1"/>
              </a:solidFill>
            </a:endParaRPr>
          </a:p>
        </p:txBody>
      </p:sp>
      <p:sp>
        <p:nvSpPr>
          <p:cNvPr id="20" name="Shape 10"/>
          <p:cNvSpPr/>
          <p:nvPr/>
        </p:nvSpPr>
        <p:spPr>
          <a:xfrm>
            <a:off x="365760" y="6139972"/>
            <a:ext cx="8412480" cy="311826"/>
          </a:xfrm>
          <a:prstGeom prst="rect">
            <a:avLst/>
          </a:prstGeom>
          <a:solidFill>
            <a:srgbClr val="E8F1FB"/>
          </a:solidFill>
          <a:ln w="63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1"/>
          <p:cNvSpPr/>
          <p:nvPr/>
        </p:nvSpPr>
        <p:spPr>
          <a:xfrm>
            <a:off x="548640" y="6139972"/>
            <a:ext cx="8229600" cy="311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 =  5  +  (−0.03) · BMI  +  (−0.03) · DiastolicPressure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0147648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834;p5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Fit a linear Regression Line : </a:t>
            </a:r>
            <a:br>
              <a:rPr lang="en-US" sz="2400" dirty="0"/>
            </a:br>
            <a:r>
              <a:rPr lang="en-US" sz="2400" dirty="0"/>
              <a:t>Gradient Descent </a:t>
            </a:r>
            <a:endParaRPr sz="2400" dirty="0"/>
          </a:p>
        </p:txBody>
      </p:sp>
      <p:sp>
        <p:nvSpPr>
          <p:cNvPr id="14" name="Text 1"/>
          <p:cNvSpPr/>
          <p:nvPr/>
        </p:nvSpPr>
        <p:spPr>
          <a:xfrm>
            <a:off x="365760" y="149117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Weight Update</a:t>
            </a: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2A. Compute predictions (ŷ) and errors for each patient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365760" y="240557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USED</a:t>
            </a:r>
            <a:endParaRPr lang="en-US" sz="950" dirty="0">
              <a:solidFill>
                <a:schemeClr val="tx1"/>
              </a:solidFill>
            </a:endParaRPr>
          </a:p>
        </p:txBody>
      </p:sp>
      <p:sp>
        <p:nvSpPr>
          <p:cNvPr id="16" name="Shape 4"/>
          <p:cNvSpPr/>
          <p:nvPr/>
        </p:nvSpPr>
        <p:spPr>
          <a:xfrm>
            <a:off x="365760" y="2588454"/>
            <a:ext cx="841248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5"/>
          <p:cNvSpPr/>
          <p:nvPr/>
        </p:nvSpPr>
        <p:spPr>
          <a:xfrm>
            <a:off x="548640" y="258845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5 − 0.03·x1 − 0.03·x2          error = ŷ − y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34768"/>
              </p:ext>
            </p:extLst>
          </p:nvPr>
        </p:nvGraphicFramePr>
        <p:xfrm>
          <a:off x="274320" y="3118806"/>
          <a:ext cx="8503919" cy="2817760"/>
        </p:xfrm>
        <a:graphic>
          <a:graphicData uri="http://schemas.openxmlformats.org/drawingml/2006/table">
            <a:tbl>
              <a:tblPr/>
              <a:tblGrid>
                <a:gridCol w="531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7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3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26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428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0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 (BMI)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x2 (Diastolic)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(actual)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0.03·x1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0.03·x2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ŷ  =  5 − 0.03·x1 − 0.03·x2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= ŷ − 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5 − 1.05 − 2.40  =  1.55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5C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1.55 − 1.81  =  −0.26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5 − 0.75 − 2.40  =  1.85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5C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1.85 − 1.22  =  +0.63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5 − 0.90 − 3.00  =  1.10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5C9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1.10 − 1.71  =  −0.61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620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834;p5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Fit a linear Regression Line : </a:t>
            </a:r>
            <a:br>
              <a:rPr lang="en-US" sz="2400" dirty="0"/>
            </a:br>
            <a:r>
              <a:rPr lang="en-US" sz="2400" dirty="0"/>
              <a:t>Gradient Descent </a:t>
            </a:r>
            <a:endParaRPr sz="2400" dirty="0"/>
          </a:p>
        </p:txBody>
      </p:sp>
      <p:sp>
        <p:nvSpPr>
          <p:cNvPr id="22" name="Text 1"/>
          <p:cNvSpPr/>
          <p:nvPr/>
        </p:nvSpPr>
        <p:spPr>
          <a:xfrm>
            <a:off x="365760" y="1589649"/>
            <a:ext cx="7680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2B. Compute the three required sums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3" name="Text 3"/>
          <p:cNvSpPr/>
          <p:nvPr/>
        </p:nvSpPr>
        <p:spPr>
          <a:xfrm>
            <a:off x="304800" y="2037705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weight update uses a different weighted sum of the prediction errors.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Shape 4"/>
          <p:cNvSpPr/>
          <p:nvPr/>
        </p:nvSpPr>
        <p:spPr>
          <a:xfrm>
            <a:off x="365760" y="2888097"/>
            <a:ext cx="2321169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6"/>
          <p:cNvSpPr/>
          <p:nvPr/>
        </p:nvSpPr>
        <p:spPr>
          <a:xfrm>
            <a:off x="457200" y="2979537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A  —  used to update W0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8" name="Text 8"/>
          <p:cNvSpPr/>
          <p:nvPr/>
        </p:nvSpPr>
        <p:spPr>
          <a:xfrm>
            <a:off x="530352" y="3615397"/>
            <a:ext cx="2058103" cy="165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Σ(ŷ − y). 1</a:t>
            </a:r>
            <a:b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endParaRPr lang="en-US" sz="1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(−0.26) + (0.63) + (−0.61)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0" name="Text 10"/>
          <p:cNvSpPr/>
          <p:nvPr/>
        </p:nvSpPr>
        <p:spPr>
          <a:xfrm>
            <a:off x="457200" y="5420985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A  =  −0.24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1" name="Shape 11"/>
          <p:cNvSpPr/>
          <p:nvPr/>
        </p:nvSpPr>
        <p:spPr>
          <a:xfrm>
            <a:off x="2778369" y="2888097"/>
            <a:ext cx="3183519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3"/>
          <p:cNvSpPr/>
          <p:nvPr/>
        </p:nvSpPr>
        <p:spPr>
          <a:xfrm>
            <a:off x="3291840" y="2979537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B  —  used to update W1 (BMI)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4" name="Text 15"/>
          <p:cNvSpPr/>
          <p:nvPr/>
        </p:nvSpPr>
        <p:spPr>
          <a:xfrm>
            <a:off x="2851521" y="3482457"/>
            <a:ext cx="3165231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Σ(ŷ − y) · x1</a:t>
            </a:r>
            <a:b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endParaRPr lang="en-US" sz="1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(−0.26)×35 + (0.63)×25 + (−0.61)×30</a:t>
            </a:r>
            <a:b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endParaRPr lang="en-US" sz="1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−9.10 + 15.75 + (−18.30)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6" name="Shape 18"/>
          <p:cNvSpPr/>
          <p:nvPr/>
        </p:nvSpPr>
        <p:spPr>
          <a:xfrm>
            <a:off x="6035039" y="2888097"/>
            <a:ext cx="2897945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0"/>
          <p:cNvSpPr/>
          <p:nvPr/>
        </p:nvSpPr>
        <p:spPr>
          <a:xfrm>
            <a:off x="6126480" y="2979537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C  —  used to update W2 (Diastolic)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9" name="Text 22"/>
          <p:cNvSpPr/>
          <p:nvPr/>
        </p:nvSpPr>
        <p:spPr>
          <a:xfrm>
            <a:off x="6035039" y="3615397"/>
            <a:ext cx="2897945" cy="165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Σ(ŷ − y) · x2</a:t>
            </a:r>
            <a:b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endParaRPr lang="en-US" sz="1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(−0.26)×80 + (0.63)×80 + (−0.61)×100</a:t>
            </a:r>
            <a:b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endParaRPr lang="en-US" sz="1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−20.80 + 50.40 + (−61.00)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1" name="Text 24"/>
          <p:cNvSpPr/>
          <p:nvPr/>
        </p:nvSpPr>
        <p:spPr>
          <a:xfrm>
            <a:off x="6126480" y="5420985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C  =  −31.40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2" name="Text 17"/>
          <p:cNvSpPr/>
          <p:nvPr/>
        </p:nvSpPr>
        <p:spPr>
          <a:xfrm>
            <a:off x="3291840" y="544912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B  =  −11.65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074549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/>
          <p:cNvSpPr/>
          <p:nvPr/>
        </p:nvSpPr>
        <p:spPr>
          <a:xfrm>
            <a:off x="502920" y="2124221"/>
            <a:ext cx="8092440" cy="132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UPDATE RULE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Text 5"/>
          <p:cNvSpPr/>
          <p:nvPr/>
        </p:nvSpPr>
        <p:spPr>
          <a:xfrm>
            <a:off x="502920" y="2518118"/>
            <a:ext cx="33938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w′ = w − (α / n) × Sum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Text 6"/>
          <p:cNvSpPr/>
          <p:nvPr/>
        </p:nvSpPr>
        <p:spPr>
          <a:xfrm>
            <a:off x="4656406" y="2518118"/>
            <a:ext cx="41218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/ n  =  0.02 / 3  =  0.006667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" name="Shape 7"/>
          <p:cNvSpPr/>
          <p:nvPr/>
        </p:nvSpPr>
        <p:spPr>
          <a:xfrm>
            <a:off x="365760" y="3039326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/>
          <p:nvPr/>
        </p:nvSpPr>
        <p:spPr>
          <a:xfrm>
            <a:off x="457200" y="313076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W0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0" name="Text 10"/>
          <p:cNvSpPr/>
          <p:nvPr/>
        </p:nvSpPr>
        <p:spPr>
          <a:xfrm>
            <a:off x="457200" y="349371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Sum A = −0.24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" name="Text 12"/>
          <p:cNvSpPr/>
          <p:nvPr/>
        </p:nvSpPr>
        <p:spPr>
          <a:xfrm>
            <a:off x="530352" y="3935438"/>
            <a:ext cx="232257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W0′ = 5 − 0.006667 × (−0.24)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b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5 − (−0.0016)</a:t>
            </a:r>
            <a:b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b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 + 0.0016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Text 14"/>
          <p:cNvSpPr/>
          <p:nvPr/>
        </p:nvSpPr>
        <p:spPr>
          <a:xfrm>
            <a:off x="457200" y="554478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W0′  =  5.0016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Shape 15"/>
          <p:cNvSpPr/>
          <p:nvPr/>
        </p:nvSpPr>
        <p:spPr>
          <a:xfrm>
            <a:off x="3200400" y="3039326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7"/>
          <p:cNvSpPr/>
          <p:nvPr/>
        </p:nvSpPr>
        <p:spPr>
          <a:xfrm>
            <a:off x="3291840" y="313076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W1  (BMI)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Text 18"/>
          <p:cNvSpPr/>
          <p:nvPr/>
        </p:nvSpPr>
        <p:spPr>
          <a:xfrm>
            <a:off x="3291840" y="349371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Sum B = −11.65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7" name="Text 20"/>
          <p:cNvSpPr/>
          <p:nvPr/>
        </p:nvSpPr>
        <p:spPr>
          <a:xfrm>
            <a:off x="3364992" y="3935438"/>
            <a:ext cx="232257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W1′ = −0.03 − 0.006667 × (−11.65)</a:t>
            </a:r>
            <a:b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b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−0.03 − (−0.0777)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−0.03 + 0.0777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Text 22"/>
          <p:cNvSpPr/>
          <p:nvPr/>
        </p:nvSpPr>
        <p:spPr>
          <a:xfrm>
            <a:off x="3291840" y="554478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W1′  =  0.0477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Shape 23"/>
          <p:cNvSpPr/>
          <p:nvPr/>
        </p:nvSpPr>
        <p:spPr>
          <a:xfrm>
            <a:off x="6035040" y="3039326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5"/>
          <p:cNvSpPr/>
          <p:nvPr/>
        </p:nvSpPr>
        <p:spPr>
          <a:xfrm>
            <a:off x="6126480" y="313076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W2  (Diastolic)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1" name="Text 26"/>
          <p:cNvSpPr/>
          <p:nvPr/>
        </p:nvSpPr>
        <p:spPr>
          <a:xfrm>
            <a:off x="6126480" y="349371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Sum C = −31.40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2" name="Text 28"/>
          <p:cNvSpPr/>
          <p:nvPr/>
        </p:nvSpPr>
        <p:spPr>
          <a:xfrm>
            <a:off x="6199632" y="3935438"/>
            <a:ext cx="232257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W2′ = −0.03 − 0.006667 × (−31.40)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b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−0.03 − (−0.2093)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b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−0.03 + 0.2093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Text 30"/>
          <p:cNvSpPr/>
          <p:nvPr/>
        </p:nvSpPr>
        <p:spPr>
          <a:xfrm>
            <a:off x="6126480" y="554478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W2′  =  0.1793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Text 1"/>
          <p:cNvSpPr/>
          <p:nvPr/>
        </p:nvSpPr>
        <p:spPr>
          <a:xfrm>
            <a:off x="365760" y="136456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3. Apply the weight update rule and Solve the equations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5" name="Google Shape;3834;p5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Fit a linear Regression Line : </a:t>
            </a:r>
            <a:br>
              <a:rPr lang="en-US" sz="2400" dirty="0"/>
            </a:br>
            <a:r>
              <a:rPr lang="en-US" sz="2400" dirty="0"/>
              <a:t>Gradient Descent 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5828116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2"/>
          <p:cNvSpPr/>
          <p:nvPr/>
        </p:nvSpPr>
        <p:spPr>
          <a:xfrm>
            <a:off x="393895" y="1777801"/>
            <a:ext cx="83843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MODEL EQUATION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 14"/>
          <p:cNvSpPr/>
          <p:nvPr/>
        </p:nvSpPr>
        <p:spPr>
          <a:xfrm>
            <a:off x="590842" y="2176269"/>
            <a:ext cx="83843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RR-CHD  =  5.0016 + 0.0477 BMI + 0.1793 </a:t>
            </a:r>
            <a:r>
              <a:rPr lang="en-US" sz="1800" b="1" dirty="0" err="1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DiastolicPressure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7" name="Text 15"/>
          <p:cNvSpPr/>
          <p:nvPr/>
        </p:nvSpPr>
        <p:spPr>
          <a:xfrm>
            <a:off x="365760" y="327495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Text 16"/>
          <p:cNvSpPr/>
          <p:nvPr/>
        </p:nvSpPr>
        <p:spPr>
          <a:xfrm>
            <a:off x="365760" y="3512702"/>
            <a:ext cx="8412480" cy="1942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 barely changed (5 → 5.0016) — the intercept was already close to the correct value.
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and W2 both flipped from −0.03 to positive values, showing the model was over-penalising both BMI and Diastolic Pressure.
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iterations of gradient descent would continue to reduce the cost function until convergence.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Google Shape;3834;p5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Fit a linear Regression Line : </a:t>
            </a:r>
            <a:br>
              <a:rPr lang="en-US" sz="2400" dirty="0"/>
            </a:br>
            <a:r>
              <a:rPr lang="en-US" sz="2400" dirty="0"/>
              <a:t>Gradient Descent 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988020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1" name="Google Shape;3841;p58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Closed Form Solution Vs. Gradient Descent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2" name="Google Shape;3842;p58"/>
          <p:cNvSpPr/>
          <p:nvPr/>
        </p:nvSpPr>
        <p:spPr>
          <a:xfrm>
            <a:off x="7829550" y="5657850"/>
            <a:ext cx="114300" cy="17145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3" name="Google Shape;3843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814" y="2017653"/>
            <a:ext cx="7602371" cy="2822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8" name="Google Shape;3848;g2a33f95ab57_0_44"/>
          <p:cNvSpPr txBox="1">
            <a:spLocks noGrp="1"/>
          </p:cNvSpPr>
          <p:nvPr>
            <p:ph type="title" idx="4294967295"/>
          </p:nvPr>
        </p:nvSpPr>
        <p:spPr>
          <a:xfrm>
            <a:off x="152400" y="28956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rgbClr val="C00000"/>
                </a:solidFill>
              </a:rPr>
              <a:t>Types of Gradient Descent Algorithms</a:t>
            </a:r>
            <a:endParaRPr sz="32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3" name="Google Shape;3853;g2a33f95ab57_0_11"/>
          <p:cNvSpPr/>
          <p:nvPr/>
        </p:nvSpPr>
        <p:spPr>
          <a:xfrm>
            <a:off x="275662" y="1340107"/>
            <a:ext cx="8352900" cy="20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Batch</a:t>
            </a:r>
            <a:r>
              <a:rPr lang="en-US" sz="16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gradient descent refers to calculating the derivative from all training data before calculating an update.</a:t>
            </a:r>
            <a:endParaRPr/>
          </a:p>
          <a:p>
            <a:pPr marL="342900" marR="0" lvl="0" indent="-241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Minibatch</a:t>
            </a:r>
            <a:r>
              <a:rPr lang="en-US" sz="16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refers to calculating derivative of mini groups of training data before calculating an update.</a:t>
            </a:r>
            <a:endParaRPr/>
          </a:p>
          <a:p>
            <a:pPr marL="342900" marR="0" lvl="0" indent="-241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Stochastic</a:t>
            </a:r>
            <a:r>
              <a:rPr lang="en-US" sz="16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gradient descent refers to calculating the derivative from each training data instance and calculating the update immediately</a:t>
            </a:r>
            <a:endParaRPr/>
          </a:p>
        </p:txBody>
      </p:sp>
      <p:sp>
        <p:nvSpPr>
          <p:cNvPr id="3854" name="Google Shape;3854;g2a33f95ab57_0_11"/>
          <p:cNvSpPr txBox="1"/>
          <p:nvPr/>
        </p:nvSpPr>
        <p:spPr>
          <a:xfrm>
            <a:off x="31376" y="228600"/>
            <a:ext cx="6991500" cy="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Descent: Variants</a:t>
            </a:r>
            <a:endParaRPr sz="2400" b="1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5" name="Google Shape;3855;g2a33f95ab57_0_11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3561980"/>
            <a:ext cx="5867400" cy="2709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" name="Google Shape;3860;g2a33f95ab57_0_38"/>
          <p:cNvSpPr txBox="1"/>
          <p:nvPr/>
        </p:nvSpPr>
        <p:spPr>
          <a:xfrm>
            <a:off x="31376" y="228600"/>
            <a:ext cx="6991500" cy="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Descent: Variants</a:t>
            </a:r>
            <a:endParaRPr sz="2400" b="1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1" name="Google Shape;3861;g2a33f95ab57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25" y="1627000"/>
            <a:ext cx="8334649" cy="405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2" name="Google Shape;3872;g2a33f95ab57_0_49"/>
          <p:cNvSpPr txBox="1"/>
          <p:nvPr/>
        </p:nvSpPr>
        <p:spPr>
          <a:xfrm>
            <a:off x="31376" y="228600"/>
            <a:ext cx="6991500" cy="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Descent: Variants</a:t>
            </a:r>
            <a:endParaRPr sz="2400" b="1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3" name="Google Shape;3873;g2a33f95ab57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350" y="1478424"/>
            <a:ext cx="7863049" cy="45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6" name="Google Shape;3866;g2a33f95ab57_0_54"/>
          <p:cNvSpPr txBox="1"/>
          <p:nvPr/>
        </p:nvSpPr>
        <p:spPr>
          <a:xfrm>
            <a:off x="31376" y="228600"/>
            <a:ext cx="6991500" cy="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Descent: Variants</a:t>
            </a:r>
            <a:endParaRPr sz="2400" b="1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7" name="Google Shape;3867;g2a33f95ab57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00" y="1501799"/>
            <a:ext cx="7774225" cy="45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8" name="Google Shape;3878;g2a33f95ab57_0_17"/>
          <p:cNvSpPr txBox="1"/>
          <p:nvPr/>
        </p:nvSpPr>
        <p:spPr>
          <a:xfrm>
            <a:off x="31376" y="228600"/>
            <a:ext cx="6991500" cy="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Descent: Variants - Effect on Convergence</a:t>
            </a:r>
            <a:endParaRPr sz="2400" b="1" i="0" u="none" strike="noStrike" cap="none" baseline="-25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9" name="Google Shape;3879;g2a33f95ab57_0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550" y="1488717"/>
            <a:ext cx="3505503" cy="250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0" name="Google Shape;3880;g2a33f95ab57_0_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38050" y="2843750"/>
            <a:ext cx="5526024" cy="362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5" name="Google Shape;3885;p59"/>
          <p:cNvSpPr txBox="1">
            <a:spLocks noGrp="1"/>
          </p:cNvSpPr>
          <p:nvPr>
            <p:ph type="title" idx="4294967295"/>
          </p:nvPr>
        </p:nvSpPr>
        <p:spPr>
          <a:xfrm>
            <a:off x="152400" y="28956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rgbClr val="C00000"/>
                </a:solidFill>
              </a:rPr>
              <a:t>Evaluation Metrics</a:t>
            </a:r>
            <a:endParaRPr sz="32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" name="Google Shape;3891;p60"/>
          <p:cNvSpPr txBox="1">
            <a:spLocks noGrp="1"/>
          </p:cNvSpPr>
          <p:nvPr>
            <p:ph type="title"/>
          </p:nvPr>
        </p:nvSpPr>
        <p:spPr>
          <a:xfrm>
            <a:off x="309519" y="246233"/>
            <a:ext cx="8556712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85725" lvl="0" indent="285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Evaluation of Linear Regression Model  </a:t>
            </a:r>
            <a:br>
              <a:rPr lang="en-US" sz="2400" b="1">
                <a:latin typeface="Arial"/>
                <a:ea typeface="Arial"/>
                <a:cs typeface="Arial"/>
                <a:sym typeface="Arial"/>
              </a:rPr>
            </a:br>
            <a:endParaRPr sz="18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2" name="Google Shape;3892;p60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</a:t>
            </a:fld>
            <a:endParaRPr sz="16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893" name="Google Shape;3893;p60"/>
          <p:cNvGraphicFramePr/>
          <p:nvPr/>
        </p:nvGraphicFramePr>
        <p:xfrm>
          <a:off x="152400" y="1525136"/>
          <a:ext cx="2245750" cy="2718650"/>
        </p:xfrm>
        <a:graphic>
          <a:graphicData uri="http://schemas.openxmlformats.org/drawingml/2006/table">
            <a:tbl>
              <a:tblPr firstRow="1" bandRow="1">
                <a:noFill/>
                <a:tableStyleId>{7814C621-CB00-45AA-B9A0-9D18F376423F}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0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Mileage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(in </a:t>
                      </a: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kmpl</a:t>
                      </a: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Car Price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(in cr)</a:t>
                      </a:r>
                      <a:endParaRPr sz="1600" b="1" i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9.8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10.48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9.12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1.75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6.95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2.51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….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…..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94" name="Google Shape;3894;p60"/>
          <p:cNvSpPr txBox="1"/>
          <p:nvPr/>
        </p:nvSpPr>
        <p:spPr>
          <a:xfrm>
            <a:off x="325658" y="5054025"/>
            <a:ext cx="422461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Model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CarPrice  = 8.5 + 0.5 Mileage – 1.5 Mileage</a:t>
            </a:r>
            <a:r>
              <a:rPr lang="en-US" sz="1600" b="0" i="0" u="none" strike="noStrike" cap="none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1600" b="0" i="0" u="none" strike="noStrike" cap="none" baseline="30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95" name="Google Shape;3895;p60"/>
          <p:cNvSpPr txBox="1"/>
          <p:nvPr/>
        </p:nvSpPr>
        <p:spPr>
          <a:xfrm>
            <a:off x="5055770" y="5054025"/>
            <a:ext cx="294523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Model 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CarPrice  = -5.5 + 1.5 Mileage</a:t>
            </a:r>
            <a:endParaRPr sz="1600" b="0" i="0" u="none" strike="noStrike" cap="none" baseline="30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3896" name="Google Shape;3896;p60"/>
          <p:cNvGraphicFramePr/>
          <p:nvPr/>
        </p:nvGraphicFramePr>
        <p:xfrm>
          <a:off x="6704867" y="1525136"/>
          <a:ext cx="2245750" cy="2202340"/>
        </p:xfrm>
        <a:graphic>
          <a:graphicData uri="http://schemas.openxmlformats.org/drawingml/2006/table">
            <a:tbl>
              <a:tblPr firstRow="1" bandRow="1">
                <a:noFill/>
                <a:tableStyleId>{7814C621-CB00-45AA-B9A0-9D18F376423F}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Unseen Data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Mileage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(in </a:t>
                      </a: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kmpl</a:t>
                      </a: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Car Price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(in cr)</a:t>
                      </a:r>
                      <a:endParaRPr sz="1600" b="1" i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7.5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9.25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6.5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….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…..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897" name="Google Shape;3897;p60" descr="https://miro.medium.com/max/289/1*_mx6zD6Qw_1sYEvWszK5Nw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175146" y="1461491"/>
            <a:ext cx="275272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8" name="Google Shape;3898;p60" descr="https://miro.medium.com/max/266/1*1TV6T6hNP-iwJrtvfsvCRQ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9950" y="2373689"/>
            <a:ext cx="253365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9" name="Google Shape;3899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99029" y="3248535"/>
            <a:ext cx="3353091" cy="993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0" name="Google Shape;3900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46487" y="4403672"/>
            <a:ext cx="1992313" cy="83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6" name="Google Shape;3906;p61"/>
          <p:cNvSpPr txBox="1">
            <a:spLocks noGrp="1"/>
          </p:cNvSpPr>
          <p:nvPr>
            <p:ph type="title"/>
          </p:nvPr>
        </p:nvSpPr>
        <p:spPr>
          <a:xfrm>
            <a:off x="309519" y="169406"/>
            <a:ext cx="7386600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85725" lvl="0" indent="285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Evaluation of Linear Regression Model</a:t>
            </a:r>
            <a:br>
              <a:rPr lang="en-US" sz="2400" b="1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R-squared  </a:t>
            </a:r>
            <a:endParaRPr sz="1800" b="1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7" name="Google Shape;3907;p61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76</a:t>
            </a:fld>
            <a:endParaRPr sz="16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908" name="Google Shape;3908;p61"/>
          <p:cNvGraphicFramePr/>
          <p:nvPr/>
        </p:nvGraphicFramePr>
        <p:xfrm>
          <a:off x="152400" y="1525136"/>
          <a:ext cx="2245750" cy="2718650"/>
        </p:xfrm>
        <a:graphic>
          <a:graphicData uri="http://schemas.openxmlformats.org/drawingml/2006/table">
            <a:tbl>
              <a:tblPr firstRow="1" bandRow="1">
                <a:noFill/>
                <a:tableStyleId>{7814C621-CB00-45AA-B9A0-9D18F376423F}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0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Mileage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(in </a:t>
                      </a: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kmpl</a:t>
                      </a: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Car Price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(in cr)</a:t>
                      </a:r>
                      <a:endParaRPr sz="1600" b="1" i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9.8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10.48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9.12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1.75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9.5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6.95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2.51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….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…..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09" name="Google Shape;3909;p61"/>
          <p:cNvSpPr txBox="1"/>
          <p:nvPr/>
        </p:nvSpPr>
        <p:spPr>
          <a:xfrm>
            <a:off x="325658" y="5054025"/>
            <a:ext cx="422461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Model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CarPrice  = 8.5 + 0.5 Mileage – 1.5 Mileage</a:t>
            </a:r>
            <a:r>
              <a:rPr lang="en-US" sz="1600" b="0" i="0" u="none" strike="noStrike" cap="none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sz="1600" b="0" i="0" u="none" strike="noStrike" cap="none" baseline="30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910" name="Google Shape;3910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2928" y="4215676"/>
            <a:ext cx="1992313" cy="83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1" name="Google Shape;3911;p61" descr="https://miro.medium.com/max/267/1*_WTjlFb6OFvQ0NhWC_N3MA.gi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92062" y="1889857"/>
            <a:ext cx="2589538" cy="213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2" name="Google Shape;3912;p61" descr="https://miro.medium.com/max/294/1*OKvqu2qu6TVADxNRVj8uug.gif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89067" y="2952557"/>
            <a:ext cx="2744933" cy="20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3" name="Google Shape;3913;p61" descr="https://miro.medium.com/max/420/1*4gluRgl9q6r5xUxqg0xqYA.gif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73004" y="3696598"/>
            <a:ext cx="4139169" cy="226669"/>
          </a:xfrm>
          <a:prstGeom prst="rect">
            <a:avLst/>
          </a:prstGeom>
          <a:noFill/>
          <a:ln>
            <a:noFill/>
          </a:ln>
        </p:spPr>
      </p:pic>
      <p:sp>
        <p:nvSpPr>
          <p:cNvPr id="3914" name="Google Shape;3914;p61"/>
          <p:cNvSpPr/>
          <p:nvPr/>
        </p:nvSpPr>
        <p:spPr>
          <a:xfrm>
            <a:off x="2473004" y="1365838"/>
            <a:ext cx="413990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variation in ‘y’ that is explained by a regression model</a:t>
            </a:r>
            <a:endParaRPr sz="1600" b="1" i="0" u="none" strike="noStrike" cap="none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915" name="Google Shape;3915;p61"/>
          <p:cNvSpPr/>
          <p:nvPr/>
        </p:nvSpPr>
        <p:spPr>
          <a:xfrm>
            <a:off x="2440224" y="2348297"/>
            <a:ext cx="417494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variation in ‘y’ that is not captured/explained by a regression model</a:t>
            </a:r>
            <a:endParaRPr sz="1600" b="1" i="0" u="none" strike="noStrike" cap="none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916" name="Google Shape;3916;p61" descr="https://miro.medium.com/max/456/1*PSnCxuD3LTN2CliC4pMA_g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5160019" y="4189885"/>
            <a:ext cx="3983981" cy="2463778"/>
          </a:xfrm>
          <a:prstGeom prst="rect">
            <a:avLst/>
          </a:prstGeom>
          <a:noFill/>
          <a:ln>
            <a:noFill/>
          </a:ln>
        </p:spPr>
      </p:pic>
      <p:sp>
        <p:nvSpPr>
          <p:cNvPr id="3917" name="Google Shape;3917;p61"/>
          <p:cNvSpPr/>
          <p:nvPr/>
        </p:nvSpPr>
        <p:spPr>
          <a:xfrm>
            <a:off x="152400" y="5864311"/>
            <a:ext cx="5181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variation that is explained by a regression model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measures the goodness of fit of a regression model</a:t>
            </a:r>
            <a:endParaRPr sz="1600" b="1" i="0" u="none" strike="noStrike" cap="none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3918" name="Google Shape;3918;p61"/>
          <p:cNvGraphicFramePr/>
          <p:nvPr/>
        </p:nvGraphicFramePr>
        <p:xfrm>
          <a:off x="7914894" y="1573770"/>
          <a:ext cx="1102750" cy="2718650"/>
        </p:xfrm>
        <a:graphic>
          <a:graphicData uri="http://schemas.openxmlformats.org/drawingml/2006/table">
            <a:tbl>
              <a:tblPr firstRow="1" bandRow="1">
                <a:noFill/>
                <a:tableStyleId>{7814C621-CB00-45AA-B9A0-9D18F376423F}</a:tableStyleId>
              </a:tblPr>
              <a:tblGrid>
                <a:gridCol w="110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0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Car Price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(in cr)</a:t>
                      </a:r>
                      <a:endParaRPr sz="1600" b="1" i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10.48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1.75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6.95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2.51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Mean Y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3" name="Google Shape;3923;p63"/>
          <p:cNvSpPr txBox="1">
            <a:spLocks noGrp="1"/>
          </p:cNvSpPr>
          <p:nvPr>
            <p:ph type="title"/>
          </p:nvPr>
        </p:nvSpPr>
        <p:spPr>
          <a:xfrm>
            <a:off x="-76200" y="2971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Linear Basis Models</a:t>
            </a:r>
            <a:endParaRPr sz="32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4" name="Google Shape;3924;p63"/>
          <p:cNvSpPr txBox="1"/>
          <p:nvPr/>
        </p:nvSpPr>
        <p:spPr>
          <a:xfrm>
            <a:off x="228600" y="5715000"/>
            <a:ext cx="61478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What if output is a non-linear function of input vector?</a:t>
            </a:r>
            <a:endParaRPr sz="1800" b="1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9" name="Google Shape;3929;p64"/>
          <p:cNvGrpSpPr/>
          <p:nvPr/>
        </p:nvGrpSpPr>
        <p:grpSpPr>
          <a:xfrm>
            <a:off x="716263" y="4027378"/>
            <a:ext cx="7627478" cy="2525822"/>
            <a:chOff x="376120" y="2065990"/>
            <a:chExt cx="3849051" cy="1274605"/>
          </a:xfrm>
        </p:grpSpPr>
        <p:pic>
          <p:nvPicPr>
            <p:cNvPr id="3930" name="Google Shape;3930;p6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498687" y="2065990"/>
              <a:ext cx="1726484" cy="1274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1" name="Google Shape;3931;p6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76120" y="2084361"/>
              <a:ext cx="1654288" cy="122136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32" name="Google Shape;3932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24400" y="1338638"/>
            <a:ext cx="3348987" cy="2472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3" name="Google Shape;3933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9533" y="1391695"/>
            <a:ext cx="3278222" cy="2420326"/>
          </a:xfrm>
          <a:prstGeom prst="rect">
            <a:avLst/>
          </a:prstGeom>
          <a:noFill/>
          <a:ln>
            <a:noFill/>
          </a:ln>
        </p:spPr>
      </p:pic>
      <p:sp>
        <p:nvSpPr>
          <p:cNvPr id="3934" name="Google Shape;3934;p64"/>
          <p:cNvSpPr txBox="1"/>
          <p:nvPr/>
        </p:nvSpPr>
        <p:spPr>
          <a:xfrm>
            <a:off x="8420152" y="6642068"/>
            <a:ext cx="683283" cy="1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5503" marR="0" lvl="0" indent="0" algn="l" rtl="0">
              <a:lnSpc>
                <a:spcPct val="112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9"/>
              <a:buFont typeface="Tahoma"/>
              <a:buNone/>
            </a:pPr>
            <a:r>
              <a:rPr lang="en-US" sz="1189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17 / 22</a:t>
            </a:r>
            <a:endParaRPr sz="1189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35" name="Google Shape;3935;p64"/>
          <p:cNvSpPr txBox="1"/>
          <p:nvPr/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Polynomial Regression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Google Shape;3940;p65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79</a:t>
            </a:fld>
            <a:endParaRPr sz="1200" b="1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941" name="Google Shape;3941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535" y="1447800"/>
            <a:ext cx="491612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2" name="Google Shape;3942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0656" y="5558795"/>
            <a:ext cx="44005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3" name="Google Shape;3943;p65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Linear Basis Function Models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4" name="Google Shape;3944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2287" y="1105807"/>
            <a:ext cx="2237426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5" name="Google Shape;3945;p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8193" y="2344862"/>
            <a:ext cx="2631520" cy="1881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6" name="Google Shape;3946;p6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7879" y="4342574"/>
            <a:ext cx="2791834" cy="1701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1" name="Google Shape;3951;p66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80</a:t>
            </a:fld>
            <a:endParaRPr sz="1200" b="1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52" name="Google Shape;3952;p66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Linear Basis Function Models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3" name="Google Shape;3953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7227" y="1019059"/>
            <a:ext cx="3206774" cy="2292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54" name="Google Shape;3954;p66"/>
          <p:cNvSpPr/>
          <p:nvPr/>
        </p:nvSpPr>
        <p:spPr>
          <a:xfrm>
            <a:off x="424110" y="1573619"/>
            <a:ext cx="5290889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an M-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order polynomial function of one dimensional feature x 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115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5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 b="0" i="0" u="none" strike="noStrike" cap="none" baseline="30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j-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power of x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5" name="Google Shape;3955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929" y="2369851"/>
            <a:ext cx="2805871" cy="842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6" name="Google Shape;3956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929" y="3927899"/>
            <a:ext cx="4944045" cy="692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7" name="Google Shape;3957;p66"/>
          <p:cNvSpPr txBox="1"/>
          <p:nvPr/>
        </p:nvSpPr>
        <p:spPr>
          <a:xfrm>
            <a:off x="424110" y="4720623"/>
            <a:ext cx="6606541" cy="1959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50800" marR="4318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18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(x) are known as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basis functions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 Typically,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(x) = 1, so that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acts as a bias.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0" marR="4318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simplest case, we use linear basis  functions :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18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(x) =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800" marR="959485" lvl="0" indent="0" algn="l" rtl="0">
              <a:lnSpc>
                <a:spcPct val="20777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They are called linear models because this function is linear in </a:t>
            </a:r>
            <a:r>
              <a:rPr lang="en-US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8" name="Google Shape;3958;p6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04706" y="3361341"/>
            <a:ext cx="3416415" cy="821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3" name="Google Shape;3963;p67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81</a:t>
            </a:fld>
            <a:endParaRPr sz="1200" b="1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64" name="Google Shape;3964;p6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Linear Basis Function Models - Examples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5" name="Google Shape;3965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125" y="1436475"/>
            <a:ext cx="2392109" cy="2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6" name="Google Shape;3966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125" y="4093075"/>
            <a:ext cx="2903600" cy="235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7" name="Google Shape;3967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77725" y="1610523"/>
            <a:ext cx="2392100" cy="2259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8" name="Google Shape;3968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3401" y="3933981"/>
            <a:ext cx="3511601" cy="26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9" name="Google Shape;3969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65000" y="1187275"/>
            <a:ext cx="2576325" cy="2455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0" name="Google Shape;3970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11425" y="3705375"/>
            <a:ext cx="2903612" cy="267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1" name="Google Shape;3971;p6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06100" y="4093075"/>
            <a:ext cx="1839675" cy="13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6" name="Google Shape;3976;p70"/>
          <p:cNvSpPr txBox="1">
            <a:spLocks noGrp="1"/>
          </p:cNvSpPr>
          <p:nvPr>
            <p:ph type="title"/>
          </p:nvPr>
        </p:nvSpPr>
        <p:spPr>
          <a:xfrm>
            <a:off x="-76200" y="2971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Notion of Bias - Variance</a:t>
            </a:r>
            <a:endParaRPr sz="32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2" name="Google Shape;3982;p72"/>
          <p:cNvPicPr preferRelativeResize="0"/>
          <p:nvPr/>
        </p:nvPicPr>
        <p:blipFill rotWithShape="1">
          <a:blip r:embed="rId3">
            <a:alphaModFix/>
          </a:blip>
          <a:srcRect t="13393"/>
          <a:stretch/>
        </p:blipFill>
        <p:spPr>
          <a:xfrm>
            <a:off x="468132" y="1600200"/>
            <a:ext cx="7620000" cy="4560628"/>
          </a:xfrm>
          <a:prstGeom prst="rect">
            <a:avLst/>
          </a:prstGeom>
          <a:noFill/>
          <a:ln>
            <a:noFill/>
          </a:ln>
        </p:spPr>
      </p:pic>
      <p:sp>
        <p:nvSpPr>
          <p:cNvPr id="3983" name="Google Shape;3983;p72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Quality of Fit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8" name="Google Shape;3988;p73"/>
          <p:cNvSpPr txBox="1">
            <a:spLocks noGrp="1"/>
          </p:cNvSpPr>
          <p:nvPr>
            <p:ph type="body" idx="2"/>
          </p:nvPr>
        </p:nvSpPr>
        <p:spPr>
          <a:xfrm>
            <a:off x="581695" y="1447800"/>
            <a:ext cx="856230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/>
              <a:t>Increase in Size of the data set reduces the over-fitting problem</a:t>
            </a:r>
            <a:endParaRPr/>
          </a:p>
        </p:txBody>
      </p:sp>
      <p:pic>
        <p:nvPicPr>
          <p:cNvPr id="3989" name="Google Shape;3989;p73" descr="Screen Clipp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1" y="2140676"/>
            <a:ext cx="8336279" cy="3340826"/>
          </a:xfrm>
          <a:prstGeom prst="rect">
            <a:avLst/>
          </a:prstGeom>
          <a:noFill/>
          <a:ln>
            <a:noFill/>
          </a:ln>
        </p:spPr>
      </p:pic>
      <p:sp>
        <p:nvSpPr>
          <p:cNvPr id="3990" name="Google Shape;3990;p73"/>
          <p:cNvSpPr txBox="1"/>
          <p:nvPr/>
        </p:nvSpPr>
        <p:spPr>
          <a:xfrm>
            <a:off x="348377" y="602312"/>
            <a:ext cx="7886700" cy="74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Handling Overfitting – Way 1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6" name="Google Shape;3996;p74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Effect of Training Size on Over fitting</a:t>
            </a:r>
            <a:br>
              <a:rPr lang="en-US" sz="2400" b="1"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Problem Type 4 : Interpretation of the Model Fit</a:t>
            </a:r>
            <a:endParaRPr sz="2000" b="1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7" name="Google Shape;3997;p7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Size of training dataset needs to be large to prevent overfitting when higher order model is used.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8" name="Google Shape;3998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3001707"/>
            <a:ext cx="4114800" cy="2672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9" name="Google Shape;3999;p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4850" y="3124200"/>
            <a:ext cx="396804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0" name="Google Shape;4000;p74"/>
          <p:cNvSpPr txBox="1"/>
          <p:nvPr/>
        </p:nvSpPr>
        <p:spPr>
          <a:xfrm>
            <a:off x="2343150" y="4427517"/>
            <a:ext cx="157126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Lower order model</a:t>
            </a:r>
            <a:endParaRPr dirty="0"/>
          </a:p>
        </p:txBody>
      </p:sp>
      <p:sp>
        <p:nvSpPr>
          <p:cNvPr id="4001" name="Google Shape;4001;p74"/>
          <p:cNvSpPr txBox="1"/>
          <p:nvPr/>
        </p:nvSpPr>
        <p:spPr>
          <a:xfrm>
            <a:off x="6400801" y="3913167"/>
            <a:ext cx="160492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Higher order model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7" name="Google Shape;4007;p75"/>
          <p:cNvSpPr txBox="1">
            <a:spLocks noGrp="1"/>
          </p:cNvSpPr>
          <p:nvPr>
            <p:ph type="title"/>
          </p:nvPr>
        </p:nvSpPr>
        <p:spPr>
          <a:xfrm>
            <a:off x="448820" y="355595"/>
            <a:ext cx="6120680" cy="37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ctr" anchorCtr="0">
            <a:spAutoFit/>
          </a:bodyPr>
          <a:lstStyle/>
          <a:p>
            <a:pPr marL="1427798" marR="3810" lvl="0" indent="-141874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Polynomial Fitting can lead to Overfitting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8" name="Google Shape;4008;p75"/>
          <p:cNvSpPr txBox="1">
            <a:spLocks noGrp="1"/>
          </p:cNvSpPr>
          <p:nvPr>
            <p:ph type="body" idx="1"/>
          </p:nvPr>
        </p:nvSpPr>
        <p:spPr>
          <a:xfrm>
            <a:off x="533400" y="184809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Linear model results in under fitting with large bias</a:t>
            </a:r>
            <a:endParaRPr/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Polynomial of order 300 results in a large variance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9" name="Google Shape;4009;p75"/>
          <p:cNvSpPr txBox="1">
            <a:spLocks noGrp="1"/>
          </p:cNvSpPr>
          <p:nvPr>
            <p:ph type="body" idx="4294967295"/>
          </p:nvPr>
        </p:nvSpPr>
        <p:spPr>
          <a:xfrm>
            <a:off x="533400" y="1452811"/>
            <a:ext cx="8396288" cy="39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Underlying target function is quadratic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0" name="Google Shape;4010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3200400"/>
            <a:ext cx="5086350" cy="3252735"/>
          </a:xfrm>
          <a:prstGeom prst="rect">
            <a:avLst/>
          </a:prstGeom>
          <a:noFill/>
          <a:ln>
            <a:noFill/>
          </a:ln>
        </p:spPr>
      </p:pic>
      <p:sp>
        <p:nvSpPr>
          <p:cNvPr id="4011" name="Google Shape;4011;p75"/>
          <p:cNvSpPr/>
          <p:nvPr/>
        </p:nvSpPr>
        <p:spPr>
          <a:xfrm>
            <a:off x="304800" y="820448"/>
            <a:ext cx="833125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Handling Overfitting – Way 2 – Reduce the complexity of the model</a:t>
            </a: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6" name="Google Shape;4016;p76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691064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How to experiment on Model Complexity ?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7" name="Google Shape;4017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948" y="1676400"/>
            <a:ext cx="5683796" cy="381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426129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2" name="Google Shape;4022;p77"/>
          <p:cNvSpPr txBox="1">
            <a:spLocks noGrp="1"/>
          </p:cNvSpPr>
          <p:nvPr>
            <p:ph type="body" idx="2"/>
          </p:nvPr>
        </p:nvSpPr>
        <p:spPr>
          <a:xfrm>
            <a:off x="581695" y="1447800"/>
            <a:ext cx="856230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0"/>
              <a:t>Early Stop the Training</a:t>
            </a:r>
            <a:endParaRPr sz="1800" b="0"/>
          </a:p>
        </p:txBody>
      </p:sp>
      <p:sp>
        <p:nvSpPr>
          <p:cNvPr id="4023" name="Google Shape;4023;p77"/>
          <p:cNvSpPr txBox="1"/>
          <p:nvPr/>
        </p:nvSpPr>
        <p:spPr>
          <a:xfrm>
            <a:off x="348377" y="602312"/>
            <a:ext cx="7886700" cy="74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Handling Overfitting – Way 3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4" name="Google Shape;4024;p77" descr="https://lh3.googleusercontent.com/87Yl7aEPVR_1ATbUuZI4f0NjTGRLf5-cghtvjT8qUa22vYZOoeib_TexvxhKbWO1sMBhMxes5_9RBU7dGMMZjV2RHMunBUYa9C-Op8ZgAYy80B4e_NwCkmD0-2bNF8P9MzJt741TKoGYJSnGfjmCqw=s20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695" y="2292350"/>
            <a:ext cx="5531865" cy="3622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9" name="Google Shape;4029;p78"/>
          <p:cNvSpPr txBox="1">
            <a:spLocks noGrp="1"/>
          </p:cNvSpPr>
          <p:nvPr>
            <p:ph type="title"/>
          </p:nvPr>
        </p:nvSpPr>
        <p:spPr>
          <a:xfrm>
            <a:off x="-76200" y="2971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br>
              <a:rPr lang="en-US" sz="32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(*This notion is common for both Linear Regression – Module 3 and Logistic Regression – Module 4)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" name="Google Shape;4034;p79"/>
          <p:cNvSpPr txBox="1">
            <a:spLocks noGrp="1"/>
          </p:cNvSpPr>
          <p:nvPr>
            <p:ph type="title"/>
          </p:nvPr>
        </p:nvSpPr>
        <p:spPr>
          <a:xfrm>
            <a:off x="348377" y="602312"/>
            <a:ext cx="7886700" cy="74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Overfitting vs Underfitting</a:t>
            </a:r>
            <a:endParaRPr sz="2400"/>
          </a:p>
        </p:txBody>
      </p:sp>
      <p:sp>
        <p:nvSpPr>
          <p:cNvPr id="4035" name="Google Shape;4035;p79"/>
          <p:cNvSpPr txBox="1">
            <a:spLocks noGrp="1"/>
          </p:cNvSpPr>
          <p:nvPr>
            <p:ph type="body" idx="1"/>
          </p:nvPr>
        </p:nvSpPr>
        <p:spPr>
          <a:xfrm>
            <a:off x="152077" y="1292203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Overfitting</a:t>
            </a:r>
            <a:endParaRPr/>
          </a:p>
        </p:txBody>
      </p:sp>
      <p:sp>
        <p:nvSpPr>
          <p:cNvPr id="4036" name="Google Shape;4036;p79"/>
          <p:cNvSpPr txBox="1">
            <a:spLocks noGrp="1"/>
          </p:cNvSpPr>
          <p:nvPr>
            <p:ph type="body" idx="2"/>
          </p:nvPr>
        </p:nvSpPr>
        <p:spPr>
          <a:xfrm>
            <a:off x="152077" y="1910137"/>
            <a:ext cx="4419923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Fitting the data too well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Features are noisy / uncorrelated to concept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</p:txBody>
      </p:sp>
      <p:sp>
        <p:nvSpPr>
          <p:cNvPr id="4037" name="Google Shape;4037;p79"/>
          <p:cNvSpPr txBox="1">
            <a:spLocks noGrp="1"/>
          </p:cNvSpPr>
          <p:nvPr>
            <p:ph type="body" idx="3"/>
          </p:nvPr>
        </p:nvSpPr>
        <p:spPr>
          <a:xfrm>
            <a:off x="4917604" y="1292203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Underfitting</a:t>
            </a:r>
            <a:endParaRPr/>
          </a:p>
        </p:txBody>
      </p:sp>
      <p:sp>
        <p:nvSpPr>
          <p:cNvPr id="4038" name="Google Shape;4038;p79"/>
          <p:cNvSpPr txBox="1">
            <a:spLocks noGrp="1"/>
          </p:cNvSpPr>
          <p:nvPr>
            <p:ph type="body" idx="4"/>
          </p:nvPr>
        </p:nvSpPr>
        <p:spPr>
          <a:xfrm>
            <a:off x="4917604" y="1910137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Learning too little of the true concept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Features don’t capture concept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Too much bias in model</a:t>
            </a:r>
            <a:endParaRPr/>
          </a:p>
        </p:txBody>
      </p:sp>
      <p:pic>
        <p:nvPicPr>
          <p:cNvPr id="4039" name="Google Shape;4039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976" y="3755615"/>
            <a:ext cx="3438442" cy="20667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40" name="Google Shape;4040;p79"/>
          <p:cNvGraphicFramePr/>
          <p:nvPr/>
        </p:nvGraphicFramePr>
        <p:xfrm>
          <a:off x="5001899" y="4038600"/>
          <a:ext cx="34290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5" name="Google Shape;4045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752600"/>
            <a:ext cx="6076069" cy="3278695"/>
          </a:xfrm>
          <a:prstGeom prst="rect">
            <a:avLst/>
          </a:prstGeom>
          <a:noFill/>
          <a:ln>
            <a:noFill/>
          </a:ln>
        </p:spPr>
      </p:pic>
      <p:sp>
        <p:nvSpPr>
          <p:cNvPr id="4046" name="Google Shape;4046;p80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1" name="Google Shape;4051;p81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2" name="Google Shape;4052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788886"/>
            <a:ext cx="5447116" cy="270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7" name="Google Shape;4057;p82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Regularization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8" name="Google Shape;4058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145" y="1772947"/>
            <a:ext cx="5852790" cy="3942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3" name="Google Shape;4063;p83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Regularization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4" name="Google Shape;4064;p83"/>
          <p:cNvPicPr preferRelativeResize="0"/>
          <p:nvPr/>
        </p:nvPicPr>
        <p:blipFill rotWithShape="1">
          <a:blip r:embed="rId3">
            <a:alphaModFix/>
          </a:blip>
          <a:srcRect b="77320"/>
          <a:stretch/>
        </p:blipFill>
        <p:spPr>
          <a:xfrm>
            <a:off x="591145" y="1772947"/>
            <a:ext cx="5852790" cy="894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5" name="Google Shape;4065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145" y="2899382"/>
            <a:ext cx="6419255" cy="3425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0" name="Google Shape;4070;p84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Regularization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1" name="Google Shape;4071;p84"/>
          <p:cNvPicPr preferRelativeResize="0"/>
          <p:nvPr/>
        </p:nvPicPr>
        <p:blipFill rotWithShape="1">
          <a:blip r:embed="rId3">
            <a:alphaModFix/>
          </a:blip>
          <a:srcRect b="77320"/>
          <a:stretch/>
        </p:blipFill>
        <p:spPr>
          <a:xfrm>
            <a:off x="591145" y="1772947"/>
            <a:ext cx="5852790" cy="894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2" name="Google Shape;4072;p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145" y="2895600"/>
            <a:ext cx="6401150" cy="3454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7" name="Google Shape;4077;p85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Ridge Regression / Tikhonov regularization</a:t>
            </a:r>
            <a:endParaRPr sz="20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52282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• Cost Function</a:t>
            </a:r>
            <a:endParaRPr lang="en-US" sz="1600" b="1" dirty="0">
              <a:latin typeface="Bell MT" panose="020205030603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861157"/>
            <a:ext cx="8412480" cy="914400"/>
          </a:xfrm>
          <a:prstGeom prst="rect">
            <a:avLst/>
          </a:prstGeom>
          <a:solidFill>
            <a:srgbClr val="D6E4F7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88589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J(θ)  =  (1/2n) · Σᵢ ( hθ(x⁻ᴵ) − y⁻ᴵ )²  +  (λ/2) · Σⱼ θⱼ²</a:t>
            </a:r>
            <a:endParaRPr lang="en-US" sz="2200" b="1" dirty="0"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866997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• Fit by solving   </a:t>
            </a:r>
            <a:r>
              <a:rPr lang="en-US" sz="1600" b="1" i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min</a:t>
            </a:r>
            <a:r>
              <a:rPr lang="en-US" sz="16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  J(</a:t>
            </a:r>
            <a:r>
              <a:rPr lang="en-US" sz="1600" b="1" i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16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)</a:t>
            </a:r>
            <a:endParaRPr lang="en-US" sz="1600" b="1" dirty="0">
              <a:latin typeface="Bell MT" panose="02020503060305020303" pitchFamily="18" charset="0"/>
            </a:endParaRPr>
          </a:p>
        </p:txBody>
      </p:sp>
      <p:sp>
        <p:nvSpPr>
          <p:cNvPr id="9" name="Text 8"/>
          <p:cNvSpPr/>
          <p:nvPr/>
        </p:nvSpPr>
        <p:spPr>
          <a:xfrm>
            <a:off x="365760" y="3287621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• Gradient update:</a:t>
            </a:r>
            <a:endParaRPr lang="en-US" sz="1600" b="1" dirty="0">
              <a:latin typeface="Bell MT" panose="02020503060305020303" pitchFamily="18" charset="0"/>
            </a:endParaRPr>
          </a:p>
        </p:txBody>
      </p:sp>
      <p:sp>
        <p:nvSpPr>
          <p:cNvPr id="10" name="Text 10"/>
          <p:cNvSpPr/>
          <p:nvPr/>
        </p:nvSpPr>
        <p:spPr>
          <a:xfrm>
            <a:off x="365760" y="3808829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∂/∂θ₀  J(θ)</a:t>
            </a:r>
            <a:endParaRPr lang="en-US" sz="1200" dirty="0"/>
          </a:p>
        </p:txBody>
      </p:sp>
      <p:sp>
        <p:nvSpPr>
          <p:cNvPr id="11" name="Text 11"/>
          <p:cNvSpPr/>
          <p:nvPr/>
        </p:nvSpPr>
        <p:spPr>
          <a:xfrm>
            <a:off x="365760" y="4567781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∂/∂θⱼ  J(θ)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1600200" y="3653381"/>
            <a:ext cx="7178040" cy="1691640"/>
          </a:xfrm>
          <a:prstGeom prst="rect">
            <a:avLst/>
          </a:prstGeom>
          <a:solidFill>
            <a:srgbClr val="D6E4F7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3"/>
          <p:cNvSpPr/>
          <p:nvPr/>
        </p:nvSpPr>
        <p:spPr>
          <a:xfrm>
            <a:off x="1691640" y="3717389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θ₀  ←  θ₀  −  α · (1/n) · Σ ( hθ(x⁽ⁱ⁾) − y⁽ⁱ⁾ )</a:t>
            </a:r>
            <a:endParaRPr lang="en-US" sz="1700" b="1" dirty="0">
              <a:latin typeface="Bell MT" panose="02020503060305020303" pitchFamily="18" charset="0"/>
            </a:endParaRPr>
          </a:p>
        </p:txBody>
      </p:sp>
      <p:sp>
        <p:nvSpPr>
          <p:cNvPr id="14" name="Text 15"/>
          <p:cNvSpPr/>
          <p:nvPr/>
        </p:nvSpPr>
        <p:spPr>
          <a:xfrm>
            <a:off x="1691640" y="4421477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θⱼ  ←  θⱼ  −  α · (1/n) · Σ ( hθ(x⁽ⁱ⁾) − y⁽ⁱ⁾ ) xⱼ⁽ⁱ⁾  −  αλθⱼ</a:t>
            </a:r>
            <a:endParaRPr lang="en-US" sz="1700" b="1" dirty="0">
              <a:latin typeface="Bell MT" panose="02020503060305020303" pitchFamily="18" charset="0"/>
            </a:endParaRPr>
          </a:p>
        </p:txBody>
      </p:sp>
      <p:sp>
        <p:nvSpPr>
          <p:cNvPr id="15" name="Shape 18"/>
          <p:cNvSpPr/>
          <p:nvPr/>
        </p:nvSpPr>
        <p:spPr>
          <a:xfrm>
            <a:off x="365760" y="5785338"/>
            <a:ext cx="8412480" cy="384048"/>
          </a:xfrm>
          <a:prstGeom prst="rect">
            <a:avLst/>
          </a:prstGeom>
          <a:solidFill>
            <a:srgbClr val="EAF2FB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9"/>
          <p:cNvSpPr/>
          <p:nvPr/>
        </p:nvSpPr>
        <p:spPr>
          <a:xfrm>
            <a:off x="457200" y="578955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• Rewritten:  θⱼ  ←  θⱼ(1 − αλ)  −  α · (1/n) · Σ ( hθ(x⁽ⁱ⁾) − y⁽ⁱ⁾ ) xⱼ⁽ⁱ⁾</a:t>
            </a:r>
            <a:endParaRPr lang="en-US" sz="1600" b="1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4" name="Google Shape;4084;p8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44144"/>
              <a:buNone/>
            </a:pPr>
            <a:r>
              <a:rPr lang="en-US" sz="2400"/>
              <a:t>Regularization</a:t>
            </a:r>
            <a:endParaRPr/>
          </a:p>
          <a:p>
            <a:pPr marL="0" lvl="0" indent="0" algn="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ct val="172972"/>
              <a:buNone/>
            </a:pPr>
            <a:r>
              <a:rPr lang="en-US" sz="2000">
                <a:solidFill>
                  <a:srgbClr val="C00000"/>
                </a:solidFill>
              </a:rPr>
              <a:t>Lasso Regression (Least Absolute Shrinkage and Selection Operator Regression)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365760" y="16353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• Cost Function</a:t>
            </a:r>
            <a:endParaRPr lang="en-US" sz="1800" b="1" dirty="0">
              <a:latin typeface="Bell MT" panose="02020503060305020303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65760" y="1973700"/>
            <a:ext cx="8412480" cy="868680"/>
          </a:xfrm>
          <a:prstGeom prst="rect">
            <a:avLst/>
          </a:prstGeom>
          <a:solidFill>
            <a:srgbClr val="D6E4F7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57200" y="200113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J(θ)  =  (1/2n) · Σᵢ ( hθ(x⁻ᴵ) − y⁻ᴵ )²  +  λ · Σⱼ |θⱼ|</a:t>
            </a:r>
            <a:endParaRPr lang="en-US" sz="2400" b="1" dirty="0">
              <a:latin typeface="Bell MT" panose="02020503060305020303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65760" y="29338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• Fit by solving   </a:t>
            </a:r>
            <a:r>
              <a:rPr lang="en-US" sz="1800" b="1" i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min</a:t>
            </a:r>
            <a:r>
              <a:rPr lang="en-US" sz="18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  J(θ)</a:t>
            </a:r>
            <a:endParaRPr lang="en-US" sz="1800" b="1" dirty="0">
              <a:latin typeface="Bell MT" panose="020205030603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5760" y="33544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• Gradient update:</a:t>
            </a:r>
            <a:endParaRPr lang="en-US" sz="1800" b="1" dirty="0">
              <a:latin typeface="Bell MT" panose="020205030603050203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5760" y="387565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2E75B6"/>
                </a:solidFill>
                <a:latin typeface="+mn-lt"/>
                <a:ea typeface="Cambria" pitchFamily="34" charset="-122"/>
                <a:cs typeface="Cambria" pitchFamily="34" charset="-120"/>
              </a:rPr>
              <a:t>∂/∂θ₀  J(θ)</a:t>
            </a:r>
            <a:endParaRPr lang="en-US" b="1" dirty="0">
              <a:latin typeface="+mn-lt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5760" y="462546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2E75B6"/>
                </a:solidFill>
                <a:latin typeface="+mn-lt"/>
                <a:ea typeface="Cambria" pitchFamily="34" charset="-122"/>
                <a:cs typeface="Cambria" pitchFamily="34" charset="-120"/>
              </a:rPr>
              <a:t>∂/∂θⱼ  J(θ)</a:t>
            </a:r>
            <a:endParaRPr lang="en-US" b="1" dirty="0">
              <a:latin typeface="+mn-lt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600200" y="3720204"/>
            <a:ext cx="7178040" cy="1691640"/>
          </a:xfrm>
          <a:prstGeom prst="rect">
            <a:avLst/>
          </a:prstGeom>
          <a:solidFill>
            <a:srgbClr val="D6E4F7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691640" y="3784212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θ₀  ←  θ₀  −  α · (1/n) · Σ ( hθ(x⁻ᴵ) − y⁻ᴵ )</a:t>
            </a:r>
            <a:endParaRPr lang="en-US" sz="1800" b="1" dirty="0">
              <a:latin typeface="Bell MT" panose="020205030603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691640" y="4488300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θⱼ  ←  θⱼ  −  α · (1/n) · Σ ( hθ(x⁻ᴵ) − y⁻ᴵ ) xⱼ⁻ᴵ  −  αλ · sign(θⱼ)</a:t>
            </a:r>
            <a:endParaRPr lang="en-US" sz="1800" b="1" dirty="0">
              <a:latin typeface="Bell MT" panose="02020503060305020303" pitchFamily="18" charset="0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65760" y="5786748"/>
            <a:ext cx="8412480" cy="429768"/>
          </a:xfrm>
          <a:prstGeom prst="rect">
            <a:avLst/>
          </a:prstGeom>
          <a:solidFill>
            <a:srgbClr val="EAF2FB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7"/>
          <p:cNvSpPr/>
          <p:nvPr/>
        </p:nvSpPr>
        <p:spPr>
          <a:xfrm>
            <a:off x="457200" y="57958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where  sign(θⱼ)  =  −1  if θⱼ &lt; 0 ,   0  if θⱼ = 0 ,   +1  if θⱼ &gt; 0</a:t>
            </a:r>
            <a:endParaRPr lang="en-US" sz="1600" b="1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p87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br>
              <a:rPr lang="en-US" dirty="0"/>
            </a:br>
            <a:r>
              <a:rPr lang="en-US" sz="2000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Elastic Net</a:t>
            </a:r>
            <a:endParaRPr sz="2000" b="1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6" name="Google Shape;4096;p87"/>
          <p:cNvSpPr/>
          <p:nvPr/>
        </p:nvSpPr>
        <p:spPr>
          <a:xfrm>
            <a:off x="5158985" y="5908709"/>
            <a:ext cx="41374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from sklearn.linear_model import ElasticNet</a:t>
            </a:r>
            <a:endParaRPr sz="1600" i="1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ElasticNet(alpha=0.1, l1_ratio=0.5)</a:t>
            </a:r>
            <a:endParaRPr/>
          </a:p>
        </p:txBody>
      </p:sp>
      <p:sp>
        <p:nvSpPr>
          <p:cNvPr id="9" name="Text 3"/>
          <p:cNvSpPr/>
          <p:nvPr/>
        </p:nvSpPr>
        <p:spPr>
          <a:xfrm>
            <a:off x="365760" y="15791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Function</a:t>
            </a:r>
            <a:endParaRPr lang="en-US" sz="1800" dirty="0"/>
          </a:p>
        </p:txBody>
      </p:sp>
      <p:sp>
        <p:nvSpPr>
          <p:cNvPr id="10" name="Shape 4"/>
          <p:cNvSpPr/>
          <p:nvPr/>
        </p:nvSpPr>
        <p:spPr>
          <a:xfrm>
            <a:off x="365760" y="1917428"/>
            <a:ext cx="8412480" cy="960120"/>
          </a:xfrm>
          <a:prstGeom prst="rect">
            <a:avLst/>
          </a:prstGeom>
          <a:solidFill>
            <a:srgbClr val="D6E4F7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/>
          <p:nvPr/>
        </p:nvSpPr>
        <p:spPr>
          <a:xfrm>
            <a:off x="457200" y="19448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J(θ)  =  (1/2n) · Σᵢ ( hθ(x⁻ᴵ) − y⁻ᴵ )²  +  rλ · Σⱼ |θⱼ|  +  ((1−r)λ/2) · Σⱼ θⱼ²</a:t>
            </a:r>
            <a:endParaRPr lang="en-US" sz="2000" b="1" dirty="0">
              <a:latin typeface="Bell MT" panose="02020503060305020303" pitchFamily="18" charset="0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365760" y="2978132"/>
            <a:ext cx="8412480" cy="804672"/>
          </a:xfrm>
          <a:prstGeom prst="rect">
            <a:avLst/>
          </a:prstGeom>
          <a:solidFill>
            <a:srgbClr val="EAF2FB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/>
          <p:nvPr/>
        </p:nvSpPr>
        <p:spPr>
          <a:xfrm>
            <a:off x="548640" y="301470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regularization using the </a:t>
            </a: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Ratio “r”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b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 → equivalent to </a:t>
            </a: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                  r = 1 → equivalent to </a:t>
            </a: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365760" y="38651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update: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365760" y="425829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∂/∂θ₀  J(θ)</a:t>
            </a: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365760" y="49623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∂/∂θⱼ  J(θ)</a:t>
            </a:r>
            <a:endParaRPr lang="en-US" dirty="0"/>
          </a:p>
        </p:txBody>
      </p:sp>
      <p:sp>
        <p:nvSpPr>
          <p:cNvPr id="17" name="Shape 11"/>
          <p:cNvSpPr/>
          <p:nvPr/>
        </p:nvSpPr>
        <p:spPr>
          <a:xfrm>
            <a:off x="1600200" y="4139420"/>
            <a:ext cx="7178040" cy="1298448"/>
          </a:xfrm>
          <a:prstGeom prst="rect">
            <a:avLst/>
          </a:prstGeom>
          <a:solidFill>
            <a:srgbClr val="D6E4F7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1691640" y="41851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θ₀  ←  θ₀  −  α · (1/n) · Σ ( hθ(x⁻ᴵ) − y⁻ᴵ )</a:t>
            </a:r>
            <a:endParaRPr lang="en-US" sz="1800" b="1" dirty="0">
              <a:latin typeface="Bell MT" panose="02020503060305020303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691640" y="4788644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θⱼ  ←  θⱼ  −  α · (1/n) · Σ(…)xⱼ⁻ᴵ  −  αrλ · sign(θⱼ)  −  α(1−r)λθⱼ</a:t>
            </a:r>
            <a:endParaRPr lang="en-US" sz="1600" b="1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Google Shape;4104;p88"/>
          <p:cNvSpPr txBox="1"/>
          <p:nvPr/>
        </p:nvSpPr>
        <p:spPr>
          <a:xfrm>
            <a:off x="457200" y="3048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choose the right Regularization?</a:t>
            </a: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Common Usage &amp; Observation </a:t>
            </a:r>
            <a:endParaRPr sz="20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5" name="Google Shape;4105;p88"/>
          <p:cNvSpPr/>
          <p:nvPr/>
        </p:nvSpPr>
        <p:spPr>
          <a:xfrm>
            <a:off x="228600" y="1524000"/>
            <a:ext cx="8153400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7175" marR="0" lvl="0" indent="-2571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629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232629"/>
                </a:solidFill>
                <a:latin typeface="Arial"/>
                <a:ea typeface="Arial"/>
                <a:cs typeface="Arial"/>
                <a:sym typeface="Arial"/>
              </a:rPr>
              <a:t>L1 regularization has the ability to set some coefficients to 0 exactly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leading to a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sparse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800" b="0" i="0" u="none" strike="noStrike" cap="none">
              <a:solidFill>
                <a:srgbClr val="2326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75" marR="0" lvl="0" indent="-2571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L1 regularization helps in feature selection by eliminating the features that are not important</a:t>
            </a:r>
            <a:endParaRPr/>
          </a:p>
          <a:p>
            <a:pPr marL="257175" marR="0" lvl="0" indent="-2571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L1 cannot be used efficiently in gradient-based approaches since it is not-differentiable unlike L2</a:t>
            </a:r>
            <a:endParaRPr sz="1800" b="1" i="0" u="none" strike="noStrike" cap="none">
              <a:solidFill>
                <a:srgbClr val="2326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75" marR="0" lvl="0" indent="-2571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629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232629"/>
                </a:solidFill>
                <a:latin typeface="Arial"/>
                <a:ea typeface="Arial"/>
                <a:cs typeface="Arial"/>
                <a:sym typeface="Arial"/>
              </a:rPr>
              <a:t>L2 will in general lead to small magnitudes of weights but not exactly 0.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257175" marR="0" lvl="0" indent="-2571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Elastic net – Prefer in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Highly correlated features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Google Shape;4111;p89"/>
          <p:cNvSpPr txBox="1">
            <a:spLocks noGrp="1"/>
          </p:cNvSpPr>
          <p:nvPr>
            <p:ph type="title"/>
          </p:nvPr>
        </p:nvSpPr>
        <p:spPr>
          <a:xfrm>
            <a:off x="309519" y="561473"/>
            <a:ext cx="73866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85725" lvl="0" indent="285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Numerical Exercise – For Student Practice  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2" name="Google Shape;4112;p89"/>
          <p:cNvSpPr txBox="1"/>
          <p:nvPr/>
        </p:nvSpPr>
        <p:spPr>
          <a:xfrm>
            <a:off x="304800" y="1532208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Fit a linear regression. Show only the first iteration of Gradient descent algorithm using learning rate of 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0.02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following data , if the Relative Risk of Coronary Heart Disease is believed to be only linearly dependent on BMI as well as Diastolic Pressure. Assume the intercept of the regression model as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5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slope of independent variables as 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-0.03 (negative)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Apply a regularization on the same problem with regularization constant 5 and apply GD for 2 iterations &amp; interpret the results. Try both ridge regression as well as lasso regression. Below equation is changed only for ridge regression. Students must </a:t>
            </a:r>
            <a:r>
              <a:rPr lang="en-US" sz="1600">
                <a:solidFill>
                  <a:srgbClr val="FF0000"/>
                </a:solidFill>
              </a:rPr>
              <a:t>a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pply appropriate GD update </a:t>
            </a:r>
            <a:r>
              <a:rPr lang="en-US" sz="1600">
                <a:solidFill>
                  <a:srgbClr val="FF0000"/>
                </a:solidFill>
              </a:rPr>
              <a:t>equation changes for this problem.</a:t>
            </a:r>
            <a:endParaRPr/>
          </a:p>
          <a:p>
            <a:pPr marL="0" marR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 : 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528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Identification of the equations 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w0+w1X1+W2X2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528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function  &amp; derivative 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79082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W0` = w0 – 1/3 * learning rate * (sum (w0+w1X1+W2X2 - y))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79082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W1` = w1</a:t>
            </a:r>
            <a:r>
              <a:rPr lang="en-US" sz="1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* (1- learning rate * regularization constant)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1/3 * learning rate * (sum (w0+w1X1+W2X2 - y) * x1)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79082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W2` = w2</a:t>
            </a:r>
            <a:r>
              <a:rPr lang="en-US" sz="1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* (1- learning rate * regularization constant)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1/3 * learning rate * (sum (w0+w1X1+W2X2 - y)*x2)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528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the equations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13" name="Google Shape;4113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84737" y="2360608"/>
            <a:ext cx="4877224" cy="145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9" name="Google Shape;4119;p90"/>
          <p:cNvSpPr txBox="1">
            <a:spLocks noGrp="1"/>
          </p:cNvSpPr>
          <p:nvPr>
            <p:ph type="title"/>
          </p:nvPr>
        </p:nvSpPr>
        <p:spPr>
          <a:xfrm>
            <a:off x="309519" y="477065"/>
            <a:ext cx="73866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85725" lvl="0" indent="285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Python Lab Exercise – For Student Practice 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0" name="Google Shape;4120;p90"/>
          <p:cNvSpPr txBox="1"/>
          <p:nvPr/>
        </p:nvSpPr>
        <p:spPr>
          <a:xfrm>
            <a:off x="533400" y="1348800"/>
            <a:ext cx="7848600" cy="575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 to your virtual lab file under : Machine Learning 🡪 LabCapsule 2 Linear _ Polynomial Regression 🡪 3 Polynomial Regression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Download ML_Lab 5 PolynomialRegression.ipynb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Try to change the degree to {2, 5, 7, 10} in the below function line 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PolynomialFeatures(degree=3)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Observe and interpret on the performance of the training data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Note: Training vs Test Data split is not coded in this implementation. Below are the suggestions to experiment further: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Add few hundreds of data  (Use synthetic data generation python libraries available : Refer here )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Split the data into 80% train vs 20% test set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Built the polynomial model using above four different degree on training set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each of the model apply in the test set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Find the MSE for both training data and separately for test data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Plot the four experiment results in a plot and interpret the notion of overfit vs underfit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Suggest which degree is a best fit .</a:t>
            </a:r>
            <a:endParaRPr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5" name="Google Shape;412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0" name="Google Shape;4130;g2a33f95ab57_0_6"/>
          <p:cNvSpPr txBox="1">
            <a:spLocks noGrp="1"/>
          </p:cNvSpPr>
          <p:nvPr>
            <p:ph type="title"/>
          </p:nvPr>
        </p:nvSpPr>
        <p:spPr>
          <a:xfrm>
            <a:off x="1219200" y="28956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7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9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10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2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15acb6ad234a819bd8907a90c79ae309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3b4603bcde1ed98849a98fcf42387227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282480da-54d0-4db8-8174-e9380a6ef6b0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MS_Mappings xmlns="15d03a25-cda5-4943-9684-7d18d97bb3bc" xsi:nil="true"/>
    <Owner xmlns="15d03a25-cda5-4943-9684-7d18d97bb3bc">
      <UserInfo>
        <DisplayName/>
        <AccountId xsi:nil="true"/>
        <AccountType/>
      </UserInfo>
    </Owner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TaxCatchAll xmlns="1abdae7a-7178-4d1e-9626-01799792f2da" xsi:nil="true"/>
  </documentManagement>
</p:properties>
</file>

<file path=customXml/itemProps1.xml><?xml version="1.0" encoding="utf-8"?>
<ds:datastoreItem xmlns:ds="http://schemas.openxmlformats.org/officeDocument/2006/customXml" ds:itemID="{C78DD978-44F7-4C0A-9F8D-7AD88633A39D}"/>
</file>

<file path=customXml/itemProps2.xml><?xml version="1.0" encoding="utf-8"?>
<ds:datastoreItem xmlns:ds="http://schemas.openxmlformats.org/officeDocument/2006/customXml" ds:itemID="{E8B096C8-F956-42D9-B09A-AE9437C0F57A}"/>
</file>

<file path=customXml/itemProps3.xml><?xml version="1.0" encoding="utf-8"?>
<ds:datastoreItem xmlns:ds="http://schemas.openxmlformats.org/officeDocument/2006/customXml" ds:itemID="{ADDD99DA-A68A-4AEC-8E48-AEF5AC328264}"/>
</file>

<file path=docProps/app.xml><?xml version="1.0" encoding="utf-8"?>
<Properties xmlns="http://schemas.openxmlformats.org/officeDocument/2006/extended-properties" xmlns:vt="http://schemas.openxmlformats.org/officeDocument/2006/docPropsVTypes">
  <TotalTime>6332</TotalTime>
  <Words>3705</Words>
  <Application>Microsoft Office PowerPoint</Application>
  <PresentationFormat>On-screen Show (4:3)</PresentationFormat>
  <Paragraphs>688</Paragraphs>
  <Slides>103</Slides>
  <Notes>97</Notes>
  <HiddenSlides>0</HiddenSlides>
  <MMClips>0</MMClips>
  <ScaleCrop>false</ScaleCrop>
  <HeadingPairs>
    <vt:vector size="4" baseType="variant">
      <vt:variant>
        <vt:lpstr>Theme</vt:lpstr>
      </vt:variant>
      <vt:variant>
        <vt:i4>13</vt:i4>
      </vt:variant>
      <vt:variant>
        <vt:lpstr>Slide Titles</vt:lpstr>
      </vt:variant>
      <vt:variant>
        <vt:i4>103</vt:i4>
      </vt:variant>
    </vt:vector>
  </HeadingPairs>
  <TitlesOfParts>
    <vt:vector size="116" baseType="lpstr">
      <vt:lpstr>1_Office Theme</vt:lpstr>
      <vt:lpstr>3_Office Theme</vt:lpstr>
      <vt:lpstr>4_Office Theme</vt:lpstr>
      <vt:lpstr>6_Office Theme</vt:lpstr>
      <vt:lpstr>7_Office Theme</vt:lpstr>
      <vt:lpstr>5_Office Theme</vt:lpstr>
      <vt:lpstr>9_Office Theme</vt:lpstr>
      <vt:lpstr>12_Office Theme</vt:lpstr>
      <vt:lpstr>11_Office Theme</vt:lpstr>
      <vt:lpstr>10_Office Theme</vt:lpstr>
      <vt:lpstr>13_Office Theme</vt:lpstr>
      <vt:lpstr>14_Office Theme</vt:lpstr>
      <vt:lpstr>23_Office Theme</vt:lpstr>
      <vt:lpstr>PowerPoint Presentation</vt:lpstr>
      <vt:lpstr>Machine Learning</vt:lpstr>
      <vt:lpstr>PowerPoint Presentation</vt:lpstr>
      <vt:lpstr>PowerPoint Presentation</vt:lpstr>
      <vt:lpstr>ML workflow</vt:lpstr>
      <vt:lpstr>Inductive Learning Hypothesis</vt:lpstr>
      <vt:lpstr>Inductive Learning Hypothesis</vt:lpstr>
      <vt:lpstr>Inductive Learning Hypothesis</vt:lpstr>
      <vt:lpstr>PowerPoint Presentation</vt:lpstr>
      <vt:lpstr>Inductive Learning Hypothesis : Interpretation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Linear Regression : Least Squares </vt:lpstr>
      <vt:lpstr>Intuition Behind Cost Function</vt:lpstr>
      <vt:lpstr>Intuition Behind Cost Function</vt:lpstr>
      <vt:lpstr>PowerPoint Presentation</vt:lpstr>
      <vt:lpstr>Intuition Behind Cost Function</vt:lpstr>
      <vt:lpstr>Intuition Behind Cost Function</vt:lpstr>
      <vt:lpstr>PowerPoint Presentation</vt:lpstr>
      <vt:lpstr>PowerPoint Presentation</vt:lpstr>
      <vt:lpstr>PowerPoint Presentation</vt:lpstr>
      <vt:lpstr>Learning Model Parameters  Closed Form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Model Parameters  Gradient Descent Approach</vt:lpstr>
      <vt:lpstr>Intuition Behind Cost Function</vt:lpstr>
      <vt:lpstr>Intuition Behind Cost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Closed Form Solution Vs. Gradient Descent</vt:lpstr>
      <vt:lpstr>Types of Gradient Descent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Evaluation Metrics</vt:lpstr>
      <vt:lpstr>Evaluation of Linear Regression Model   </vt:lpstr>
      <vt:lpstr>Evaluation of Linear Regression Model R-squared  </vt:lpstr>
      <vt:lpstr>Linear Basis Models</vt:lpstr>
      <vt:lpstr>PowerPoint Presentation</vt:lpstr>
      <vt:lpstr>Linear Basis Function Models</vt:lpstr>
      <vt:lpstr>Linear Basis Function Models</vt:lpstr>
      <vt:lpstr>Linear Basis Function Models - Examples</vt:lpstr>
      <vt:lpstr>Notion of Bias - Variance</vt:lpstr>
      <vt:lpstr>Quality of Fit</vt:lpstr>
      <vt:lpstr>PowerPoint Presentation</vt:lpstr>
      <vt:lpstr>Effect of Training Size on Over fitting Problem Type 4 : Interpretation of the Model Fit</vt:lpstr>
      <vt:lpstr>Polynomial Fitting can lead to Overfitting</vt:lpstr>
      <vt:lpstr>How to experiment on Model Complexity ?</vt:lpstr>
      <vt:lpstr>PowerPoint Presentation</vt:lpstr>
      <vt:lpstr>Regularization (*This notion is common for both Linear Regression – Module 3 and Logistic Regression – Module 4)</vt:lpstr>
      <vt:lpstr>Overfitting vs Underfitting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Numerical Exercise – For Student Practice  </vt:lpstr>
      <vt:lpstr>Python Lab Exercise – For Student Practice </vt:lpstr>
      <vt:lpstr>PowerPoint Presentation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Neha Vinayak</dc:creator>
  <cp:lastModifiedBy>Neha Vinayak .</cp:lastModifiedBy>
  <cp:revision>42</cp:revision>
  <dcterms:created xsi:type="dcterms:W3CDTF">2021-11-12T07:04:08Z</dcterms:created>
  <dcterms:modified xsi:type="dcterms:W3CDTF">2026-05-09T07:33:46Z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