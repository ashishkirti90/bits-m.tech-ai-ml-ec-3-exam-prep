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mp" ContentType="image/png"/>
  <Default Extension="vml" ContentType="application/vnd.openxmlformats-officedocument.vmlDrawing"/>
  <Default Extension="wmf" ContentType="image/x-wmf"/>
  <Default Extension="xml" ContentType="application/xml"/>
  <Override PartName="/ppt/slides/slide77.xml" ContentType="application/vnd.openxmlformats-officedocument.presentationml.slide+xml"/>
  <Override PartName="/ppt/slides/slide86.xml" ContentType="application/vnd.openxmlformats-officedocument.presentationml.slide+xml"/>
  <Override PartName="/ppt/slides/slide85.xml" ContentType="application/vnd.openxmlformats-officedocument.presentationml.slide+xml"/>
  <Override PartName="/ppt/slides/slide84.xml" ContentType="application/vnd.openxmlformats-officedocument.presentationml.slide+xml"/>
  <Override PartName="/ppt/slides/slide83.xml" ContentType="application/vnd.openxmlformats-officedocument.presentationml.slide+xml"/>
  <Override PartName="/ppt/slides/slide82.xml" ContentType="application/vnd.openxmlformats-officedocument.presentationml.slide+xml"/>
  <Override PartName="/ppt/slides/slide81.xml" ContentType="application/vnd.openxmlformats-officedocument.presentationml.slide+xml"/>
  <Override PartName="/ppt/slides/slide80.xml" ContentType="application/vnd.openxmlformats-officedocument.presentationml.slide+xml"/>
  <Override PartName="/ppt/slides/slide79.xml" ContentType="application/vnd.openxmlformats-officedocument.presentationml.slide+xml"/>
  <Override PartName="/ppt/slides/slide78.xml" ContentType="application/vnd.openxmlformats-officedocument.presentationml.slide+xml"/>
  <Override PartName="/ppt/presentation.xml" ContentType="application/vnd.openxmlformats-officedocument.presentationml.presentation.main+xml"/>
  <Override PartName="/ppt/slides/slide76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35.xml" ContentType="application/vnd.openxmlformats-officedocument.presentationml.slide+xml"/>
  <Override PartName="/ppt/slides/slide34.xml" ContentType="application/vnd.openxmlformats-officedocument.presentationml.slide+xml"/>
  <Override PartName="/ppt/slides/slide33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48.xml" ContentType="application/vnd.openxmlformats-officedocument.presentationml.slide+xml"/>
  <Override PartName="/ppt/slides/slide47.xml" ContentType="application/vnd.openxmlformats-officedocument.presentationml.slide+xml"/>
  <Override PartName="/ppt/slides/slide46.xml" ContentType="application/vnd.openxmlformats-officedocument.presentationml.slide+xml"/>
  <Override PartName="/ppt/slides/slide45.xml" ContentType="application/vnd.openxmlformats-officedocument.presentationml.slide+xml"/>
  <Override PartName="/ppt/slides/slide44.xml" ContentType="application/vnd.openxmlformats-officedocument.presentationml.slide+xml"/>
  <Override PartName="/ppt/slides/slide43.xml" ContentType="application/vnd.openxmlformats-officedocument.presentationml.slide+xml"/>
  <Override PartName="/ppt/slides/slide28.xml" ContentType="application/vnd.openxmlformats-officedocument.presentationml.slide+xml"/>
  <Override PartName="/ppt/slides/slide27.xml" ContentType="application/vnd.openxmlformats-officedocument.presentationml.slide+xml"/>
  <Override PartName="/ppt/slides/slide26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0.xml" ContentType="application/vnd.openxmlformats-officedocument.presentationml.slide+xml"/>
  <Override PartName="/ppt/slides/slide19.xml" ContentType="application/vnd.openxmlformats-officedocument.presentationml.slide+xml"/>
  <Override PartName="/ppt/slides/slide18.xml" ContentType="application/vnd.openxmlformats-officedocument.presentationml.slide+xml"/>
  <Override PartName="/ppt/slides/slide17.xml" ContentType="application/vnd.openxmlformats-officedocument.presentationml.slide+xml"/>
  <Override PartName="/ppt/slides/slide16.xml" ContentType="application/vnd.openxmlformats-officedocument.presentationml.slide+xml"/>
  <Override PartName="/ppt/slides/slide15.xml" ContentType="application/vnd.openxmlformats-officedocument.presentationml.slide+xml"/>
  <Override PartName="/ppt/slides/slide53.xml" ContentType="application/vnd.openxmlformats-officedocument.presentationml.slide+xml"/>
  <Override PartName="/ppt/slides/slide23.xml" ContentType="application/vnd.openxmlformats-officedocument.presentationml.slide+xml"/>
  <Override PartName="/ppt/slides/slide55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66.xml" ContentType="application/vnd.openxmlformats-officedocument.presentationml.slide+xml"/>
  <Override PartName="/ppt/slides/slide54.xml" ContentType="application/vnd.openxmlformats-officedocument.presentationml.slide+xml"/>
  <Override PartName="/ppt/slides/slide57.xml" ContentType="application/vnd.openxmlformats-officedocument.presentationml.slide+xml"/>
  <Override PartName="/ppt/slides/slide61.xml" ContentType="application/vnd.openxmlformats-officedocument.presentationml.slide+xml"/>
  <Override PartName="/ppt/slides/slide60.xml" ContentType="application/vnd.openxmlformats-officedocument.presentationml.slide+xml"/>
  <Override PartName="/ppt/slides/slide59.xml" ContentType="application/vnd.openxmlformats-officedocument.presentationml.slide+xml"/>
  <Override PartName="/ppt/slides/slide58.xml" ContentType="application/vnd.openxmlformats-officedocument.presentationml.slide+xml"/>
  <Override PartName="/ppt/slides/slide62.xml" ContentType="application/vnd.openxmlformats-officedocument.presentationml.slide+xml"/>
  <Override PartName="/ppt/slides/slide65.xml" ContentType="application/vnd.openxmlformats-officedocument.presentationml.slide+xml"/>
  <Override PartName="/ppt/slides/slide64.xml" ContentType="application/vnd.openxmlformats-officedocument.presentationml.slide+xml"/>
  <Override PartName="/ppt/slides/slide56.xml" ContentType="application/vnd.openxmlformats-officedocument.presentationml.slide+xml"/>
  <Override PartName="/ppt/slides/slide63.xml" ContentType="application/vnd.openxmlformats-officedocument.presentationml.slide+xml"/>
  <Override PartName="/ppt/slideMasters/slideMaster22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notesSlides/notesSlide29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1.xml" ContentType="application/vnd.openxmlformats-officedocument.presentationml.notesSlide+xml"/>
  <Override PartName="/ppt/slideMasters/slideMaster9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notesSlides/notesSlide20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170.xml" ContentType="application/vnd.openxmlformats-officedocument.presentationml.slideLayout+xml"/>
  <Override PartName="/ppt/slideLayouts/slideLayout171.xml" ContentType="application/vnd.openxmlformats-officedocument.presentationml.slideLayout+xml"/>
  <Override PartName="/ppt/slideLayouts/slideLayout172.xml" ContentType="application/vnd.openxmlformats-officedocument.presentationml.slideLayout+xml"/>
  <Override PartName="/ppt/slideLayouts/slideLayout173.xml" ContentType="application/vnd.openxmlformats-officedocument.presentationml.slideLayout+xml"/>
  <Override PartName="/ppt/slideLayouts/slideLayout174.xml" ContentType="application/vnd.openxmlformats-officedocument.presentationml.slideLayout+xml"/>
  <Override PartName="/ppt/slideLayouts/slideLayout175.xml" ContentType="application/vnd.openxmlformats-officedocument.presentationml.slideLayout+xml"/>
  <Override PartName="/ppt/slideLayouts/slideLayout169.xml" ContentType="application/vnd.openxmlformats-officedocument.presentationml.slideLayout+xml"/>
  <Override PartName="/ppt/slideLayouts/slideLayout168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slideLayouts/slideLayout166.xml" ContentType="application/vnd.openxmlformats-officedocument.presentationml.slideLayout+xml"/>
  <Override PartName="/ppt/slideLayouts/slideLayout176.xml" ContentType="application/vnd.openxmlformats-officedocument.presentationml.slideLayout+xml"/>
  <Override PartName="/ppt/slideLayouts/slideLayout177.xml" ContentType="application/vnd.openxmlformats-officedocument.presentationml.slideLayout+xml"/>
  <Override PartName="/ppt/slideLayouts/slideLayout178.xml" ContentType="application/vnd.openxmlformats-officedocument.presentationml.slideLayout+xml"/>
  <Override PartName="/ppt/slideLayouts/slideLayout187.xml" ContentType="application/vnd.openxmlformats-officedocument.presentationml.slideLayout+xml"/>
  <Override PartName="/ppt/slideLayouts/slideLayout188.xml" ContentType="application/vnd.openxmlformats-officedocument.presentationml.slideLayout+xml"/>
  <Override PartName="/ppt/slideLayouts/slideLayout189.xml" ContentType="application/vnd.openxmlformats-officedocument.presentationml.slideLayout+xml"/>
  <Override PartName="/ppt/slideLayouts/slideLayout190.xml" ContentType="application/vnd.openxmlformats-officedocument.presentationml.slideLayout+xml"/>
  <Override PartName="/ppt/slideLayouts/slideLayout191.xml" ContentType="application/vnd.openxmlformats-officedocument.presentationml.slideLayout+xml"/>
  <Override PartName="/ppt/slideLayouts/slideLayout186.xml" ContentType="application/vnd.openxmlformats-officedocument.presentationml.slideLayout+xml"/>
  <Override PartName="/ppt/slideLayouts/slideLayout185.xml" ContentType="application/vnd.openxmlformats-officedocument.presentationml.slideLayout+xml"/>
  <Override PartName="/ppt/slideLayouts/slideLayout184.xml" ContentType="application/vnd.openxmlformats-officedocument.presentationml.slideLayout+xml"/>
  <Override PartName="/ppt/slideLayouts/slideLayout179.xml" ContentType="application/vnd.openxmlformats-officedocument.presentationml.slideLayout+xml"/>
  <Override PartName="/ppt/slideLayouts/slideLayout180.xml" ContentType="application/vnd.openxmlformats-officedocument.presentationml.slideLayout+xml"/>
  <Override PartName="/ppt/slideLayouts/slideLayout181.xml" ContentType="application/vnd.openxmlformats-officedocument.presentationml.slideLayout+xml"/>
  <Override PartName="/ppt/slideLayouts/slideLayout182.xml" ContentType="application/vnd.openxmlformats-officedocument.presentationml.slideLayout+xml"/>
  <Override PartName="/ppt/slideLayouts/slideLayout183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92.xml" ContentType="application/vnd.openxmlformats-officedocument.presentationml.slideLayout+xml"/>
  <Override PartName="/ppt/slideLayouts/slideLayout193.xml" ContentType="application/vnd.openxmlformats-officedocument.presentationml.slideLayout+xml"/>
  <Override PartName="/ppt/slideLayouts/slideLayout194.xml" ContentType="application/vnd.openxmlformats-officedocument.presentationml.slideLayout+xml"/>
  <Override PartName="/ppt/slideLayouts/slideLayout235.xml" ContentType="application/vnd.openxmlformats-officedocument.presentationml.slideLayout+xml"/>
  <Override PartName="/ppt/notesSlides/notesSlide19.xml" ContentType="application/vnd.openxmlformats-officedocument.presentationml.notesSlide+xml"/>
  <Override PartName="/ppt/slideLayouts/slideLayout237.xml" ContentType="application/vnd.openxmlformats-officedocument.presentationml.slideLayout+xml"/>
  <Override PartName="/ppt/slideLayouts/slideLayout238.xml" ContentType="application/vnd.openxmlformats-officedocument.presentationml.slideLayout+xml"/>
  <Override PartName="/ppt/slideLayouts/slideLayout239.xml" ContentType="application/vnd.openxmlformats-officedocument.presentationml.slideLayout+xml"/>
  <Override PartName="/ppt/slideLayouts/slideLayout234.xml" ContentType="application/vnd.openxmlformats-officedocument.presentationml.slideLayout+xml"/>
  <Override PartName="/ppt/slideLayouts/slideLayout233.xml" ContentType="application/vnd.openxmlformats-officedocument.presentationml.slideLayout+xml"/>
  <Override PartName="/ppt/slideLayouts/slideLayout232.xml" ContentType="application/vnd.openxmlformats-officedocument.presentationml.slideLayout+xml"/>
  <Override PartName="/ppt/slideLayouts/slideLayout227.xml" ContentType="application/vnd.openxmlformats-officedocument.presentationml.slideLayout+xml"/>
  <Override PartName="/ppt/slideLayouts/slideLayout228.xml" ContentType="application/vnd.openxmlformats-officedocument.presentationml.slideLayout+xml"/>
  <Override PartName="/ppt/slideLayouts/slideLayout229.xml" ContentType="application/vnd.openxmlformats-officedocument.presentationml.slideLayout+xml"/>
  <Override PartName="/ppt/slideLayouts/slideLayout230.xml" ContentType="application/vnd.openxmlformats-officedocument.presentationml.slideLayout+xml"/>
  <Override PartName="/ppt/slideLayouts/slideLayout231.xml" ContentType="application/vnd.openxmlformats-officedocument.presentationml.slideLayout+xml"/>
  <Override PartName="/ppt/slideLayouts/slideLayout240.xml" ContentType="application/vnd.openxmlformats-officedocument.presentationml.slideLayout+xml"/>
  <Override PartName="/ppt/slideLayouts/slideLayout241.xml" ContentType="application/vnd.openxmlformats-officedocument.presentationml.slideLayout+xml"/>
  <Override PartName="/ppt/slideLayouts/slideLayout242.xml" ContentType="application/vnd.openxmlformats-officedocument.presentationml.slideLayout+xml"/>
  <Override PartName="/ppt/slideLayouts/slideLayout251.xml" ContentType="application/vnd.openxmlformats-officedocument.presentationml.slideLayout+xml"/>
  <Override PartName="/ppt/slideLayouts/slideLayout252.xml" ContentType="application/vnd.openxmlformats-officedocument.presentationml.slideLayout+xml"/>
  <Override PartName="/ppt/slideLayouts/slideLayout253.xml" ContentType="application/vnd.openxmlformats-officedocument.presentationml.slideLayout+xml"/>
  <Override PartName="/ppt/slideLayouts/slideLayout254.xml" ContentType="application/vnd.openxmlformats-officedocument.presentationml.slideLayout+xml"/>
  <Override PartName="/ppt/slideLayouts/slideLayout255.xml" ContentType="application/vnd.openxmlformats-officedocument.presentationml.slideLayout+xml"/>
  <Override PartName="/ppt/slideLayouts/slideLayout250.xml" ContentType="application/vnd.openxmlformats-officedocument.presentationml.slideLayout+xml"/>
  <Override PartName="/ppt/slideLayouts/slideLayout249.xml" ContentType="application/vnd.openxmlformats-officedocument.presentationml.slideLayout+xml"/>
  <Override PartName="/ppt/slideLayouts/slideLayout248.xml" ContentType="application/vnd.openxmlformats-officedocument.presentationml.slideLayout+xml"/>
  <Override PartName="/ppt/slideLayouts/slideLayout243.xml" ContentType="application/vnd.openxmlformats-officedocument.presentationml.slideLayout+xml"/>
  <Override PartName="/ppt/slideLayouts/slideLayout244.xml" ContentType="application/vnd.openxmlformats-officedocument.presentationml.slideLayout+xml"/>
  <Override PartName="/ppt/slideLayouts/slideLayout245.xml" ContentType="application/vnd.openxmlformats-officedocument.presentationml.slideLayout+xml"/>
  <Override PartName="/ppt/slideLayouts/slideLayout246.xml" ContentType="application/vnd.openxmlformats-officedocument.presentationml.slideLayout+xml"/>
  <Override PartName="/ppt/slideLayouts/slideLayout247.xml" ContentType="application/vnd.openxmlformats-officedocument.presentationml.slideLayout+xml"/>
  <Override PartName="/ppt/slideLayouts/slideLayout226.xml" ContentType="application/vnd.openxmlformats-officedocument.presentationml.slideLayout+xml"/>
  <Override PartName="/ppt/slideLayouts/slideLayout225.xml" ContentType="application/vnd.openxmlformats-officedocument.presentationml.slideLayout+xml"/>
  <Override PartName="/ppt/slideLayouts/slideLayout224.xml" ContentType="application/vnd.openxmlformats-officedocument.presentationml.slideLayout+xml"/>
  <Override PartName="/ppt/slideLayouts/slideLayout203.xml" ContentType="application/vnd.openxmlformats-officedocument.presentationml.slideLayout+xml"/>
  <Override PartName="/ppt/slideLayouts/slideLayout204.xml" ContentType="application/vnd.openxmlformats-officedocument.presentationml.slideLayout+xml"/>
  <Override PartName="/ppt/slideLayouts/slideLayout205.xml" ContentType="application/vnd.openxmlformats-officedocument.presentationml.slideLayout+xml"/>
  <Override PartName="/ppt/slideLayouts/slideLayout206.xml" ContentType="application/vnd.openxmlformats-officedocument.presentationml.slideLayout+xml"/>
  <Override PartName="/ppt/slideLayouts/slideLayout207.xml" ContentType="application/vnd.openxmlformats-officedocument.presentationml.slideLayout+xml"/>
  <Override PartName="/ppt/slideLayouts/slideLayout202.xml" ContentType="application/vnd.openxmlformats-officedocument.presentationml.slideLayout+xml"/>
  <Override PartName="/ppt/slideLayouts/slideLayout201.xml" ContentType="application/vnd.openxmlformats-officedocument.presentationml.slideLayout+xml"/>
  <Override PartName="/ppt/slideLayouts/slideLayout200.xml" ContentType="application/vnd.openxmlformats-officedocument.presentationml.slideLayout+xml"/>
  <Override PartName="/ppt/slideLayouts/slideLayout195.xml" ContentType="application/vnd.openxmlformats-officedocument.presentationml.slideLayout+xml"/>
  <Override PartName="/ppt/slideLayouts/slideLayout196.xml" ContentType="application/vnd.openxmlformats-officedocument.presentationml.slideLayout+xml"/>
  <Override PartName="/ppt/slideLayouts/slideLayout197.xml" ContentType="application/vnd.openxmlformats-officedocument.presentationml.slideLayout+xml"/>
  <Override PartName="/ppt/slideLayouts/slideLayout198.xml" ContentType="application/vnd.openxmlformats-officedocument.presentationml.slideLayout+xml"/>
  <Override PartName="/ppt/slideLayouts/slideLayout199.xml" ContentType="application/vnd.openxmlformats-officedocument.presentationml.slideLayout+xml"/>
  <Override PartName="/ppt/slideLayouts/slideLayout208.xml" ContentType="application/vnd.openxmlformats-officedocument.presentationml.slideLayout+xml"/>
  <Override PartName="/ppt/slideLayouts/slideLayout209.xml" ContentType="application/vnd.openxmlformats-officedocument.presentationml.slideLayout+xml"/>
  <Override PartName="/ppt/slideLayouts/slideLayout210.xml" ContentType="application/vnd.openxmlformats-officedocument.presentationml.slideLayout+xml"/>
  <Override PartName="/ppt/slideLayouts/slideLayout219.xml" ContentType="application/vnd.openxmlformats-officedocument.presentationml.slideLayout+xml"/>
  <Override PartName="/ppt/slideLayouts/slideLayout220.xml" ContentType="application/vnd.openxmlformats-officedocument.presentationml.slideLayout+xml"/>
  <Override PartName="/ppt/slideLayouts/slideLayout221.xml" ContentType="application/vnd.openxmlformats-officedocument.presentationml.slideLayout+xml"/>
  <Override PartName="/ppt/slideLayouts/slideLayout222.xml" ContentType="application/vnd.openxmlformats-officedocument.presentationml.slideLayout+xml"/>
  <Override PartName="/ppt/slideLayouts/slideLayout223.xml" ContentType="application/vnd.openxmlformats-officedocument.presentationml.slideLayout+xml"/>
  <Override PartName="/ppt/slideLayouts/slideLayout218.xml" ContentType="application/vnd.openxmlformats-officedocument.presentationml.slideLayout+xml"/>
  <Override PartName="/ppt/slideLayouts/slideLayout217.xml" ContentType="application/vnd.openxmlformats-officedocument.presentationml.slideLayout+xml"/>
  <Override PartName="/ppt/slideLayouts/slideLayout216.xml" ContentType="application/vnd.openxmlformats-officedocument.presentationml.slideLayout+xml"/>
  <Override PartName="/ppt/slideLayouts/slideLayout211.xml" ContentType="application/vnd.openxmlformats-officedocument.presentationml.slideLayout+xml"/>
  <Override PartName="/ppt/slideLayouts/slideLayout212.xml" ContentType="application/vnd.openxmlformats-officedocument.presentationml.slideLayout+xml"/>
  <Override PartName="/ppt/slideLayouts/slideLayout213.xml" ContentType="application/vnd.openxmlformats-officedocument.presentationml.slideLayout+xml"/>
  <Override PartName="/ppt/slideLayouts/slideLayout214.xml" ContentType="application/vnd.openxmlformats-officedocument.presentationml.slideLayout+xml"/>
  <Override PartName="/ppt/slideLayouts/slideLayout215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256.xml" ContentType="application/vnd.openxmlformats-officedocument.presentationml.slideLayout+xml"/>
  <Override PartName="/ppt/slideLayouts/slideLayout236.xml" ContentType="application/vnd.openxmlformats-officedocument.presentationml.slideLayout+xml"/>
  <Override PartName="/ppt/notesSlides/notesSlide7.xml" ContentType="application/vnd.openxmlformats-officedocument.presentationml.notesSlide+xml"/>
  <Override PartName="/ppt/slideLayouts/slideLayout328.xml" ContentType="application/vnd.openxmlformats-officedocument.presentationml.slideLayout+xml"/>
  <Override PartName="/ppt/slideLayouts/slideLayout327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14.xml" ContentType="application/vnd.openxmlformats-officedocument.presentationml.notesSlide+xml"/>
  <Override PartName="/ppt/slideLayouts/slideLayout326.xml" ContentType="application/vnd.openxmlformats-officedocument.presentationml.slideLayout+xml"/>
  <Override PartName="/ppt/slideLayouts/slideLayout325.xml" ContentType="application/vnd.openxmlformats-officedocument.presentationml.slideLayout+xml"/>
  <Override PartName="/ppt/slideLayouts/slideLayout329.xml" ContentType="application/vnd.openxmlformats-officedocument.presentationml.slideLayout+xml"/>
  <Override PartName="/ppt/slideLayouts/slideLayout330.xml" ContentType="application/vnd.openxmlformats-officedocument.presentationml.slideLayout+xml"/>
  <Override PartName="/ppt/slideLayouts/slideLayout331.xml" ContentType="application/vnd.openxmlformats-officedocument.presentationml.slideLayout+xml"/>
  <Override PartName="/ppt/slideLayouts/slideLayout336.xml" ContentType="application/vnd.openxmlformats-officedocument.presentationml.slideLayout+xml"/>
  <Override PartName="/ppt/slideLayouts/slideLayout335.xml" ContentType="application/vnd.openxmlformats-officedocument.presentationml.slideLayout+xml"/>
  <Override PartName="/ppt/slideLayouts/slideLayout334.xml" ContentType="application/vnd.openxmlformats-officedocument.presentationml.slideLayout+xml"/>
  <Override PartName="/ppt/slideLayouts/slideLayout333.xml" ContentType="application/vnd.openxmlformats-officedocument.presentationml.slideLayout+xml"/>
  <Override PartName="/ppt/slideLayouts/slideLayout332.xml" ContentType="application/vnd.openxmlformats-officedocument.presentationml.slideLayout+xml"/>
  <Override PartName="/ppt/slideLayouts/slideLayout324.xml" ContentType="application/vnd.openxmlformats-officedocument.presentationml.slideLayout+xml"/>
  <Override PartName="/ppt/slideLayouts/slideLayout323.xml" ContentType="application/vnd.openxmlformats-officedocument.presentationml.slideLayout+xml"/>
  <Override PartName="/ppt/slideLayouts/slideLayout322.xml" ContentType="application/vnd.openxmlformats-officedocument.presentationml.slideLayout+xml"/>
  <Override PartName="/ppt/slideLayouts/slideLayout313.xml" ContentType="application/vnd.openxmlformats-officedocument.presentationml.slideLayout+xml"/>
  <Override PartName="/ppt/slideLayouts/slideLayout312.xml" ContentType="application/vnd.openxmlformats-officedocument.presentationml.slideLayout+xml"/>
  <Override PartName="/ppt/slideLayouts/slideLayout311.xml" ContentType="application/vnd.openxmlformats-officedocument.presentationml.slideLayout+xml"/>
  <Override PartName="/ppt/notesSlides/notesSlide9.xml" ContentType="application/vnd.openxmlformats-officedocument.presentationml.notesSlide+xml"/>
  <Override PartName="/ppt/slideLayouts/slideLayout310.xml" ContentType="application/vnd.openxmlformats-officedocument.presentationml.slideLayout+xml"/>
  <Override PartName="/ppt/slideLayouts/slideLayout314.xml" ContentType="application/vnd.openxmlformats-officedocument.presentationml.slideLayout+xml"/>
  <Override PartName="/ppt/notesSlides/notesSlide6.xml" ContentType="application/vnd.openxmlformats-officedocument.presentationml.notesSlide+xml"/>
  <Override PartName="/ppt/slideLayouts/slideLayout316.xml" ContentType="application/vnd.openxmlformats-officedocument.presentationml.slideLayout+xml"/>
  <Override PartName="/ppt/slideLayouts/slideLayout321.xml" ContentType="application/vnd.openxmlformats-officedocument.presentationml.slideLayout+xml"/>
  <Override PartName="/ppt/slideLayouts/slideLayout320.xml" ContentType="application/vnd.openxmlformats-officedocument.presentationml.slideLayout+xml"/>
  <Override PartName="/ppt/slideLayouts/slideLayout319.xml" ContentType="application/vnd.openxmlformats-officedocument.presentationml.slideLayout+xml"/>
  <Override PartName="/ppt/slideLayouts/slideLayout318.xml" ContentType="application/vnd.openxmlformats-officedocument.presentationml.slideLayout+xml"/>
  <Override PartName="/ppt/slideLayouts/slideLayout317.xml" ContentType="application/vnd.openxmlformats-officedocument.presentationml.slideLayout+xml"/>
  <Override PartName="/ppt/slideLayouts/slideLayout337.xml" ContentType="application/vnd.openxmlformats-officedocument.presentationml.slideLayout+xml"/>
  <Override PartName="/ppt/slideLayouts/slideLayout338.xml" ContentType="application/vnd.openxmlformats-officedocument.presentationml.slideLayout+xml"/>
  <Override PartName="/ppt/notesSlides/notesSlide16.xml" ContentType="application/vnd.openxmlformats-officedocument.presentationml.notesSlide+xml"/>
  <Override PartName="/ppt/slideLayouts/slideLayout359.xml" ContentType="application/vnd.openxmlformats-officedocument.presentationml.slideLayout+xml"/>
  <Override PartName="/ppt/slideLayouts/slideLayout358.xml" ContentType="application/vnd.openxmlformats-officedocument.presentationml.slideLayout+xml"/>
  <Override PartName="/ppt/slideLayouts/slideLayout357.xml" ContentType="application/vnd.openxmlformats-officedocument.presentationml.slideLayout+xml"/>
  <Override PartName="/ppt/slideLayouts/slideLayout356.xml" ContentType="application/vnd.openxmlformats-officedocument.presentationml.slideLayout+xml"/>
  <Override PartName="/ppt/slideLayouts/slideLayout355.xml" ContentType="application/vnd.openxmlformats-officedocument.presentationml.slideLayout+xml"/>
  <Override PartName="/ppt/slideLayouts/slideLayout354.xml" ContentType="application/vnd.openxmlformats-officedocument.presentationml.slideLayout+xml"/>
  <Override PartName="/ppt/slideLayouts/slideLayout36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.xml" ContentType="application/vnd.openxmlformats-officedocument.presentationml.notesSlide+xml"/>
  <Override PartName="/ppt/slideLayouts/slideLayout353.xml" ContentType="application/vnd.openxmlformats-officedocument.presentationml.slideLayout+xml"/>
  <Override PartName="/ppt/notesSlides/notesSlide17.xml" ContentType="application/vnd.openxmlformats-officedocument.presentationml.notesSlide+xml"/>
  <Override PartName="/ppt/slideLayouts/slideLayout352.xml" ContentType="application/vnd.openxmlformats-officedocument.presentationml.slideLayout+xml"/>
  <Override PartName="/ppt/slideLayouts/slideLayout343.xml" ContentType="application/vnd.openxmlformats-officedocument.presentationml.slideLayout+xml"/>
  <Override PartName="/ppt/slideLayouts/slideLayout342.xml" ContentType="application/vnd.openxmlformats-officedocument.presentationml.slideLayout+xml"/>
  <Override PartName="/ppt/slideLayouts/slideLayout341.xml" ContentType="application/vnd.openxmlformats-officedocument.presentationml.slideLayout+xml"/>
  <Override PartName="/ppt/slideLayouts/slideLayout340.xml" ContentType="application/vnd.openxmlformats-officedocument.presentationml.slideLayout+xml"/>
  <Override PartName="/ppt/slideLayouts/slideLayout339.xml" ContentType="application/vnd.openxmlformats-officedocument.presentationml.slideLayout+xml"/>
  <Override PartName="/ppt/slideLayouts/slideLayout344.xml" ContentType="application/vnd.openxmlformats-officedocument.presentationml.slideLayout+xml"/>
  <Override PartName="/ppt/slideLayouts/slideLayout345.xml" ContentType="application/vnd.openxmlformats-officedocument.presentationml.slideLayout+xml"/>
  <Override PartName="/ppt/slideLayouts/slideLayout346.xml" ContentType="application/vnd.openxmlformats-officedocument.presentationml.slideLayout+xml"/>
  <Override PartName="/ppt/slideLayouts/slideLayout351.xml" ContentType="application/vnd.openxmlformats-officedocument.presentationml.slideLayout+xml"/>
  <Override PartName="/ppt/slideLayouts/slideLayout350.xml" ContentType="application/vnd.openxmlformats-officedocument.presentationml.slideLayout+xml"/>
  <Override PartName="/ppt/slideLayouts/slideLayout349.xml" ContentType="application/vnd.openxmlformats-officedocument.presentationml.slideLayout+xml"/>
  <Override PartName="/ppt/slideLayouts/slideLayout348.xml" ContentType="application/vnd.openxmlformats-officedocument.presentationml.slideLayout+xml"/>
  <Override PartName="/ppt/slideLayouts/slideLayout347.xml" ContentType="application/vnd.openxmlformats-officedocument.presentationml.slideLayout+xml"/>
  <Override PartName="/ppt/slideLayouts/slideLayout309.xml" ContentType="application/vnd.openxmlformats-officedocument.presentationml.slideLayout+xml"/>
  <Override PartName="/ppt/slideLayouts/slideLayout315.xml" ContentType="application/vnd.openxmlformats-officedocument.presentationml.slideLayout+xml"/>
  <Override PartName="/ppt/slideLayouts/slideLayout307.xml" ContentType="application/vnd.openxmlformats-officedocument.presentationml.slideLayout+xml"/>
  <Override PartName="/ppt/slideLayouts/slideLayout276.xml" ContentType="application/vnd.openxmlformats-officedocument.presentationml.slideLayout+xml"/>
  <Override PartName="/ppt/slideLayouts/slideLayout275.xml" ContentType="application/vnd.openxmlformats-officedocument.presentationml.slideLayout+xml"/>
  <Override PartName="/ppt/slideLayouts/slideLayout274.xml" ContentType="application/vnd.openxmlformats-officedocument.presentationml.slideLayout+xml"/>
  <Override PartName="/ppt/slideLayouts/slideLayout273.xml" ContentType="application/vnd.openxmlformats-officedocument.presentationml.slideLayout+xml"/>
  <Override PartName="/ppt/slideLayouts/slideLayout272.xml" ContentType="application/vnd.openxmlformats-officedocument.presentationml.slideLayout+xml"/>
  <Override PartName="/ppt/slideLayouts/slideLayout271.xml" ContentType="application/vnd.openxmlformats-officedocument.presentationml.slideLayout+xml"/>
  <Override PartName="/ppt/slideLayouts/slideLayout277.xml" ContentType="application/vnd.openxmlformats-officedocument.presentationml.slideLayout+xml"/>
  <Override PartName="/ppt/slideLayouts/slideLayout278.xml" ContentType="application/vnd.openxmlformats-officedocument.presentationml.slideLayout+xml"/>
  <Override PartName="/ppt/slideLayouts/slideLayout279.xml" ContentType="application/vnd.openxmlformats-officedocument.presentationml.slideLayout+xml"/>
  <Override PartName="/ppt/slideLayouts/slideLayout284.xml" ContentType="application/vnd.openxmlformats-officedocument.presentationml.slideLayout+xml"/>
  <Override PartName="/ppt/slideLayouts/slideLayout283.xml" ContentType="application/vnd.openxmlformats-officedocument.presentationml.slideLayout+xml"/>
  <Override PartName="/ppt/slideLayouts/slideLayout282.xml" ContentType="application/vnd.openxmlformats-officedocument.presentationml.slideLayout+xml"/>
  <Override PartName="/ppt/slideLayouts/slideLayout281.xml" ContentType="application/vnd.openxmlformats-officedocument.presentationml.slideLayout+xml"/>
  <Override PartName="/ppt/slideLayouts/slideLayout280.xml" ContentType="application/vnd.openxmlformats-officedocument.presentationml.slideLayout+xml"/>
  <Override PartName="/ppt/slideLayouts/slideLayout270.xml" ContentType="application/vnd.openxmlformats-officedocument.presentationml.slideLayout+xml"/>
  <Override PartName="/ppt/slideLayouts/slideLayout269.xml" ContentType="application/vnd.openxmlformats-officedocument.presentationml.slideLayout+xml"/>
  <Override PartName="/ppt/notesSlides/notesSlide12.xml" ContentType="application/vnd.openxmlformats-officedocument.presentationml.notesSlide+xml"/>
  <Override PartName="/ppt/slideLayouts/slideLayout261.xml" ContentType="application/vnd.openxmlformats-officedocument.presentationml.slideLayout+xml"/>
  <Override PartName="/ppt/slideLayouts/slideLayout260.xml" ContentType="application/vnd.openxmlformats-officedocument.presentationml.slideLayout+xml"/>
  <Override PartName="/ppt/slideLayouts/slideLayout259.xml" ContentType="application/vnd.openxmlformats-officedocument.presentationml.slideLayout+xml"/>
  <Override PartName="/ppt/slideLayouts/slideLayout258.xml" ContentType="application/vnd.openxmlformats-officedocument.presentationml.slideLayout+xml"/>
  <Override PartName="/ppt/slideLayouts/slideLayout257.xml" ContentType="application/vnd.openxmlformats-officedocument.presentationml.slideLayout+xml"/>
  <Override PartName="/ppt/slideLayouts/slideLayout262.xml" ContentType="application/vnd.openxmlformats-officedocument.presentationml.slideLayout+xml"/>
  <Override PartName="/ppt/slideLayouts/slideLayout263.xml" ContentType="application/vnd.openxmlformats-officedocument.presentationml.slideLayout+xml"/>
  <Override PartName="/ppt/slideLayouts/slideLayout264.xml" ContentType="application/vnd.openxmlformats-officedocument.presentationml.slideLayout+xml"/>
  <Override PartName="/ppt/notesSlides/notesSlide11.xml" ContentType="application/vnd.openxmlformats-officedocument.presentationml.notesSlide+xml"/>
  <Override PartName="/ppt/slideLayouts/slideLayout268.xml" ContentType="application/vnd.openxmlformats-officedocument.presentationml.slideLayout+xml"/>
  <Override PartName="/ppt/slideLayouts/slideLayout267.xml" ContentType="application/vnd.openxmlformats-officedocument.presentationml.slideLayout+xml"/>
  <Override PartName="/ppt/slideLayouts/slideLayout266.xml" ContentType="application/vnd.openxmlformats-officedocument.presentationml.slideLayout+xml"/>
  <Override PartName="/ppt/slideLayouts/slideLayout265.xml" ContentType="application/vnd.openxmlformats-officedocument.presentationml.slideLayout+xml"/>
  <Override PartName="/ppt/slideLayouts/slideLayout285.xml" ContentType="application/vnd.openxmlformats-officedocument.presentationml.slideLayout+xml"/>
  <Override PartName="/ppt/slideLayouts/slideLayout308.xml" ContentType="application/vnd.openxmlformats-officedocument.presentationml.slideLayout+xml"/>
  <Override PartName="/ppt/slideLayouts/slideLayout306.xml" ContentType="application/vnd.openxmlformats-officedocument.presentationml.slideLayout+xml"/>
  <Override PartName="/ppt/slideLayouts/slideLayout298.xml" ContentType="application/vnd.openxmlformats-officedocument.presentationml.slideLayout+xml"/>
  <Override PartName="/ppt/slideLayouts/slideLayout297.xml" ContentType="application/vnd.openxmlformats-officedocument.presentationml.slideLayout+xml"/>
  <Override PartName="/ppt/slideLayouts/slideLayout296.xml" ContentType="application/vnd.openxmlformats-officedocument.presentationml.slideLayout+xml"/>
  <Override PartName="/ppt/slideLayouts/slideLayout295.xml" ContentType="application/vnd.openxmlformats-officedocument.presentationml.slideLayout+xml"/>
  <Override PartName="/ppt/slideLayouts/slideLayout294.xml" ContentType="application/vnd.openxmlformats-officedocument.presentationml.slideLayout+xml"/>
  <Override PartName="/ppt/slideLayouts/slideLayout286.xml" ContentType="application/vnd.openxmlformats-officedocument.presentationml.slideLayout+xml"/>
  <Override PartName="/ppt/slideLayouts/slideLayout299.xml" ContentType="application/vnd.openxmlformats-officedocument.presentationml.slideLayout+xml"/>
  <Override PartName="/ppt/slideLayouts/slideLayout300.xml" ContentType="application/vnd.openxmlformats-officedocument.presentationml.slideLayout+xml"/>
  <Override PartName="/ppt/slideLayouts/slideLayout305.xml" ContentType="application/vnd.openxmlformats-officedocument.presentationml.slideLayout+xml"/>
  <Override PartName="/ppt/slideLayouts/slideLayout304.xml" ContentType="application/vnd.openxmlformats-officedocument.presentationml.slideLayout+xml"/>
  <Override PartName="/ppt/slideLayouts/slideLayout303.xml" ContentType="application/vnd.openxmlformats-officedocument.presentationml.slideLayout+xml"/>
  <Override PartName="/ppt/slideLayouts/slideLayout302.xml" ContentType="application/vnd.openxmlformats-officedocument.presentationml.slideLayout+xml"/>
  <Override PartName="/ppt/slideLayouts/slideLayout301.xml" ContentType="application/vnd.openxmlformats-officedocument.presentationml.slideLayout+xml"/>
  <Override PartName="/ppt/slideLayouts/slideLayout293.xml" ContentType="application/vnd.openxmlformats-officedocument.presentationml.slideLayout+xml"/>
  <Override PartName="/ppt/notesSlides/notesSlide13.xml" ContentType="application/vnd.openxmlformats-officedocument.presentationml.notesSlide+xml"/>
  <Override PartName="/ppt/slideLayouts/slideLayout291.xml" ContentType="application/vnd.openxmlformats-officedocument.presentationml.slideLayout+xml"/>
  <Override PartName="/ppt/slideLayouts/slideLayout287.xml" ContentType="application/vnd.openxmlformats-officedocument.presentationml.slideLayout+xml"/>
  <Override PartName="/ppt/slideLayouts/slideLayout288.xml" ContentType="application/vnd.openxmlformats-officedocument.presentationml.slideLayout+xml"/>
  <Override PartName="/ppt/notesSlides/notesSlide10.xml" ContentType="application/vnd.openxmlformats-officedocument.presentationml.notesSlide+xml"/>
  <Override PartName="/ppt/slideLayouts/slideLayout292.xml" ContentType="application/vnd.openxmlformats-officedocument.presentationml.slideLayout+xml"/>
  <Override PartName="/ppt/slideLayouts/slideLayout289.xml" ContentType="application/vnd.openxmlformats-officedocument.presentationml.slideLayout+xml"/>
  <Override PartName="/ppt/slideLayouts/slideLayout290.xml" ContentType="application/vnd.openxmlformats-officedocument.presentationml.slideLayout+xml"/>
  <Override PartName="/ppt/theme/theme4.xml" ContentType="application/vnd.openxmlformats-officedocument.theme+xml"/>
  <Override PartName="/ppt/theme/theme3.xml" ContentType="application/vnd.openxmlformats-officedocument.theme+xml"/>
  <Override PartName="/ppt/media/image80.jpg" ContentType="image/jpg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heme/theme1.xml" ContentType="application/vnd.openxmlformats-officedocument.theme+xml"/>
  <Override PartName="/ppt/theme/theme2.xml" ContentType="application/vnd.openxmlformats-officedocument.theme+xml"/>
  <Override PartName="/ppt/media/image14.jpg" ContentType="image/jpg"/>
  <Override PartName="/ppt/theme/theme8.xml" ContentType="application/vnd.openxmlformats-officedocument.theme+xml"/>
  <Override PartName="/ppt/theme/theme24.xml" ContentType="application/vnd.openxmlformats-officedocument.theme+xml"/>
  <Override PartName="/ppt/theme/theme23.xml" ContentType="application/vnd.openxmlformats-officedocument.theme+xml"/>
  <Override PartName="/ppt/theme/theme7.xml" ContentType="application/vnd.openxmlformats-officedocument.theme+xml"/>
  <Override PartName="/ppt/theme/theme22.xml" ContentType="application/vnd.openxmlformats-officedocument.theme+xml"/>
  <Override PartName="/ppt/theme/theme9.xml" ContentType="application/vnd.openxmlformats-officedocument.theme+xml"/>
  <Override PartName="/ppt/theme/theme21.xml" ContentType="application/vnd.openxmlformats-officedocument.theme+xml"/>
  <Override PartName="/ppt/theme/theme14.xml" ContentType="application/vnd.openxmlformats-officedocument.theme+xml"/>
  <Override PartName="/ppt/theme/theme17.xml" ContentType="application/vnd.openxmlformats-officedocument.theme+xml"/>
  <Override PartName="/ppt/theme/theme15.xml" ContentType="application/vnd.openxmlformats-officedocument.theme+xml"/>
  <Override PartName="/ppt/theme/theme16.xml" ContentType="application/vnd.openxmlformats-officedocument.theme+xml"/>
  <Override PartName="/ppt/theme/theme18.xml" ContentType="application/vnd.openxmlformats-officedocument.theme+xml"/>
  <Override PartName="/ppt/theme/theme13.xml" ContentType="application/vnd.openxmlformats-officedocument.theme+xml"/>
  <Override PartName="/ppt/theme/theme19.xml" ContentType="application/vnd.openxmlformats-officedocument.theme+xml"/>
  <Override PartName="/ppt/theme/theme10.xml" ContentType="application/vnd.openxmlformats-officedocument.theme+xml"/>
  <Override PartName="/ppt/theme/theme2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6.xml" ContentType="application/vnd.openxmlformats-officedocument.theme+xml"/>
  <Override PartName="/ppt/theme/theme5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tags/tag4.xml" ContentType="application/vnd.openxmlformats-officedocument.presentationml.tags+xml"/>
  <Override PartName="/ppt/tags/tag10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8.xml" ContentType="application/vnd.openxmlformats-officedocument.presentationml.tags+xml"/>
  <Override PartName="/ppt/tags/tag12.xml" ContentType="application/vnd.openxmlformats-officedocument.presentationml.tags+xml"/>
  <Override PartName="/ppt/tags/tag9.xml" ContentType="application/vnd.openxmlformats-officedocument.presentationml.tags+xml"/>
  <Override PartName="/ppt/tags/tag11.xml" ContentType="application/vnd.openxmlformats-officedocument.presentationml.tags+xml"/>
  <Override PartName="/ppt/tags/tag13.xml" ContentType="application/vnd.openxmlformats-officedocument.presentationml.tags+xml"/>
  <Override PartName="/ppt/tags/tag6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1.xml" ContentType="application/vnd.openxmlformats-officedocument.presentationml.tags+xml"/>
  <Override PartName="/ppt/tags/tag18.xml" ContentType="application/vnd.openxmlformats-officedocument.presentationml.tags+xml"/>
  <Override PartName="/ppt/tags/tag17.xml" ContentType="application/vnd.openxmlformats-officedocument.presentationml.tags+xml"/>
  <Override PartName="/docProps/app.xml" ContentType="application/vnd.openxmlformats-officedocument.extended-properties+xml"/>
  <Override PartName="/ppt/tags/tag5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docProps/core.xml" ContentType="application/vnd.openxmlformats-package.core-properties+xml"/>
  <Override PartName="/ppt/tags/tag7.xml" ContentType="application/vnd.openxmlformats-officedocument.presentationml.tag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792" r:id="rId1"/>
    <p:sldMasterId id="2147483808" r:id="rId2"/>
    <p:sldMasterId id="2147483820" r:id="rId3"/>
    <p:sldMasterId id="2147483999" r:id="rId4"/>
    <p:sldMasterId id="2147484175" r:id="rId5"/>
    <p:sldMasterId id="2147484382" r:id="rId6"/>
    <p:sldMasterId id="2147484399" r:id="rId7"/>
    <p:sldMasterId id="2147484416" r:id="rId8"/>
    <p:sldMasterId id="2147484433" r:id="rId9"/>
    <p:sldMasterId id="2147484521" r:id="rId10"/>
    <p:sldMasterId id="2147484539" r:id="rId11"/>
    <p:sldMasterId id="2147484555" r:id="rId12"/>
    <p:sldMasterId id="2147484572" r:id="rId13"/>
    <p:sldMasterId id="2147484638" r:id="rId14"/>
    <p:sldMasterId id="2147484659" r:id="rId15"/>
    <p:sldMasterId id="2147484906" r:id="rId16"/>
    <p:sldMasterId id="2147484935" r:id="rId17"/>
    <p:sldMasterId id="2147484965" r:id="rId18"/>
    <p:sldMasterId id="2147485052" r:id="rId19"/>
    <p:sldMasterId id="2147485066" r:id="rId20"/>
    <p:sldMasterId id="2147485097" r:id="rId21"/>
    <p:sldMasterId id="2147485112" r:id="rId22"/>
  </p:sldMasterIdLst>
  <p:notesMasterIdLst>
    <p:notesMasterId r:id="rId109"/>
  </p:notesMasterIdLst>
  <p:handoutMasterIdLst>
    <p:handoutMasterId r:id="rId110"/>
  </p:handoutMasterIdLst>
  <p:sldIdLst>
    <p:sldId id="1169" r:id="rId23"/>
    <p:sldId id="1170" r:id="rId24"/>
    <p:sldId id="1249" r:id="rId25"/>
    <p:sldId id="1302" r:id="rId26"/>
    <p:sldId id="1303" r:id="rId27"/>
    <p:sldId id="1304" r:id="rId28"/>
    <p:sldId id="1358" r:id="rId29"/>
    <p:sldId id="1305" r:id="rId30"/>
    <p:sldId id="1306" r:id="rId31"/>
    <p:sldId id="1307" r:id="rId32"/>
    <p:sldId id="1308" r:id="rId33"/>
    <p:sldId id="1309" r:id="rId34"/>
    <p:sldId id="1340" r:id="rId35"/>
    <p:sldId id="1310" r:id="rId36"/>
    <p:sldId id="1311" r:id="rId37"/>
    <p:sldId id="1312" r:id="rId38"/>
    <p:sldId id="1313" r:id="rId39"/>
    <p:sldId id="1314" r:id="rId40"/>
    <p:sldId id="1315" r:id="rId41"/>
    <p:sldId id="1319" r:id="rId42"/>
    <p:sldId id="1351" r:id="rId43"/>
    <p:sldId id="1352" r:id="rId44"/>
    <p:sldId id="1353" r:id="rId45"/>
    <p:sldId id="1354" r:id="rId46"/>
    <p:sldId id="1355" r:id="rId47"/>
    <p:sldId id="1356" r:id="rId48"/>
    <p:sldId id="1359" r:id="rId49"/>
    <p:sldId id="1360" r:id="rId50"/>
    <p:sldId id="1361" r:id="rId51"/>
    <p:sldId id="1362" r:id="rId52"/>
    <p:sldId id="1363" r:id="rId53"/>
    <p:sldId id="1364" r:id="rId54"/>
    <p:sldId id="1365" r:id="rId55"/>
    <p:sldId id="1366" r:id="rId56"/>
    <p:sldId id="1367" r:id="rId57"/>
    <p:sldId id="1368" r:id="rId58"/>
    <p:sldId id="1369" r:id="rId59"/>
    <p:sldId id="1370" r:id="rId60"/>
    <p:sldId id="1371" r:id="rId61"/>
    <p:sldId id="1372" r:id="rId62"/>
    <p:sldId id="1373" r:id="rId63"/>
    <p:sldId id="1374" r:id="rId64"/>
    <p:sldId id="1375" r:id="rId65"/>
    <p:sldId id="1376" r:id="rId66"/>
    <p:sldId id="1377" r:id="rId67"/>
    <p:sldId id="1378" r:id="rId68"/>
    <p:sldId id="1379" r:id="rId69"/>
    <p:sldId id="1381" r:id="rId70"/>
    <p:sldId id="1382" r:id="rId71"/>
    <p:sldId id="1383" r:id="rId72"/>
    <p:sldId id="1384" r:id="rId73"/>
    <p:sldId id="1385" r:id="rId74"/>
    <p:sldId id="1386" r:id="rId75"/>
    <p:sldId id="1387" r:id="rId76"/>
    <p:sldId id="1388" r:id="rId77"/>
    <p:sldId id="1389" r:id="rId78"/>
    <p:sldId id="1390" r:id="rId79"/>
    <p:sldId id="1391" r:id="rId80"/>
    <p:sldId id="1392" r:id="rId81"/>
    <p:sldId id="1393" r:id="rId82"/>
    <p:sldId id="1394" r:id="rId83"/>
    <p:sldId id="1395" r:id="rId84"/>
    <p:sldId id="1396" r:id="rId85"/>
    <p:sldId id="1397" r:id="rId86"/>
    <p:sldId id="1398" r:id="rId87"/>
    <p:sldId id="1399" r:id="rId88"/>
    <p:sldId id="1400" r:id="rId89"/>
    <p:sldId id="1401" r:id="rId90"/>
    <p:sldId id="1402" r:id="rId91"/>
    <p:sldId id="1403" r:id="rId92"/>
    <p:sldId id="1404" r:id="rId93"/>
    <p:sldId id="1405" r:id="rId94"/>
    <p:sldId id="1406" r:id="rId95"/>
    <p:sldId id="1407" r:id="rId96"/>
    <p:sldId id="1408" r:id="rId97"/>
    <p:sldId id="1409" r:id="rId98"/>
    <p:sldId id="1410" r:id="rId99"/>
    <p:sldId id="1411" r:id="rId100"/>
    <p:sldId id="1412" r:id="rId101"/>
    <p:sldId id="1413" r:id="rId102"/>
    <p:sldId id="1414" r:id="rId103"/>
    <p:sldId id="1415" r:id="rId104"/>
    <p:sldId id="1416" r:id="rId105"/>
    <p:sldId id="1417" r:id="rId106"/>
    <p:sldId id="1292" r:id="rId107"/>
    <p:sldId id="1215" r:id="rId108"/>
  </p:sldIdLst>
  <p:sldSz cx="9144000" cy="6858000" type="screen4x3"/>
  <p:notesSz cx="6858000" cy="9144000"/>
  <p:custDataLst>
    <p:tags r:id="rId111"/>
  </p:custData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Tahoma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Tahoma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Tahoma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Tahoma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Tahoma" charset="0"/>
        <a:ea typeface="+mn-ea"/>
        <a:cs typeface="+mn-cs"/>
      </a:defRPr>
    </a:lvl5pPr>
    <a:lvl6pPr marL="2286000" algn="l" defTabSz="914400" rtl="0" eaLnBrk="1" latinLnBrk="0" hangingPunct="1">
      <a:defRPr sz="1600" kern="1200">
        <a:solidFill>
          <a:schemeClr val="tx1"/>
        </a:solidFill>
        <a:latin typeface="Tahoma" charset="0"/>
        <a:ea typeface="+mn-ea"/>
        <a:cs typeface="+mn-cs"/>
      </a:defRPr>
    </a:lvl6pPr>
    <a:lvl7pPr marL="2743200" algn="l" defTabSz="914400" rtl="0" eaLnBrk="1" latinLnBrk="0" hangingPunct="1">
      <a:defRPr sz="1600" kern="1200">
        <a:solidFill>
          <a:schemeClr val="tx1"/>
        </a:solidFill>
        <a:latin typeface="Tahoma" charset="0"/>
        <a:ea typeface="+mn-ea"/>
        <a:cs typeface="+mn-cs"/>
      </a:defRPr>
    </a:lvl7pPr>
    <a:lvl8pPr marL="3200400" algn="l" defTabSz="914400" rtl="0" eaLnBrk="1" latinLnBrk="0" hangingPunct="1">
      <a:defRPr sz="1600" kern="1200">
        <a:solidFill>
          <a:schemeClr val="tx1"/>
        </a:solidFill>
        <a:latin typeface="Tahoma" charset="0"/>
        <a:ea typeface="+mn-ea"/>
        <a:cs typeface="+mn-cs"/>
      </a:defRPr>
    </a:lvl8pPr>
    <a:lvl9pPr marL="3657600" algn="l" defTabSz="914400" rtl="0" eaLnBrk="1" latinLnBrk="0" hangingPunct="1">
      <a:defRPr sz="1600" kern="1200">
        <a:solidFill>
          <a:schemeClr val="tx1"/>
        </a:solidFill>
        <a:latin typeface="Tahoma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CCCC00"/>
    <a:srgbClr val="0033CC"/>
    <a:srgbClr val="996633"/>
    <a:srgbClr val="FF7C80"/>
    <a:srgbClr val="FFFF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767" autoAdjust="0"/>
    <p:restoredTop sz="80475" autoAdjust="0"/>
  </p:normalViewPr>
  <p:slideViewPr>
    <p:cSldViewPr>
      <p:cViewPr varScale="1">
        <p:scale>
          <a:sx n="58" d="100"/>
          <a:sy n="58" d="100"/>
        </p:scale>
        <p:origin x="1494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4.xml"/><Relationship Id="rId117" Type="http://schemas.openxmlformats.org/officeDocument/2006/relationships/customXml" Target="../customXml/item2.xml"/><Relationship Id="rId21" Type="http://schemas.openxmlformats.org/officeDocument/2006/relationships/slideMaster" Target="slideMasters/slideMaster21.xml"/><Relationship Id="rId42" Type="http://schemas.openxmlformats.org/officeDocument/2006/relationships/slide" Target="slides/slide20.xml"/><Relationship Id="rId47" Type="http://schemas.openxmlformats.org/officeDocument/2006/relationships/slide" Target="slides/slide25.xml"/><Relationship Id="rId63" Type="http://schemas.openxmlformats.org/officeDocument/2006/relationships/slide" Target="slides/slide41.xml"/><Relationship Id="rId68" Type="http://schemas.openxmlformats.org/officeDocument/2006/relationships/slide" Target="slides/slide46.xml"/><Relationship Id="rId84" Type="http://schemas.openxmlformats.org/officeDocument/2006/relationships/slide" Target="slides/slide62.xml"/><Relationship Id="rId89" Type="http://schemas.openxmlformats.org/officeDocument/2006/relationships/slide" Target="slides/slide67.xml"/><Relationship Id="rId112" Type="http://schemas.openxmlformats.org/officeDocument/2006/relationships/presProps" Target="presProps.xml"/><Relationship Id="rId16" Type="http://schemas.openxmlformats.org/officeDocument/2006/relationships/slideMaster" Target="slideMasters/slideMaster16.xml"/><Relationship Id="rId107" Type="http://schemas.openxmlformats.org/officeDocument/2006/relationships/slide" Target="slides/slide85.xml"/><Relationship Id="rId11" Type="http://schemas.openxmlformats.org/officeDocument/2006/relationships/slideMaster" Target="slideMasters/slideMaster11.xml"/><Relationship Id="rId32" Type="http://schemas.openxmlformats.org/officeDocument/2006/relationships/slide" Target="slides/slide10.xml"/><Relationship Id="rId37" Type="http://schemas.openxmlformats.org/officeDocument/2006/relationships/slide" Target="slides/slide15.xml"/><Relationship Id="rId53" Type="http://schemas.openxmlformats.org/officeDocument/2006/relationships/slide" Target="slides/slide31.xml"/><Relationship Id="rId58" Type="http://schemas.openxmlformats.org/officeDocument/2006/relationships/slide" Target="slides/slide36.xml"/><Relationship Id="rId74" Type="http://schemas.openxmlformats.org/officeDocument/2006/relationships/slide" Target="slides/slide52.xml"/><Relationship Id="rId79" Type="http://schemas.openxmlformats.org/officeDocument/2006/relationships/slide" Target="slides/slide57.xml"/><Relationship Id="rId102" Type="http://schemas.openxmlformats.org/officeDocument/2006/relationships/slide" Target="slides/slide80.xml"/><Relationship Id="rId5" Type="http://schemas.openxmlformats.org/officeDocument/2006/relationships/slideMaster" Target="slideMasters/slideMaster5.xml"/><Relationship Id="rId90" Type="http://schemas.openxmlformats.org/officeDocument/2006/relationships/slide" Target="slides/slide68.xml"/><Relationship Id="rId95" Type="http://schemas.openxmlformats.org/officeDocument/2006/relationships/slide" Target="slides/slide73.xml"/><Relationship Id="rId22" Type="http://schemas.openxmlformats.org/officeDocument/2006/relationships/slideMaster" Target="slideMasters/slideMaster22.xml"/><Relationship Id="rId27" Type="http://schemas.openxmlformats.org/officeDocument/2006/relationships/slide" Target="slides/slide5.xml"/><Relationship Id="rId43" Type="http://schemas.openxmlformats.org/officeDocument/2006/relationships/slide" Target="slides/slide21.xml"/><Relationship Id="rId48" Type="http://schemas.openxmlformats.org/officeDocument/2006/relationships/slide" Target="slides/slide26.xml"/><Relationship Id="rId64" Type="http://schemas.openxmlformats.org/officeDocument/2006/relationships/slide" Target="slides/slide42.xml"/><Relationship Id="rId69" Type="http://schemas.openxmlformats.org/officeDocument/2006/relationships/slide" Target="slides/slide47.xml"/><Relationship Id="rId113" Type="http://schemas.openxmlformats.org/officeDocument/2006/relationships/viewProps" Target="viewProps.xml"/><Relationship Id="rId118" Type="http://schemas.openxmlformats.org/officeDocument/2006/relationships/customXml" Target="../customXml/item3.xml"/><Relationship Id="rId80" Type="http://schemas.openxmlformats.org/officeDocument/2006/relationships/slide" Target="slides/slide58.xml"/><Relationship Id="rId85" Type="http://schemas.openxmlformats.org/officeDocument/2006/relationships/slide" Target="slides/slide63.xml"/><Relationship Id="rId12" Type="http://schemas.openxmlformats.org/officeDocument/2006/relationships/slideMaster" Target="slideMasters/slideMaster12.xml"/><Relationship Id="rId17" Type="http://schemas.openxmlformats.org/officeDocument/2006/relationships/slideMaster" Target="slideMasters/slideMaster17.xml"/><Relationship Id="rId33" Type="http://schemas.openxmlformats.org/officeDocument/2006/relationships/slide" Target="slides/slide11.xml"/><Relationship Id="rId38" Type="http://schemas.openxmlformats.org/officeDocument/2006/relationships/slide" Target="slides/slide16.xml"/><Relationship Id="rId59" Type="http://schemas.openxmlformats.org/officeDocument/2006/relationships/slide" Target="slides/slide37.xml"/><Relationship Id="rId103" Type="http://schemas.openxmlformats.org/officeDocument/2006/relationships/slide" Target="slides/slide81.xml"/><Relationship Id="rId108" Type="http://schemas.openxmlformats.org/officeDocument/2006/relationships/slide" Target="slides/slide86.xml"/><Relationship Id="rId54" Type="http://schemas.openxmlformats.org/officeDocument/2006/relationships/slide" Target="slides/slide32.xml"/><Relationship Id="rId70" Type="http://schemas.openxmlformats.org/officeDocument/2006/relationships/slide" Target="slides/slide48.xml"/><Relationship Id="rId75" Type="http://schemas.openxmlformats.org/officeDocument/2006/relationships/slide" Target="slides/slide53.xml"/><Relationship Id="rId91" Type="http://schemas.openxmlformats.org/officeDocument/2006/relationships/slide" Target="slides/slide69.xml"/><Relationship Id="rId96" Type="http://schemas.openxmlformats.org/officeDocument/2006/relationships/slide" Target="slides/slide74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23" Type="http://schemas.openxmlformats.org/officeDocument/2006/relationships/slide" Target="slides/slide1.xml"/><Relationship Id="rId28" Type="http://schemas.openxmlformats.org/officeDocument/2006/relationships/slide" Target="slides/slide6.xml"/><Relationship Id="rId49" Type="http://schemas.openxmlformats.org/officeDocument/2006/relationships/slide" Target="slides/slide27.xml"/><Relationship Id="rId114" Type="http://schemas.openxmlformats.org/officeDocument/2006/relationships/theme" Target="theme/theme1.xml"/><Relationship Id="rId10" Type="http://schemas.openxmlformats.org/officeDocument/2006/relationships/slideMaster" Target="slideMasters/slideMaster10.xml"/><Relationship Id="rId31" Type="http://schemas.openxmlformats.org/officeDocument/2006/relationships/slide" Target="slides/slide9.xml"/><Relationship Id="rId44" Type="http://schemas.openxmlformats.org/officeDocument/2006/relationships/slide" Target="slides/slide22.xml"/><Relationship Id="rId52" Type="http://schemas.openxmlformats.org/officeDocument/2006/relationships/slide" Target="slides/slide30.xml"/><Relationship Id="rId60" Type="http://schemas.openxmlformats.org/officeDocument/2006/relationships/slide" Target="slides/slide38.xml"/><Relationship Id="rId65" Type="http://schemas.openxmlformats.org/officeDocument/2006/relationships/slide" Target="slides/slide43.xml"/><Relationship Id="rId73" Type="http://schemas.openxmlformats.org/officeDocument/2006/relationships/slide" Target="slides/slide51.xml"/><Relationship Id="rId78" Type="http://schemas.openxmlformats.org/officeDocument/2006/relationships/slide" Target="slides/slide56.xml"/><Relationship Id="rId81" Type="http://schemas.openxmlformats.org/officeDocument/2006/relationships/slide" Target="slides/slide59.xml"/><Relationship Id="rId86" Type="http://schemas.openxmlformats.org/officeDocument/2006/relationships/slide" Target="slides/slide64.xml"/><Relationship Id="rId94" Type="http://schemas.openxmlformats.org/officeDocument/2006/relationships/slide" Target="slides/slide72.xml"/><Relationship Id="rId99" Type="http://schemas.openxmlformats.org/officeDocument/2006/relationships/slide" Target="slides/slide77.xml"/><Relationship Id="rId101" Type="http://schemas.openxmlformats.org/officeDocument/2006/relationships/slide" Target="slides/slide79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3" Type="http://schemas.openxmlformats.org/officeDocument/2006/relationships/slideMaster" Target="slideMasters/slideMaster13.xml"/><Relationship Id="rId18" Type="http://schemas.openxmlformats.org/officeDocument/2006/relationships/slideMaster" Target="slideMasters/slideMaster18.xml"/><Relationship Id="rId39" Type="http://schemas.openxmlformats.org/officeDocument/2006/relationships/slide" Target="slides/slide17.xml"/><Relationship Id="rId109" Type="http://schemas.openxmlformats.org/officeDocument/2006/relationships/notesMaster" Target="notesMasters/notesMaster1.xml"/><Relationship Id="rId34" Type="http://schemas.openxmlformats.org/officeDocument/2006/relationships/slide" Target="slides/slide12.xml"/><Relationship Id="rId50" Type="http://schemas.openxmlformats.org/officeDocument/2006/relationships/slide" Target="slides/slide28.xml"/><Relationship Id="rId55" Type="http://schemas.openxmlformats.org/officeDocument/2006/relationships/slide" Target="slides/slide33.xml"/><Relationship Id="rId76" Type="http://schemas.openxmlformats.org/officeDocument/2006/relationships/slide" Target="slides/slide54.xml"/><Relationship Id="rId97" Type="http://schemas.openxmlformats.org/officeDocument/2006/relationships/slide" Target="slides/slide75.xml"/><Relationship Id="rId104" Type="http://schemas.openxmlformats.org/officeDocument/2006/relationships/slide" Target="slides/slide82.xml"/><Relationship Id="rId7" Type="http://schemas.openxmlformats.org/officeDocument/2006/relationships/slideMaster" Target="slideMasters/slideMaster7.xml"/><Relationship Id="rId71" Type="http://schemas.openxmlformats.org/officeDocument/2006/relationships/slide" Target="slides/slide49.xml"/><Relationship Id="rId92" Type="http://schemas.openxmlformats.org/officeDocument/2006/relationships/slide" Target="slides/slide70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7.xml"/><Relationship Id="rId24" Type="http://schemas.openxmlformats.org/officeDocument/2006/relationships/slide" Target="slides/slide2.xml"/><Relationship Id="rId40" Type="http://schemas.openxmlformats.org/officeDocument/2006/relationships/slide" Target="slides/slide18.xml"/><Relationship Id="rId45" Type="http://schemas.openxmlformats.org/officeDocument/2006/relationships/slide" Target="slides/slide23.xml"/><Relationship Id="rId66" Type="http://schemas.openxmlformats.org/officeDocument/2006/relationships/slide" Target="slides/slide44.xml"/><Relationship Id="rId87" Type="http://schemas.openxmlformats.org/officeDocument/2006/relationships/slide" Target="slides/slide65.xml"/><Relationship Id="rId110" Type="http://schemas.openxmlformats.org/officeDocument/2006/relationships/handoutMaster" Target="handoutMasters/handoutMaster1.xml"/><Relationship Id="rId115" Type="http://schemas.openxmlformats.org/officeDocument/2006/relationships/tableStyles" Target="tableStyles.xml"/><Relationship Id="rId61" Type="http://schemas.openxmlformats.org/officeDocument/2006/relationships/slide" Target="slides/slide39.xml"/><Relationship Id="rId82" Type="http://schemas.openxmlformats.org/officeDocument/2006/relationships/slide" Target="slides/slide60.xml"/><Relationship Id="rId19" Type="http://schemas.openxmlformats.org/officeDocument/2006/relationships/slideMaster" Target="slideMasters/slideMaster19.xml"/><Relationship Id="rId14" Type="http://schemas.openxmlformats.org/officeDocument/2006/relationships/slideMaster" Target="slideMasters/slideMaster14.xml"/><Relationship Id="rId30" Type="http://schemas.openxmlformats.org/officeDocument/2006/relationships/slide" Target="slides/slide8.xml"/><Relationship Id="rId35" Type="http://schemas.openxmlformats.org/officeDocument/2006/relationships/slide" Target="slides/slide13.xml"/><Relationship Id="rId56" Type="http://schemas.openxmlformats.org/officeDocument/2006/relationships/slide" Target="slides/slide34.xml"/><Relationship Id="rId77" Type="http://schemas.openxmlformats.org/officeDocument/2006/relationships/slide" Target="slides/slide55.xml"/><Relationship Id="rId100" Type="http://schemas.openxmlformats.org/officeDocument/2006/relationships/slide" Target="slides/slide78.xml"/><Relationship Id="rId105" Type="http://schemas.openxmlformats.org/officeDocument/2006/relationships/slide" Target="slides/slide83.xml"/><Relationship Id="rId8" Type="http://schemas.openxmlformats.org/officeDocument/2006/relationships/slideMaster" Target="slideMasters/slideMaster8.xml"/><Relationship Id="rId51" Type="http://schemas.openxmlformats.org/officeDocument/2006/relationships/slide" Target="slides/slide29.xml"/><Relationship Id="rId72" Type="http://schemas.openxmlformats.org/officeDocument/2006/relationships/slide" Target="slides/slide50.xml"/><Relationship Id="rId93" Type="http://schemas.openxmlformats.org/officeDocument/2006/relationships/slide" Target="slides/slide71.xml"/><Relationship Id="rId98" Type="http://schemas.openxmlformats.org/officeDocument/2006/relationships/slide" Target="slides/slide76.xml"/><Relationship Id="rId3" Type="http://schemas.openxmlformats.org/officeDocument/2006/relationships/slideMaster" Target="slideMasters/slideMaster3.xml"/><Relationship Id="rId25" Type="http://schemas.openxmlformats.org/officeDocument/2006/relationships/slide" Target="slides/slide3.xml"/><Relationship Id="rId46" Type="http://schemas.openxmlformats.org/officeDocument/2006/relationships/slide" Target="slides/slide24.xml"/><Relationship Id="rId67" Type="http://schemas.openxmlformats.org/officeDocument/2006/relationships/slide" Target="slides/slide45.xml"/><Relationship Id="rId116" Type="http://schemas.openxmlformats.org/officeDocument/2006/relationships/customXml" Target="../customXml/item1.xml"/><Relationship Id="rId20" Type="http://schemas.openxmlformats.org/officeDocument/2006/relationships/slideMaster" Target="slideMasters/slideMaster20.xml"/><Relationship Id="rId41" Type="http://schemas.openxmlformats.org/officeDocument/2006/relationships/slide" Target="slides/slide19.xml"/><Relationship Id="rId62" Type="http://schemas.openxmlformats.org/officeDocument/2006/relationships/slide" Target="slides/slide40.xml"/><Relationship Id="rId83" Type="http://schemas.openxmlformats.org/officeDocument/2006/relationships/slide" Target="slides/slide61.xml"/><Relationship Id="rId88" Type="http://schemas.openxmlformats.org/officeDocument/2006/relationships/slide" Target="slides/slide66.xml"/><Relationship Id="rId111" Type="http://schemas.openxmlformats.org/officeDocument/2006/relationships/tags" Target="tags/tag1.xml"/><Relationship Id="rId15" Type="http://schemas.openxmlformats.org/officeDocument/2006/relationships/slideMaster" Target="slideMasters/slideMaster15.xml"/><Relationship Id="rId36" Type="http://schemas.openxmlformats.org/officeDocument/2006/relationships/slide" Target="slides/slide14.xml"/><Relationship Id="rId57" Type="http://schemas.openxmlformats.org/officeDocument/2006/relationships/slide" Target="slides/slide35.xml"/><Relationship Id="rId106" Type="http://schemas.openxmlformats.org/officeDocument/2006/relationships/slide" Target="slides/slide84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2.png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49.wmf"/><Relationship Id="rId2" Type="http://schemas.openxmlformats.org/officeDocument/2006/relationships/image" Target="../media/image48.wmf"/><Relationship Id="rId1" Type="http://schemas.openxmlformats.org/officeDocument/2006/relationships/image" Target="../media/image47.wmf"/><Relationship Id="rId4" Type="http://schemas.openxmlformats.org/officeDocument/2006/relationships/image" Target="../media/image50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60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/>
            </a:lvl1pPr>
          </a:lstStyle>
          <a:p>
            <a:pPr>
              <a:defRPr/>
            </a:pPr>
            <a:r>
              <a:rPr lang="en-US"/>
              <a:t>Lecture-1</a:t>
            </a:r>
          </a:p>
        </p:txBody>
      </p:sp>
      <p:sp>
        <p:nvSpPr>
          <p:cNvPr id="3584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/>
            </a:lvl1pPr>
          </a:lstStyle>
          <a:p>
            <a:pPr>
              <a:defRPr/>
            </a:pPr>
            <a:fld id="{023B7232-710D-494E-88C7-F703C04F40C2}" type="datetimeFigureOut">
              <a:rPr lang="en-US" smtClean="0"/>
              <a:pPr>
                <a:defRPr/>
              </a:pPr>
              <a:t>1/13/2026</a:t>
            </a:fld>
            <a:endParaRPr lang="en-US"/>
          </a:p>
        </p:txBody>
      </p:sp>
      <p:sp>
        <p:nvSpPr>
          <p:cNvPr id="3584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584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/>
            </a:lvl1pPr>
          </a:lstStyle>
          <a:p>
            <a:pPr>
              <a:defRPr/>
            </a:pPr>
            <a:fld id="{496DCEF7-9E9F-4185-8062-A1F4E6576C3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499762"/>
      </p:ext>
    </p:extLst>
  </p:cSld>
  <p:clrMap bg1="lt1" tx1="dk1" bg2="lt2" tx2="dk2" accent1="accent1" accent2="accent2" accent3="accent3" accent4="accent4" accent5="accent5" accent6="accent6" hlink="hlink" folHlink="folHlink"/>
  <p:hf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r>
              <a:rPr lang="en-US"/>
              <a:t>Lecture-1</a:t>
            </a:r>
          </a:p>
        </p:txBody>
      </p:sp>
      <p:sp>
        <p:nvSpPr>
          <p:cNvPr id="3481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2B1E8206-5749-452C-870E-52CFAFB5846C}" type="datetimeFigureOut">
              <a:rPr lang="en-US" smtClean="0"/>
              <a:pPr>
                <a:defRPr/>
              </a:pPr>
              <a:t>1/13/2026</a:t>
            </a:fld>
            <a:endParaRPr lang="en-US"/>
          </a:p>
        </p:txBody>
      </p:sp>
      <p:sp>
        <p:nvSpPr>
          <p:cNvPr id="5734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482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482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482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ahoma" pitchFamily="34" charset="0"/>
              </a:defRPr>
            </a:lvl1pPr>
          </a:lstStyle>
          <a:p>
            <a:pPr>
              <a:defRPr/>
            </a:pPr>
            <a:fld id="{29515144-DAD1-4D30-BCF8-73F71ACED81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3769575"/>
      </p:ext>
    </p:extLst>
  </p:cSld>
  <p:clrMap bg1="lt1" tx1="dk1" bg2="lt2" tx2="dk2" accent1="accent1" accent2="accent2" accent3="accent3" accent4="accent4" accent5="accent5" accent6="accent6" hlink="hlink" folHlink="folHlink"/>
  <p:hf ftr="0" dt="0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7" name="Google Shape;1817;p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8" name="Google Shape;181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349969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3" name="Google Shape;1823;p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4" name="Google Shape;182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896513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Google Shape;692;g4e9cce11ca_0_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3" name="Google Shape;693;g4e9cce11ca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23322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50913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50913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50913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50913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509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A81EA52-360C-4F8D-8A5C-F77999456561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rPr>
              <a:pPr marL="0" marR="0" lvl="0" indent="0" algn="r" defTabSz="95091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532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5332627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50913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50913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50913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50913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509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A81EA52-360C-4F8D-8A5C-F77999456561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rPr>
              <a:pPr marL="0" marR="0" lvl="0" indent="0" algn="r" defTabSz="95091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532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647675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50913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50913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50913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50913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509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A81EA52-360C-4F8D-8A5C-F77999456561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rPr>
              <a:pPr marL="0" marR="0" lvl="0" indent="0" algn="r" defTabSz="95091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532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79014230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50913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50913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50913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50913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509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A81EA52-360C-4F8D-8A5C-F77999456561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rPr>
              <a:pPr marL="0" marR="0" lvl="0" indent="0" algn="r" defTabSz="95091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532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07881398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50913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50913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50913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50913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509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A81EA52-360C-4F8D-8A5C-F77999456561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rPr>
              <a:pPr marL="0" marR="0" lvl="0" indent="0" algn="r" defTabSz="95091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532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28259938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Lecture-1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9515144-DAD1-4D30-BCF8-73F71ACED81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2136066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Lecture-1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9515144-DAD1-4D30-BCF8-73F71ACED81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4149695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Google Shape;692;g4e9cce11ca_0_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3" name="Google Shape;693;g4e9cce11ca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5465699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sz="12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31</a:t>
            </a:fld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Tahoma"/>
              <a:cs typeface="Tahoma"/>
              <a:sym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130164305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48131" name="Notes Placeholder 2"/>
          <p:cNvSpPr>
            <a:spLocks noGrp="1"/>
          </p:cNvSpPr>
          <p:nvPr>
            <p:ph type="body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IN" altLang="en-US" smtClean="0"/>
          </a:p>
        </p:txBody>
      </p:sp>
      <p:sp>
        <p:nvSpPr>
          <p:cNvPr id="48132" name="Date Placeholder 3"/>
          <p:cNvSpPr>
            <a:spLocks noGrp="1"/>
          </p:cNvSpPr>
          <p:nvPr>
            <p:ph type="dt" sz="quarter" idx="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80B928B3-DB35-402F-B235-5C035607C203}" type="datetime1">
              <a:rPr kumimoji="0" lang="zh-CN" altLang="en-US" sz="12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Tahoma"/>
                <a:sym typeface="Tahoma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2026/1/13</a:t>
            </a:fld>
            <a:endParaRPr kumimoji="0" lang="en-US" altLang="zh-CN" sz="1200" b="0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Tahoma"/>
              <a:sym typeface="Tahoma"/>
            </a:endParaRPr>
          </a:p>
        </p:txBody>
      </p:sp>
      <p:sp>
        <p:nvSpPr>
          <p:cNvPr id="48133" name="Slide Number Placeholder 4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8E05F2EB-F343-4160-8C37-8126B56CF166}" type="slidenum">
              <a:rPr kumimoji="0" lang="en-US" altLang="zh-CN" sz="14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33</a:t>
            </a:fld>
            <a:endParaRPr kumimoji="0" lang="en-US" altLang="zh-CN" sz="1200" b="0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0029328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50913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50913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50913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50913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509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A81EA52-360C-4F8D-8A5C-F77999456561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rPr>
              <a:pPr marL="0" marR="0" lvl="0" indent="0" algn="r" defTabSz="95091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36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532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29169825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Google Shape;692;g4e9cce11ca_0_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3" name="Google Shape;693;g4e9cce11ca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6174150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4503146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5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5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5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5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65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E94F6669-AA60-4D13-A3E8-7D9A9C16E0A6}" type="slidenum">
              <a:rPr kumimoji="0" lang="en-US" altLang="en-US" sz="14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  <a:sym typeface="Arial"/>
              </a:rPr>
              <a:pPr marL="0" marR="0" lvl="0" indent="0" algn="l" defTabSz="965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40</a:t>
            </a:fld>
            <a:endParaRPr kumimoji="0" lang="en-US" altLang="en-US" sz="1400" b="0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122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037924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5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5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5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5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65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3F90D5E1-809A-47EB-98E1-E36D68D000ED}" type="slidenum">
              <a:rPr kumimoji="0" lang="en-US" altLang="en-US" sz="14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  <a:sym typeface="Arial"/>
              </a:rPr>
              <a:pPr marL="0" marR="0" lvl="0" indent="0" algn="l" defTabSz="965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42</a:t>
            </a:fld>
            <a:endParaRPr kumimoji="0" lang="en-US" altLang="en-US" sz="1400" b="0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184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929763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Lecture-1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9515144-DAD1-4D30-BCF8-73F71ACED815}" type="slidenum">
              <a:rPr lang="en-US" smtClean="0"/>
              <a:pPr>
                <a:defRPr/>
              </a:pPr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637342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CA393E2-E0A5-42FE-B9A3-D8BB1CA565B9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  <a:ea typeface="+mn-ea"/>
                <a:cs typeface="Arial"/>
                <a:sym typeface="Arial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11151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151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311147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ED98315-FCC1-4696-903C-1C6235BDDF01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  <a:ea typeface="+mn-ea"/>
                <a:cs typeface="Arial"/>
                <a:sym typeface="Arial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11171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4750" y="695325"/>
            <a:ext cx="4635500" cy="3476625"/>
          </a:xfrm>
          <a:ln/>
        </p:spPr>
      </p:sp>
      <p:sp>
        <p:nvSpPr>
          <p:cNvPr id="11171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3" y="4403725"/>
            <a:ext cx="5121275" cy="417195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238013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F80BB9E-8FF9-4D04-8022-D4F31D075892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  <a:ea typeface="+mn-ea"/>
                <a:cs typeface="Arial"/>
                <a:sym typeface="Arial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11468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468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056265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C2A6B1D-F74D-4AD6-B394-0FBB1E12847D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  <a:ea typeface="+mn-ea"/>
                <a:cs typeface="Arial"/>
                <a:sym typeface="Arial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11489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489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187074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7828144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842" name="Rectangle 10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7877EAF2-EF67-4E70-95E3-8FCEFB74D208}" type="slidenum">
              <a:rPr kumimoji="0" lang="en-US" sz="14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ＭＳ Ｐゴシック" charset="-128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69</a:t>
            </a:fld>
            <a:endParaRPr kumimoji="0" lang="en-US" sz="1400" b="0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ＭＳ Ｐゴシック" charset="-128"/>
              <a:cs typeface="Arial"/>
              <a:sym typeface="Arial"/>
            </a:endParaRPr>
          </a:p>
        </p:txBody>
      </p:sp>
      <p:sp>
        <p:nvSpPr>
          <p:cNvPr id="291843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solidFill>
            <a:srgbClr val="FFFFFF"/>
          </a:solidFill>
          <a:ln/>
        </p:spPr>
      </p:sp>
      <p:sp>
        <p:nvSpPr>
          <p:cNvPr id="29184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974725" y="4560888"/>
            <a:ext cx="5360988" cy="4316412"/>
          </a:xfrm>
          <a:noFill/>
          <a:ln/>
        </p:spPr>
        <p:txBody>
          <a:bodyPr wrap="none" anchor="ctr"/>
          <a:lstStyle/>
          <a:p>
            <a:endParaRPr lang="de-DE" smtClean="0"/>
          </a:p>
        </p:txBody>
      </p:sp>
    </p:spTree>
    <p:extLst>
      <p:ext uri="{BB962C8B-B14F-4D97-AF65-F5344CB8AC3E}">
        <p14:creationId xmlns:p14="http://schemas.microsoft.com/office/powerpoint/2010/main" val="281864004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842" name="Rectangle 10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7877EAF2-EF67-4E70-95E3-8FCEFB74D208}" type="slidenum">
              <a:rPr kumimoji="0" lang="en-US" sz="14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ＭＳ Ｐゴシック" charset="-128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70</a:t>
            </a:fld>
            <a:endParaRPr kumimoji="0" lang="en-US" sz="1400" b="0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ＭＳ Ｐゴシック" charset="-128"/>
              <a:cs typeface="Arial"/>
              <a:sym typeface="Arial"/>
            </a:endParaRPr>
          </a:p>
        </p:txBody>
      </p:sp>
      <p:sp>
        <p:nvSpPr>
          <p:cNvPr id="291843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solidFill>
            <a:srgbClr val="FFFFFF"/>
          </a:solidFill>
          <a:ln/>
        </p:spPr>
      </p:sp>
      <p:sp>
        <p:nvSpPr>
          <p:cNvPr id="29184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974725" y="4560888"/>
            <a:ext cx="5360988" cy="4316412"/>
          </a:xfrm>
          <a:noFill/>
          <a:ln/>
        </p:spPr>
        <p:txBody>
          <a:bodyPr wrap="none" anchor="ctr"/>
          <a:lstStyle/>
          <a:p>
            <a:endParaRPr lang="de-DE" smtClean="0"/>
          </a:p>
        </p:txBody>
      </p:sp>
    </p:spTree>
    <p:extLst>
      <p:ext uri="{BB962C8B-B14F-4D97-AF65-F5344CB8AC3E}">
        <p14:creationId xmlns:p14="http://schemas.microsoft.com/office/powerpoint/2010/main" val="382573244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5:notes"/>
          <p:cNvSpPr txBox="1">
            <a:spLocks noGrp="1"/>
          </p:cNvSpPr>
          <p:nvPr>
            <p:ph type="body" idx="1"/>
          </p:nvPr>
        </p:nvSpPr>
        <p:spPr>
          <a:xfrm>
            <a:off x="940435" y="4421823"/>
            <a:ext cx="5172393" cy="4189095"/>
          </a:xfrm>
          <a:prstGeom prst="rect">
            <a:avLst/>
          </a:prstGeom>
        </p:spPr>
        <p:txBody>
          <a:bodyPr spcFirstLastPara="1" wrap="square" lIns="93475" tIns="46725" rIns="93475" bIns="4672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2" name="Google Shape;53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698500"/>
            <a:ext cx="4654550" cy="34909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8320677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2ED48BE-267D-4B59-ADE4-43764D46B7C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8149392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D2ED48BE-267D-4B59-ADE4-43764D46B7C8}" type="slidenum">
              <a:rPr kumimoji="0" lang="en-US" sz="14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81</a:t>
            </a:fld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487911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/Relationships>
</file>

<file path=ppt/slideLayouts/_rels/slideLayout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9.png"/></Relationships>
</file>

<file path=ppt/slideLayouts/_rels/slideLayout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9.png"/></Relationships>
</file>

<file path=ppt/slideLayouts/_rels/slideLayout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9.png"/></Relationships>
</file>

<file path=ppt/slideLayouts/_rels/slideLayout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9.png"/></Relationships>
</file>

<file path=ppt/slideLayouts/_rels/slideLayout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9.png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5.xml"/></Relationships>
</file>

<file path=ppt/slideLayouts/_rels/slideLayout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5.xml"/></Relationships>
</file>

<file path=ppt/slideLayouts/_rels/slideLayout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5.xml"/></Relationships>
</file>

<file path=ppt/slideLayouts/_rels/slideLayout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5.xml"/></Relationships>
</file>

<file path=ppt/slideLayouts/_rels/slideLayout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5.xml"/></Relationships>
</file>

<file path=ppt/slideLayouts/_rels/slideLayout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5.xml"/></Relationships>
</file>

<file path=ppt/slideLayouts/_rels/slideLayout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5.xml"/></Relationships>
</file>

<file path=ppt/slideLayouts/_rels/slideLayout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5.xml"/></Relationships>
</file>

<file path=ppt/slideLayouts/_rels/slideLayout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5.xml"/></Relationships>
</file>

<file path=ppt/slideLayouts/_rels/slideLayout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5.xml"/></Relationships>
</file>

<file path=ppt/slideLayouts/_rels/slideLayout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5.xml"/></Relationships>
</file>

<file path=ppt/slideLayouts/_rels/slideLayout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5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5.xml"/></Relationships>
</file>

<file path=ppt/slideLayouts/_rels/slideLayout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5.xml"/></Relationships>
</file>

<file path=ppt/slideLayouts/_rels/slideLayout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5.xml"/></Relationships>
</file>

<file path=ppt/slideLayouts/_rels/slideLayout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5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5.xml"/></Relationships>
</file>

<file path=ppt/slideLayouts/_rels/slideLayout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5.xml"/></Relationships>
</file>

<file path=ppt/slideLayouts/_rels/slideLayout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5.xml"/></Relationships>
</file>

<file path=ppt/slideLayouts/_rels/slideLayout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5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1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tags" Target="../tags/tag2.xml"/></Relationships>
</file>

<file path=ppt/slideLayouts/_rels/slideLayout11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tags" Target="../tags/tag3.xml"/></Relationships>
</file>

<file path=ppt/slideLayouts/_rels/slideLayout11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tags" Target="../tags/tag4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2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tags" Target="../tags/tag5.xml"/></Relationships>
</file>

<file path=ppt/slideLayouts/_rels/slideLayout12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tags" Target="../tags/tag6.xml"/></Relationships>
</file>

<file path=ppt/slideLayouts/_rels/slideLayout12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tags" Target="../tags/tag7.xml"/></Relationships>
</file>

<file path=ppt/slideLayouts/_rels/slideLayout1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8.xml"/></Relationships>
</file>

<file path=ppt/slideLayouts/_rels/slideLayout1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8.xml"/></Relationships>
</file>

<file path=ppt/slideLayouts/_rels/slideLayout14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tags" Target="../tags/tag8.xml"/></Relationships>
</file>

<file path=ppt/slideLayouts/_rels/slideLayout14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tags" Target="../tags/tag9.xml"/></Relationships>
</file>

<file path=ppt/slideLayouts/_rels/slideLayout1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0.xml"/></Relationships>
</file>

<file path=ppt/slideLayouts/_rels/slideLayout16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tags" Target="../tags/tag10.xml"/></Relationships>
</file>

<file path=ppt/slideLayouts/_rels/slideLayout16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tags" Target="../tags/tag11.xml"/></Relationships>
</file>

<file path=ppt/slideLayouts/_rels/slideLayout16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tags" Target="../tags/tag12.xml"/></Relationships>
</file>

<file path=ppt/slideLayouts/_rels/slideLayout1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1.xml"/></Relationships>
</file>

<file path=ppt/slideLayouts/_rels/slideLayout18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1.xml"/><Relationship Id="rId1" Type="http://schemas.openxmlformats.org/officeDocument/2006/relationships/tags" Target="../tags/tag13.xml"/></Relationships>
</file>

<file path=ppt/slideLayouts/_rels/slideLayout18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1.xml"/><Relationship Id="rId1" Type="http://schemas.openxmlformats.org/officeDocument/2006/relationships/tags" Target="../tags/tag14.xml"/></Relationships>
</file>

<file path=ppt/slideLayouts/_rels/slideLayout18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1.xml"/><Relationship Id="rId1" Type="http://schemas.openxmlformats.org/officeDocument/2006/relationships/tags" Target="../tags/tag15.xml"/></Relationships>
</file>

<file path=ppt/slideLayouts/_rels/slideLayout1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2.xml"/></Relationships>
</file>

<file path=ppt/slideLayouts/_rels/slideLayout1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2.xml"/></Relationships>
</file>

<file path=ppt/slideLayouts/_rels/slideLayout19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2.xml"/><Relationship Id="rId1" Type="http://schemas.openxmlformats.org/officeDocument/2006/relationships/tags" Target="../tags/tag16.xml"/></Relationships>
</file>

<file path=ppt/slideLayouts/_rels/slideLayout19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2.xml"/><Relationship Id="rId1" Type="http://schemas.openxmlformats.org/officeDocument/2006/relationships/tags" Target="../tags/tag17.xml"/></Relationships>
</file>

<file path=ppt/slideLayouts/_rels/slideLayout19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2.xml"/><Relationship Id="rId1" Type="http://schemas.openxmlformats.org/officeDocument/2006/relationships/tags" Target="../tags/tag18.xml"/></Relationships>
</file>

<file path=ppt/slideLayouts/_rels/slideLayout1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3.xml"/></Relationships>
</file>

<file path=ppt/slideLayouts/_rels/slideLayout2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3.xml"/></Relationships>
</file>

<file path=ppt/slideLayouts/_rels/slideLayout2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3.xml"/></Relationships>
</file>

<file path=ppt/slideLayouts/_rels/slideLayout2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3.xml"/></Relationships>
</file>

<file path=ppt/slideLayouts/_rels/slideLayout2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3.xml"/></Relationships>
</file>

<file path=ppt/slideLayouts/_rels/slideLayout2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3.xml"/></Relationships>
</file>

<file path=ppt/slideLayouts/_rels/slideLayout2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3.xml"/></Relationships>
</file>

<file path=ppt/slideLayouts/_rels/slideLayout2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3.xml"/></Relationships>
</file>

<file path=ppt/slideLayouts/_rels/slideLayout2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3.xml"/></Relationships>
</file>

<file path=ppt/slideLayouts/_rels/slideLayout2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3.xml"/></Relationships>
</file>

<file path=ppt/slideLayouts/_rels/slideLayout2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3.xml"/></Relationships>
</file>

<file path=ppt/slideLayouts/_rels/slideLayout2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3.xml"/></Relationships>
</file>

<file path=ppt/slideLayouts/_rels/slideLayout2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2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5.xml"/></Relationships>
</file>

<file path=ppt/slideLayouts/_rels/slideLayout23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5.xml"/><Relationship Id="rId1" Type="http://schemas.openxmlformats.org/officeDocument/2006/relationships/tags" Target="../tags/tag19.xml"/></Relationships>
</file>

<file path=ppt/slideLayouts/_rels/slideLayout23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5.xml"/><Relationship Id="rId1" Type="http://schemas.openxmlformats.org/officeDocument/2006/relationships/tags" Target="../tags/tag20.xml"/></Relationships>
</file>

<file path=ppt/slideLayouts/_rels/slideLayout23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5.xml"/><Relationship Id="rId1" Type="http://schemas.openxmlformats.org/officeDocument/2006/relationships/tags" Target="../tags/tag21.xml"/></Relationships>
</file>

<file path=ppt/slideLayouts/_rels/slideLayout2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5.xml"/></Relationships>
</file>

<file path=ppt/slideLayouts/_rels/slideLayout2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5.xml"/></Relationships>
</file>

<file path=ppt/slideLayouts/_rels/slideLayout2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5.xml"/></Relationships>
</file>

<file path=ppt/slideLayouts/_rels/slideLayout2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5.xml"/></Relationships>
</file>

<file path=ppt/slideLayouts/_rels/slideLayout2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5.xml"/></Relationships>
</file>

<file path=ppt/slideLayouts/_rels/slideLayout2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Master" Target="../slideMasters/slideMaster15.xml"/><Relationship Id="rId1" Type="http://schemas.openxmlformats.org/officeDocument/2006/relationships/tags" Target="../tags/tag22.xml"/></Relationships>
</file>

<file path=ppt/slideLayouts/_rels/slideLayout2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6.xml"/></Relationships>
</file>

<file path=ppt/slideLayouts/_rels/slideLayout2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6.xml"/></Relationships>
</file>

<file path=ppt/slideLayouts/_rels/slideLayout2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16.xml"/></Relationships>
</file>

<file path=ppt/slideLayouts/_rels/slideLayout2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16.xml"/></Relationships>
</file>

<file path=ppt/slideLayouts/_rels/slideLayout2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6.xml"/></Relationships>
</file>

<file path=ppt/slideLayouts/_rels/slideLayout2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6.xml"/></Relationships>
</file>

<file path=ppt/slideLayouts/_rels/slideLayout2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6.xml"/></Relationships>
</file>

<file path=ppt/slideLayouts/_rels/slideLayout2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6.xml"/></Relationships>
</file>

<file path=ppt/slideLayouts/_rels/slideLayout2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6.xml"/></Relationships>
</file>

<file path=ppt/slideLayouts/_rels/slideLayout2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6.xml"/></Relationships>
</file>

<file path=ppt/slideLayouts/_rels/slideLayout2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6.xml"/></Relationships>
</file>

<file path=ppt/slideLayouts/_rels/slideLayout2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6.xml"/></Relationships>
</file>

<file path=ppt/slideLayouts/_rels/slideLayout2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2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7.xml"/></Relationships>
</file>

<file path=ppt/slideLayouts/_rels/slideLayout2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7.xml"/></Relationships>
</file>

<file path=ppt/slideLayouts/_rels/slideLayout2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7.xml"/></Relationships>
</file>

<file path=ppt/slideLayouts/_rels/slideLayout2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7.xml"/></Relationships>
</file>

<file path=ppt/slideLayouts/_rels/slideLayout2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7.xml"/></Relationships>
</file>

<file path=ppt/slideLayouts/_rels/slideLayout2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7.xml"/></Relationships>
</file>

<file path=ppt/slideLayouts/_rels/slideLayout2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7.xml"/></Relationships>
</file>

<file path=ppt/slideLayouts/_rels/slideLayout2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7.xml"/></Relationships>
</file>

<file path=ppt/slideLayouts/_rels/slideLayout2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7.xml"/></Relationships>
</file>

<file path=ppt/slideLayouts/_rels/slideLayout2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7.xml"/></Relationships>
</file>

<file path=ppt/slideLayouts/_rels/slideLayout2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7.xml"/></Relationships>
</file>

<file path=ppt/slideLayouts/_rels/slideLayout2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7.xml"/></Relationships>
</file>

<file path=ppt/slideLayouts/_rels/slideLayout2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2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7.xml"/></Relationships>
</file>

<file path=ppt/slideLayouts/_rels/slideLayout2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8.xml"/></Relationships>
</file>

<file path=ppt/slideLayouts/_rels/slideLayout2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8.xml"/></Relationships>
</file>

<file path=ppt/slideLayouts/_rels/slideLayout2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8.xml"/></Relationships>
</file>

<file path=ppt/slideLayouts/_rels/slideLayout2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8.xml"/></Relationships>
</file>

<file path=ppt/slideLayouts/_rels/slideLayout2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8.xml"/></Relationships>
</file>

<file path=ppt/slideLayouts/_rels/slideLayout2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8.xml"/></Relationships>
</file>

<file path=ppt/slideLayouts/_rels/slideLayout2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8.xml"/></Relationships>
</file>

<file path=ppt/slideLayouts/_rels/slideLayout2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8.xml"/></Relationships>
</file>

<file path=ppt/slideLayouts/_rels/slideLayout2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8.xml"/></Relationships>
</file>

<file path=ppt/slideLayouts/_rels/slideLayout2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8.xml"/></Relationships>
</file>

<file path=ppt/slideLayouts/_rels/slideLayout2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8.xml"/></Relationships>
</file>

<file path=ppt/slideLayouts/_rels/slideLayout2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8.xml"/></Relationships>
</file>

<file path=ppt/slideLayouts/_rels/slideLayout2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8.xml"/></Relationships>
</file>

<file path=ppt/slideLayouts/_rels/slideLayout2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8.xml"/></Relationships>
</file>

<file path=ppt/slideLayouts/_rels/slideLayout2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8.xml"/></Relationships>
</file>

<file path=ppt/slideLayouts/_rels/slideLayout2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8.xml"/><Relationship Id="rId4" Type="http://schemas.openxmlformats.org/officeDocument/2006/relationships/image" Target="../media/image9.png"/></Relationships>
</file>

<file path=ppt/slideLayouts/_rels/slideLayout2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3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3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3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3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3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3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3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3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3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3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3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3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3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3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3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3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3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3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3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3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3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3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3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3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3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3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3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0.xml"/></Relationships>
</file>

<file path=ppt/slideLayouts/_rels/slideLayout3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0.xml"/></Relationships>
</file>

<file path=ppt/slideLayouts/_rels/slideLayout3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0.xml"/></Relationships>
</file>

<file path=ppt/slideLayouts/_rels/slideLayout3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0.xml"/></Relationships>
</file>

<file path=ppt/slideLayouts/_rels/slideLayout3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0.xml"/></Relationships>
</file>

<file path=ppt/slideLayouts/_rels/slideLayout3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0.xml"/></Relationships>
</file>

<file path=ppt/slideLayouts/_rels/slideLayout3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0.xml"/></Relationships>
</file>

<file path=ppt/slideLayouts/_rels/slideLayout3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0.xml"/></Relationships>
</file>

<file path=ppt/slideLayouts/_rels/slideLayout3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0.xml"/></Relationships>
</file>

<file path=ppt/slideLayouts/_rels/slideLayout3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0.xml"/></Relationships>
</file>

<file path=ppt/slideLayouts/_rels/slideLayout3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0.xml"/></Relationships>
</file>

<file path=ppt/slideLayouts/_rels/slideLayout3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1.xml"/></Relationships>
</file>

<file path=ppt/slideLayouts/_rels/slideLayout3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1.xml"/></Relationships>
</file>

<file path=ppt/slideLayouts/_rels/slideLayout3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1.xml"/></Relationships>
</file>

<file path=ppt/slideLayouts/_rels/slideLayout3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1.xml"/></Relationships>
</file>

<file path=ppt/slideLayouts/_rels/slideLayout3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1.xml"/></Relationships>
</file>

<file path=ppt/slideLayouts/_rels/slideLayout3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1.xml"/></Relationships>
</file>

<file path=ppt/slideLayouts/_rels/slideLayout3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1.xml"/></Relationships>
</file>

<file path=ppt/slideLayouts/_rels/slideLayout3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1.xml"/></Relationships>
</file>

<file path=ppt/slideLayouts/_rels/slideLayout3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1.xml"/></Relationships>
</file>

<file path=ppt/slideLayouts/_rels/slideLayout3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1.xml"/></Relationships>
</file>

<file path=ppt/slideLayouts/_rels/slideLayout3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1.xml"/></Relationships>
</file>

<file path=ppt/slideLayouts/_rels/slideLayout3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1.xml"/></Relationships>
</file>

<file path=ppt/slideLayouts/_rels/slideLayout3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3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2.xml"/></Relationships>
</file>

<file path=ppt/slideLayouts/_rels/slideLayout3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3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3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3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3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3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3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3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2.xml"/></Relationships>
</file>

<file path=ppt/slideLayouts/_rels/slideLayout3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2.xml"/></Relationships>
</file>

<file path=ppt/slideLayouts/_rels/slideLayout3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en-US" dirty="0">
              <a:solidFill>
                <a:prstClr val="white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prstClr val="white"/>
              </a:solidFill>
            </a:endParaRPr>
          </a:p>
        </p:txBody>
      </p:sp>
      <p:pic>
        <p:nvPicPr>
          <p:cNvPr id="7" name="Picture 10" descr="BITS_university_logo_whitevert.png"/>
          <p:cNvPicPr>
            <a:picLocks noChangeAspect="1"/>
          </p:cNvPicPr>
          <p:nvPr/>
        </p:nvPicPr>
        <p:blipFill>
          <a:blip r:embed="rId3" cstate="print"/>
          <a:srcRect t="2" b="28592"/>
          <a:stretch>
            <a:fillRect/>
          </a:stretch>
        </p:blipFill>
        <p:spPr bwMode="auto">
          <a:xfrm>
            <a:off x="76200" y="3352800"/>
            <a:ext cx="2057400" cy="1979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TextBox 7"/>
          <p:cNvSpPr txBox="1"/>
          <p:nvPr/>
        </p:nvSpPr>
        <p:spPr>
          <a:xfrm>
            <a:off x="-76200" y="5257800"/>
            <a:ext cx="2209800" cy="5540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900" b="1" spc="-150" dirty="0">
                <a:solidFill>
                  <a:prstClr val="white"/>
                </a:solidFill>
                <a:latin typeface="Arial"/>
                <a:cs typeface="Arial"/>
              </a:rPr>
              <a:t>BITS</a:t>
            </a:r>
            <a:r>
              <a:rPr lang="en-US" sz="2900" spc="-150" dirty="0">
                <a:solidFill>
                  <a:prstClr val="white"/>
                </a:solidFill>
                <a:latin typeface="Arial"/>
                <a:cs typeface="Arial"/>
              </a:rPr>
              <a:t> Pilani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400" y="5667375"/>
            <a:ext cx="1905000" cy="2762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sz="1200" dirty="0">
                <a:solidFill>
                  <a:srgbClr val="FFFFFF"/>
                </a:solidFill>
                <a:latin typeface="Arial"/>
                <a:cs typeface="Arial"/>
              </a:rPr>
              <a:t>Pilani Campus</a:t>
            </a: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2514600" y="3810000"/>
            <a:ext cx="6019800" cy="1524000"/>
          </a:xfrm>
        </p:spPr>
        <p:txBody>
          <a:bodyPr anchorCtr="0">
            <a:noAutofit/>
          </a:bodyPr>
          <a:lstStyle>
            <a:lvl1pPr algn="l">
              <a:lnSpc>
                <a:spcPts val="4000"/>
              </a:lnSpc>
              <a:defRPr sz="44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>
              <a:solidFill>
                <a:prstClr val="white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prstClr val="white"/>
              </a:solidFill>
            </a:endParaRPr>
          </a:p>
        </p:txBody>
      </p:sp>
      <p:pic>
        <p:nvPicPr>
          <p:cNvPr id="9" name="Picture 10" descr="BITS_university_logo_whitevert.png"/>
          <p:cNvPicPr>
            <a:picLocks noChangeAspect="1"/>
          </p:cNvPicPr>
          <p:nvPr/>
        </p:nvPicPr>
        <p:blipFill>
          <a:blip r:embed="rId3" cstate="print"/>
          <a:srcRect t="2" b="28592"/>
          <a:stretch>
            <a:fillRect/>
          </a:stretch>
        </p:blipFill>
        <p:spPr bwMode="auto">
          <a:xfrm>
            <a:off x="76200" y="3352800"/>
            <a:ext cx="2057400" cy="1979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TextBox 9"/>
          <p:cNvSpPr txBox="1"/>
          <p:nvPr/>
        </p:nvSpPr>
        <p:spPr>
          <a:xfrm>
            <a:off x="-76200" y="5257800"/>
            <a:ext cx="2209800" cy="5540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900" b="1" spc="-150" dirty="0">
                <a:solidFill>
                  <a:prstClr val="white"/>
                </a:solidFill>
                <a:latin typeface="Arial"/>
                <a:cs typeface="Arial"/>
              </a:rPr>
              <a:t>BITS</a:t>
            </a:r>
            <a:r>
              <a:rPr lang="en-US" sz="2900" spc="-150" dirty="0">
                <a:solidFill>
                  <a:prstClr val="white"/>
                </a:solidFill>
                <a:latin typeface="Arial"/>
                <a:cs typeface="Arial"/>
              </a:rPr>
              <a:t> Pilani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2400" y="5667375"/>
            <a:ext cx="1905000" cy="2762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sz="1200" dirty="0">
                <a:solidFill>
                  <a:srgbClr val="FFFFFF"/>
                </a:solidFill>
                <a:latin typeface="Arial"/>
                <a:cs typeface="Arial"/>
              </a:rPr>
              <a:t>Pilani Campus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>
              <a:solidFill>
                <a:prstClr val="white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prstClr val="white"/>
              </a:solidFill>
            </a:endParaRPr>
          </a:p>
        </p:txBody>
      </p:sp>
      <p:pic>
        <p:nvPicPr>
          <p:cNvPr id="16" name="Picture 17" descr="BITS_university_logo_whitevert.png"/>
          <p:cNvPicPr>
            <a:picLocks noChangeAspect="1"/>
          </p:cNvPicPr>
          <p:nvPr/>
        </p:nvPicPr>
        <p:blipFill>
          <a:blip r:embed="rId3" cstate="print"/>
          <a:srcRect t="2" b="28592"/>
          <a:stretch>
            <a:fillRect/>
          </a:stretch>
        </p:blipFill>
        <p:spPr bwMode="auto">
          <a:xfrm>
            <a:off x="76200" y="3352800"/>
            <a:ext cx="2057400" cy="1979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7" name="TextBox 16"/>
          <p:cNvSpPr txBox="1"/>
          <p:nvPr/>
        </p:nvSpPr>
        <p:spPr>
          <a:xfrm>
            <a:off x="-76200" y="5257800"/>
            <a:ext cx="2209800" cy="5540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900" b="1" spc="-150" dirty="0">
                <a:solidFill>
                  <a:prstClr val="white"/>
                </a:solidFill>
                <a:latin typeface="Arial"/>
                <a:cs typeface="Arial"/>
              </a:rPr>
              <a:t>BITS</a:t>
            </a:r>
            <a:r>
              <a:rPr lang="en-US" sz="2900" spc="-150" dirty="0">
                <a:solidFill>
                  <a:prstClr val="white"/>
                </a:solidFill>
                <a:latin typeface="Arial"/>
                <a:cs typeface="Arial"/>
              </a:rPr>
              <a:t> Pilani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2400" y="5667375"/>
            <a:ext cx="1905000" cy="2762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sz="1200" dirty="0">
                <a:solidFill>
                  <a:srgbClr val="FFFFFF"/>
                </a:solidFill>
                <a:latin typeface="Arial"/>
                <a:cs typeface="Arial"/>
              </a:rPr>
              <a:t>Pilani Campus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2514600" y="5410200"/>
            <a:ext cx="6019800" cy="533400"/>
          </a:xfrm>
        </p:spPr>
        <p:txBody>
          <a:bodyPr anchor="b">
            <a:noAutofit/>
          </a:bodyPr>
          <a:lstStyle>
            <a:lvl1pPr marL="0" indent="0" algn="r">
              <a:lnSpc>
                <a:spcPts val="1800"/>
              </a:lnSpc>
              <a:spcBef>
                <a:spcPts val="0"/>
              </a:spcBef>
              <a:buNone/>
              <a:defRPr sz="18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4600" y="3810000"/>
            <a:ext cx="6019800" cy="1524000"/>
          </a:xfrm>
        </p:spPr>
        <p:txBody>
          <a:bodyPr anchorCtr="0">
            <a:noAutofit/>
          </a:bodyPr>
          <a:lstStyle>
            <a:lvl1pPr algn="l">
              <a:lnSpc>
                <a:spcPts val="4000"/>
              </a:lnSpc>
              <a:defRPr sz="44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\\Server\D\jyoti\FI023_BITS_v1\styleguide img\IMG_5627_b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Rectangle 3"/>
          <p:cNvSpPr/>
          <p:nvPr/>
        </p:nvSpPr>
        <p:spPr>
          <a:xfrm>
            <a:off x="0" y="4281488"/>
            <a:ext cx="9144000" cy="2576512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prstClr val="white"/>
              </a:solidFill>
            </a:endParaRPr>
          </a:p>
        </p:txBody>
      </p:sp>
      <p:pic>
        <p:nvPicPr>
          <p:cNvPr id="5" name="Picture 8" descr="Picture 7.png"/>
          <p:cNvPicPr>
            <a:picLocks noChangeAspect="1"/>
          </p:cNvPicPr>
          <p:nvPr/>
        </p:nvPicPr>
        <p:blipFill>
          <a:blip r:embed="rId3" cstate="print"/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5"/>
          <p:cNvSpPr/>
          <p:nvPr/>
        </p:nvSpPr>
        <p:spPr>
          <a:xfrm>
            <a:off x="2882900" y="677545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-12700" y="677545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778500" y="677545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858000" y="762000"/>
            <a:ext cx="2209800" cy="5540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900" b="1" spc="-150" dirty="0">
                <a:solidFill>
                  <a:prstClr val="white"/>
                </a:solidFill>
                <a:latin typeface="Arial"/>
                <a:cs typeface="Arial"/>
              </a:rPr>
              <a:t>BITS</a:t>
            </a:r>
            <a:r>
              <a:rPr lang="en-US" sz="2900" spc="-150" dirty="0">
                <a:solidFill>
                  <a:prstClr val="white"/>
                </a:solidFill>
                <a:latin typeface="Arial"/>
                <a:cs typeface="Arial"/>
              </a:rPr>
              <a:t> Pilani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86600" y="1171575"/>
            <a:ext cx="1905000" cy="2762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sz="1200" dirty="0">
                <a:solidFill>
                  <a:srgbClr val="FFFFFF"/>
                </a:solidFill>
                <a:latin typeface="Arial"/>
                <a:cs typeface="Arial"/>
              </a:rPr>
              <a:t>Pilani Campus</a:t>
            </a:r>
          </a:p>
        </p:txBody>
      </p:sp>
      <p:sp>
        <p:nvSpPr>
          <p:cNvPr id="17" name="Content Placeholder 16"/>
          <p:cNvSpPr>
            <a:spLocks noGrp="1"/>
          </p:cNvSpPr>
          <p:nvPr>
            <p:ph sz="quarter" idx="10"/>
          </p:nvPr>
        </p:nvSpPr>
        <p:spPr>
          <a:xfrm>
            <a:off x="304800" y="4648200"/>
            <a:ext cx="8458200" cy="1600200"/>
          </a:xfrm>
        </p:spPr>
        <p:txBody>
          <a:bodyPr>
            <a:noAutofit/>
          </a:bodyPr>
          <a:lstStyle>
            <a:lvl1pPr marL="0" indent="0">
              <a:lnSpc>
                <a:spcPts val="4200"/>
              </a:lnSpc>
              <a:spcBef>
                <a:spcPts val="0"/>
              </a:spcBef>
              <a:buNone/>
              <a:defRPr sz="40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sz="1100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>
                <a:solidFill>
                  <a:srgbClr val="101141"/>
                </a:solidFill>
                <a:latin typeface="Arial"/>
                <a:cs typeface="Arial"/>
              </a:rPr>
              <a:t>Pilani, Pilani Campus</a:t>
            </a:r>
          </a:p>
        </p:txBody>
      </p:sp>
      <p:grpSp>
        <p:nvGrpSpPr>
          <p:cNvPr id="5" name="Group 11"/>
          <p:cNvGrpSpPr>
            <a:grpSpLocks/>
          </p:cNvGrpSpPr>
          <p:nvPr/>
        </p:nvGrpSpPr>
        <p:grpSpPr bwMode="auto">
          <a:xfrm>
            <a:off x="2084388" y="6550025"/>
            <a:ext cx="7059612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pic>
        <p:nvPicPr>
          <p:cNvPr id="9" name="Picture 11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10" name="Group 18"/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1" name="Rectangle 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14" name="Group 22"/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5" name="Rectangle 14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493837"/>
            <a:ext cx="82296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Arial" pitchFamily="34" charset="0"/>
                <a:cs typeface="Arial" pitchFamily="34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Arial" pitchFamily="34" charset="0"/>
                <a:cs typeface="Arial" pitchFamily="34" charset="0"/>
              </a:defRPr>
            </a:lvl2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6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6" name="Group 19"/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7" name="Rectangle 6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9" name="Rectangle 8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10" name="Group 28"/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1" name="Rectangle 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sp>
        <p:nvSpPr>
          <p:cNvPr id="14" name="TextBox 13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sz="1100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>
                <a:solidFill>
                  <a:srgbClr val="101141"/>
                </a:solidFill>
                <a:latin typeface="Arial"/>
                <a:cs typeface="Arial"/>
              </a:rPr>
              <a:t>Pilani, Pilani Campus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800"/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53000" y="1600200"/>
            <a:ext cx="40386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800"/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Arial" pitchFamily="34" charset="0"/>
                <a:cs typeface="Arial" pitchFamily="34" charset="0"/>
              </a:defRPr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dirty="0"/>
          </a:p>
        </p:txBody>
      </p:sp>
      <p:sp>
        <p:nvSpPr>
          <p:cNvPr id="19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10"/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8" name="Rectangle 7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9" name="Rectangle 8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1" name="Rectangle 10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12" name="Group 15"/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3" name="Rectangle 12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5" name="Rectangle 14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pic>
        <p:nvPicPr>
          <p:cNvPr id="16" name="Picture 14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7" name="TextBox 16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sz="1100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>
                <a:solidFill>
                  <a:srgbClr val="101141"/>
                </a:solidFill>
                <a:latin typeface="Arial"/>
                <a:cs typeface="Arial"/>
              </a:rPr>
              <a:t>Pilani, Deemed to be University under Section 3 of UGC Act, 1956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2"/>
            <a:ext cx="4040188" cy="82708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362199"/>
            <a:ext cx="4040188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2"/>
            <a:ext cx="4041775" cy="82708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362199"/>
            <a:ext cx="4041775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5"/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4" name="Rectangle 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6" name="Rectangle 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7" name="Rectangle 6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8" name="Group 10"/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9" name="Rectangle 8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1" name="Rectangle 10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pic>
        <p:nvPicPr>
          <p:cNvPr id="12" name="Picture 14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" name="TextBox 12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sz="1100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>
                <a:solidFill>
                  <a:srgbClr val="101141"/>
                </a:solidFill>
                <a:latin typeface="Arial"/>
                <a:cs typeface="Arial"/>
              </a:rPr>
              <a:t>Pilani, Deemed to be University under Section 3 of UGC Act, 1956</a:t>
            </a:r>
          </a:p>
        </p:txBody>
      </p:sp>
      <p:sp>
        <p:nvSpPr>
          <p:cNvPr id="5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8"/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6" name="Rectangle 5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9" name="Rectangle 8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10" name="Group 13"/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1" name="Rectangle 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pic>
        <p:nvPicPr>
          <p:cNvPr id="14" name="Picture 14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" name="TextBox 14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sz="1100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>
                <a:solidFill>
                  <a:srgbClr val="101141"/>
                </a:solidFill>
                <a:latin typeface="Arial"/>
                <a:cs typeface="Arial"/>
              </a:rPr>
              <a:t>Pilani, Pilani Campus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600200"/>
            <a:ext cx="5111750" cy="45259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600200"/>
            <a:ext cx="3008313" cy="45259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Content Placeholder 18"/>
          <p:cNvSpPr>
            <a:spLocks noGrp="1"/>
          </p:cNvSpPr>
          <p:nvPr>
            <p:ph sz="quarter" idx="13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7" name="Rectangle 6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9" name="Rectangle 8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10" name="Group 10"/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1" name="Rectangle 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pic>
        <p:nvPicPr>
          <p:cNvPr id="14" name="Picture 14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" name="TextBox 14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sz="1100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>
                <a:solidFill>
                  <a:srgbClr val="101141"/>
                </a:solidFill>
                <a:latin typeface="Arial"/>
                <a:cs typeface="Arial"/>
              </a:rPr>
              <a:t>Pilani, Pilani Campus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5407025"/>
            <a:ext cx="5486400" cy="304800"/>
          </a:xfrm>
        </p:spPr>
        <p:txBody>
          <a:bodyPr anchor="b"/>
          <a:lstStyle>
            <a:lvl1pPr algn="l">
              <a:defRPr sz="1800" b="1" spc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828800"/>
            <a:ext cx="5486400" cy="3429000"/>
          </a:xfrm>
          <a:ln w="571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none"/>
        </p:style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711825"/>
            <a:ext cx="5486400" cy="304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19"/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5" name="Rectangle 4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6" name="Rectangle 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7" name="Rectangle 6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8" name="Group 24"/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9" name="Rectangle 8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1" name="Rectangle 10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pic>
        <p:nvPicPr>
          <p:cNvPr id="12" name="Picture 14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" name="TextBox 12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sz="1100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>
                <a:solidFill>
                  <a:srgbClr val="101141"/>
                </a:solidFill>
                <a:latin typeface="Arial"/>
                <a:cs typeface="Arial"/>
              </a:rPr>
              <a:t>Pilani, Pilani Campus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7"/>
          <p:cNvGrpSpPr>
            <a:grpSpLocks/>
          </p:cNvGrpSpPr>
          <p:nvPr/>
        </p:nvGrpSpPr>
        <p:grpSpPr bwMode="auto">
          <a:xfrm rot="5400000">
            <a:off x="5006182" y="2567781"/>
            <a:ext cx="5181600" cy="46037"/>
            <a:chOff x="1905000" y="6553200"/>
            <a:chExt cx="7010400" cy="45719"/>
          </a:xfrm>
        </p:grpSpPr>
        <p:sp>
          <p:nvSpPr>
            <p:cNvPr id="5" name="Rectangle 4"/>
            <p:cNvSpPr/>
            <p:nvPr/>
          </p:nvSpPr>
          <p:spPr>
            <a:xfrm>
              <a:off x="4267574" y="6553200"/>
              <a:ext cx="2328209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6" name="Rectangle 5"/>
            <p:cNvSpPr/>
            <p:nvPr/>
          </p:nvSpPr>
          <p:spPr>
            <a:xfrm>
              <a:off x="1905000" y="6553200"/>
              <a:ext cx="2362574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8" name="Rectangle 7"/>
            <p:cNvSpPr/>
            <p:nvPr userDrawn="1"/>
          </p:nvSpPr>
          <p:spPr>
            <a:xfrm>
              <a:off x="6587191" y="6553200"/>
              <a:ext cx="2328209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pic>
        <p:nvPicPr>
          <p:cNvPr id="9" name="Picture 10" descr="Picture 7.png"/>
          <p:cNvPicPr>
            <a:picLocks noChangeAspect="1"/>
          </p:cNvPicPr>
          <p:nvPr/>
        </p:nvPicPr>
        <p:blipFill>
          <a:blip r:embed="rId2" cstate="print"/>
          <a:srcRect l="5336" t="1923"/>
          <a:stretch>
            <a:fillRect/>
          </a:stretch>
        </p:blipFill>
        <p:spPr bwMode="auto">
          <a:xfrm>
            <a:off x="-7938" y="381000"/>
            <a:ext cx="692151" cy="2193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TextBox 9"/>
          <p:cNvSpPr txBox="1"/>
          <p:nvPr/>
        </p:nvSpPr>
        <p:spPr>
          <a:xfrm rot="5400000">
            <a:off x="-2794793" y="3809206"/>
            <a:ext cx="5867400" cy="2301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sz="900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900" dirty="0">
                <a:solidFill>
                  <a:srgbClr val="101141"/>
                </a:solidFill>
                <a:latin typeface="Arial"/>
                <a:cs typeface="Arial"/>
              </a:rPr>
              <a:t>Pilani, Pilani Campus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19200" y="381000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Content Placeholder 18"/>
          <p:cNvSpPr>
            <a:spLocks noGrp="1"/>
          </p:cNvSpPr>
          <p:nvPr>
            <p:ph sz="quarter" idx="10"/>
          </p:nvPr>
        </p:nvSpPr>
        <p:spPr>
          <a:xfrm rot="5400000">
            <a:off x="5410200" y="2743200"/>
            <a:ext cx="58674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Custom Layout"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>
              <a:solidFill>
                <a:prstClr val="white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prstClr val="white"/>
              </a:solidFill>
            </a:endParaRPr>
          </a:p>
        </p:txBody>
      </p:sp>
      <p:pic>
        <p:nvPicPr>
          <p:cNvPr id="9" name="Picture 10" descr="BITS_university_logo_whitevert.png"/>
          <p:cNvPicPr>
            <a:picLocks noChangeAspect="1"/>
          </p:cNvPicPr>
          <p:nvPr/>
        </p:nvPicPr>
        <p:blipFill>
          <a:blip r:embed="rId3" cstate="print"/>
          <a:srcRect t="2" b="28592"/>
          <a:stretch>
            <a:fillRect/>
          </a:stretch>
        </p:blipFill>
        <p:spPr bwMode="auto">
          <a:xfrm>
            <a:off x="76200" y="3352800"/>
            <a:ext cx="2057400" cy="1979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TextBox 9"/>
          <p:cNvSpPr txBox="1"/>
          <p:nvPr/>
        </p:nvSpPr>
        <p:spPr>
          <a:xfrm>
            <a:off x="-76200" y="5257800"/>
            <a:ext cx="2209800" cy="5540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900" b="1" spc="-150" dirty="0">
                <a:solidFill>
                  <a:prstClr val="white"/>
                </a:solidFill>
                <a:latin typeface="Arial"/>
                <a:cs typeface="Arial"/>
              </a:rPr>
              <a:t>BITS</a:t>
            </a:r>
            <a:r>
              <a:rPr lang="en-US" sz="2900" spc="-150" dirty="0">
                <a:solidFill>
                  <a:prstClr val="white"/>
                </a:solidFill>
                <a:latin typeface="Arial"/>
                <a:cs typeface="Arial"/>
              </a:rPr>
              <a:t> Pilani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2400" y="5667375"/>
            <a:ext cx="1905000" cy="2762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sz="1200" dirty="0">
                <a:solidFill>
                  <a:srgbClr val="FFFFFF"/>
                </a:solidFill>
                <a:latin typeface="Arial"/>
                <a:cs typeface="Arial"/>
              </a:rPr>
              <a:t>Pilani Campus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2514600" y="5410200"/>
            <a:ext cx="6019800" cy="533400"/>
          </a:xfrm>
        </p:spPr>
        <p:txBody>
          <a:bodyPr anchor="b">
            <a:noAutofit/>
          </a:bodyPr>
          <a:lstStyle>
            <a:lvl1pPr marL="0" indent="0" algn="r">
              <a:lnSpc>
                <a:spcPts val="1800"/>
              </a:lnSpc>
              <a:spcBef>
                <a:spcPts val="0"/>
              </a:spcBef>
              <a:buNone/>
              <a:defRPr sz="18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4600" y="3810000"/>
            <a:ext cx="6019800" cy="1524000"/>
          </a:xfrm>
        </p:spPr>
        <p:txBody>
          <a:bodyPr>
            <a:noAutofit/>
          </a:bodyPr>
          <a:lstStyle>
            <a:lvl1pPr algn="l">
              <a:lnSpc>
                <a:spcPts val="4000"/>
              </a:lnSpc>
              <a:defRPr sz="44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460CB459-1A4D-47F4-A8EE-5438035C956C}" type="datetime1">
              <a:rPr lang="en-US" smtClean="0"/>
              <a:t>1/13/2026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60DB935C-A2BB-404C-A6C5-67E9068028EC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599312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C300FC-D642-4D31-8A15-4FA78C96497F}" type="datetime1">
              <a:rPr lang="en-US" smtClean="0"/>
              <a:t>1/13/2026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89A1433-2BD6-474A-B042-E5F0856EF48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274638"/>
            <a:ext cx="6120680" cy="850106"/>
          </a:xfrm>
          <a:prstGeom prst="rect">
            <a:avLst/>
          </a:prstGeo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0"/>
          </p:nvPr>
        </p:nvSpPr>
        <p:spPr>
          <a:xfrm>
            <a:off x="2195513" y="6237288"/>
            <a:ext cx="4392612" cy="365125"/>
          </a:xfrm>
          <a:prstGeom prst="rect">
            <a:avLst/>
          </a:prstGeom>
        </p:spPr>
        <p:txBody>
          <a:bodyPr/>
          <a:lstStyle>
            <a:lvl1pPr algn="ctr">
              <a:defRPr sz="1200" b="1"/>
            </a:lvl1pPr>
          </a:lstStyle>
          <a:p>
            <a:pPr>
              <a:defRPr/>
            </a:pPr>
            <a:endParaRPr lang="en-IN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8532813" y="6237288"/>
            <a:ext cx="611187" cy="293687"/>
          </a:xfrm>
          <a:prstGeom prst="rect">
            <a:avLst/>
          </a:prstGeom>
        </p:spPr>
        <p:txBody>
          <a:bodyPr/>
          <a:lstStyle>
            <a:lvl1pPr>
              <a:defRPr sz="1600" b="1"/>
            </a:lvl1pPr>
          </a:lstStyle>
          <a:p>
            <a:pPr>
              <a:defRPr/>
            </a:pPr>
            <a:fld id="{78B23240-9A46-45DC-80D8-72E6138EF4CC}" type="slidenum">
              <a:rPr lang="en-IN"/>
              <a:pPr>
                <a:defRPr/>
              </a:pPr>
              <a:t>‹#›</a:t>
            </a:fld>
            <a:endParaRPr lang="en-IN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715DBA4-7D61-4EF0-84ED-BC77BBBD76C3}" type="datetime1">
              <a:rPr lang="en-US" smtClean="0"/>
              <a:t>1/13/2026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D8A489-38BD-40B0-9083-7E99DA903139}" type="slidenum">
              <a:rPr lang="en-IN"/>
              <a:pPr>
                <a:defRPr/>
              </a:pPr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2F12F95-64FA-403E-9EE0-678C65D0D299}" type="datetime1">
              <a:rPr lang="en-US" smtClean="0"/>
              <a:t>1/13/2026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D38CB16-FC74-415F-A778-AFAE7BEAFAF6}" type="slidenum">
              <a:rPr lang="en-IN"/>
              <a:pPr>
                <a:defRPr/>
              </a:pPr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200599-7BEE-463B-8411-A43917BFC349}" type="datetime1">
              <a:rPr lang="en-US" smtClean="0"/>
              <a:t>1/13/2026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6FB1E71-4690-4FD4-BBCF-A3779CD52565}" type="slidenum">
              <a:rPr lang="en-IN"/>
              <a:pPr>
                <a:defRPr/>
              </a:pPr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D73415C-FE33-4DC2-96C9-9FF4625BB8E2}" type="datetime1">
              <a:rPr lang="en-US" smtClean="0"/>
              <a:t>1/13/2026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FD64774-6889-4F3F-87B3-82AF987C97C8}" type="slidenum">
              <a:rPr lang="en-IN"/>
              <a:pPr>
                <a:defRPr/>
              </a:pPr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10943E7-37D7-437E-B58C-A5C75F070D4E}" type="datetime1">
              <a:rPr lang="en-US" smtClean="0"/>
              <a:t>1/13/2026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02715D1-A74F-4481-8AFF-0CF19F1A4227}" type="slidenum">
              <a:rPr lang="en-IN"/>
              <a:pPr>
                <a:defRPr/>
              </a:pPr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2CCDF47-80FE-4CCA-BCF7-3F457F9B8440}" type="datetime1">
              <a:rPr lang="en-US" smtClean="0"/>
              <a:t>1/13/2026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B936656-7811-4E10-ABA8-C743BA19F43F}" type="slidenum">
              <a:rPr lang="en-IN"/>
              <a:pPr>
                <a:defRPr/>
              </a:pPr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en-IN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D5FADEA-6F6D-4933-9FE0-B6F37CE7554E}" type="datetime1">
              <a:rPr lang="en-US" smtClean="0"/>
              <a:t>1/13/2026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A0E505A-A9CD-4645-BB6F-663BC8294A50}" type="slidenum">
              <a:rPr lang="en-IN"/>
              <a:pPr>
                <a:defRPr/>
              </a:pPr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BF5BD2D-709E-47A5-BC42-9994CC74C963}" type="datetime1">
              <a:rPr lang="en-US" smtClean="0"/>
              <a:t>1/13/2026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FB21827-D599-4054-9CED-35F966873CDF}" type="slidenum">
              <a:rPr lang="en-IN"/>
              <a:pPr>
                <a:defRPr/>
              </a:pPr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BA816B7-1F90-4FDA-9242-9B28AC85CD40}" type="datetime1">
              <a:rPr lang="en-US" smtClean="0"/>
              <a:t>1/13/2026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6872A46-881B-4CE5-A377-400F5AC5756F}" type="slidenum">
              <a:rPr lang="en-IN"/>
              <a:pPr>
                <a:defRPr/>
              </a:pPr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C0C1690-8CA7-4BF3-A2AD-205F376CB408}" type="datetime1">
              <a:rPr lang="en-US" smtClean="0"/>
              <a:t>1/13/2026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5EFCE0F-DF2D-4465-B568-7505733AD931}" type="slidenum">
              <a:rPr lang="en-IN"/>
              <a:pPr>
                <a:defRPr/>
              </a:pPr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274638"/>
            <a:ext cx="6120680" cy="850106"/>
          </a:xfrm>
          <a:prstGeom prst="rect">
            <a:avLst/>
          </a:prstGeo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0"/>
          </p:nvPr>
        </p:nvSpPr>
        <p:spPr>
          <a:xfrm>
            <a:off x="2195513" y="6237288"/>
            <a:ext cx="4392612" cy="365125"/>
          </a:xfrm>
          <a:prstGeom prst="rect">
            <a:avLst/>
          </a:prstGeom>
        </p:spPr>
        <p:txBody>
          <a:bodyPr/>
          <a:lstStyle>
            <a:lvl1pPr algn="ctr">
              <a:defRPr sz="1200" b="1" smtClean="0"/>
            </a:lvl1pPr>
          </a:lstStyle>
          <a:p>
            <a:pPr>
              <a:defRPr/>
            </a:pPr>
            <a:endParaRPr lang="en-IN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8532813" y="6237288"/>
            <a:ext cx="611187" cy="293687"/>
          </a:xfrm>
          <a:prstGeom prst="rect">
            <a:avLst/>
          </a:prstGeom>
        </p:spPr>
        <p:txBody>
          <a:bodyPr/>
          <a:lstStyle>
            <a:lvl1pPr>
              <a:defRPr sz="1600" b="1" smtClean="0"/>
            </a:lvl1pPr>
          </a:lstStyle>
          <a:p>
            <a:pPr>
              <a:defRPr/>
            </a:pPr>
            <a:fld id="{578891D9-9DBF-4503-8954-7823A473F5F2}" type="slidenum">
              <a:rPr lang="en-IN"/>
              <a:pPr>
                <a:defRPr/>
              </a:pPr>
              <a:t>‹#›</a:t>
            </a:fld>
            <a:endParaRPr lang="en-IN" dirty="0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ED7F078-45CA-436D-BCDB-2763B33808C1}" type="datetime1">
              <a:rPr lang="en-US" smtClean="0"/>
              <a:t>1/13/2026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7754B72-864B-4419-8417-A1CD80834F11}" type="slidenum">
              <a:rPr lang="en-IN"/>
              <a:pPr>
                <a:defRPr/>
              </a:pPr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1EDC1C1-EAE1-4BB9-9C6A-E69598A608B8}" type="datetime1">
              <a:rPr lang="en-US" smtClean="0"/>
              <a:t>1/13/2026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3CC4AA0-627E-417E-B63D-B3DF9B458D26}" type="slidenum">
              <a:rPr lang="en-IN"/>
              <a:pPr>
                <a:defRPr/>
              </a:pPr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864ACAF-850F-4E54-8FE9-8FA2C243DE68}" type="datetime1">
              <a:rPr lang="en-US" smtClean="0"/>
              <a:t>1/13/2026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85947CB-2DD6-480A-BB8A-9DB725A59BE4}" type="slidenum">
              <a:rPr lang="en-IN"/>
              <a:pPr>
                <a:defRPr/>
              </a:pPr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F782099-724F-40AB-8E67-4FB981F47242}" type="datetime1">
              <a:rPr lang="en-US" smtClean="0"/>
              <a:t>1/13/2026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9A44F58-842A-4939-AD5D-04575B8B76C1}" type="slidenum">
              <a:rPr lang="en-IN"/>
              <a:pPr>
                <a:defRPr/>
              </a:pPr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B7781A9-26D8-498A-A78A-4369AE67AC51}" type="datetime1">
              <a:rPr lang="en-US" smtClean="0"/>
              <a:t>1/13/2026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062B2FC-FC80-4EAE-B114-A316EDBA5B6E}" type="slidenum">
              <a:rPr lang="en-IN"/>
              <a:pPr>
                <a:defRPr/>
              </a:pPr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60FC157-7303-4896-BF84-95F3AD505D15}" type="datetime1">
              <a:rPr lang="en-US" smtClean="0"/>
              <a:t>1/13/2026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333D8C1-C48A-434B-B05D-32EFC992A06D}" type="slidenum">
              <a:rPr lang="en-IN"/>
              <a:pPr>
                <a:defRPr/>
              </a:pPr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en-IN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D140035-DD72-475E-99C9-FA286FF8CEF5}" type="datetime1">
              <a:rPr lang="en-US" smtClean="0"/>
              <a:t>1/13/2026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ABC52F0-3AC6-4B70-9B7C-80128C5BC8D3}" type="slidenum">
              <a:rPr lang="en-IN"/>
              <a:pPr>
                <a:defRPr/>
              </a:pPr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5326905-178E-415A-9E8A-DF517F197F55}" type="datetime1">
              <a:rPr lang="en-US" smtClean="0"/>
              <a:t>1/13/2026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904F594-7693-4705-8E88-CEADBE86DA53}" type="slidenum">
              <a:rPr lang="en-IN"/>
              <a:pPr>
                <a:defRPr/>
              </a:pPr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EAD8F48-34D1-47D3-BB07-1911D9B7808E}" type="datetime1">
              <a:rPr lang="en-US" smtClean="0"/>
              <a:t>1/13/2026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0806891-6D43-46F3-BFF0-1270190D4E6C}" type="slidenum">
              <a:rPr lang="en-IN"/>
              <a:pPr>
                <a:defRPr/>
              </a:pPr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7" name="Picture 10" descr="BITS_university_logo_whitevert.png"/>
          <p:cNvPicPr>
            <a:picLocks noChangeAspect="1"/>
          </p:cNvPicPr>
          <p:nvPr/>
        </p:nvPicPr>
        <p:blipFill>
          <a:blip r:embed="rId2" cstate="print"/>
          <a:srcRect t="2" b="28592"/>
          <a:stretch>
            <a:fillRect/>
          </a:stretch>
        </p:blipFill>
        <p:spPr bwMode="auto">
          <a:xfrm>
            <a:off x="76200" y="3352800"/>
            <a:ext cx="2057400" cy="1979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TextBox 7"/>
          <p:cNvSpPr txBox="1"/>
          <p:nvPr/>
        </p:nvSpPr>
        <p:spPr>
          <a:xfrm>
            <a:off x="-76200" y="5257800"/>
            <a:ext cx="2209800" cy="5540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900" b="1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</a:t>
            </a:r>
            <a:r>
              <a:rPr kumimoji="0" lang="en-US" sz="2900" b="0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Pilani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400" y="5667375"/>
            <a:ext cx="1905000" cy="2762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 Campus</a:t>
            </a: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2514600" y="3810000"/>
            <a:ext cx="6019800" cy="1524000"/>
          </a:xfrm>
        </p:spPr>
        <p:txBody>
          <a:bodyPr anchorCtr="0">
            <a:noAutofit/>
          </a:bodyPr>
          <a:lstStyle>
            <a:lvl1pPr algn="l">
              <a:lnSpc>
                <a:spcPts val="4000"/>
              </a:lnSpc>
              <a:defRPr sz="44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142645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9" name="Picture 10" descr="BITS_university_logo_whitevert.png"/>
          <p:cNvPicPr>
            <a:picLocks noChangeAspect="1"/>
          </p:cNvPicPr>
          <p:nvPr/>
        </p:nvPicPr>
        <p:blipFill>
          <a:blip r:embed="rId2" cstate="print"/>
          <a:srcRect t="2" b="28592"/>
          <a:stretch>
            <a:fillRect/>
          </a:stretch>
        </p:blipFill>
        <p:spPr bwMode="auto">
          <a:xfrm>
            <a:off x="76200" y="3352800"/>
            <a:ext cx="2057400" cy="1979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TextBox 9"/>
          <p:cNvSpPr txBox="1"/>
          <p:nvPr/>
        </p:nvSpPr>
        <p:spPr>
          <a:xfrm>
            <a:off x="-76200" y="5257800"/>
            <a:ext cx="2209800" cy="5540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900" b="1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</a:t>
            </a:r>
            <a:r>
              <a:rPr kumimoji="0" lang="en-US" sz="2900" b="0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Pilani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2400" y="5667375"/>
            <a:ext cx="1905000" cy="2762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 Campus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6" name="Picture 17" descr="BITS_university_logo_whitevert.png"/>
          <p:cNvPicPr>
            <a:picLocks noChangeAspect="1"/>
          </p:cNvPicPr>
          <p:nvPr/>
        </p:nvPicPr>
        <p:blipFill>
          <a:blip r:embed="rId2" cstate="print"/>
          <a:srcRect t="2" b="28592"/>
          <a:stretch>
            <a:fillRect/>
          </a:stretch>
        </p:blipFill>
        <p:spPr bwMode="auto">
          <a:xfrm>
            <a:off x="76200" y="3352800"/>
            <a:ext cx="2057400" cy="1979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7" name="TextBox 16"/>
          <p:cNvSpPr txBox="1"/>
          <p:nvPr/>
        </p:nvSpPr>
        <p:spPr>
          <a:xfrm>
            <a:off x="-76200" y="5257800"/>
            <a:ext cx="2209800" cy="5540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900" b="1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</a:t>
            </a:r>
            <a:r>
              <a:rPr kumimoji="0" lang="en-US" sz="2900" b="0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Pilani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2400" y="5667375"/>
            <a:ext cx="1905000" cy="2762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 Campus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2514600" y="5410200"/>
            <a:ext cx="6019800" cy="533400"/>
          </a:xfrm>
        </p:spPr>
        <p:txBody>
          <a:bodyPr anchor="b">
            <a:noAutofit/>
          </a:bodyPr>
          <a:lstStyle>
            <a:lvl1pPr marL="0" indent="0" algn="r">
              <a:lnSpc>
                <a:spcPts val="1800"/>
              </a:lnSpc>
              <a:spcBef>
                <a:spcPts val="0"/>
              </a:spcBef>
              <a:buNone/>
              <a:defRPr sz="18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4600" y="3810000"/>
            <a:ext cx="6019800" cy="1524000"/>
          </a:xfrm>
        </p:spPr>
        <p:txBody>
          <a:bodyPr anchorCtr="0">
            <a:noAutofit/>
          </a:bodyPr>
          <a:lstStyle>
            <a:lvl1pPr algn="l">
              <a:lnSpc>
                <a:spcPts val="4000"/>
              </a:lnSpc>
              <a:defRPr sz="44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8064576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\\Server\D\jyoti\FI023_BITS_v1\styleguide img\IMG_5627_b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Rectangle 3"/>
          <p:cNvSpPr/>
          <p:nvPr/>
        </p:nvSpPr>
        <p:spPr>
          <a:xfrm>
            <a:off x="0" y="4281488"/>
            <a:ext cx="9144000" cy="2576512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5" name="Picture 8" descr="Picture 7.png"/>
          <p:cNvPicPr>
            <a:picLocks noChangeAspect="1"/>
          </p:cNvPicPr>
          <p:nvPr/>
        </p:nvPicPr>
        <p:blipFill>
          <a:blip r:embed="rId3" cstate="print"/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5"/>
          <p:cNvSpPr/>
          <p:nvPr/>
        </p:nvSpPr>
        <p:spPr>
          <a:xfrm>
            <a:off x="2882900" y="677545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-12700" y="677545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778500" y="677545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858000" y="762000"/>
            <a:ext cx="2209800" cy="5540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900" b="1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</a:t>
            </a:r>
            <a:r>
              <a:rPr kumimoji="0" lang="en-US" sz="2900" b="0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Pilani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86600" y="1171575"/>
            <a:ext cx="1905000" cy="2762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 Campus</a:t>
            </a:r>
          </a:p>
        </p:txBody>
      </p:sp>
      <p:sp>
        <p:nvSpPr>
          <p:cNvPr id="17" name="Content Placeholder 16"/>
          <p:cNvSpPr>
            <a:spLocks noGrp="1"/>
          </p:cNvSpPr>
          <p:nvPr>
            <p:ph sz="quarter" idx="10"/>
          </p:nvPr>
        </p:nvSpPr>
        <p:spPr>
          <a:xfrm>
            <a:off x="304800" y="4648200"/>
            <a:ext cx="8458200" cy="1600200"/>
          </a:xfrm>
        </p:spPr>
        <p:txBody>
          <a:bodyPr>
            <a:noAutofit/>
          </a:bodyPr>
          <a:lstStyle>
            <a:lvl1pPr marL="0" indent="0">
              <a:lnSpc>
                <a:spcPts val="4200"/>
              </a:lnSpc>
              <a:spcBef>
                <a:spcPts val="0"/>
              </a:spcBef>
              <a:buNone/>
              <a:defRPr sz="40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309662753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_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8153400" y="6550025"/>
            <a:ext cx="9906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 </a:t>
            </a: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101141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grpSp>
        <p:nvGrpSpPr>
          <p:cNvPr id="5" name="Group 11"/>
          <p:cNvGrpSpPr>
            <a:grpSpLocks/>
          </p:cNvGrpSpPr>
          <p:nvPr/>
        </p:nvGrpSpPr>
        <p:grpSpPr bwMode="auto">
          <a:xfrm>
            <a:off x="2084388" y="6550025"/>
            <a:ext cx="7059612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pic>
        <p:nvPicPr>
          <p:cNvPr id="9" name="Picture 11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10" name="Group 18"/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1" name="Rectangle 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14" name="Group 22"/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5" name="Rectangle 14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2798464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lank_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8153400" y="6550025"/>
            <a:ext cx="9906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 </a:t>
            </a: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101141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grpSp>
        <p:nvGrpSpPr>
          <p:cNvPr id="5" name="Group 11"/>
          <p:cNvGrpSpPr>
            <a:grpSpLocks/>
          </p:cNvGrpSpPr>
          <p:nvPr/>
        </p:nvGrpSpPr>
        <p:grpSpPr bwMode="auto">
          <a:xfrm>
            <a:off x="2084388" y="6550025"/>
            <a:ext cx="7059612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pic>
        <p:nvPicPr>
          <p:cNvPr id="9" name="Picture 11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10" name="Group 18"/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1" name="Rectangle 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14" name="Group 22"/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5" name="Rectangle 14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2290678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_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8153400" y="6550025"/>
            <a:ext cx="9906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 </a:t>
            </a: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101141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grpSp>
        <p:nvGrpSpPr>
          <p:cNvPr id="5" name="Group 11"/>
          <p:cNvGrpSpPr>
            <a:grpSpLocks/>
          </p:cNvGrpSpPr>
          <p:nvPr/>
        </p:nvGrpSpPr>
        <p:grpSpPr bwMode="auto">
          <a:xfrm>
            <a:off x="2084388" y="6550025"/>
            <a:ext cx="7059612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pic>
        <p:nvPicPr>
          <p:cNvPr id="9" name="Picture 11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10" name="Group 18"/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1" name="Rectangle 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14" name="Group 22"/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5" name="Rectangle 14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4179946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_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8153400" y="6550025"/>
            <a:ext cx="9906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 </a:t>
            </a: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101141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grpSp>
        <p:nvGrpSpPr>
          <p:cNvPr id="5" name="Group 11"/>
          <p:cNvGrpSpPr>
            <a:grpSpLocks/>
          </p:cNvGrpSpPr>
          <p:nvPr/>
        </p:nvGrpSpPr>
        <p:grpSpPr bwMode="auto">
          <a:xfrm>
            <a:off x="2084388" y="6550025"/>
            <a:ext cx="7059612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pic>
        <p:nvPicPr>
          <p:cNvPr id="9" name="Picture 11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10" name="Group 18"/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1" name="Rectangle 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14" name="Group 22"/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5" name="Rectangle 14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2472895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6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6" name="Group 19"/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7" name="Rectangle 6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9" name="Rectangle 8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10" name="Group 28"/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1" name="Rectangle 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14" name="TextBox 13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Pilani, Pilani Campus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800"/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53000" y="1600200"/>
            <a:ext cx="40386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800"/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Arial" pitchFamily="34" charset="0"/>
                <a:cs typeface="Arial" pitchFamily="34" charset="0"/>
              </a:defRPr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dirty="0"/>
          </a:p>
        </p:txBody>
      </p:sp>
      <p:sp>
        <p:nvSpPr>
          <p:cNvPr id="19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97204867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10"/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8" name="Rectangle 7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9" name="Rectangle 8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1" name="Rectangle 10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12" name="Group 15"/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3" name="Rectangle 12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5" name="Rectangle 14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pic>
        <p:nvPicPr>
          <p:cNvPr id="16" name="Picture 14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7" name="TextBox 16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Pilani, Deemed to be University under Section 3 of UGC Act, 1956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2"/>
            <a:ext cx="4040188" cy="82708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362199"/>
            <a:ext cx="4040188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2"/>
            <a:ext cx="4041775" cy="82708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362199"/>
            <a:ext cx="4041775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4084245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5"/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4" name="Rectangle 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" name="Rectangle 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Rectangle 6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8" name="Group 10"/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9" name="Rectangle 8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1" name="Rectangle 10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pic>
        <p:nvPicPr>
          <p:cNvPr id="12" name="Picture 14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" name="TextBox 12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Pilani, Deemed to be University under Section 3 of UGC Act, 1956</a:t>
            </a:r>
          </a:p>
        </p:txBody>
      </p:sp>
      <p:sp>
        <p:nvSpPr>
          <p:cNvPr id="5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6239744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8"/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6" name="Rectangle 5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9" name="Rectangle 8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10" name="Group 13"/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1" name="Rectangle 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pic>
        <p:nvPicPr>
          <p:cNvPr id="14" name="Picture 14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" name="TextBox 14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Pilani, Pilani Campus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600200"/>
            <a:ext cx="5111750" cy="45259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600200"/>
            <a:ext cx="3008313" cy="45259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Content Placeholder 18"/>
          <p:cNvSpPr>
            <a:spLocks noGrp="1"/>
          </p:cNvSpPr>
          <p:nvPr>
            <p:ph sz="quarter" idx="13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77573967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7" name="Rectangle 6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9" name="Rectangle 8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10" name="Group 10"/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1" name="Rectangle 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pic>
        <p:nvPicPr>
          <p:cNvPr id="14" name="Picture 14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" name="TextBox 14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Pilani, Pilani Campus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5407025"/>
            <a:ext cx="5486400" cy="304800"/>
          </a:xfrm>
        </p:spPr>
        <p:txBody>
          <a:bodyPr anchor="b"/>
          <a:lstStyle>
            <a:lvl1pPr algn="l">
              <a:defRPr sz="1800" b="1" spc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828800"/>
            <a:ext cx="5486400" cy="3429000"/>
          </a:xfrm>
          <a:ln w="571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none"/>
        </p:style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711825"/>
            <a:ext cx="5486400" cy="304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3336686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19"/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5" name="Rectangle 4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" name="Rectangle 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Rectangle 6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8" name="Group 24"/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9" name="Rectangle 8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1" name="Rectangle 10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pic>
        <p:nvPicPr>
          <p:cNvPr id="12" name="Picture 14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" name="TextBox 12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Pilani, Pilani Campus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08225637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7"/>
          <p:cNvGrpSpPr>
            <a:grpSpLocks/>
          </p:cNvGrpSpPr>
          <p:nvPr/>
        </p:nvGrpSpPr>
        <p:grpSpPr bwMode="auto">
          <a:xfrm rot="5400000">
            <a:off x="5006182" y="2567781"/>
            <a:ext cx="5181600" cy="46037"/>
            <a:chOff x="1905000" y="6553200"/>
            <a:chExt cx="7010400" cy="45719"/>
          </a:xfrm>
        </p:grpSpPr>
        <p:sp>
          <p:nvSpPr>
            <p:cNvPr id="5" name="Rectangle 4"/>
            <p:cNvSpPr/>
            <p:nvPr/>
          </p:nvSpPr>
          <p:spPr>
            <a:xfrm>
              <a:off x="4267574" y="6553200"/>
              <a:ext cx="2328209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" name="Rectangle 5"/>
            <p:cNvSpPr/>
            <p:nvPr/>
          </p:nvSpPr>
          <p:spPr>
            <a:xfrm>
              <a:off x="1905000" y="6553200"/>
              <a:ext cx="2362574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" name="Rectangle 7"/>
            <p:cNvSpPr/>
            <p:nvPr userDrawn="1"/>
          </p:nvSpPr>
          <p:spPr>
            <a:xfrm>
              <a:off x="6587191" y="6553200"/>
              <a:ext cx="2328209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pic>
        <p:nvPicPr>
          <p:cNvPr id="9" name="Picture 10" descr="Picture 7.png"/>
          <p:cNvPicPr>
            <a:picLocks noChangeAspect="1"/>
          </p:cNvPicPr>
          <p:nvPr/>
        </p:nvPicPr>
        <p:blipFill>
          <a:blip r:embed="rId2" cstate="print"/>
          <a:srcRect l="5336" t="1923"/>
          <a:stretch>
            <a:fillRect/>
          </a:stretch>
        </p:blipFill>
        <p:spPr bwMode="auto">
          <a:xfrm>
            <a:off x="-7938" y="381000"/>
            <a:ext cx="692151" cy="2193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TextBox 9"/>
          <p:cNvSpPr txBox="1"/>
          <p:nvPr/>
        </p:nvSpPr>
        <p:spPr>
          <a:xfrm rot="5400000">
            <a:off x="-2794793" y="3809206"/>
            <a:ext cx="5867400" cy="2301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 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Pilani, Pilani Campus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19200" y="381000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Content Placeholder 18"/>
          <p:cNvSpPr>
            <a:spLocks noGrp="1"/>
          </p:cNvSpPr>
          <p:nvPr>
            <p:ph sz="quarter" idx="10"/>
          </p:nvPr>
        </p:nvSpPr>
        <p:spPr>
          <a:xfrm rot="5400000">
            <a:off x="5410200" y="2743200"/>
            <a:ext cx="58674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8403250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6" descr="\\Server\D\jyoti\FI023_BITS_v1\styleguide img\IMG_5627_b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Rectangle 3"/>
          <p:cNvSpPr/>
          <p:nvPr/>
        </p:nvSpPr>
        <p:spPr>
          <a:xfrm>
            <a:off x="0" y="4281488"/>
            <a:ext cx="9144000" cy="2576512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5" name="Picture 6" descr="Picture 7.png"/>
          <p:cNvPicPr>
            <a:picLocks noChangeAspect="1"/>
          </p:cNvPicPr>
          <p:nvPr/>
        </p:nvPicPr>
        <p:blipFill>
          <a:blip r:embed="rId3" cstate="print"/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5"/>
          <p:cNvSpPr/>
          <p:nvPr/>
        </p:nvSpPr>
        <p:spPr>
          <a:xfrm>
            <a:off x="2882900" y="677545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-12700" y="677545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778500" y="677545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858000" y="762000"/>
            <a:ext cx="2209800" cy="5540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900" b="1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</a:t>
            </a:r>
            <a:r>
              <a:rPr kumimoji="0" lang="en-US" sz="2900" b="0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Pilani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86600" y="1171575"/>
            <a:ext cx="1905000" cy="2762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 Campus</a:t>
            </a:r>
          </a:p>
        </p:txBody>
      </p:sp>
      <p:sp>
        <p:nvSpPr>
          <p:cNvPr id="17" name="Content Placeholder 16"/>
          <p:cNvSpPr>
            <a:spLocks noGrp="1"/>
          </p:cNvSpPr>
          <p:nvPr>
            <p:ph sz="quarter" idx="10"/>
          </p:nvPr>
        </p:nvSpPr>
        <p:spPr>
          <a:xfrm>
            <a:off x="304800" y="4648200"/>
            <a:ext cx="8458200" cy="1600200"/>
          </a:xfrm>
        </p:spPr>
        <p:txBody>
          <a:bodyPr>
            <a:noAutofit/>
          </a:bodyPr>
          <a:lstStyle>
            <a:lvl1pPr marL="0" indent="0">
              <a:lnSpc>
                <a:spcPts val="4200"/>
              </a:lnSpc>
              <a:spcBef>
                <a:spcPts val="0"/>
              </a:spcBef>
              <a:buNone/>
              <a:defRPr sz="40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3259994079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9" name="Picture 10" descr="BITS_university_logo_whitevert.png"/>
          <p:cNvPicPr>
            <a:picLocks noChangeAspect="1"/>
          </p:cNvPicPr>
          <p:nvPr/>
        </p:nvPicPr>
        <p:blipFill>
          <a:blip r:embed="rId2" cstate="print"/>
          <a:srcRect t="2" b="28592"/>
          <a:stretch>
            <a:fillRect/>
          </a:stretch>
        </p:blipFill>
        <p:spPr bwMode="auto">
          <a:xfrm>
            <a:off x="76200" y="3352800"/>
            <a:ext cx="2057400" cy="1979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TextBox 9"/>
          <p:cNvSpPr txBox="1"/>
          <p:nvPr/>
        </p:nvSpPr>
        <p:spPr>
          <a:xfrm>
            <a:off x="-76200" y="5257800"/>
            <a:ext cx="2209800" cy="5540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900" b="1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</a:t>
            </a:r>
            <a:r>
              <a:rPr kumimoji="0" lang="en-US" sz="2900" b="0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Pilani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2400" y="5667375"/>
            <a:ext cx="1905000" cy="2762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 Campus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2514600" y="5410200"/>
            <a:ext cx="6019800" cy="533400"/>
          </a:xfrm>
        </p:spPr>
        <p:txBody>
          <a:bodyPr anchor="b">
            <a:noAutofit/>
          </a:bodyPr>
          <a:lstStyle>
            <a:lvl1pPr marL="0" indent="0" algn="r">
              <a:lnSpc>
                <a:spcPts val="1800"/>
              </a:lnSpc>
              <a:spcBef>
                <a:spcPts val="0"/>
              </a:spcBef>
              <a:buNone/>
              <a:defRPr sz="18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4600" y="3810000"/>
            <a:ext cx="6019800" cy="1524000"/>
          </a:xfrm>
        </p:spPr>
        <p:txBody>
          <a:bodyPr>
            <a:noAutofit/>
          </a:bodyPr>
          <a:lstStyle>
            <a:lvl1pPr algn="l">
              <a:lnSpc>
                <a:spcPts val="4000"/>
              </a:lnSpc>
              <a:defRPr sz="44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0183139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Pilani, Pilani Campus</a:t>
            </a:r>
          </a:p>
        </p:txBody>
      </p:sp>
      <p:grpSp>
        <p:nvGrpSpPr>
          <p:cNvPr id="5" name="Group 11"/>
          <p:cNvGrpSpPr>
            <a:grpSpLocks/>
          </p:cNvGrpSpPr>
          <p:nvPr/>
        </p:nvGrpSpPr>
        <p:grpSpPr bwMode="auto">
          <a:xfrm>
            <a:off x="2084388" y="6550025"/>
            <a:ext cx="7059612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pic>
        <p:nvPicPr>
          <p:cNvPr id="9" name="Picture 11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10" name="Group 18"/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1" name="Rectangle 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14" name="Group 22"/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5" name="Rectangle 14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493837"/>
            <a:ext cx="82296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Arial" pitchFamily="34" charset="0"/>
                <a:cs typeface="Arial" pitchFamily="34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Arial" pitchFamily="34" charset="0"/>
                <a:cs typeface="Arial" pitchFamily="34" charset="0"/>
              </a:defRPr>
            </a:lvl2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6522774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Pilani, Pilani Campus</a:t>
            </a:r>
          </a:p>
        </p:txBody>
      </p:sp>
      <p:grpSp>
        <p:nvGrpSpPr>
          <p:cNvPr id="5" name="Group 11"/>
          <p:cNvGrpSpPr>
            <a:grpSpLocks/>
          </p:cNvGrpSpPr>
          <p:nvPr/>
        </p:nvGrpSpPr>
        <p:grpSpPr bwMode="auto">
          <a:xfrm>
            <a:off x="2084388" y="6550025"/>
            <a:ext cx="7059612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pic>
        <p:nvPicPr>
          <p:cNvPr id="9" name="Picture 11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10" name="Group 18"/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1" name="Rectangle 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14" name="Group 22"/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5" name="Rectangle 14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493837"/>
            <a:ext cx="82296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Arial" pitchFamily="34" charset="0"/>
                <a:cs typeface="Arial" pitchFamily="34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Arial" pitchFamily="34" charset="0"/>
                <a:cs typeface="Arial" pitchFamily="34" charset="0"/>
              </a:defRPr>
            </a:lvl2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1019422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Pilani, Pilani Campus</a:t>
            </a:r>
          </a:p>
        </p:txBody>
      </p:sp>
      <p:grpSp>
        <p:nvGrpSpPr>
          <p:cNvPr id="5" name="Group 11"/>
          <p:cNvGrpSpPr>
            <a:grpSpLocks/>
          </p:cNvGrpSpPr>
          <p:nvPr/>
        </p:nvGrpSpPr>
        <p:grpSpPr bwMode="auto">
          <a:xfrm>
            <a:off x="2084388" y="6550025"/>
            <a:ext cx="7059612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pic>
        <p:nvPicPr>
          <p:cNvPr id="9" name="Picture 11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10" name="Group 18"/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1" name="Rectangle 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14" name="Group 22"/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5" name="Rectangle 14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493837"/>
            <a:ext cx="82296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Arial" pitchFamily="34" charset="0"/>
                <a:cs typeface="Arial" pitchFamily="34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Arial" pitchFamily="34" charset="0"/>
                <a:cs typeface="Arial" pitchFamily="34" charset="0"/>
              </a:defRPr>
            </a:lvl2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53598894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Pilani, Pilani Campus</a:t>
            </a:r>
          </a:p>
        </p:txBody>
      </p:sp>
      <p:grpSp>
        <p:nvGrpSpPr>
          <p:cNvPr id="5" name="Group 11"/>
          <p:cNvGrpSpPr>
            <a:grpSpLocks/>
          </p:cNvGrpSpPr>
          <p:nvPr/>
        </p:nvGrpSpPr>
        <p:grpSpPr bwMode="auto">
          <a:xfrm>
            <a:off x="2084388" y="6550025"/>
            <a:ext cx="7059612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pic>
        <p:nvPicPr>
          <p:cNvPr id="9" name="Picture 11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10" name="Group 18"/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1" name="Rectangle 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14" name="Group 22"/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5" name="Rectangle 14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493837"/>
            <a:ext cx="82296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Arial" pitchFamily="34" charset="0"/>
                <a:cs typeface="Arial" pitchFamily="34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Arial" pitchFamily="34" charset="0"/>
                <a:cs typeface="Arial" pitchFamily="34" charset="0"/>
              </a:defRPr>
            </a:lvl2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1293407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Pilani, Pilani Campus</a:t>
            </a:r>
          </a:p>
        </p:txBody>
      </p:sp>
      <p:grpSp>
        <p:nvGrpSpPr>
          <p:cNvPr id="5" name="Group 11"/>
          <p:cNvGrpSpPr>
            <a:grpSpLocks/>
          </p:cNvGrpSpPr>
          <p:nvPr/>
        </p:nvGrpSpPr>
        <p:grpSpPr bwMode="auto">
          <a:xfrm>
            <a:off x="2084388" y="6550025"/>
            <a:ext cx="7059612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pic>
        <p:nvPicPr>
          <p:cNvPr id="9" name="Picture 11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10" name="Group 18"/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1" name="Rectangle 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14" name="Group 22"/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5" name="Rectangle 14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493837"/>
            <a:ext cx="82296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Arial" pitchFamily="34" charset="0"/>
                <a:cs typeface="Arial" pitchFamily="34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Arial" pitchFamily="34" charset="0"/>
                <a:cs typeface="Arial" pitchFamily="34" charset="0"/>
              </a:defRPr>
            </a:lvl2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3644531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Pilani, Pilani Campus</a:t>
            </a:r>
          </a:p>
        </p:txBody>
      </p:sp>
      <p:grpSp>
        <p:nvGrpSpPr>
          <p:cNvPr id="5" name="Group 11"/>
          <p:cNvGrpSpPr>
            <a:grpSpLocks/>
          </p:cNvGrpSpPr>
          <p:nvPr/>
        </p:nvGrpSpPr>
        <p:grpSpPr bwMode="auto">
          <a:xfrm>
            <a:off x="2084388" y="6550025"/>
            <a:ext cx="7059612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pic>
        <p:nvPicPr>
          <p:cNvPr id="9" name="Picture 11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10" name="Group 18"/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1" name="Rectangle 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14" name="Group 22"/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5" name="Rectangle 14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493837"/>
            <a:ext cx="82296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Arial" pitchFamily="34" charset="0"/>
                <a:cs typeface="Arial" pitchFamily="34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Arial" pitchFamily="34" charset="0"/>
                <a:cs typeface="Arial" pitchFamily="34" charset="0"/>
              </a:defRPr>
            </a:lvl2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4841953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Pilani, Pilani Campus</a:t>
            </a:r>
          </a:p>
        </p:txBody>
      </p:sp>
      <p:grpSp>
        <p:nvGrpSpPr>
          <p:cNvPr id="5" name="Group 11"/>
          <p:cNvGrpSpPr>
            <a:grpSpLocks/>
          </p:cNvGrpSpPr>
          <p:nvPr/>
        </p:nvGrpSpPr>
        <p:grpSpPr bwMode="auto">
          <a:xfrm>
            <a:off x="2084388" y="6550025"/>
            <a:ext cx="7059612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pic>
        <p:nvPicPr>
          <p:cNvPr id="9" name="Picture 11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10" name="Group 18"/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1" name="Rectangle 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14" name="Group 22"/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5" name="Rectangle 14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493837"/>
            <a:ext cx="82296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Arial" pitchFamily="34" charset="0"/>
                <a:cs typeface="Arial" pitchFamily="34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Arial" pitchFamily="34" charset="0"/>
                <a:cs typeface="Arial" pitchFamily="34" charset="0"/>
              </a:defRPr>
            </a:lvl2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9678626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Pilani, Pilani Campus</a:t>
            </a:r>
          </a:p>
        </p:txBody>
      </p:sp>
      <p:grpSp>
        <p:nvGrpSpPr>
          <p:cNvPr id="5" name="Group 11"/>
          <p:cNvGrpSpPr>
            <a:grpSpLocks/>
          </p:cNvGrpSpPr>
          <p:nvPr/>
        </p:nvGrpSpPr>
        <p:grpSpPr bwMode="auto">
          <a:xfrm>
            <a:off x="2084388" y="6550025"/>
            <a:ext cx="7059612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pic>
        <p:nvPicPr>
          <p:cNvPr id="9" name="Picture 11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10" name="Group 18"/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1" name="Rectangle 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14" name="Group 22"/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5" name="Rectangle 14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493837"/>
            <a:ext cx="82296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Arial" pitchFamily="34" charset="0"/>
                <a:cs typeface="Arial" pitchFamily="34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Arial" pitchFamily="34" charset="0"/>
                <a:cs typeface="Arial" pitchFamily="34" charset="0"/>
              </a:defRPr>
            </a:lvl2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5171492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Pilani, Pilani Campus</a:t>
            </a:r>
          </a:p>
        </p:txBody>
      </p:sp>
      <p:grpSp>
        <p:nvGrpSpPr>
          <p:cNvPr id="5" name="Group 11"/>
          <p:cNvGrpSpPr>
            <a:grpSpLocks/>
          </p:cNvGrpSpPr>
          <p:nvPr/>
        </p:nvGrpSpPr>
        <p:grpSpPr bwMode="auto">
          <a:xfrm>
            <a:off x="2084388" y="6550025"/>
            <a:ext cx="7059612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pic>
        <p:nvPicPr>
          <p:cNvPr id="9" name="Picture 11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10" name="Group 18"/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1" name="Rectangle 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14" name="Group 22"/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5" name="Rectangle 14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493837"/>
            <a:ext cx="82296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Arial" pitchFamily="34" charset="0"/>
                <a:cs typeface="Arial" pitchFamily="34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Arial" pitchFamily="34" charset="0"/>
                <a:cs typeface="Arial" pitchFamily="34" charset="0"/>
              </a:defRPr>
            </a:lvl2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1990178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 userDrawn="1"/>
        </p:nvPicPr>
        <p:blipFill rotWithShape="1"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543" b="-543"/>
          <a:stretch/>
        </p:blipFill>
        <p:spPr>
          <a:xfrm>
            <a:off x="3563108" y="2223656"/>
            <a:ext cx="2017786" cy="2729344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817420"/>
            <a:ext cx="9144000" cy="4058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0569"/>
            <a:ext cx="8001000" cy="76436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60569"/>
            <a:ext cx="6991350" cy="764364"/>
          </a:xfrm>
        </p:spPr>
        <p:txBody>
          <a:bodyPr>
            <a:normAutofit/>
          </a:bodyPr>
          <a:lstStyle>
            <a:lvl1pPr>
              <a:defRPr sz="2400" b="1">
                <a:solidFill>
                  <a:schemeClr val="bg1"/>
                </a:solidFill>
                <a:latin typeface="Helvetica" panose="020B060402020203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>
          <a:xfrm>
            <a:off x="643304" y="1600202"/>
            <a:ext cx="7620000" cy="2728913"/>
          </a:xfrm>
        </p:spPr>
        <p:txBody>
          <a:bodyPr/>
          <a:lstStyle>
            <a:lvl1pPr>
              <a:defRPr sz="1350">
                <a:latin typeface="Helvetica" panose="020B0604020202030204" pitchFamily="34" charset="0"/>
              </a:defRPr>
            </a:lvl1pPr>
            <a:lvl2pPr>
              <a:defRPr sz="1200">
                <a:latin typeface="Helvetica" panose="020B0604020202030204" pitchFamily="34" charset="0"/>
              </a:defRPr>
            </a:lvl2pPr>
            <a:lvl3pPr>
              <a:defRPr sz="1050">
                <a:latin typeface="Helvetica" panose="020B0604020202030204" pitchFamily="34" charset="0"/>
              </a:defRPr>
            </a:lvl3pPr>
            <a:lvl4pPr>
              <a:defRPr sz="900">
                <a:latin typeface="Helvetica" panose="020B0604020202030204" pitchFamily="34" charset="0"/>
              </a:defRPr>
            </a:lvl4pPr>
            <a:lvl5pPr>
              <a:defRPr sz="900">
                <a:latin typeface="Helvetica" panose="020B0604020202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4"/>
          </p:nvPr>
        </p:nvSpPr>
        <p:spPr>
          <a:xfrm>
            <a:off x="246935" y="1143002"/>
            <a:ext cx="8397717" cy="395287"/>
          </a:xfrm>
        </p:spPr>
        <p:txBody>
          <a:bodyPr>
            <a:normAutofit/>
          </a:bodyPr>
          <a:lstStyle>
            <a:lvl1pPr marL="0" indent="0">
              <a:buNone/>
              <a:defRPr sz="1500" b="1">
                <a:solidFill>
                  <a:srgbClr val="1C1573"/>
                </a:solidFill>
                <a:latin typeface="Helvetica" panose="020B0604020202030204" pitchFamily="34" charset="0"/>
              </a:defRPr>
            </a:lvl1pPr>
            <a:lvl2pPr>
              <a:defRPr b="1">
                <a:solidFill>
                  <a:srgbClr val="1C1573"/>
                </a:solidFill>
                <a:latin typeface="Helvetica" panose="020B0604020202030204" pitchFamily="34" charset="0"/>
              </a:defRPr>
            </a:lvl2pPr>
            <a:lvl3pPr>
              <a:defRPr b="1">
                <a:solidFill>
                  <a:srgbClr val="1C1573"/>
                </a:solidFill>
                <a:latin typeface="Helvetica" panose="020B0604020202030204" pitchFamily="34" charset="0"/>
              </a:defRPr>
            </a:lvl3pPr>
            <a:lvl4pPr>
              <a:defRPr b="1">
                <a:solidFill>
                  <a:srgbClr val="1C1573"/>
                </a:solidFill>
                <a:latin typeface="Helvetica" panose="020B0604020202030204" pitchFamily="34" charset="0"/>
              </a:defRPr>
            </a:lvl4pPr>
            <a:lvl5pPr>
              <a:defRPr b="1">
                <a:solidFill>
                  <a:srgbClr val="1C1573"/>
                </a:solidFill>
                <a:latin typeface="Helvetica" panose="020B0604020202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38517110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 userDrawn="1"/>
        </p:nvPicPr>
        <p:blipFill rotWithShape="1"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543" b="-543"/>
          <a:stretch/>
        </p:blipFill>
        <p:spPr>
          <a:xfrm>
            <a:off x="3563108" y="2223656"/>
            <a:ext cx="2017786" cy="2729344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817420"/>
            <a:ext cx="9144000" cy="4058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0569"/>
            <a:ext cx="8001000" cy="76436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60569"/>
            <a:ext cx="6991350" cy="764364"/>
          </a:xfrm>
        </p:spPr>
        <p:txBody>
          <a:bodyPr>
            <a:normAutofit/>
          </a:bodyPr>
          <a:lstStyle>
            <a:lvl1pPr>
              <a:defRPr sz="2400" b="1">
                <a:solidFill>
                  <a:schemeClr val="bg1"/>
                </a:solidFill>
                <a:latin typeface="Helvetica" panose="020B060402020203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>
          <a:xfrm>
            <a:off x="643304" y="1600202"/>
            <a:ext cx="7620000" cy="2728913"/>
          </a:xfrm>
        </p:spPr>
        <p:txBody>
          <a:bodyPr/>
          <a:lstStyle>
            <a:lvl1pPr>
              <a:defRPr sz="1350">
                <a:latin typeface="Helvetica" panose="020B0604020202030204" pitchFamily="34" charset="0"/>
              </a:defRPr>
            </a:lvl1pPr>
            <a:lvl2pPr>
              <a:defRPr sz="1200">
                <a:latin typeface="Helvetica" panose="020B0604020202030204" pitchFamily="34" charset="0"/>
              </a:defRPr>
            </a:lvl2pPr>
            <a:lvl3pPr>
              <a:defRPr sz="1050">
                <a:latin typeface="Helvetica" panose="020B0604020202030204" pitchFamily="34" charset="0"/>
              </a:defRPr>
            </a:lvl3pPr>
            <a:lvl4pPr>
              <a:defRPr sz="900">
                <a:latin typeface="Helvetica" panose="020B0604020202030204" pitchFamily="34" charset="0"/>
              </a:defRPr>
            </a:lvl4pPr>
            <a:lvl5pPr>
              <a:defRPr sz="900">
                <a:latin typeface="Helvetica" panose="020B0604020202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4"/>
          </p:nvPr>
        </p:nvSpPr>
        <p:spPr>
          <a:xfrm>
            <a:off x="246935" y="1143002"/>
            <a:ext cx="8397717" cy="395287"/>
          </a:xfrm>
        </p:spPr>
        <p:txBody>
          <a:bodyPr>
            <a:normAutofit/>
          </a:bodyPr>
          <a:lstStyle>
            <a:lvl1pPr marL="0" indent="0">
              <a:buNone/>
              <a:defRPr sz="1500" b="1">
                <a:solidFill>
                  <a:srgbClr val="1C1573"/>
                </a:solidFill>
                <a:latin typeface="Helvetica" panose="020B0604020202030204" pitchFamily="34" charset="0"/>
              </a:defRPr>
            </a:lvl1pPr>
            <a:lvl2pPr>
              <a:defRPr b="1">
                <a:solidFill>
                  <a:srgbClr val="1C1573"/>
                </a:solidFill>
                <a:latin typeface="Helvetica" panose="020B0604020202030204" pitchFamily="34" charset="0"/>
              </a:defRPr>
            </a:lvl2pPr>
            <a:lvl3pPr>
              <a:defRPr b="1">
                <a:solidFill>
                  <a:srgbClr val="1C1573"/>
                </a:solidFill>
                <a:latin typeface="Helvetica" panose="020B0604020202030204" pitchFamily="34" charset="0"/>
              </a:defRPr>
            </a:lvl3pPr>
            <a:lvl4pPr>
              <a:defRPr b="1">
                <a:solidFill>
                  <a:srgbClr val="1C1573"/>
                </a:solidFill>
                <a:latin typeface="Helvetica" panose="020B0604020202030204" pitchFamily="34" charset="0"/>
              </a:defRPr>
            </a:lvl4pPr>
            <a:lvl5pPr>
              <a:defRPr b="1">
                <a:solidFill>
                  <a:srgbClr val="1C1573"/>
                </a:solidFill>
                <a:latin typeface="Helvetica" panose="020B0604020202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63756702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 userDrawn="1"/>
        </p:nvPicPr>
        <p:blipFill rotWithShape="1"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543" b="-543"/>
          <a:stretch/>
        </p:blipFill>
        <p:spPr>
          <a:xfrm>
            <a:off x="3563108" y="2223656"/>
            <a:ext cx="2017786" cy="2729344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817420"/>
            <a:ext cx="9144000" cy="4058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0569"/>
            <a:ext cx="8001000" cy="76436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60569"/>
            <a:ext cx="6991350" cy="764364"/>
          </a:xfrm>
        </p:spPr>
        <p:txBody>
          <a:bodyPr>
            <a:normAutofit/>
          </a:bodyPr>
          <a:lstStyle>
            <a:lvl1pPr>
              <a:defRPr sz="2400" b="1">
                <a:solidFill>
                  <a:schemeClr val="bg1"/>
                </a:solidFill>
                <a:latin typeface="Helvetica" panose="020B060402020203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>
          <a:xfrm>
            <a:off x="643304" y="1600202"/>
            <a:ext cx="7620000" cy="2728913"/>
          </a:xfrm>
        </p:spPr>
        <p:txBody>
          <a:bodyPr/>
          <a:lstStyle>
            <a:lvl1pPr>
              <a:defRPr sz="1350">
                <a:latin typeface="Helvetica" panose="020B0604020202030204" pitchFamily="34" charset="0"/>
              </a:defRPr>
            </a:lvl1pPr>
            <a:lvl2pPr>
              <a:defRPr sz="1200">
                <a:latin typeface="Helvetica" panose="020B0604020202030204" pitchFamily="34" charset="0"/>
              </a:defRPr>
            </a:lvl2pPr>
            <a:lvl3pPr>
              <a:defRPr sz="1050">
                <a:latin typeface="Helvetica" panose="020B0604020202030204" pitchFamily="34" charset="0"/>
              </a:defRPr>
            </a:lvl3pPr>
            <a:lvl4pPr>
              <a:defRPr sz="900">
                <a:latin typeface="Helvetica" panose="020B0604020202030204" pitchFamily="34" charset="0"/>
              </a:defRPr>
            </a:lvl4pPr>
            <a:lvl5pPr>
              <a:defRPr sz="900">
                <a:latin typeface="Helvetica" panose="020B0604020202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4"/>
          </p:nvPr>
        </p:nvSpPr>
        <p:spPr>
          <a:xfrm>
            <a:off x="246935" y="1143002"/>
            <a:ext cx="8397717" cy="395287"/>
          </a:xfrm>
        </p:spPr>
        <p:txBody>
          <a:bodyPr>
            <a:normAutofit/>
          </a:bodyPr>
          <a:lstStyle>
            <a:lvl1pPr marL="0" indent="0">
              <a:buNone/>
              <a:defRPr sz="1500" b="1">
                <a:solidFill>
                  <a:srgbClr val="1C1573"/>
                </a:solidFill>
                <a:latin typeface="Helvetica" panose="020B0604020202030204" pitchFamily="34" charset="0"/>
              </a:defRPr>
            </a:lvl1pPr>
            <a:lvl2pPr>
              <a:defRPr b="1">
                <a:solidFill>
                  <a:srgbClr val="1C1573"/>
                </a:solidFill>
                <a:latin typeface="Helvetica" panose="020B0604020202030204" pitchFamily="34" charset="0"/>
              </a:defRPr>
            </a:lvl2pPr>
            <a:lvl3pPr>
              <a:defRPr b="1">
                <a:solidFill>
                  <a:srgbClr val="1C1573"/>
                </a:solidFill>
                <a:latin typeface="Helvetica" panose="020B0604020202030204" pitchFamily="34" charset="0"/>
              </a:defRPr>
            </a:lvl3pPr>
            <a:lvl4pPr>
              <a:defRPr b="1">
                <a:solidFill>
                  <a:srgbClr val="1C1573"/>
                </a:solidFill>
                <a:latin typeface="Helvetica" panose="020B0604020202030204" pitchFamily="34" charset="0"/>
              </a:defRPr>
            </a:lvl4pPr>
            <a:lvl5pPr>
              <a:defRPr b="1">
                <a:solidFill>
                  <a:srgbClr val="1C1573"/>
                </a:solidFill>
                <a:latin typeface="Helvetica" panose="020B0604020202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10173856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 userDrawn="1"/>
        </p:nvPicPr>
        <p:blipFill rotWithShape="1"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543" b="-543"/>
          <a:stretch/>
        </p:blipFill>
        <p:spPr>
          <a:xfrm>
            <a:off x="3563108" y="2223656"/>
            <a:ext cx="2017786" cy="2729344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817420"/>
            <a:ext cx="9144000" cy="4058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0569"/>
            <a:ext cx="8001000" cy="76436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60569"/>
            <a:ext cx="6991350" cy="764364"/>
          </a:xfrm>
        </p:spPr>
        <p:txBody>
          <a:bodyPr>
            <a:normAutofit/>
          </a:bodyPr>
          <a:lstStyle>
            <a:lvl1pPr>
              <a:defRPr sz="2400" b="1">
                <a:solidFill>
                  <a:schemeClr val="bg1"/>
                </a:solidFill>
                <a:latin typeface="Helvetica" panose="020B060402020203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>
          <a:xfrm>
            <a:off x="643304" y="1600202"/>
            <a:ext cx="7620000" cy="2728913"/>
          </a:xfrm>
        </p:spPr>
        <p:txBody>
          <a:bodyPr/>
          <a:lstStyle>
            <a:lvl1pPr>
              <a:defRPr sz="1350">
                <a:latin typeface="Helvetica" panose="020B0604020202030204" pitchFamily="34" charset="0"/>
              </a:defRPr>
            </a:lvl1pPr>
            <a:lvl2pPr>
              <a:defRPr sz="1200">
                <a:latin typeface="Helvetica" panose="020B0604020202030204" pitchFamily="34" charset="0"/>
              </a:defRPr>
            </a:lvl2pPr>
            <a:lvl3pPr>
              <a:defRPr sz="1050">
                <a:latin typeface="Helvetica" panose="020B0604020202030204" pitchFamily="34" charset="0"/>
              </a:defRPr>
            </a:lvl3pPr>
            <a:lvl4pPr>
              <a:defRPr sz="900">
                <a:latin typeface="Helvetica" panose="020B0604020202030204" pitchFamily="34" charset="0"/>
              </a:defRPr>
            </a:lvl4pPr>
            <a:lvl5pPr>
              <a:defRPr sz="900">
                <a:latin typeface="Helvetica" panose="020B0604020202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4"/>
          </p:nvPr>
        </p:nvSpPr>
        <p:spPr>
          <a:xfrm>
            <a:off x="246935" y="1143002"/>
            <a:ext cx="8397717" cy="395287"/>
          </a:xfrm>
        </p:spPr>
        <p:txBody>
          <a:bodyPr>
            <a:normAutofit/>
          </a:bodyPr>
          <a:lstStyle>
            <a:lvl1pPr marL="0" indent="0">
              <a:buNone/>
              <a:defRPr sz="1500" b="1">
                <a:solidFill>
                  <a:srgbClr val="1C1573"/>
                </a:solidFill>
                <a:latin typeface="Helvetica" panose="020B0604020202030204" pitchFamily="34" charset="0"/>
              </a:defRPr>
            </a:lvl1pPr>
            <a:lvl2pPr>
              <a:defRPr b="1">
                <a:solidFill>
                  <a:srgbClr val="1C1573"/>
                </a:solidFill>
                <a:latin typeface="Helvetica" panose="020B0604020202030204" pitchFamily="34" charset="0"/>
              </a:defRPr>
            </a:lvl2pPr>
            <a:lvl3pPr>
              <a:defRPr b="1">
                <a:solidFill>
                  <a:srgbClr val="1C1573"/>
                </a:solidFill>
                <a:latin typeface="Helvetica" panose="020B0604020202030204" pitchFamily="34" charset="0"/>
              </a:defRPr>
            </a:lvl3pPr>
            <a:lvl4pPr>
              <a:defRPr b="1">
                <a:solidFill>
                  <a:srgbClr val="1C1573"/>
                </a:solidFill>
                <a:latin typeface="Helvetica" panose="020B0604020202030204" pitchFamily="34" charset="0"/>
              </a:defRPr>
            </a:lvl4pPr>
            <a:lvl5pPr>
              <a:defRPr b="1">
                <a:solidFill>
                  <a:srgbClr val="1C1573"/>
                </a:solidFill>
                <a:latin typeface="Helvetica" panose="020B0604020202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83615831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 userDrawn="1"/>
        </p:nvPicPr>
        <p:blipFill rotWithShape="1"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543" b="-543"/>
          <a:stretch/>
        </p:blipFill>
        <p:spPr>
          <a:xfrm>
            <a:off x="3563108" y="2223656"/>
            <a:ext cx="2017786" cy="2729344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817420"/>
            <a:ext cx="9144000" cy="4058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0569"/>
            <a:ext cx="8001000" cy="76436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60569"/>
            <a:ext cx="6991350" cy="764364"/>
          </a:xfrm>
        </p:spPr>
        <p:txBody>
          <a:bodyPr>
            <a:normAutofit/>
          </a:bodyPr>
          <a:lstStyle>
            <a:lvl1pPr>
              <a:defRPr sz="2400" b="1">
                <a:solidFill>
                  <a:schemeClr val="bg1"/>
                </a:solidFill>
                <a:latin typeface="Helvetica" panose="020B060402020203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>
          <a:xfrm>
            <a:off x="643304" y="1600202"/>
            <a:ext cx="7620000" cy="2728913"/>
          </a:xfrm>
        </p:spPr>
        <p:txBody>
          <a:bodyPr/>
          <a:lstStyle>
            <a:lvl1pPr>
              <a:defRPr sz="1350">
                <a:latin typeface="Helvetica" panose="020B0604020202030204" pitchFamily="34" charset="0"/>
              </a:defRPr>
            </a:lvl1pPr>
            <a:lvl2pPr>
              <a:defRPr sz="1200">
                <a:latin typeface="Helvetica" panose="020B0604020202030204" pitchFamily="34" charset="0"/>
              </a:defRPr>
            </a:lvl2pPr>
            <a:lvl3pPr>
              <a:defRPr sz="1050">
                <a:latin typeface="Helvetica" panose="020B0604020202030204" pitchFamily="34" charset="0"/>
              </a:defRPr>
            </a:lvl3pPr>
            <a:lvl4pPr>
              <a:defRPr sz="900">
                <a:latin typeface="Helvetica" panose="020B0604020202030204" pitchFamily="34" charset="0"/>
              </a:defRPr>
            </a:lvl4pPr>
            <a:lvl5pPr>
              <a:defRPr sz="900">
                <a:latin typeface="Helvetica" panose="020B0604020202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4"/>
          </p:nvPr>
        </p:nvSpPr>
        <p:spPr>
          <a:xfrm>
            <a:off x="246935" y="1143002"/>
            <a:ext cx="8397717" cy="395287"/>
          </a:xfrm>
        </p:spPr>
        <p:txBody>
          <a:bodyPr>
            <a:normAutofit/>
          </a:bodyPr>
          <a:lstStyle>
            <a:lvl1pPr marL="0" indent="0">
              <a:buNone/>
              <a:defRPr sz="1500" b="1">
                <a:solidFill>
                  <a:srgbClr val="1C1573"/>
                </a:solidFill>
                <a:latin typeface="Helvetica" panose="020B0604020202030204" pitchFamily="34" charset="0"/>
              </a:defRPr>
            </a:lvl1pPr>
            <a:lvl2pPr>
              <a:defRPr b="1">
                <a:solidFill>
                  <a:srgbClr val="1C1573"/>
                </a:solidFill>
                <a:latin typeface="Helvetica" panose="020B0604020202030204" pitchFamily="34" charset="0"/>
              </a:defRPr>
            </a:lvl2pPr>
            <a:lvl3pPr>
              <a:defRPr b="1">
                <a:solidFill>
                  <a:srgbClr val="1C1573"/>
                </a:solidFill>
                <a:latin typeface="Helvetica" panose="020B0604020202030204" pitchFamily="34" charset="0"/>
              </a:defRPr>
            </a:lvl3pPr>
            <a:lvl4pPr>
              <a:defRPr b="1">
                <a:solidFill>
                  <a:srgbClr val="1C1573"/>
                </a:solidFill>
                <a:latin typeface="Helvetica" panose="020B0604020202030204" pitchFamily="34" charset="0"/>
              </a:defRPr>
            </a:lvl4pPr>
            <a:lvl5pPr>
              <a:defRPr b="1">
                <a:solidFill>
                  <a:srgbClr val="1C1573"/>
                </a:solidFill>
                <a:latin typeface="Helvetica" panose="020B0604020202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92490140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6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sz="16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sz="16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01155579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>
  <p:cSld name="Title and Tex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8229600" cy="21859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3938588"/>
            <a:ext cx="8229600" cy="21875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3FC3A3A-C8A1-4745-A5AF-BA8F910C1BFF}" type="slidenum">
              <a:rPr kumimoji="0" lang="en-US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59236909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F89F6C5-9F83-4284-A856-5B5BC05957EC}" type="slidenum">
              <a:rPr kumimoji="0" lang="en-US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91770852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E6AA240-BB03-4790-A676-9895F78EB64C}" type="datetime1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1/13/2026</a:t>
            </a:fld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0DB935C-A2BB-404C-A6C5-67E9068028EC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3338142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100" b="0" i="0">
                <a:solidFill>
                  <a:schemeClr val="tx1"/>
                </a:solidFill>
                <a:latin typeface="Franklin Gothic Medium"/>
                <a:cs typeface="Franklin Gothic Medium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>
          <a:xfrm>
            <a:off x="4096345" y="6564312"/>
            <a:ext cx="951547" cy="169545"/>
          </a:xfrm>
          <a:prstGeom prst="rect">
            <a:avLst/>
          </a:prstGeom>
        </p:spPr>
        <p:txBody>
          <a:bodyPr lIns="0" tIns="0" rIns="0" bIns="0"/>
          <a:lstStyle>
            <a:lvl1pPr>
              <a:defRPr sz="750" b="0" i="0">
                <a:solidFill>
                  <a:srgbClr val="7F7F7F"/>
                </a:solidFill>
                <a:latin typeface="Franklin Gothic Medium"/>
                <a:cs typeface="Franklin Gothic Medium"/>
              </a:defRPr>
            </a:lvl1pPr>
          </a:lstStyle>
          <a:p>
            <a:pPr marL="9525" marR="0" lvl="0" indent="0" algn="l" defTabSz="914400" rtl="0" eaLnBrk="1" fontAlgn="base" latinLnBrk="0" hangingPunct="1">
              <a:lnSpc>
                <a:spcPct val="100000"/>
              </a:lnSpc>
              <a:spcBef>
                <a:spcPts val="11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750" b="0" i="0" u="none" strike="noStrike" kern="1200" cap="none" spc="-11" normalizeH="0" baseline="0" noProof="0" smtClean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Franklin Gothic Medium"/>
                <a:ea typeface="+mn-ea"/>
              </a:rPr>
              <a:t>Lisa</a:t>
            </a:r>
            <a:r>
              <a:rPr kumimoji="0" lang="en-IN" sz="750" b="0" i="0" u="none" strike="noStrike" kern="1200" cap="none" spc="-19" normalizeH="0" baseline="0" noProof="0" smtClean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Franklin Gothic Medium"/>
                <a:ea typeface="+mn-ea"/>
              </a:rPr>
              <a:t> </a:t>
            </a:r>
            <a:r>
              <a:rPr kumimoji="0" lang="en-IN" sz="750" b="0" i="0" u="none" strike="noStrike" kern="1200" cap="none" spc="-11" normalizeH="0" baseline="0" noProof="0" smtClean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Franklin Gothic Medium"/>
                <a:ea typeface="+mn-ea"/>
              </a:rPr>
              <a:t>Yan, </a:t>
            </a:r>
            <a:r>
              <a:rPr kumimoji="0" lang="en-IN" sz="750" b="0" i="0" u="none" strike="noStrike" kern="1200" cap="none" spc="0" normalizeH="0" baseline="0" noProof="0" smtClean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Franklin Gothic Medium"/>
                <a:ea typeface="+mn-ea"/>
              </a:rPr>
              <a:t>CS109,</a:t>
            </a:r>
            <a:r>
              <a:rPr kumimoji="0" lang="en-IN" sz="750" b="0" i="0" u="none" strike="noStrike" kern="1200" cap="none" spc="-15" normalizeH="0" baseline="0" noProof="0" smtClean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Franklin Gothic Medium"/>
                <a:ea typeface="+mn-ea"/>
              </a:rPr>
              <a:t> </a:t>
            </a:r>
            <a:r>
              <a:rPr kumimoji="0" lang="en-IN" sz="750" b="0" i="0" u="none" strike="noStrike" kern="1200" cap="none" spc="0" normalizeH="0" baseline="0" noProof="0" smtClean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Franklin Gothic Medium"/>
                <a:ea typeface="+mn-ea"/>
              </a:rPr>
              <a:t>2020</a:t>
            </a:r>
            <a:endParaRPr kumimoji="0" lang="en-IN" sz="750" b="0" i="0" u="none" strike="noStrike" kern="1200" cap="none" spc="0" normalizeH="0" baseline="0" noProof="0" dirty="0">
              <a:ln>
                <a:noFill/>
              </a:ln>
              <a:solidFill>
                <a:srgbClr val="7F7F7F"/>
              </a:solidFill>
              <a:effectLst/>
              <a:uLnTx/>
              <a:uFillTx/>
              <a:latin typeface="Franklin Gothic Medium"/>
              <a:ea typeface="+mn-ea"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D8BD707-D9CF-40AE-B4C6-C98DA3205C09}" type="datetimeFigureOut"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1/13/2026</a:t>
            </a:fld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>
          <a:xfrm>
            <a:off x="8736711" y="6549624"/>
            <a:ext cx="173831" cy="184150"/>
          </a:xfrm>
          <a:prstGeom prst="rect">
            <a:avLst/>
          </a:prstGeom>
        </p:spPr>
        <p:txBody>
          <a:bodyPr lIns="0" tIns="0" rIns="0" bIns="0"/>
          <a:lstStyle>
            <a:lvl1pPr>
              <a:defRPr sz="825" b="0" i="0">
                <a:solidFill>
                  <a:schemeClr val="tx1"/>
                </a:solidFill>
                <a:latin typeface="Franklin Gothic Medium"/>
                <a:cs typeface="Franklin Gothic Medium"/>
              </a:defRPr>
            </a:lvl1pPr>
          </a:lstStyle>
          <a:p>
            <a:pPr marL="28575" marR="0" lvl="0" indent="0" algn="l" defTabSz="914400" rtl="0" eaLnBrk="1" fontAlgn="base" latinLnBrk="0" hangingPunct="1">
              <a:lnSpc>
                <a:spcPct val="100000"/>
              </a:lnSpc>
              <a:spcBef>
                <a:spcPts val="4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lang="en-IN" sz="825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/>
                <a:ea typeface="+mn-ea"/>
              </a:rPr>
              <a:pPr marL="28575" marR="0" lvl="0" indent="0" algn="l" defTabSz="914400" rtl="0" eaLnBrk="1" fontAlgn="base" latinLnBrk="0" hangingPunct="1">
                <a:lnSpc>
                  <a:spcPct val="100000"/>
                </a:lnSpc>
                <a:spcBef>
                  <a:spcPts val="4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82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40607979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74" b="0" i="0">
                <a:solidFill>
                  <a:srgbClr val="3333B2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18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899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6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1" y="6377940"/>
            <a:ext cx="2103120" cy="342899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D8BD707-D9CF-40AE-B4C6-C98DA3205C09}" type="datetimeFigureOut"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1/13/2026</a:t>
            </a:fld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1" y="6377940"/>
            <a:ext cx="2103120" cy="342899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sz="16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sz="16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94346258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7" name="Picture 10" descr="BITS_university_logo_whitevert.png"/>
          <p:cNvPicPr>
            <a:picLocks noChangeAspect="1"/>
          </p:cNvPicPr>
          <p:nvPr/>
        </p:nvPicPr>
        <p:blipFill>
          <a:blip r:embed="rId3" cstate="print"/>
          <a:srcRect t="2" b="28592"/>
          <a:stretch>
            <a:fillRect/>
          </a:stretch>
        </p:blipFill>
        <p:spPr bwMode="auto">
          <a:xfrm>
            <a:off x="76200" y="3352800"/>
            <a:ext cx="2057400" cy="1979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TextBox 7"/>
          <p:cNvSpPr txBox="1"/>
          <p:nvPr/>
        </p:nvSpPr>
        <p:spPr>
          <a:xfrm>
            <a:off x="-76200" y="5257800"/>
            <a:ext cx="2209800" cy="5540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900" b="1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</a:t>
            </a:r>
            <a:r>
              <a:rPr kumimoji="0" lang="en-US" sz="2900" b="0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Pilani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400" y="5667375"/>
            <a:ext cx="1905000" cy="2762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 Campus</a:t>
            </a: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2514600" y="3810000"/>
            <a:ext cx="6019800" cy="1524000"/>
          </a:xfrm>
        </p:spPr>
        <p:txBody>
          <a:bodyPr anchorCtr="0">
            <a:noAutofit/>
          </a:bodyPr>
          <a:lstStyle>
            <a:lvl1pPr algn="l">
              <a:lnSpc>
                <a:spcPts val="4000"/>
              </a:lnSpc>
              <a:defRPr sz="4400"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172009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9" name="Picture 10" descr="BITS_university_logo_whitevert.png"/>
          <p:cNvPicPr>
            <a:picLocks noChangeAspect="1"/>
          </p:cNvPicPr>
          <p:nvPr/>
        </p:nvPicPr>
        <p:blipFill>
          <a:blip r:embed="rId3" cstate="print"/>
          <a:srcRect t="2" b="28592"/>
          <a:stretch>
            <a:fillRect/>
          </a:stretch>
        </p:blipFill>
        <p:spPr bwMode="auto">
          <a:xfrm>
            <a:off x="76200" y="3352800"/>
            <a:ext cx="2057400" cy="1979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TextBox 9"/>
          <p:cNvSpPr txBox="1"/>
          <p:nvPr/>
        </p:nvSpPr>
        <p:spPr>
          <a:xfrm>
            <a:off x="-76200" y="5257800"/>
            <a:ext cx="2209800" cy="5540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900" b="1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</a:t>
            </a:r>
            <a:r>
              <a:rPr kumimoji="0" lang="en-US" sz="2900" b="0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Pilani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2400" y="5667375"/>
            <a:ext cx="1905000" cy="2762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 Campus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6" name="Picture 17" descr="BITS_university_logo_whitevert.png"/>
          <p:cNvPicPr>
            <a:picLocks noChangeAspect="1"/>
          </p:cNvPicPr>
          <p:nvPr/>
        </p:nvPicPr>
        <p:blipFill>
          <a:blip r:embed="rId3" cstate="print"/>
          <a:srcRect t="2" b="28592"/>
          <a:stretch>
            <a:fillRect/>
          </a:stretch>
        </p:blipFill>
        <p:spPr bwMode="auto">
          <a:xfrm>
            <a:off x="76200" y="3352800"/>
            <a:ext cx="2057400" cy="1979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7" name="TextBox 16"/>
          <p:cNvSpPr txBox="1"/>
          <p:nvPr/>
        </p:nvSpPr>
        <p:spPr>
          <a:xfrm>
            <a:off x="-76200" y="5257800"/>
            <a:ext cx="2209800" cy="5540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900" b="1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</a:t>
            </a:r>
            <a:r>
              <a:rPr kumimoji="0" lang="en-US" sz="2900" b="0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Pilani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2400" y="5667375"/>
            <a:ext cx="1905000" cy="2762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 Campus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2514600" y="5410200"/>
            <a:ext cx="6019800" cy="533400"/>
          </a:xfrm>
        </p:spPr>
        <p:txBody>
          <a:bodyPr anchor="b">
            <a:noAutofit/>
          </a:bodyPr>
          <a:lstStyle>
            <a:lvl1pPr marL="0" indent="0" algn="r">
              <a:lnSpc>
                <a:spcPts val="1800"/>
              </a:lnSpc>
              <a:spcBef>
                <a:spcPts val="0"/>
              </a:spcBef>
              <a:buNone/>
              <a:defRPr sz="18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4600" y="3810000"/>
            <a:ext cx="6019800" cy="1524000"/>
          </a:xfrm>
        </p:spPr>
        <p:txBody>
          <a:bodyPr anchorCtr="0">
            <a:noAutofit/>
          </a:bodyPr>
          <a:lstStyle>
            <a:lvl1pPr algn="l">
              <a:lnSpc>
                <a:spcPts val="4000"/>
              </a:lnSpc>
              <a:defRPr sz="4400"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3918764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\\Server\D\jyoti\FI023_BITS_v1\styleguide img\IMG_5627_b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Rectangle 3"/>
          <p:cNvSpPr/>
          <p:nvPr/>
        </p:nvSpPr>
        <p:spPr>
          <a:xfrm>
            <a:off x="0" y="4281488"/>
            <a:ext cx="9144000" cy="2576512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5" name="Picture 8" descr="Picture 7.png"/>
          <p:cNvPicPr>
            <a:picLocks noChangeAspect="1"/>
          </p:cNvPicPr>
          <p:nvPr/>
        </p:nvPicPr>
        <p:blipFill>
          <a:blip r:embed="rId3" cstate="print"/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5"/>
          <p:cNvSpPr/>
          <p:nvPr/>
        </p:nvSpPr>
        <p:spPr>
          <a:xfrm>
            <a:off x="2882900" y="677545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-12700" y="677545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778500" y="677545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858000" y="762000"/>
            <a:ext cx="2209800" cy="5540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900" b="1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</a:t>
            </a:r>
            <a:r>
              <a:rPr kumimoji="0" lang="en-US" sz="2900" b="0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Pilani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86600" y="1171575"/>
            <a:ext cx="1905000" cy="2762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 Campus</a:t>
            </a:r>
          </a:p>
        </p:txBody>
      </p:sp>
      <p:sp>
        <p:nvSpPr>
          <p:cNvPr id="17" name="Content Placeholder 16"/>
          <p:cNvSpPr>
            <a:spLocks noGrp="1"/>
          </p:cNvSpPr>
          <p:nvPr>
            <p:ph sz="quarter" idx="10"/>
          </p:nvPr>
        </p:nvSpPr>
        <p:spPr>
          <a:xfrm>
            <a:off x="304800" y="4648200"/>
            <a:ext cx="8458200" cy="1600200"/>
          </a:xfrm>
        </p:spPr>
        <p:txBody>
          <a:bodyPr>
            <a:noAutofit/>
          </a:bodyPr>
          <a:lstStyle>
            <a:lvl1pPr marL="0" indent="0">
              <a:lnSpc>
                <a:spcPts val="4200"/>
              </a:lnSpc>
              <a:spcBef>
                <a:spcPts val="0"/>
              </a:spcBef>
              <a:buNone/>
              <a:defRPr sz="40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1161222556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Pilani, Pilani Campus</a:t>
            </a:r>
          </a:p>
        </p:txBody>
      </p:sp>
      <p:grpSp>
        <p:nvGrpSpPr>
          <p:cNvPr id="5" name="Group 11"/>
          <p:cNvGrpSpPr>
            <a:grpSpLocks/>
          </p:cNvGrpSpPr>
          <p:nvPr/>
        </p:nvGrpSpPr>
        <p:grpSpPr bwMode="auto">
          <a:xfrm>
            <a:off x="2084388" y="6550025"/>
            <a:ext cx="7059612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pic>
        <p:nvPicPr>
          <p:cNvPr id="9" name="Picture 11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10" name="Group 18"/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1" name="Rectangle 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14" name="Group 22"/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5" name="Rectangle 14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493837"/>
            <a:ext cx="82296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Arial" pitchFamily="34" charset="0"/>
                <a:cs typeface="Arial" pitchFamily="34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Arial" pitchFamily="34" charset="0"/>
                <a:cs typeface="Arial" pitchFamily="34" charset="0"/>
              </a:defRPr>
            </a:lvl2pPr>
          </a:lstStyle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dirty="0" smtClean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35020177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6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6" name="Group 19"/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7" name="Rectangle 6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9" name="Rectangle 8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10" name="Group 28"/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1" name="Rectangle 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14" name="TextBox 13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Pilani, Pilani Campus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800"/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dirty="0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53000" y="1600200"/>
            <a:ext cx="40386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800"/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Arial" pitchFamily="34" charset="0"/>
                <a:cs typeface="Arial" pitchFamily="34" charset="0"/>
              </a:defRPr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dirty="0" smtClean="0"/>
          </a:p>
        </p:txBody>
      </p:sp>
      <p:sp>
        <p:nvSpPr>
          <p:cNvPr id="19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45742206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10"/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8" name="Rectangle 7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9" name="Rectangle 8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1" name="Rectangle 10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12" name="Group 15"/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3" name="Rectangle 12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5" name="Rectangle 14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pic>
        <p:nvPicPr>
          <p:cNvPr id="16" name="Picture 14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7" name="TextBox 16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Pilani, Deemed to be University under Section 3 of UGC Act, 1956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2"/>
            <a:ext cx="4040188" cy="82708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362199"/>
            <a:ext cx="4040188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2"/>
            <a:ext cx="4041775" cy="82708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362199"/>
            <a:ext cx="4041775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84038804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5"/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4" name="Rectangle 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" name="Rectangle 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Rectangle 6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8" name="Group 10"/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9" name="Rectangle 8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1" name="Rectangle 10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pic>
        <p:nvPicPr>
          <p:cNvPr id="12" name="Picture 14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" name="TextBox 12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Pilani, Deemed to be University under Section 3 of UGC Act, 1956</a:t>
            </a:r>
          </a:p>
        </p:txBody>
      </p:sp>
      <p:sp>
        <p:nvSpPr>
          <p:cNvPr id="5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99282926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8"/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6" name="Rectangle 5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9" name="Rectangle 8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10" name="Group 13"/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1" name="Rectangle 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pic>
        <p:nvPicPr>
          <p:cNvPr id="14" name="Picture 14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" name="TextBox 14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Pilani, Pilani Campus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600200"/>
            <a:ext cx="5111750" cy="45259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600200"/>
            <a:ext cx="3008313" cy="45259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8" name="Content Placeholder 18"/>
          <p:cNvSpPr>
            <a:spLocks noGrp="1"/>
          </p:cNvSpPr>
          <p:nvPr>
            <p:ph sz="quarter" idx="13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67164457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7" name="Rectangle 6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9" name="Rectangle 8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10" name="Group 10"/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1" name="Rectangle 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pic>
        <p:nvPicPr>
          <p:cNvPr id="14" name="Picture 14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" name="TextBox 14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Pilani, Pilani Campus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5407025"/>
            <a:ext cx="5486400" cy="304800"/>
          </a:xfrm>
        </p:spPr>
        <p:txBody>
          <a:bodyPr anchor="b"/>
          <a:lstStyle>
            <a:lvl1pPr algn="l">
              <a:defRPr sz="1800" b="1" spc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828800"/>
            <a:ext cx="5486400" cy="3429000"/>
          </a:xfrm>
          <a:ln w="571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none"/>
        </p:style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711825"/>
            <a:ext cx="5486400" cy="304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59612340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19"/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5" name="Rectangle 4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" name="Rectangle 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Rectangle 6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8" name="Group 24"/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9" name="Rectangle 8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1" name="Rectangle 10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pic>
        <p:nvPicPr>
          <p:cNvPr id="12" name="Picture 14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" name="TextBox 12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Pilani, Pilani Campus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9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85590976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7"/>
          <p:cNvGrpSpPr>
            <a:grpSpLocks/>
          </p:cNvGrpSpPr>
          <p:nvPr/>
        </p:nvGrpSpPr>
        <p:grpSpPr bwMode="auto">
          <a:xfrm rot="5400000">
            <a:off x="5006182" y="2567781"/>
            <a:ext cx="5181600" cy="46037"/>
            <a:chOff x="1905000" y="6553200"/>
            <a:chExt cx="7010400" cy="45719"/>
          </a:xfrm>
        </p:grpSpPr>
        <p:sp>
          <p:nvSpPr>
            <p:cNvPr id="5" name="Rectangle 4"/>
            <p:cNvSpPr/>
            <p:nvPr/>
          </p:nvSpPr>
          <p:spPr>
            <a:xfrm>
              <a:off x="4267574" y="6553200"/>
              <a:ext cx="2328209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" name="Rectangle 5"/>
            <p:cNvSpPr/>
            <p:nvPr/>
          </p:nvSpPr>
          <p:spPr>
            <a:xfrm>
              <a:off x="1905000" y="6553200"/>
              <a:ext cx="2362574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" name="Rectangle 7"/>
            <p:cNvSpPr/>
            <p:nvPr userDrawn="1"/>
          </p:nvSpPr>
          <p:spPr>
            <a:xfrm>
              <a:off x="6587191" y="6553200"/>
              <a:ext cx="2328209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pic>
        <p:nvPicPr>
          <p:cNvPr id="9" name="Picture 10" descr="Picture 7.png"/>
          <p:cNvPicPr>
            <a:picLocks noChangeAspect="1"/>
          </p:cNvPicPr>
          <p:nvPr/>
        </p:nvPicPr>
        <p:blipFill>
          <a:blip r:embed="rId2" cstate="print"/>
          <a:srcRect l="5336" t="1923"/>
          <a:stretch>
            <a:fillRect/>
          </a:stretch>
        </p:blipFill>
        <p:spPr bwMode="auto">
          <a:xfrm>
            <a:off x="-7938" y="381000"/>
            <a:ext cx="692151" cy="2193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TextBox 9"/>
          <p:cNvSpPr txBox="1"/>
          <p:nvPr/>
        </p:nvSpPr>
        <p:spPr>
          <a:xfrm rot="5400000">
            <a:off x="-2794793" y="3809206"/>
            <a:ext cx="5867400" cy="2301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 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Pilani, Pilani Campus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19200" y="381000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Content Placeholder 18"/>
          <p:cNvSpPr>
            <a:spLocks noGrp="1"/>
          </p:cNvSpPr>
          <p:nvPr>
            <p:ph sz="quarter" idx="10"/>
          </p:nvPr>
        </p:nvSpPr>
        <p:spPr>
          <a:xfrm rot="5400000">
            <a:off x="5410200" y="2743200"/>
            <a:ext cx="58674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34865968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Custom Layout"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9" name="Picture 10" descr="BITS_university_logo_whitevert.png"/>
          <p:cNvPicPr>
            <a:picLocks noChangeAspect="1"/>
          </p:cNvPicPr>
          <p:nvPr/>
        </p:nvPicPr>
        <p:blipFill>
          <a:blip r:embed="rId3" cstate="print"/>
          <a:srcRect t="2" b="28592"/>
          <a:stretch>
            <a:fillRect/>
          </a:stretch>
        </p:blipFill>
        <p:spPr bwMode="auto">
          <a:xfrm>
            <a:off x="76200" y="3352800"/>
            <a:ext cx="2057400" cy="1979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TextBox 9"/>
          <p:cNvSpPr txBox="1"/>
          <p:nvPr/>
        </p:nvSpPr>
        <p:spPr>
          <a:xfrm>
            <a:off x="-76200" y="5257800"/>
            <a:ext cx="2209800" cy="5540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900" b="1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</a:t>
            </a:r>
            <a:r>
              <a:rPr kumimoji="0" lang="en-US" sz="2900" b="0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Pilani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2400" y="5667375"/>
            <a:ext cx="1905000" cy="2762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 Campus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2514600" y="5410200"/>
            <a:ext cx="6019800" cy="533400"/>
          </a:xfrm>
        </p:spPr>
        <p:txBody>
          <a:bodyPr anchor="b">
            <a:noAutofit/>
          </a:bodyPr>
          <a:lstStyle>
            <a:lvl1pPr marL="0" indent="0" algn="r">
              <a:lnSpc>
                <a:spcPts val="1800"/>
              </a:lnSpc>
              <a:spcBef>
                <a:spcPts val="0"/>
              </a:spcBef>
              <a:buNone/>
              <a:defRPr sz="18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4600" y="3810000"/>
            <a:ext cx="6019800" cy="1524000"/>
          </a:xfrm>
        </p:spPr>
        <p:txBody>
          <a:bodyPr>
            <a:noAutofit/>
          </a:bodyPr>
          <a:lstStyle>
            <a:lvl1pPr algn="l">
              <a:lnSpc>
                <a:spcPts val="4000"/>
              </a:lnSpc>
              <a:defRPr sz="4400"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1846065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06B9ED5-FE15-42F3-930B-10DA3EF67082}" type="slidenum">
              <a:rPr kumimoji="0" lang="en-GB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5239023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>
  <p:cSld name="Title, Conten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350E79D-DD4C-459D-9982-43B0D01A4CF3}" type="slidenum">
              <a:rPr kumimoji="0" lang="en-GB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926011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CCAFE9A-1B00-41A9-8570-E4D414A76A53}" type="slidenum">
              <a:rPr kumimoji="0" lang="en-GB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0159169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08B13F9-30A0-402F-BAD5-2ACC98265560}" type="slidenum">
              <a:rPr kumimoji="0" lang="en-GB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5201406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2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8012BF1-E2F7-4A28-A7E9-DEDBED6D313A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1/13/2026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0DB935C-A2BB-404C-A6C5-67E9068028EC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2056253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 type="tx">
  <p:cSld name="Title and text"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45"/>
          <p:cNvSpPr txBox="1">
            <a:spLocks noGrp="1"/>
          </p:cNvSpPr>
          <p:nvPr>
            <p:ph type="title"/>
          </p:nvPr>
        </p:nvSpPr>
        <p:spPr>
          <a:xfrm>
            <a:off x="685800" y="228600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9" name="Google Shape;279;p45"/>
          <p:cNvSpPr txBox="1">
            <a:spLocks noGrp="1"/>
          </p:cNvSpPr>
          <p:nvPr>
            <p:ph type="body" idx="1"/>
          </p:nvPr>
        </p:nvSpPr>
        <p:spPr>
          <a:xfrm>
            <a:off x="685800" y="1371600"/>
            <a:ext cx="7772400" cy="468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marL="274320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6pPr>
            <a:lvl7pPr marL="320040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7pPr>
            <a:lvl8pPr marL="365760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8pPr>
            <a:lvl9pPr marL="411480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280" name="Google Shape;280;p45"/>
          <p:cNvSpPr txBox="1">
            <a:spLocks noGrp="1"/>
          </p:cNvSpPr>
          <p:nvPr>
            <p:ph type="dt" idx="10"/>
          </p:nvPr>
        </p:nvSpPr>
        <p:spPr>
          <a:xfrm>
            <a:off x="2286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1400"/>
              <a:buFontTx/>
              <a:buNone/>
              <a:tabLst/>
              <a:defRPr/>
            </a:pPr>
            <a:fld id="{502CF848-D42F-45DD-9B4A-1B0D7218FADE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1400"/>
                <a:buFontTx/>
                <a:buNone/>
                <a:tabLst/>
                <a:defRPr/>
              </a:pPr>
              <a:t>1/13/2026</a:t>
            </a:fld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281" name="Google Shape;281;p45"/>
          <p:cNvSpPr txBox="1">
            <a:spLocks noGrp="1"/>
          </p:cNvSpPr>
          <p:nvPr>
            <p:ph type="ftr" idx="11"/>
          </p:nvPr>
        </p:nvSpPr>
        <p:spPr>
          <a:xfrm>
            <a:off x="3124200" y="64008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1400"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282" name="Google Shape;282;p45"/>
          <p:cNvSpPr txBox="1">
            <a:spLocks noGrp="1"/>
          </p:cNvSpPr>
          <p:nvPr>
            <p:ph type="sldNum" idx="12"/>
          </p:nvPr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0000000-1234-1234-1234-123412341234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Helvetica Neue"/>
                <a:sym typeface="Helvetica Neue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Helvetica Neue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25572949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5"/>
          <p:cNvGrpSpPr>
            <a:grpSpLocks/>
          </p:cNvGrpSpPr>
          <p:nvPr userDrawn="1"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4" name="Rectangle 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" name="Rectangle 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Rectangle 6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8" name="Group 10"/>
          <p:cNvGrpSpPr>
            <a:grpSpLocks/>
          </p:cNvGrpSpPr>
          <p:nvPr userDrawn="1"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9" name="Rectangle 8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1" name="Rectangle 10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pic>
        <p:nvPicPr>
          <p:cNvPr id="12" name="Picture 14" descr="Picture 7.pn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TextBox 12"/>
          <p:cNvSpPr txBox="1">
            <a:spLocks noChangeArrowheads="1"/>
          </p:cNvSpPr>
          <p:nvPr userDrawn="1"/>
        </p:nvSpPr>
        <p:spPr bwMode="auto"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  <a:extLst/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BITS Pilani, Hyderabad Campus</a:t>
            </a:r>
          </a:p>
        </p:txBody>
      </p:sp>
      <p:sp>
        <p:nvSpPr>
          <p:cNvPr id="5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05215405"/>
      </p:ext>
    </p:extLst>
  </p:cSld>
  <p:clrMapOvr>
    <a:masterClrMapping/>
  </p:clrMapOvr>
  <p:transition/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5"/>
          <p:cNvGrpSpPr>
            <a:grpSpLocks/>
          </p:cNvGrpSpPr>
          <p:nvPr userDrawn="1"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4" name="Rectangle 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" name="Rectangle 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Rectangle 6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8" name="Group 10"/>
          <p:cNvGrpSpPr>
            <a:grpSpLocks/>
          </p:cNvGrpSpPr>
          <p:nvPr userDrawn="1"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9" name="Rectangle 8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1" name="Rectangle 10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pic>
        <p:nvPicPr>
          <p:cNvPr id="12" name="Picture 14" descr="Picture 7.pn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TextBox 12"/>
          <p:cNvSpPr txBox="1">
            <a:spLocks noChangeArrowheads="1"/>
          </p:cNvSpPr>
          <p:nvPr userDrawn="1"/>
        </p:nvSpPr>
        <p:spPr bwMode="auto"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  <a:extLst/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BITS Pilani, Hyderabad Campus</a:t>
            </a:r>
          </a:p>
        </p:txBody>
      </p:sp>
      <p:sp>
        <p:nvSpPr>
          <p:cNvPr id="5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23977601"/>
      </p:ext>
    </p:extLst>
  </p:cSld>
  <p:clrMapOvr>
    <a:masterClrMapping/>
  </p:clrMapOvr>
  <p:transition/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5"/>
          <p:cNvGrpSpPr>
            <a:grpSpLocks/>
          </p:cNvGrpSpPr>
          <p:nvPr userDrawn="1"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4" name="Rectangle 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" name="Rectangle 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Rectangle 6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8" name="Group 10"/>
          <p:cNvGrpSpPr>
            <a:grpSpLocks/>
          </p:cNvGrpSpPr>
          <p:nvPr userDrawn="1"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9" name="Rectangle 8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1" name="Rectangle 10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pic>
        <p:nvPicPr>
          <p:cNvPr id="12" name="Picture 14" descr="Picture 7.pn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TextBox 12"/>
          <p:cNvSpPr txBox="1">
            <a:spLocks noChangeArrowheads="1"/>
          </p:cNvSpPr>
          <p:nvPr userDrawn="1"/>
        </p:nvSpPr>
        <p:spPr bwMode="auto"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  <a:extLst/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BITS Pilani, Hyderabad Campus</a:t>
            </a:r>
          </a:p>
        </p:txBody>
      </p:sp>
      <p:sp>
        <p:nvSpPr>
          <p:cNvPr id="5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05607457"/>
      </p:ext>
    </p:extLst>
  </p:cSld>
  <p:clrMapOvr>
    <a:masterClrMapping/>
  </p:clrMapOvr>
  <p:transition/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5"/>
          <p:cNvGrpSpPr>
            <a:grpSpLocks/>
          </p:cNvGrpSpPr>
          <p:nvPr userDrawn="1"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4" name="Rectangle 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" name="Rectangle 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Rectangle 6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8" name="Group 10"/>
          <p:cNvGrpSpPr>
            <a:grpSpLocks/>
          </p:cNvGrpSpPr>
          <p:nvPr userDrawn="1"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9" name="Rectangle 8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1" name="Rectangle 10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pic>
        <p:nvPicPr>
          <p:cNvPr id="12" name="Picture 14" descr="Picture 7.pn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TextBox 12"/>
          <p:cNvSpPr txBox="1">
            <a:spLocks noChangeArrowheads="1"/>
          </p:cNvSpPr>
          <p:nvPr userDrawn="1"/>
        </p:nvSpPr>
        <p:spPr bwMode="auto"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  <a:extLst/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BITS Pilani, Hyderabad Campus</a:t>
            </a:r>
          </a:p>
        </p:txBody>
      </p:sp>
      <p:sp>
        <p:nvSpPr>
          <p:cNvPr id="5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34842078"/>
      </p:ext>
    </p:extLst>
  </p:cSld>
  <p:clrMapOvr>
    <a:masterClrMapping/>
  </p:clrMapOvr>
  <p:transition/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3DA625C-7372-4E2B-BF73-7A3B77124A1E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1/13/2026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0DB935C-A2BB-404C-A6C5-67E9068028EC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7046721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>
            <a:spLocks noChangeArrowheads="1"/>
          </p:cNvSpPr>
          <p:nvPr userDrawn="1"/>
        </p:nvSpPr>
        <p:spPr bwMode="auto"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  <a:extLst/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BITS Pilani, Hyderabad Campus</a:t>
            </a:r>
          </a:p>
        </p:txBody>
      </p:sp>
      <p:grpSp>
        <p:nvGrpSpPr>
          <p:cNvPr id="5" name="Group 11"/>
          <p:cNvGrpSpPr>
            <a:grpSpLocks/>
          </p:cNvGrpSpPr>
          <p:nvPr userDrawn="1"/>
        </p:nvGrpSpPr>
        <p:grpSpPr bwMode="auto">
          <a:xfrm>
            <a:off x="2084388" y="6550025"/>
            <a:ext cx="7059612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pic>
        <p:nvPicPr>
          <p:cNvPr id="9" name="Picture 11" descr="Picture 7.pn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0" name="Group 18"/>
          <p:cNvGrpSpPr>
            <a:grpSpLocks/>
          </p:cNvGrpSpPr>
          <p:nvPr userDrawn="1"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1" name="Rectangle 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14" name="Group 22"/>
          <p:cNvGrpSpPr>
            <a:grpSpLocks/>
          </p:cNvGrpSpPr>
          <p:nvPr userDrawn="1"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5" name="Rectangle 14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493837"/>
            <a:ext cx="82296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Arial" pitchFamily="34" charset="0"/>
                <a:cs typeface="Arial" pitchFamily="34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Arial" pitchFamily="34" charset="0"/>
                <a:cs typeface="Arial" pitchFamily="34" charset="0"/>
              </a:defRPr>
            </a:lvl2pPr>
          </a:lstStyle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dirty="0" smtClean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79606495"/>
      </p:ext>
    </p:extLst>
  </p:cSld>
  <p:clrMapOvr>
    <a:masterClrMapping/>
  </p:clrMapOvr>
  <p:transition/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>
            <a:spLocks noChangeArrowheads="1"/>
          </p:cNvSpPr>
          <p:nvPr userDrawn="1"/>
        </p:nvSpPr>
        <p:spPr bwMode="auto"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  <a:extLst/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BITS Pilani, Hyderabad Campus</a:t>
            </a:r>
          </a:p>
        </p:txBody>
      </p:sp>
      <p:grpSp>
        <p:nvGrpSpPr>
          <p:cNvPr id="5" name="Group 11"/>
          <p:cNvGrpSpPr>
            <a:grpSpLocks/>
          </p:cNvGrpSpPr>
          <p:nvPr userDrawn="1"/>
        </p:nvGrpSpPr>
        <p:grpSpPr bwMode="auto">
          <a:xfrm>
            <a:off x="2084388" y="6550025"/>
            <a:ext cx="7059612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pic>
        <p:nvPicPr>
          <p:cNvPr id="9" name="Picture 11" descr="Picture 7.pn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0" name="Group 18"/>
          <p:cNvGrpSpPr>
            <a:grpSpLocks/>
          </p:cNvGrpSpPr>
          <p:nvPr userDrawn="1"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1" name="Rectangle 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14" name="Group 22"/>
          <p:cNvGrpSpPr>
            <a:grpSpLocks/>
          </p:cNvGrpSpPr>
          <p:nvPr userDrawn="1"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5" name="Rectangle 14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493837"/>
            <a:ext cx="82296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Arial" pitchFamily="34" charset="0"/>
                <a:cs typeface="Arial" pitchFamily="34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Arial" pitchFamily="34" charset="0"/>
                <a:cs typeface="Arial" pitchFamily="34" charset="0"/>
              </a:defRPr>
            </a:lvl2pPr>
          </a:lstStyle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dirty="0" smtClean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22196485"/>
      </p:ext>
    </p:extLst>
  </p:cSld>
  <p:clrMapOvr>
    <a:masterClrMapping/>
  </p:clrMapOvr>
  <p:transition/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5"/>
          <p:cNvGrpSpPr>
            <a:grpSpLocks/>
          </p:cNvGrpSpPr>
          <p:nvPr userDrawn="1"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4" name="Rectangle 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" name="Rectangle 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Rectangle 6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8" name="Group 10"/>
          <p:cNvGrpSpPr>
            <a:grpSpLocks/>
          </p:cNvGrpSpPr>
          <p:nvPr userDrawn="1"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9" name="Rectangle 8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1" name="Rectangle 10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pic>
        <p:nvPicPr>
          <p:cNvPr id="12" name="Picture 14" descr="Picture 7.pn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TextBox 12"/>
          <p:cNvSpPr txBox="1">
            <a:spLocks noChangeArrowheads="1"/>
          </p:cNvSpPr>
          <p:nvPr userDrawn="1"/>
        </p:nvSpPr>
        <p:spPr bwMode="auto"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  <a:extLst/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BITS Pilani, Hyderabad Campus</a:t>
            </a:r>
          </a:p>
        </p:txBody>
      </p:sp>
      <p:sp>
        <p:nvSpPr>
          <p:cNvPr id="5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92404563"/>
      </p:ext>
    </p:extLst>
  </p:cSld>
  <p:clrMapOvr>
    <a:masterClrMapping/>
  </p:clrMapOvr>
  <p:transition/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 userDrawn="1"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Pilani, Pilani Campus</a:t>
            </a:r>
          </a:p>
        </p:txBody>
      </p:sp>
      <p:grpSp>
        <p:nvGrpSpPr>
          <p:cNvPr id="2" name="Group 11"/>
          <p:cNvGrpSpPr>
            <a:grpSpLocks/>
          </p:cNvGrpSpPr>
          <p:nvPr userDrawn="1"/>
        </p:nvGrpSpPr>
        <p:grpSpPr bwMode="auto">
          <a:xfrm>
            <a:off x="2084388" y="6550025"/>
            <a:ext cx="7059612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pic>
        <p:nvPicPr>
          <p:cNvPr id="9" name="Picture 11" descr="Picture 7.png"/>
          <p:cNvPicPr>
            <a:picLocks noChangeAspect="1"/>
          </p:cNvPicPr>
          <p:nvPr userDrawn="1"/>
        </p:nvPicPr>
        <p:blipFill>
          <a:blip r:embed="rId2"/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5" name="Group 18"/>
          <p:cNvGrpSpPr>
            <a:grpSpLocks/>
          </p:cNvGrpSpPr>
          <p:nvPr userDrawn="1"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1" name="Rectangle 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10" name="Group 22"/>
          <p:cNvGrpSpPr>
            <a:grpSpLocks/>
          </p:cNvGrpSpPr>
          <p:nvPr userDrawn="1"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5" name="Rectangle 14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493837"/>
            <a:ext cx="82296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Arial" pitchFamily="34" charset="0"/>
                <a:cs typeface="Arial" pitchFamily="34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Arial" pitchFamily="34" charset="0"/>
                <a:cs typeface="Arial" pitchFamily="34" charset="0"/>
              </a:defRPr>
            </a:lvl2pPr>
          </a:lstStyle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dirty="0" smtClean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59092342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00839DE-7ECE-48D2-99DE-21DA18AEA67A}" type="datetime3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13 January 2026</a:t>
            </a:fld>
            <a:endParaRPr kumimoji="0" lang="en-GB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IS ZC464, Machine Learning</a:t>
            </a:r>
            <a:endParaRPr kumimoji="0" lang="en-GB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89A1433-2BD6-474A-B042-E5F0856EF487}" type="slidenum">
              <a:rPr kumimoji="0" lang="en-GB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13981945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274638"/>
            <a:ext cx="6120680" cy="850106"/>
          </a:xfrm>
          <a:prstGeom prst="rect">
            <a:avLst/>
          </a:prstGeo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0"/>
          </p:nvPr>
        </p:nvSpPr>
        <p:spPr>
          <a:xfrm>
            <a:off x="2195513" y="6237288"/>
            <a:ext cx="4392612" cy="365125"/>
          </a:xfrm>
          <a:prstGeom prst="rect">
            <a:avLst/>
          </a:prstGeom>
        </p:spPr>
        <p:txBody>
          <a:bodyPr/>
          <a:lstStyle>
            <a:lvl1pPr algn="ctr">
              <a:defRPr sz="1200" b="1"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IS ZC464, Machine Learning</a:t>
            </a:r>
            <a:endParaRPr kumimoji="0" lang="en-IN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8532813" y="6237288"/>
            <a:ext cx="611187" cy="293687"/>
          </a:xfrm>
          <a:prstGeom prst="rect">
            <a:avLst/>
          </a:prstGeom>
        </p:spPr>
        <p:txBody>
          <a:bodyPr/>
          <a:lstStyle>
            <a:lvl1pPr>
              <a:defRPr sz="1600" b="1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8B23240-9A46-45DC-80D8-72E6138EF4CC}" type="slidenum">
              <a:rPr kumimoji="0" lang="en-IN" sz="1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67245609"/>
      </p:ext>
    </p:extLst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C9A5015-9EE6-40A5-B0CB-31BFFDD9A4EB}" type="datetime3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13 January 2026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IS ZC464, Machine Learning</a:t>
            </a: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BD8A489-38BD-40B0-9083-7E99DA903139}" type="slidenum"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6337327"/>
      </p:ext>
    </p:extLst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8622A36-FC8F-4476-8002-426133117C1A}" type="datetime3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13 January 2026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IS ZC464, Machine Learning</a:t>
            </a: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D38CB16-FC74-415F-A778-AFAE7BEAFAF6}" type="slidenum"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53751369"/>
      </p:ext>
    </p:extLst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A82F390-5B63-4068-A9D0-F644AD3195B3}" type="datetime3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13 January 2026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IS ZC464, Machine Learning</a:t>
            </a: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6FB1E71-4690-4FD4-BBCF-A3779CD52565}" type="slidenum"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2589727"/>
      </p:ext>
    </p:extLst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CDB21C6-0923-4961-A20F-7A28DB072D10}" type="datetime3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13 January 2026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IS ZC464, Machine Learning</a:t>
            </a: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FD64774-6889-4F3F-87B3-82AF987C97C8}" type="slidenum"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01164145"/>
      </p:ext>
    </p:extLst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3870F50-75AD-42BD-9FCC-315508736187}" type="datetime3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13 January 2026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IS ZC464, Machine Learning</a:t>
            </a: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02715D1-A74F-4481-8AFF-0CF19F1A4227}" type="slidenum"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29558078"/>
      </p:ext>
    </p:extLst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ABDD43D-E7AE-4424-AE04-B9CE5412EE81}" type="datetime3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13 January 2026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IS ZC464, Machine Learning</a:t>
            </a: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B936656-7811-4E10-ABA8-C743BA19F43F}" type="slidenum"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53814757"/>
      </p:ext>
    </p:extLst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en-IN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7A21FB6-D61F-403D-94D9-B19EE8A5BC42}" type="datetime3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13 January 2026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IS ZC464, Machine Learning</a:t>
            </a: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A0E505A-A9CD-4645-BB6F-663BC8294A50}" type="slidenum"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28324757"/>
      </p:ext>
    </p:extLst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83D0BE5-B565-4932-BADA-8E47D0D5B9DE}" type="datetime3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13 January 2026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IS ZC464, Machine Learning</a:t>
            </a: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FB21827-D599-4054-9CED-35F966873CDF}" type="slidenum"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97274391"/>
      </p:ext>
    </p:extLst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2E116E8-DA5F-42E5-B0B1-9907E32B06B3}" type="datetime3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13 January 2026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IS ZC464, Machine Learning</a:t>
            </a: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6872A46-881B-4CE5-A377-400F5AC5756F}" type="slidenum"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114765"/>
      </p:ext>
    </p:extLst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 not remove" hidden="1">
            <a:extLst>
              <a:ext uri="{FF2B5EF4-FFF2-40B4-BE49-F238E27FC236}">
                <a16:creationId xmlns:a16="http://schemas.microsoft.com/office/drawing/2014/main" id="{59D15E5E-39D0-4D62-A1AE-7824B1CFC32E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25400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82422733"/>
      </p:ext>
    </p:extLst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 not remove" hidden="1">
            <a:extLst>
              <a:ext uri="{FF2B5EF4-FFF2-40B4-BE49-F238E27FC236}">
                <a16:creationId xmlns:a16="http://schemas.microsoft.com/office/drawing/2014/main" id="{59D15E5E-39D0-4D62-A1AE-7824B1CFC32E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25400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30455956"/>
      </p:ext>
    </p:extLst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 not remove" hidden="1">
            <a:extLst>
              <a:ext uri="{FF2B5EF4-FFF2-40B4-BE49-F238E27FC236}">
                <a16:creationId xmlns:a16="http://schemas.microsoft.com/office/drawing/2014/main" id="{59D15E5E-39D0-4D62-A1AE-7824B1CFC32E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25400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13133414"/>
      </p:ext>
    </p:extLst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00839DE-7ECE-48D2-99DE-21DA18AEA67A}" type="datetime3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13 January 2026</a:t>
            </a:fld>
            <a:endParaRPr kumimoji="0" lang="en-GB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IS ZC464, Machine Learning</a:t>
            </a:r>
            <a:endParaRPr kumimoji="0" lang="en-GB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89A1433-2BD6-474A-B042-E5F0856EF487}" type="slidenum">
              <a:rPr kumimoji="0" lang="en-GB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11358168"/>
      </p:ext>
    </p:extLst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274638"/>
            <a:ext cx="6120680" cy="850106"/>
          </a:xfrm>
          <a:prstGeom prst="rect">
            <a:avLst/>
          </a:prstGeo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0"/>
          </p:nvPr>
        </p:nvSpPr>
        <p:spPr>
          <a:xfrm>
            <a:off x="2195513" y="6237288"/>
            <a:ext cx="4392612" cy="365125"/>
          </a:xfrm>
          <a:prstGeom prst="rect">
            <a:avLst/>
          </a:prstGeom>
        </p:spPr>
        <p:txBody>
          <a:bodyPr/>
          <a:lstStyle>
            <a:lvl1pPr algn="ctr">
              <a:defRPr sz="1200" b="1"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IS ZC464, Machine Learning</a:t>
            </a:r>
            <a:endParaRPr kumimoji="0" lang="en-IN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8532813" y="6237288"/>
            <a:ext cx="611187" cy="293687"/>
          </a:xfrm>
          <a:prstGeom prst="rect">
            <a:avLst/>
          </a:prstGeom>
        </p:spPr>
        <p:txBody>
          <a:bodyPr/>
          <a:lstStyle>
            <a:lvl1pPr>
              <a:defRPr sz="1600" b="1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8B23240-9A46-45DC-80D8-72E6138EF4CC}" type="slidenum">
              <a:rPr kumimoji="0" lang="en-IN" sz="1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62821339"/>
      </p:ext>
    </p:extLst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C9A5015-9EE6-40A5-B0CB-31BFFDD9A4EB}" type="datetime3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13 January 2026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IS ZC464, Machine Learning</a:t>
            </a: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BD8A489-38BD-40B0-9083-7E99DA903139}" type="slidenum"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82712955"/>
      </p:ext>
    </p:extLst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8622A36-FC8F-4476-8002-426133117C1A}" type="datetime3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13 January 2026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IS ZC464, Machine Learning</a:t>
            </a: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D38CB16-FC74-415F-A778-AFAE7BEAFAF6}" type="slidenum"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12267812"/>
      </p:ext>
    </p:extLst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A82F390-5B63-4068-A9D0-F644AD3195B3}" type="datetime3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13 January 2026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IS ZC464, Machine Learning</a:t>
            </a: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6FB1E71-4690-4FD4-BBCF-A3779CD52565}" type="slidenum"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30562193"/>
      </p:ext>
    </p:extLst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CDB21C6-0923-4961-A20F-7A28DB072D10}" type="datetime3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13 January 2026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IS ZC464, Machine Learning</a:t>
            </a: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FD64774-6889-4F3F-87B3-82AF987C97C8}" type="slidenum"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01031764"/>
      </p:ext>
    </p:extLst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3870F50-75AD-42BD-9FCC-315508736187}" type="datetime3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13 January 2026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IS ZC464, Machine Learning</a:t>
            </a: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02715D1-A74F-4481-8AFF-0CF19F1A4227}" type="slidenum"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90819613"/>
      </p:ext>
    </p:extLst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ABDD43D-E7AE-4424-AE04-B9CE5412EE81}" type="datetime3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13 January 2026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IS ZC464, Machine Learning</a:t>
            </a: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B936656-7811-4E10-ABA8-C743BA19F43F}" type="slidenum"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33288944"/>
      </p:ext>
    </p:extLst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en-IN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7A21FB6-D61F-403D-94D9-B19EE8A5BC42}" type="datetime3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13 January 2026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IS ZC464, Machine Learning</a:t>
            </a: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A0E505A-A9CD-4645-BB6F-663BC8294A50}" type="slidenum"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9670505"/>
      </p:ext>
    </p:extLst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83D0BE5-B565-4932-BADA-8E47D0D5B9DE}" type="datetime3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13 January 2026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IS ZC464, Machine Learning</a:t>
            </a: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FB21827-D599-4054-9CED-35F966873CDF}" type="slidenum"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48682956"/>
      </p:ext>
    </p:extLst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2E116E8-DA5F-42E5-B0B1-9907E32B06B3}" type="datetime3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13 January 2026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IS ZC464, Machine Learning</a:t>
            </a: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6872A46-881B-4CE5-A377-400F5AC5756F}" type="slidenum"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41740926"/>
      </p:ext>
    </p:extLst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 not remove" hidden="1">
            <a:extLst>
              <a:ext uri="{FF2B5EF4-FFF2-40B4-BE49-F238E27FC236}">
                <a16:creationId xmlns:a16="http://schemas.microsoft.com/office/drawing/2014/main" id="{59D15E5E-39D0-4D62-A1AE-7824B1CFC32E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25400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26690774"/>
      </p:ext>
    </p:extLst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 not remove" hidden="1">
            <a:extLst>
              <a:ext uri="{FF2B5EF4-FFF2-40B4-BE49-F238E27FC236}">
                <a16:creationId xmlns:a16="http://schemas.microsoft.com/office/drawing/2014/main" id="{59D15E5E-39D0-4D62-A1AE-7824B1CFC32E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25400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5726512"/>
      </p:ext>
    </p:extLst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 not remove" hidden="1">
            <a:extLst>
              <a:ext uri="{FF2B5EF4-FFF2-40B4-BE49-F238E27FC236}">
                <a16:creationId xmlns:a16="http://schemas.microsoft.com/office/drawing/2014/main" id="{59D15E5E-39D0-4D62-A1AE-7824B1CFC32E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25400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27250842"/>
      </p:ext>
    </p:extLst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00839DE-7ECE-48D2-99DE-21DA18AEA67A}" type="datetime3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13 January 2026</a:t>
            </a:fld>
            <a:endParaRPr kumimoji="0" lang="en-GB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IS ZC464, Machine Learning</a:t>
            </a:r>
            <a:endParaRPr kumimoji="0" lang="en-GB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89A1433-2BD6-474A-B042-E5F0856EF487}" type="slidenum">
              <a:rPr kumimoji="0" lang="en-GB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16068739"/>
      </p:ext>
    </p:extLst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274638"/>
            <a:ext cx="6120680" cy="850106"/>
          </a:xfrm>
          <a:prstGeom prst="rect">
            <a:avLst/>
          </a:prstGeo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0"/>
          </p:nvPr>
        </p:nvSpPr>
        <p:spPr>
          <a:xfrm>
            <a:off x="2195513" y="6237288"/>
            <a:ext cx="4392612" cy="365125"/>
          </a:xfrm>
          <a:prstGeom prst="rect">
            <a:avLst/>
          </a:prstGeom>
        </p:spPr>
        <p:txBody>
          <a:bodyPr/>
          <a:lstStyle>
            <a:lvl1pPr algn="ctr">
              <a:defRPr sz="1200" b="1"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IS ZC464, Machine Learning</a:t>
            </a:r>
            <a:endParaRPr kumimoji="0" lang="en-IN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8532813" y="6237288"/>
            <a:ext cx="611187" cy="293687"/>
          </a:xfrm>
          <a:prstGeom prst="rect">
            <a:avLst/>
          </a:prstGeom>
        </p:spPr>
        <p:txBody>
          <a:bodyPr/>
          <a:lstStyle>
            <a:lvl1pPr>
              <a:defRPr sz="1600" b="1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8B23240-9A46-45DC-80D8-72E6138EF4CC}" type="slidenum">
              <a:rPr kumimoji="0" lang="en-IN" sz="1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48005659"/>
      </p:ext>
    </p:extLst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C9A5015-9EE6-40A5-B0CB-31BFFDD9A4EB}" type="datetime3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13 January 2026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IS ZC464, Machine Learning</a:t>
            </a: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BD8A489-38BD-40B0-9083-7E99DA903139}" type="slidenum"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71195827"/>
      </p:ext>
    </p:extLst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8622A36-FC8F-4476-8002-426133117C1A}" type="datetime3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13 January 2026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IS ZC464, Machine Learning</a:t>
            </a: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D38CB16-FC74-415F-A778-AFAE7BEAFAF6}" type="slidenum"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50235808"/>
      </p:ext>
    </p:extLst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A82F390-5B63-4068-A9D0-F644AD3195B3}" type="datetime3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13 January 2026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IS ZC464, Machine Learning</a:t>
            </a: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6FB1E71-4690-4FD4-BBCF-A3779CD52565}" type="slidenum"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40307744"/>
      </p:ext>
    </p:extLst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CDB21C6-0923-4961-A20F-7A28DB072D10}" type="datetime3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13 January 2026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IS ZC464, Machine Learning</a:t>
            </a: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FD64774-6889-4F3F-87B3-82AF987C97C8}" type="slidenum"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48178004"/>
      </p:ext>
    </p:extLst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3870F50-75AD-42BD-9FCC-315508736187}" type="datetime3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13 January 2026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IS ZC464, Machine Learning</a:t>
            </a: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02715D1-A74F-4481-8AFF-0CF19F1A4227}" type="slidenum"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03391357"/>
      </p:ext>
    </p:extLst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ABDD43D-E7AE-4424-AE04-B9CE5412EE81}" type="datetime3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13 January 2026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IS ZC464, Machine Learning</a:t>
            </a: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B936656-7811-4E10-ABA8-C743BA19F43F}" type="slidenum"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24689122"/>
      </p:ext>
    </p:extLst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en-IN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7A21FB6-D61F-403D-94D9-B19EE8A5BC42}" type="datetime3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13 January 2026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IS ZC464, Machine Learning</a:t>
            </a: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A0E505A-A9CD-4645-BB6F-663BC8294A50}" type="slidenum"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35813595"/>
      </p:ext>
    </p:extLst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83D0BE5-B565-4932-BADA-8E47D0D5B9DE}" type="datetime3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13 January 2026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IS ZC464, Machine Learning</a:t>
            </a: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FB21827-D599-4054-9CED-35F966873CDF}" type="slidenum"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72177604"/>
      </p:ext>
    </p:extLst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2E116E8-DA5F-42E5-B0B1-9907E32B06B3}" type="datetime3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13 January 2026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IS ZC464, Machine Learning</a:t>
            </a: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6872A46-881B-4CE5-A377-400F5AC5756F}" type="slidenum"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6325592"/>
      </p:ext>
    </p:extLst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 userDrawn="1"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Pilani, Pilani Campus</a:t>
            </a:r>
          </a:p>
        </p:txBody>
      </p:sp>
      <p:grpSp>
        <p:nvGrpSpPr>
          <p:cNvPr id="2" name="Group 11"/>
          <p:cNvGrpSpPr>
            <a:grpSpLocks/>
          </p:cNvGrpSpPr>
          <p:nvPr userDrawn="1"/>
        </p:nvGrpSpPr>
        <p:grpSpPr bwMode="auto">
          <a:xfrm>
            <a:off x="2084388" y="6550025"/>
            <a:ext cx="7059612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pic>
        <p:nvPicPr>
          <p:cNvPr id="9" name="Picture 11" descr="Picture 7.png"/>
          <p:cNvPicPr>
            <a:picLocks noChangeAspect="1"/>
          </p:cNvPicPr>
          <p:nvPr userDrawn="1"/>
        </p:nvPicPr>
        <p:blipFill>
          <a:blip r:embed="rId2"/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5" name="Group 18"/>
          <p:cNvGrpSpPr>
            <a:grpSpLocks/>
          </p:cNvGrpSpPr>
          <p:nvPr userDrawn="1"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1" name="Rectangle 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10" name="Group 22"/>
          <p:cNvGrpSpPr>
            <a:grpSpLocks/>
          </p:cNvGrpSpPr>
          <p:nvPr userDrawn="1"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5" name="Rectangle 14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493837"/>
            <a:ext cx="82296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Arial" pitchFamily="34" charset="0"/>
                <a:cs typeface="Arial" pitchFamily="34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Arial" pitchFamily="34" charset="0"/>
                <a:cs typeface="Arial" pitchFamily="34" charset="0"/>
              </a:defRPr>
            </a:lvl2pPr>
          </a:lstStyle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dirty="0" smtClean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98802306"/>
      </p:ext>
    </p:extLst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 userDrawn="1"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Pilani, Pilani Campus</a:t>
            </a:r>
          </a:p>
        </p:txBody>
      </p:sp>
      <p:grpSp>
        <p:nvGrpSpPr>
          <p:cNvPr id="2" name="Group 11"/>
          <p:cNvGrpSpPr>
            <a:grpSpLocks/>
          </p:cNvGrpSpPr>
          <p:nvPr userDrawn="1"/>
        </p:nvGrpSpPr>
        <p:grpSpPr bwMode="auto">
          <a:xfrm>
            <a:off x="2084388" y="6550025"/>
            <a:ext cx="7059612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pic>
        <p:nvPicPr>
          <p:cNvPr id="9" name="Picture 11" descr="Picture 7.png"/>
          <p:cNvPicPr>
            <a:picLocks noChangeAspect="1"/>
          </p:cNvPicPr>
          <p:nvPr userDrawn="1"/>
        </p:nvPicPr>
        <p:blipFill>
          <a:blip r:embed="rId2"/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5" name="Group 18"/>
          <p:cNvGrpSpPr>
            <a:grpSpLocks/>
          </p:cNvGrpSpPr>
          <p:nvPr userDrawn="1"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1" name="Rectangle 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10" name="Group 22"/>
          <p:cNvGrpSpPr>
            <a:grpSpLocks/>
          </p:cNvGrpSpPr>
          <p:nvPr userDrawn="1"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5" name="Rectangle 14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493837"/>
            <a:ext cx="82296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Arial" pitchFamily="34" charset="0"/>
                <a:cs typeface="Arial" pitchFamily="34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Arial" pitchFamily="34" charset="0"/>
                <a:cs typeface="Arial" pitchFamily="34" charset="0"/>
              </a:defRPr>
            </a:lvl2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1957023"/>
      </p:ext>
    </p:extLst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 not remove" hidden="1">
            <a:extLst>
              <a:ext uri="{FF2B5EF4-FFF2-40B4-BE49-F238E27FC236}">
                <a16:creationId xmlns:a16="http://schemas.microsoft.com/office/drawing/2014/main" id="{59D15E5E-39D0-4D62-A1AE-7824B1CFC32E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25400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15226208"/>
      </p:ext>
    </p:extLst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 not remove" hidden="1">
            <a:extLst>
              <a:ext uri="{FF2B5EF4-FFF2-40B4-BE49-F238E27FC236}">
                <a16:creationId xmlns:a16="http://schemas.microsoft.com/office/drawing/2014/main" id="{59D15E5E-39D0-4D62-A1AE-7824B1CFC32E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25400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65110064"/>
      </p:ext>
    </p:extLst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00839DE-7ECE-48D2-99DE-21DA18AEA67A}" type="datetime3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13 January 2026</a:t>
            </a:fld>
            <a:endParaRPr kumimoji="0" lang="en-GB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IS ZC464, Machine Learning</a:t>
            </a:r>
            <a:endParaRPr kumimoji="0" lang="en-GB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89A1433-2BD6-474A-B042-E5F0856EF487}" type="slidenum">
              <a:rPr kumimoji="0" lang="en-GB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04869428"/>
      </p:ext>
    </p:extLst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274638"/>
            <a:ext cx="6120680" cy="850106"/>
          </a:xfrm>
          <a:prstGeom prst="rect">
            <a:avLst/>
          </a:prstGeo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0"/>
          </p:nvPr>
        </p:nvSpPr>
        <p:spPr>
          <a:xfrm>
            <a:off x="2195513" y="6237288"/>
            <a:ext cx="4392612" cy="365125"/>
          </a:xfrm>
          <a:prstGeom prst="rect">
            <a:avLst/>
          </a:prstGeom>
        </p:spPr>
        <p:txBody>
          <a:bodyPr/>
          <a:lstStyle>
            <a:lvl1pPr algn="ctr">
              <a:defRPr sz="1200" b="1"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IS ZC464, Machine Learning</a:t>
            </a:r>
            <a:endParaRPr kumimoji="0" lang="en-IN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8532813" y="6237288"/>
            <a:ext cx="611187" cy="293687"/>
          </a:xfrm>
          <a:prstGeom prst="rect">
            <a:avLst/>
          </a:prstGeom>
        </p:spPr>
        <p:txBody>
          <a:bodyPr/>
          <a:lstStyle>
            <a:lvl1pPr>
              <a:defRPr sz="1600" b="1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8B23240-9A46-45DC-80D8-72E6138EF4CC}" type="slidenum">
              <a:rPr kumimoji="0" lang="en-IN" sz="1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26340087"/>
      </p:ext>
    </p:extLst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C9A5015-9EE6-40A5-B0CB-31BFFDD9A4EB}" type="datetime3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13 January 2026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IS ZC464, Machine Learning</a:t>
            </a: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BD8A489-38BD-40B0-9083-7E99DA903139}" type="slidenum"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436109"/>
      </p:ext>
    </p:extLst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8622A36-FC8F-4476-8002-426133117C1A}" type="datetime3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13 January 2026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IS ZC464, Machine Learning</a:t>
            </a: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D38CB16-FC74-415F-A778-AFAE7BEAFAF6}" type="slidenum"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47281005"/>
      </p:ext>
    </p:extLst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A82F390-5B63-4068-A9D0-F644AD3195B3}" type="datetime3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13 January 2026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IS ZC464, Machine Learning</a:t>
            </a: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6FB1E71-4690-4FD4-BBCF-A3779CD52565}" type="slidenum"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70292849"/>
      </p:ext>
    </p:extLst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CDB21C6-0923-4961-A20F-7A28DB072D10}" type="datetime3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13 January 2026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IS ZC464, Machine Learning</a:t>
            </a: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FD64774-6889-4F3F-87B3-82AF987C97C8}" type="slidenum"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03546977"/>
      </p:ext>
    </p:extLst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3870F50-75AD-42BD-9FCC-315508736187}" type="datetime3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13 January 2026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IS ZC464, Machine Learning</a:t>
            </a: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02715D1-A74F-4481-8AFF-0CF19F1A4227}" type="slidenum"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23480438"/>
      </p:ext>
    </p:extLst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ABDD43D-E7AE-4424-AE04-B9CE5412EE81}" type="datetime3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13 January 2026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IS ZC464, Machine Learning</a:t>
            </a: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B936656-7811-4E10-ABA8-C743BA19F43F}" type="slidenum"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05519137"/>
      </p:ext>
    </p:extLst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en-IN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7A21FB6-D61F-403D-94D9-B19EE8A5BC42}" type="datetime3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13 January 2026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IS ZC464, Machine Learning</a:t>
            </a: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A0E505A-A9CD-4645-BB6F-663BC8294A50}" type="slidenum"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16184988"/>
      </p:ext>
    </p:extLst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83D0BE5-B565-4932-BADA-8E47D0D5B9DE}" type="datetime3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13 January 2026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IS ZC464, Machine Learning</a:t>
            </a: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FB21827-D599-4054-9CED-35F966873CDF}" type="slidenum"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6944235"/>
      </p:ext>
    </p:extLst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2E116E8-DA5F-42E5-B0B1-9907E32B06B3}" type="datetime3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13 January 2026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IS ZC464, Machine Learning</a:t>
            </a: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6872A46-881B-4CE5-A377-400F5AC5756F}" type="slidenum"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14349272"/>
      </p:ext>
    </p:extLst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00839DE-7ECE-48D2-99DE-21DA18AEA67A}" type="datetime3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13 January 2026</a:t>
            </a:fld>
            <a:endParaRPr kumimoji="0" lang="en-GB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IS ZC464, Machine Learning</a:t>
            </a:r>
            <a:endParaRPr kumimoji="0" lang="en-GB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89A1433-2BD6-474A-B042-E5F0856EF487}" type="slidenum">
              <a:rPr kumimoji="0" lang="en-GB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63643612"/>
      </p:ext>
    </p:extLst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274638"/>
            <a:ext cx="6120680" cy="850106"/>
          </a:xfrm>
          <a:prstGeom prst="rect">
            <a:avLst/>
          </a:prstGeo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0"/>
          </p:nvPr>
        </p:nvSpPr>
        <p:spPr>
          <a:xfrm>
            <a:off x="2195513" y="6237288"/>
            <a:ext cx="4392612" cy="365125"/>
          </a:xfrm>
          <a:prstGeom prst="rect">
            <a:avLst/>
          </a:prstGeom>
        </p:spPr>
        <p:txBody>
          <a:bodyPr/>
          <a:lstStyle>
            <a:lvl1pPr algn="ctr">
              <a:defRPr sz="1200" b="1"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IS ZC464, Machine Learning</a:t>
            </a:r>
            <a:endParaRPr kumimoji="0" lang="en-IN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8532813" y="6237288"/>
            <a:ext cx="611187" cy="293687"/>
          </a:xfrm>
          <a:prstGeom prst="rect">
            <a:avLst/>
          </a:prstGeom>
        </p:spPr>
        <p:txBody>
          <a:bodyPr/>
          <a:lstStyle>
            <a:lvl1pPr>
              <a:defRPr sz="1600" b="1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8B23240-9A46-45DC-80D8-72E6138EF4CC}" type="slidenum">
              <a:rPr kumimoji="0" lang="en-IN" sz="1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18827958"/>
      </p:ext>
    </p:extLst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C9A5015-9EE6-40A5-B0CB-31BFFDD9A4EB}" type="datetime3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13 January 2026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IS ZC464, Machine Learning</a:t>
            </a: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BD8A489-38BD-40B0-9083-7E99DA903139}" type="slidenum"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14546838"/>
      </p:ext>
    </p:extLst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8622A36-FC8F-4476-8002-426133117C1A}" type="datetime3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13 January 2026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IS ZC464, Machine Learning</a:t>
            </a: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D38CB16-FC74-415F-A778-AFAE7BEAFAF6}" type="slidenum"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06078630"/>
      </p:ext>
    </p:extLst>
  </p:cSld>
  <p:clrMapOvr>
    <a:masterClrMapping/>
  </p:clrMapOvr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A82F390-5B63-4068-A9D0-F644AD3195B3}" type="datetime3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13 January 2026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IS ZC464, Machine Learning</a:t>
            </a: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6FB1E71-4690-4FD4-BBCF-A3779CD52565}" type="slidenum"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55988014"/>
      </p:ext>
    </p:extLst>
  </p:cSld>
  <p:clrMapOvr>
    <a:masterClrMapping/>
  </p:clrMapOvr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CDB21C6-0923-4961-A20F-7A28DB072D10}" type="datetime3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13 January 2026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IS ZC464, Machine Learning</a:t>
            </a: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FD64774-6889-4F3F-87B3-82AF987C97C8}" type="slidenum"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72853707"/>
      </p:ext>
    </p:extLst>
  </p:cSld>
  <p:clrMapOvr>
    <a:masterClrMapping/>
  </p:clrMapOvr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3870F50-75AD-42BD-9FCC-315508736187}" type="datetime3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13 January 2026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IS ZC464, Machine Learning</a:t>
            </a: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02715D1-A74F-4481-8AFF-0CF19F1A4227}" type="slidenum"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15657049"/>
      </p:ext>
    </p:extLst>
  </p:cSld>
  <p:clrMapOvr>
    <a:masterClrMapping/>
  </p:clrMapOvr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ABDD43D-E7AE-4424-AE04-B9CE5412EE81}" type="datetime3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13 January 2026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IS ZC464, Machine Learning</a:t>
            </a: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B936656-7811-4E10-ABA8-C743BA19F43F}" type="slidenum"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95465843"/>
      </p:ext>
    </p:extLst>
  </p:cSld>
  <p:clrMapOvr>
    <a:masterClrMapping/>
  </p:clrMapOvr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en-IN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7A21FB6-D61F-403D-94D9-B19EE8A5BC42}" type="datetime3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13 January 2026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IS ZC464, Machine Learning</a:t>
            </a: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A0E505A-A9CD-4645-BB6F-663BC8294A50}" type="slidenum"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30133440"/>
      </p:ext>
    </p:extLst>
  </p:cSld>
  <p:clrMapOvr>
    <a:masterClrMapping/>
  </p:clrMapOvr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83D0BE5-B565-4932-BADA-8E47D0D5B9DE}" type="datetime3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13 January 2026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IS ZC464, Machine Learning</a:t>
            </a: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FB21827-D599-4054-9CED-35F966873CDF}" type="slidenum"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02554064"/>
      </p:ext>
    </p:extLst>
  </p:cSld>
  <p:clrMapOvr>
    <a:masterClrMapping/>
  </p:clrMapOvr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2E116E8-DA5F-42E5-B0B1-9907E32B06B3}" type="datetime3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13 January 2026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IS ZC464, Machine Learning</a:t>
            </a: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6872A46-881B-4CE5-A377-400F5AC5756F}" type="slidenum"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82079308"/>
      </p:ext>
    </p:extLst>
  </p:cSld>
  <p:clrMapOvr>
    <a:masterClrMapping/>
  </p:clrMapOvr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 userDrawn="1"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Pilani, Pilani Campus</a:t>
            </a:r>
          </a:p>
        </p:txBody>
      </p:sp>
      <p:grpSp>
        <p:nvGrpSpPr>
          <p:cNvPr id="2" name="Group 11"/>
          <p:cNvGrpSpPr>
            <a:grpSpLocks/>
          </p:cNvGrpSpPr>
          <p:nvPr userDrawn="1"/>
        </p:nvGrpSpPr>
        <p:grpSpPr bwMode="auto">
          <a:xfrm>
            <a:off x="2084388" y="6550025"/>
            <a:ext cx="7059612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pic>
        <p:nvPicPr>
          <p:cNvPr id="9" name="Picture 11" descr="Picture 7.png"/>
          <p:cNvPicPr>
            <a:picLocks noChangeAspect="1"/>
          </p:cNvPicPr>
          <p:nvPr userDrawn="1"/>
        </p:nvPicPr>
        <p:blipFill>
          <a:blip r:embed="rId2"/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5" name="Group 18"/>
          <p:cNvGrpSpPr>
            <a:grpSpLocks/>
          </p:cNvGrpSpPr>
          <p:nvPr userDrawn="1"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1" name="Rectangle 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10" name="Group 22"/>
          <p:cNvGrpSpPr>
            <a:grpSpLocks/>
          </p:cNvGrpSpPr>
          <p:nvPr userDrawn="1"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5" name="Rectangle 14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493837"/>
            <a:ext cx="82296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Arial" pitchFamily="34" charset="0"/>
                <a:cs typeface="Arial" pitchFamily="34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Arial" pitchFamily="34" charset="0"/>
                <a:cs typeface="Arial" pitchFamily="34" charset="0"/>
              </a:defRPr>
            </a:lvl2pPr>
          </a:lstStyle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dirty="0" smtClean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83176122"/>
      </p:ext>
    </p:extLst>
  </p:cSld>
  <p:clrMapOvr>
    <a:masterClrMapping/>
  </p:clrMapOvr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 not remove" hidden="1">
            <a:extLst>
              <a:ext uri="{FF2B5EF4-FFF2-40B4-BE49-F238E27FC236}">
                <a16:creationId xmlns:a16="http://schemas.microsoft.com/office/drawing/2014/main" id="{59D15E5E-39D0-4D62-A1AE-7824B1CFC32E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25400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71255561"/>
      </p:ext>
    </p:extLst>
  </p:cSld>
  <p:clrMapOvr>
    <a:masterClrMapping/>
  </p:clrMapOvr>
</p:sldLayout>
</file>

<file path=ppt/slideLayouts/slideLayout16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 not remove" hidden="1">
            <a:extLst>
              <a:ext uri="{FF2B5EF4-FFF2-40B4-BE49-F238E27FC236}">
                <a16:creationId xmlns:a16="http://schemas.microsoft.com/office/drawing/2014/main" id="{59D15E5E-39D0-4D62-A1AE-7824B1CFC32E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25400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52123029"/>
      </p:ext>
    </p:extLst>
  </p:cSld>
  <p:clrMapOvr>
    <a:masterClrMapping/>
  </p:clrMapOvr>
</p:sldLayout>
</file>

<file path=ppt/slideLayouts/slideLayout16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 not remove" hidden="1">
            <a:extLst>
              <a:ext uri="{FF2B5EF4-FFF2-40B4-BE49-F238E27FC236}">
                <a16:creationId xmlns:a16="http://schemas.microsoft.com/office/drawing/2014/main" id="{59D15E5E-39D0-4D62-A1AE-7824B1CFC32E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25400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80044864"/>
      </p:ext>
    </p:extLst>
  </p:cSld>
  <p:clrMapOvr>
    <a:masterClrMapping/>
  </p:clrMapOvr>
</p:sldLayout>
</file>

<file path=ppt/slideLayouts/slideLayout16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00839DE-7ECE-48D2-99DE-21DA18AEA67A}" type="datetime3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13 January 2026</a:t>
            </a:fld>
            <a:endParaRPr kumimoji="0" lang="en-GB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IS ZC464, Machine Learning</a:t>
            </a:r>
            <a:endParaRPr kumimoji="0" lang="en-GB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89A1433-2BD6-474A-B042-E5F0856EF487}" type="slidenum">
              <a:rPr kumimoji="0" lang="en-GB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95599175"/>
      </p:ext>
    </p:extLst>
  </p:cSld>
  <p:clrMapOvr>
    <a:masterClrMapping/>
  </p:clrMapOvr>
</p:sldLayout>
</file>

<file path=ppt/slideLayouts/slideLayout16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274638"/>
            <a:ext cx="6120680" cy="850106"/>
          </a:xfrm>
          <a:prstGeom prst="rect">
            <a:avLst/>
          </a:prstGeo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0"/>
          </p:nvPr>
        </p:nvSpPr>
        <p:spPr>
          <a:xfrm>
            <a:off x="2195513" y="6237288"/>
            <a:ext cx="4392612" cy="365125"/>
          </a:xfrm>
          <a:prstGeom prst="rect">
            <a:avLst/>
          </a:prstGeom>
        </p:spPr>
        <p:txBody>
          <a:bodyPr/>
          <a:lstStyle>
            <a:lvl1pPr algn="ctr">
              <a:defRPr sz="1200" b="1"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IS ZC464, Machine Learning</a:t>
            </a:r>
            <a:endParaRPr kumimoji="0" lang="en-IN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8532813" y="6237288"/>
            <a:ext cx="611187" cy="293687"/>
          </a:xfrm>
          <a:prstGeom prst="rect">
            <a:avLst/>
          </a:prstGeom>
        </p:spPr>
        <p:txBody>
          <a:bodyPr/>
          <a:lstStyle>
            <a:lvl1pPr>
              <a:defRPr sz="1600" b="1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8B23240-9A46-45DC-80D8-72E6138EF4CC}" type="slidenum">
              <a:rPr kumimoji="0" lang="en-IN" sz="1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17606036"/>
      </p:ext>
    </p:extLst>
  </p:cSld>
  <p:clrMapOvr>
    <a:masterClrMapping/>
  </p:clrMapOvr>
</p:sldLayout>
</file>

<file path=ppt/slideLayouts/slideLayout17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C9A5015-9EE6-40A5-B0CB-31BFFDD9A4EB}" type="datetime3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13 January 2026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IS ZC464, Machine Learning</a:t>
            </a: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BD8A489-38BD-40B0-9083-7E99DA903139}" type="slidenum"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708257"/>
      </p:ext>
    </p:extLst>
  </p:cSld>
  <p:clrMapOvr>
    <a:masterClrMapping/>
  </p:clrMapOvr>
</p:sldLayout>
</file>

<file path=ppt/slideLayouts/slideLayout17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8622A36-FC8F-4476-8002-426133117C1A}" type="datetime3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13 January 2026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IS ZC464, Machine Learning</a:t>
            </a: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D38CB16-FC74-415F-A778-AFAE7BEAFAF6}" type="slidenum"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08846048"/>
      </p:ext>
    </p:extLst>
  </p:cSld>
  <p:clrMapOvr>
    <a:masterClrMapping/>
  </p:clrMapOvr>
</p:sldLayout>
</file>

<file path=ppt/slideLayouts/slideLayout17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A82F390-5B63-4068-A9D0-F644AD3195B3}" type="datetime3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13 January 2026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IS ZC464, Machine Learning</a:t>
            </a: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6FB1E71-4690-4FD4-BBCF-A3779CD52565}" type="slidenum"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35639753"/>
      </p:ext>
    </p:extLst>
  </p:cSld>
  <p:clrMapOvr>
    <a:masterClrMapping/>
  </p:clrMapOvr>
</p:sldLayout>
</file>

<file path=ppt/slideLayouts/slideLayout17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CDB21C6-0923-4961-A20F-7A28DB072D10}" type="datetime3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13 January 2026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IS ZC464, Machine Learning</a:t>
            </a: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FD64774-6889-4F3F-87B3-82AF987C97C8}" type="slidenum"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55289609"/>
      </p:ext>
    </p:extLst>
  </p:cSld>
  <p:clrMapOvr>
    <a:masterClrMapping/>
  </p:clrMapOvr>
</p:sldLayout>
</file>

<file path=ppt/slideLayouts/slideLayout17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3870F50-75AD-42BD-9FCC-315508736187}" type="datetime3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13 January 2026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IS ZC464, Machine Learning</a:t>
            </a: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02715D1-A74F-4481-8AFF-0CF19F1A4227}" type="slidenum"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94286907"/>
      </p:ext>
    </p:extLst>
  </p:cSld>
  <p:clrMapOvr>
    <a:masterClrMapping/>
  </p:clrMapOvr>
</p:sldLayout>
</file>

<file path=ppt/slideLayouts/slideLayout17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ABDD43D-E7AE-4424-AE04-B9CE5412EE81}" type="datetime3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13 January 2026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IS ZC464, Machine Learning</a:t>
            </a: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B936656-7811-4E10-ABA8-C743BA19F43F}" type="slidenum"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03551174"/>
      </p:ext>
    </p:extLst>
  </p:cSld>
  <p:clrMapOvr>
    <a:masterClrMapping/>
  </p:clrMapOvr>
</p:sldLayout>
</file>

<file path=ppt/slideLayouts/slideLayout17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en-IN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7A21FB6-D61F-403D-94D9-B19EE8A5BC42}" type="datetime3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13 January 2026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IS ZC464, Machine Learning</a:t>
            </a: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A0E505A-A9CD-4645-BB6F-663BC8294A50}" type="slidenum"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52125528"/>
      </p:ext>
    </p:extLst>
  </p:cSld>
  <p:clrMapOvr>
    <a:masterClrMapping/>
  </p:clrMapOvr>
</p:sldLayout>
</file>

<file path=ppt/slideLayouts/slideLayout17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83D0BE5-B565-4932-BADA-8E47D0D5B9DE}" type="datetime3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13 January 2026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IS ZC464, Machine Learning</a:t>
            </a: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FB21827-D599-4054-9CED-35F966873CDF}" type="slidenum"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2793268"/>
      </p:ext>
    </p:extLst>
  </p:cSld>
  <p:clrMapOvr>
    <a:masterClrMapping/>
  </p:clrMapOvr>
</p:sldLayout>
</file>

<file path=ppt/slideLayouts/slideLayout17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2E116E8-DA5F-42E5-B0B1-9907E32B06B3}" type="datetime3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13 January 2026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IS ZC464, Machine Learning</a:t>
            </a: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6872A46-881B-4CE5-A377-400F5AC5756F}" type="slidenum"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7970285"/>
      </p:ext>
    </p:extLst>
  </p:cSld>
  <p:clrMapOvr>
    <a:masterClrMapping/>
  </p:clrMapOvr>
</p:sldLayout>
</file>

<file path=ppt/slideLayouts/slideLayout17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 userDrawn="1"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Pilani, Pilani Campus</a:t>
            </a:r>
          </a:p>
        </p:txBody>
      </p:sp>
      <p:grpSp>
        <p:nvGrpSpPr>
          <p:cNvPr id="2" name="Group 11"/>
          <p:cNvGrpSpPr>
            <a:grpSpLocks/>
          </p:cNvGrpSpPr>
          <p:nvPr userDrawn="1"/>
        </p:nvGrpSpPr>
        <p:grpSpPr bwMode="auto">
          <a:xfrm>
            <a:off x="2084388" y="6550025"/>
            <a:ext cx="7059612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pic>
        <p:nvPicPr>
          <p:cNvPr id="9" name="Picture 11" descr="Picture 7.png"/>
          <p:cNvPicPr>
            <a:picLocks noChangeAspect="1"/>
          </p:cNvPicPr>
          <p:nvPr userDrawn="1"/>
        </p:nvPicPr>
        <p:blipFill>
          <a:blip r:embed="rId2"/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5" name="Group 18"/>
          <p:cNvGrpSpPr>
            <a:grpSpLocks/>
          </p:cNvGrpSpPr>
          <p:nvPr userDrawn="1"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1" name="Rectangle 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10" name="Group 22"/>
          <p:cNvGrpSpPr>
            <a:grpSpLocks/>
          </p:cNvGrpSpPr>
          <p:nvPr userDrawn="1"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5" name="Rectangle 14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493837"/>
            <a:ext cx="82296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Arial" pitchFamily="34" charset="0"/>
                <a:cs typeface="Arial" pitchFamily="34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Arial" pitchFamily="34" charset="0"/>
                <a:cs typeface="Arial" pitchFamily="34" charset="0"/>
              </a:defRPr>
            </a:lvl2pPr>
          </a:lstStyle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dirty="0" smtClean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78188734"/>
      </p:ext>
    </p:extLst>
  </p:cSld>
  <p:clrMapOvr>
    <a:masterClrMapping/>
  </p:clrMapOvr>
</p:sldLayout>
</file>

<file path=ppt/slideLayouts/slideLayout18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 not remove" hidden="1">
            <a:extLst>
              <a:ext uri="{FF2B5EF4-FFF2-40B4-BE49-F238E27FC236}">
                <a16:creationId xmlns:a16="http://schemas.microsoft.com/office/drawing/2014/main" id="{59D15E5E-39D0-4D62-A1AE-7824B1CFC32E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25400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93845755"/>
      </p:ext>
    </p:extLst>
  </p:cSld>
  <p:clrMapOvr>
    <a:masterClrMapping/>
  </p:clrMapOvr>
</p:sldLayout>
</file>

<file path=ppt/slideLayouts/slideLayout18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 not remove" hidden="1">
            <a:extLst>
              <a:ext uri="{FF2B5EF4-FFF2-40B4-BE49-F238E27FC236}">
                <a16:creationId xmlns:a16="http://schemas.microsoft.com/office/drawing/2014/main" id="{59D15E5E-39D0-4D62-A1AE-7824B1CFC32E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25400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67249076"/>
      </p:ext>
    </p:extLst>
  </p:cSld>
  <p:clrMapOvr>
    <a:masterClrMapping/>
  </p:clrMapOvr>
</p:sldLayout>
</file>

<file path=ppt/slideLayouts/slideLayout18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 not remove" hidden="1">
            <a:extLst>
              <a:ext uri="{FF2B5EF4-FFF2-40B4-BE49-F238E27FC236}">
                <a16:creationId xmlns:a16="http://schemas.microsoft.com/office/drawing/2014/main" id="{59D15E5E-39D0-4D62-A1AE-7824B1CFC32E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25400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47703112"/>
      </p:ext>
    </p:extLst>
  </p:cSld>
  <p:clrMapOvr>
    <a:masterClrMapping/>
  </p:clrMapOvr>
</p:sldLayout>
</file>

<file path=ppt/slideLayouts/slideLayout18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00839DE-7ECE-48D2-99DE-21DA18AEA67A}" type="datetime3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13 January 2026</a:t>
            </a:fld>
            <a:endParaRPr kumimoji="0" lang="en-GB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IS ZC464, Machine Learning</a:t>
            </a:r>
            <a:endParaRPr kumimoji="0" lang="en-GB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89A1433-2BD6-474A-B042-E5F0856EF487}" type="slidenum">
              <a:rPr kumimoji="0" lang="en-GB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43675891"/>
      </p:ext>
    </p:extLst>
  </p:cSld>
  <p:clrMapOvr>
    <a:masterClrMapping/>
  </p:clrMapOvr>
</p:sldLayout>
</file>

<file path=ppt/slideLayouts/slideLayout18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274638"/>
            <a:ext cx="6120680" cy="850106"/>
          </a:xfrm>
          <a:prstGeom prst="rect">
            <a:avLst/>
          </a:prstGeo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0"/>
          </p:nvPr>
        </p:nvSpPr>
        <p:spPr>
          <a:xfrm>
            <a:off x="2195513" y="6237288"/>
            <a:ext cx="4392612" cy="365125"/>
          </a:xfrm>
          <a:prstGeom prst="rect">
            <a:avLst/>
          </a:prstGeom>
        </p:spPr>
        <p:txBody>
          <a:bodyPr/>
          <a:lstStyle>
            <a:lvl1pPr algn="ctr">
              <a:defRPr sz="1200" b="1"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IS ZC464, Machine Learning</a:t>
            </a:r>
            <a:endParaRPr kumimoji="0" lang="en-IN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8532813" y="6237288"/>
            <a:ext cx="611187" cy="293687"/>
          </a:xfrm>
          <a:prstGeom prst="rect">
            <a:avLst/>
          </a:prstGeom>
        </p:spPr>
        <p:txBody>
          <a:bodyPr/>
          <a:lstStyle>
            <a:lvl1pPr>
              <a:defRPr sz="1600" b="1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8B23240-9A46-45DC-80D8-72E6138EF4CC}" type="slidenum">
              <a:rPr kumimoji="0" lang="en-IN" sz="1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75554808"/>
      </p:ext>
    </p:extLst>
  </p:cSld>
  <p:clrMapOvr>
    <a:masterClrMapping/>
  </p:clrMapOvr>
</p:sldLayout>
</file>

<file path=ppt/slideLayouts/slideLayout18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C9A5015-9EE6-40A5-B0CB-31BFFDD9A4EB}" type="datetime3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13 January 2026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IS ZC464, Machine Learning</a:t>
            </a: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BD8A489-38BD-40B0-9083-7E99DA903139}" type="slidenum"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8019727"/>
      </p:ext>
    </p:extLst>
  </p:cSld>
  <p:clrMapOvr>
    <a:masterClrMapping/>
  </p:clrMapOvr>
</p:sldLayout>
</file>

<file path=ppt/slideLayouts/slideLayout18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8622A36-FC8F-4476-8002-426133117C1A}" type="datetime3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13 January 2026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IS ZC464, Machine Learning</a:t>
            </a: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D38CB16-FC74-415F-A778-AFAE7BEAFAF6}" type="slidenum"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30611073"/>
      </p:ext>
    </p:extLst>
  </p:cSld>
  <p:clrMapOvr>
    <a:masterClrMapping/>
  </p:clrMapOvr>
</p:sldLayout>
</file>

<file path=ppt/slideLayouts/slideLayout18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A82F390-5B63-4068-A9D0-F644AD3195B3}" type="datetime3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13 January 2026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IS ZC464, Machine Learning</a:t>
            </a: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6FB1E71-4690-4FD4-BBCF-A3779CD52565}" type="slidenum"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5662404"/>
      </p:ext>
    </p:extLst>
  </p:cSld>
  <p:clrMapOvr>
    <a:masterClrMapping/>
  </p:clrMapOvr>
</p:sldLayout>
</file>

<file path=ppt/slideLayouts/slideLayout18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CDB21C6-0923-4961-A20F-7A28DB072D10}" type="datetime3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13 January 2026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IS ZC464, Machine Learning</a:t>
            </a: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FD64774-6889-4F3F-87B3-82AF987C97C8}" type="slidenum"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82527949"/>
      </p:ext>
    </p:extLst>
  </p:cSld>
  <p:clrMapOvr>
    <a:masterClrMapping/>
  </p:clrMapOvr>
</p:sldLayout>
</file>

<file path=ppt/slideLayouts/slideLayout18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3870F50-75AD-42BD-9FCC-315508736187}" type="datetime3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13 January 2026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IS ZC464, Machine Learning</a:t>
            </a: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02715D1-A74F-4481-8AFF-0CF19F1A4227}" type="slidenum"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14763614"/>
      </p:ext>
    </p:extLst>
  </p:cSld>
  <p:clrMapOvr>
    <a:masterClrMapping/>
  </p:clrMapOvr>
</p:sldLayout>
</file>

<file path=ppt/slideLayouts/slideLayout19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ABDD43D-E7AE-4424-AE04-B9CE5412EE81}" type="datetime3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13 January 2026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IS ZC464, Machine Learning</a:t>
            </a: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B936656-7811-4E10-ABA8-C743BA19F43F}" type="slidenum"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9128108"/>
      </p:ext>
    </p:extLst>
  </p:cSld>
  <p:clrMapOvr>
    <a:masterClrMapping/>
  </p:clrMapOvr>
</p:sldLayout>
</file>

<file path=ppt/slideLayouts/slideLayout19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en-IN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7A21FB6-D61F-403D-94D9-B19EE8A5BC42}" type="datetime3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13 January 2026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IS ZC464, Machine Learning</a:t>
            </a: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A0E505A-A9CD-4645-BB6F-663BC8294A50}" type="slidenum"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71075815"/>
      </p:ext>
    </p:extLst>
  </p:cSld>
  <p:clrMapOvr>
    <a:masterClrMapping/>
  </p:clrMapOvr>
</p:sldLayout>
</file>

<file path=ppt/slideLayouts/slideLayout19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83D0BE5-B565-4932-BADA-8E47D0D5B9DE}" type="datetime3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13 January 2026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IS ZC464, Machine Learning</a:t>
            </a: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FB21827-D599-4054-9CED-35F966873CDF}" type="slidenum"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86019558"/>
      </p:ext>
    </p:extLst>
  </p:cSld>
  <p:clrMapOvr>
    <a:masterClrMapping/>
  </p:clrMapOvr>
</p:sldLayout>
</file>

<file path=ppt/slideLayouts/slideLayout19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2E116E8-DA5F-42E5-B0B1-9907E32B06B3}" type="datetime3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13 January 2026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IS ZC464, Machine Learning</a:t>
            </a: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6872A46-881B-4CE5-A377-400F5AC5756F}" type="slidenum"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38293095"/>
      </p:ext>
    </p:extLst>
  </p:cSld>
  <p:clrMapOvr>
    <a:masterClrMapping/>
  </p:clrMapOvr>
</p:sldLayout>
</file>

<file path=ppt/slideLayouts/slideLayout19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 userDrawn="1"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Pilani, Pilani Campus</a:t>
            </a:r>
          </a:p>
        </p:txBody>
      </p:sp>
      <p:grpSp>
        <p:nvGrpSpPr>
          <p:cNvPr id="2" name="Group 11"/>
          <p:cNvGrpSpPr>
            <a:grpSpLocks/>
          </p:cNvGrpSpPr>
          <p:nvPr userDrawn="1"/>
        </p:nvGrpSpPr>
        <p:grpSpPr bwMode="auto">
          <a:xfrm>
            <a:off x="2084388" y="6550025"/>
            <a:ext cx="7059612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pic>
        <p:nvPicPr>
          <p:cNvPr id="9" name="Picture 11" descr="Picture 7.png"/>
          <p:cNvPicPr>
            <a:picLocks noChangeAspect="1"/>
          </p:cNvPicPr>
          <p:nvPr userDrawn="1"/>
        </p:nvPicPr>
        <p:blipFill>
          <a:blip r:embed="rId2"/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5" name="Group 18"/>
          <p:cNvGrpSpPr>
            <a:grpSpLocks/>
          </p:cNvGrpSpPr>
          <p:nvPr userDrawn="1"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1" name="Rectangle 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10" name="Group 22"/>
          <p:cNvGrpSpPr>
            <a:grpSpLocks/>
          </p:cNvGrpSpPr>
          <p:nvPr userDrawn="1"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5" name="Rectangle 14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493837"/>
            <a:ext cx="82296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Arial" pitchFamily="34" charset="0"/>
                <a:cs typeface="Arial" pitchFamily="34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Arial" pitchFamily="34" charset="0"/>
                <a:cs typeface="Arial" pitchFamily="34" charset="0"/>
              </a:defRPr>
            </a:lvl2pPr>
          </a:lstStyle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dirty="0" smtClean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39759313"/>
      </p:ext>
    </p:extLst>
  </p:cSld>
  <p:clrMapOvr>
    <a:masterClrMapping/>
  </p:clrMapOvr>
</p:sldLayout>
</file>

<file path=ppt/slideLayouts/slideLayout19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 userDrawn="1"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Pilani, Pilani Campus</a:t>
            </a:r>
          </a:p>
        </p:txBody>
      </p:sp>
      <p:grpSp>
        <p:nvGrpSpPr>
          <p:cNvPr id="2" name="Group 11"/>
          <p:cNvGrpSpPr>
            <a:grpSpLocks/>
          </p:cNvGrpSpPr>
          <p:nvPr userDrawn="1"/>
        </p:nvGrpSpPr>
        <p:grpSpPr bwMode="auto">
          <a:xfrm>
            <a:off x="2084388" y="6550025"/>
            <a:ext cx="7059612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pic>
        <p:nvPicPr>
          <p:cNvPr id="9" name="Picture 11" descr="Picture 7.png"/>
          <p:cNvPicPr>
            <a:picLocks noChangeAspect="1"/>
          </p:cNvPicPr>
          <p:nvPr userDrawn="1"/>
        </p:nvPicPr>
        <p:blipFill>
          <a:blip r:embed="rId2"/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5" name="Group 18"/>
          <p:cNvGrpSpPr>
            <a:grpSpLocks/>
          </p:cNvGrpSpPr>
          <p:nvPr userDrawn="1"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1" name="Rectangle 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10" name="Group 22"/>
          <p:cNvGrpSpPr>
            <a:grpSpLocks/>
          </p:cNvGrpSpPr>
          <p:nvPr userDrawn="1"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5" name="Rectangle 14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493837"/>
            <a:ext cx="82296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Arial" pitchFamily="34" charset="0"/>
                <a:cs typeface="Arial" pitchFamily="34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Arial" pitchFamily="34" charset="0"/>
                <a:cs typeface="Arial" pitchFamily="34" charset="0"/>
              </a:defRPr>
            </a:lvl2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59354871"/>
      </p:ext>
    </p:extLst>
  </p:cSld>
  <p:clrMapOvr>
    <a:masterClrMapping/>
  </p:clrMapOvr>
</p:sldLayout>
</file>

<file path=ppt/slideLayouts/slideLayout19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 not remove" hidden="1">
            <a:extLst>
              <a:ext uri="{FF2B5EF4-FFF2-40B4-BE49-F238E27FC236}">
                <a16:creationId xmlns:a16="http://schemas.microsoft.com/office/drawing/2014/main" id="{59D15E5E-39D0-4D62-A1AE-7824B1CFC32E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25400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5261710"/>
      </p:ext>
    </p:extLst>
  </p:cSld>
  <p:clrMapOvr>
    <a:masterClrMapping/>
  </p:clrMapOvr>
</p:sldLayout>
</file>

<file path=ppt/slideLayouts/slideLayout19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 not remove" hidden="1">
            <a:extLst>
              <a:ext uri="{FF2B5EF4-FFF2-40B4-BE49-F238E27FC236}">
                <a16:creationId xmlns:a16="http://schemas.microsoft.com/office/drawing/2014/main" id="{59D15E5E-39D0-4D62-A1AE-7824B1CFC32E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25400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74868661"/>
      </p:ext>
    </p:extLst>
  </p:cSld>
  <p:clrMapOvr>
    <a:masterClrMapping/>
  </p:clrMapOvr>
</p:sldLayout>
</file>

<file path=ppt/slideLayouts/slideLayout19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 not remove" hidden="1">
            <a:extLst>
              <a:ext uri="{FF2B5EF4-FFF2-40B4-BE49-F238E27FC236}">
                <a16:creationId xmlns:a16="http://schemas.microsoft.com/office/drawing/2014/main" id="{59D15E5E-39D0-4D62-A1AE-7824B1CFC32E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25400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80454442"/>
      </p:ext>
    </p:extLst>
  </p:cSld>
  <p:clrMapOvr>
    <a:masterClrMapping/>
  </p:clrMapOvr>
</p:sldLayout>
</file>

<file path=ppt/slideLayouts/slideLayout1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7" name="Picture 10" descr="BITS_university_logo_whitevert.png"/>
          <p:cNvPicPr>
            <a:picLocks noChangeAspect="1"/>
          </p:cNvPicPr>
          <p:nvPr/>
        </p:nvPicPr>
        <p:blipFill>
          <a:blip r:embed="rId3" cstate="print"/>
          <a:srcRect t="2" b="28592"/>
          <a:stretch>
            <a:fillRect/>
          </a:stretch>
        </p:blipFill>
        <p:spPr bwMode="auto">
          <a:xfrm>
            <a:off x="76200" y="3352800"/>
            <a:ext cx="2057400" cy="1979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TextBox 7"/>
          <p:cNvSpPr txBox="1"/>
          <p:nvPr/>
        </p:nvSpPr>
        <p:spPr>
          <a:xfrm>
            <a:off x="-76200" y="5257800"/>
            <a:ext cx="2209800" cy="5540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900" b="1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</a:t>
            </a:r>
            <a:r>
              <a:rPr kumimoji="0" lang="en-US" sz="2900" b="0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Pilani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400" y="5667375"/>
            <a:ext cx="1905000" cy="2762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 Campus</a:t>
            </a: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2514600" y="3810000"/>
            <a:ext cx="6019800" cy="1524000"/>
          </a:xfrm>
        </p:spPr>
        <p:txBody>
          <a:bodyPr anchorCtr="0">
            <a:noAutofit/>
          </a:bodyPr>
          <a:lstStyle>
            <a:lvl1pPr algn="l">
              <a:lnSpc>
                <a:spcPts val="4000"/>
              </a:lnSpc>
              <a:defRPr sz="44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9283774"/>
      </p:ext>
    </p:extLst>
  </p:cSld>
  <p:clrMapOvr>
    <a:masterClrMapping/>
  </p:clrMapOvr>
</p:sldLayout>
</file>

<file path=ppt/slideLayouts/slideLayout2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9" name="Picture 10" descr="BITS_university_logo_whitevert.png"/>
          <p:cNvPicPr>
            <a:picLocks noChangeAspect="1"/>
          </p:cNvPicPr>
          <p:nvPr/>
        </p:nvPicPr>
        <p:blipFill>
          <a:blip r:embed="rId3" cstate="print"/>
          <a:srcRect t="2" b="28592"/>
          <a:stretch>
            <a:fillRect/>
          </a:stretch>
        </p:blipFill>
        <p:spPr bwMode="auto">
          <a:xfrm>
            <a:off x="76200" y="3352800"/>
            <a:ext cx="2057400" cy="1979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TextBox 9"/>
          <p:cNvSpPr txBox="1"/>
          <p:nvPr/>
        </p:nvSpPr>
        <p:spPr>
          <a:xfrm>
            <a:off x="-76200" y="5257800"/>
            <a:ext cx="2209800" cy="5540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900" b="1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</a:t>
            </a:r>
            <a:r>
              <a:rPr kumimoji="0" lang="en-US" sz="2900" b="0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Pilani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2400" y="5667375"/>
            <a:ext cx="1905000" cy="2762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 Campus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6" name="Picture 17" descr="BITS_university_logo_whitevert.png"/>
          <p:cNvPicPr>
            <a:picLocks noChangeAspect="1"/>
          </p:cNvPicPr>
          <p:nvPr/>
        </p:nvPicPr>
        <p:blipFill>
          <a:blip r:embed="rId3" cstate="print"/>
          <a:srcRect t="2" b="28592"/>
          <a:stretch>
            <a:fillRect/>
          </a:stretch>
        </p:blipFill>
        <p:spPr bwMode="auto">
          <a:xfrm>
            <a:off x="76200" y="3352800"/>
            <a:ext cx="2057400" cy="1979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7" name="TextBox 16"/>
          <p:cNvSpPr txBox="1"/>
          <p:nvPr/>
        </p:nvSpPr>
        <p:spPr>
          <a:xfrm>
            <a:off x="-76200" y="5257800"/>
            <a:ext cx="2209800" cy="5540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900" b="1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</a:t>
            </a:r>
            <a:r>
              <a:rPr kumimoji="0" lang="en-US" sz="2900" b="0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Pilani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2400" y="5667375"/>
            <a:ext cx="1905000" cy="2762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 Campus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2514600" y="5410200"/>
            <a:ext cx="6019800" cy="533400"/>
          </a:xfrm>
        </p:spPr>
        <p:txBody>
          <a:bodyPr anchor="b">
            <a:noAutofit/>
          </a:bodyPr>
          <a:lstStyle>
            <a:lvl1pPr marL="0" indent="0" algn="r">
              <a:lnSpc>
                <a:spcPts val="1800"/>
              </a:lnSpc>
              <a:spcBef>
                <a:spcPts val="0"/>
              </a:spcBef>
              <a:buNone/>
              <a:defRPr sz="18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4600" y="3810000"/>
            <a:ext cx="6019800" cy="1524000"/>
          </a:xfrm>
        </p:spPr>
        <p:txBody>
          <a:bodyPr anchorCtr="0">
            <a:noAutofit/>
          </a:bodyPr>
          <a:lstStyle>
            <a:lvl1pPr algn="l">
              <a:lnSpc>
                <a:spcPts val="4000"/>
              </a:lnSpc>
              <a:defRPr sz="44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569083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\\Server\D\jyoti\FI023_BITS_v1\styleguide img\IMG_5627_b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Rectangle 3"/>
          <p:cNvSpPr/>
          <p:nvPr/>
        </p:nvSpPr>
        <p:spPr>
          <a:xfrm>
            <a:off x="0" y="4281488"/>
            <a:ext cx="9144000" cy="2576512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5" name="Picture 8" descr="Picture 7.png"/>
          <p:cNvPicPr>
            <a:picLocks noChangeAspect="1"/>
          </p:cNvPicPr>
          <p:nvPr/>
        </p:nvPicPr>
        <p:blipFill>
          <a:blip r:embed="rId3" cstate="print"/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5"/>
          <p:cNvSpPr/>
          <p:nvPr/>
        </p:nvSpPr>
        <p:spPr>
          <a:xfrm>
            <a:off x="2882900" y="677545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-12700" y="677545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778500" y="677545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858000" y="762000"/>
            <a:ext cx="2209800" cy="5540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900" b="1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</a:t>
            </a:r>
            <a:r>
              <a:rPr kumimoji="0" lang="en-US" sz="2900" b="0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Pilani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86600" y="1171575"/>
            <a:ext cx="1905000" cy="2762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 Campus</a:t>
            </a:r>
          </a:p>
        </p:txBody>
      </p:sp>
      <p:sp>
        <p:nvSpPr>
          <p:cNvPr id="17" name="Content Placeholder 16"/>
          <p:cNvSpPr>
            <a:spLocks noGrp="1"/>
          </p:cNvSpPr>
          <p:nvPr>
            <p:ph sz="quarter" idx="10"/>
          </p:nvPr>
        </p:nvSpPr>
        <p:spPr>
          <a:xfrm>
            <a:off x="304800" y="4648200"/>
            <a:ext cx="8458200" cy="1600200"/>
          </a:xfrm>
        </p:spPr>
        <p:txBody>
          <a:bodyPr>
            <a:noAutofit/>
          </a:bodyPr>
          <a:lstStyle>
            <a:lvl1pPr marL="0" indent="0">
              <a:lnSpc>
                <a:spcPts val="4200"/>
              </a:lnSpc>
              <a:spcBef>
                <a:spcPts val="0"/>
              </a:spcBef>
              <a:buNone/>
              <a:defRPr sz="40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1368423437"/>
      </p:ext>
    </p:extLst>
  </p:cSld>
  <p:clrMapOvr>
    <a:masterClrMapping/>
  </p:clrMapOvr>
</p:sldLayout>
</file>

<file path=ppt/slideLayouts/slideLayout2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Pilani, Pilani Campus</a:t>
            </a:r>
          </a:p>
        </p:txBody>
      </p:sp>
      <p:grpSp>
        <p:nvGrpSpPr>
          <p:cNvPr id="5" name="Group 11"/>
          <p:cNvGrpSpPr>
            <a:grpSpLocks/>
          </p:cNvGrpSpPr>
          <p:nvPr/>
        </p:nvGrpSpPr>
        <p:grpSpPr bwMode="auto">
          <a:xfrm>
            <a:off x="2084388" y="6550025"/>
            <a:ext cx="7059612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pic>
        <p:nvPicPr>
          <p:cNvPr id="9" name="Picture 11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10" name="Group 18"/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1" name="Rectangle 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14" name="Group 22"/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5" name="Rectangle 14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493837"/>
            <a:ext cx="82296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Arial" pitchFamily="34" charset="0"/>
                <a:cs typeface="Arial" pitchFamily="34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Arial" pitchFamily="34" charset="0"/>
                <a:cs typeface="Arial" pitchFamily="34" charset="0"/>
              </a:defRPr>
            </a:lvl2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93542642"/>
      </p:ext>
    </p:extLst>
  </p:cSld>
  <p:clrMapOvr>
    <a:masterClrMapping/>
  </p:clrMapOvr>
</p:sldLayout>
</file>

<file path=ppt/slideLayouts/slideLayout2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6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6" name="Group 19"/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7" name="Rectangle 6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9" name="Rectangle 8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10" name="Group 28"/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1" name="Rectangle 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14" name="TextBox 13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Pilani, Pilani Campus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800"/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53000" y="1600200"/>
            <a:ext cx="40386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800"/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Arial" pitchFamily="34" charset="0"/>
                <a:cs typeface="Arial" pitchFamily="34" charset="0"/>
              </a:defRPr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dirty="0"/>
          </a:p>
        </p:txBody>
      </p:sp>
      <p:sp>
        <p:nvSpPr>
          <p:cNvPr id="19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78746842"/>
      </p:ext>
    </p:extLst>
  </p:cSld>
  <p:clrMapOvr>
    <a:masterClrMapping/>
  </p:clrMapOvr>
</p:sldLayout>
</file>

<file path=ppt/slideLayouts/slideLayout2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10"/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8" name="Rectangle 7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9" name="Rectangle 8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1" name="Rectangle 10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12" name="Group 15"/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3" name="Rectangle 12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5" name="Rectangle 14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pic>
        <p:nvPicPr>
          <p:cNvPr id="16" name="Picture 14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7" name="TextBox 16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Pilani, Deemed to be University under Section 3 of UGC Act, 1956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2"/>
            <a:ext cx="4040188" cy="82708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362199"/>
            <a:ext cx="4040188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2"/>
            <a:ext cx="4041775" cy="82708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362199"/>
            <a:ext cx="4041775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95455561"/>
      </p:ext>
    </p:extLst>
  </p:cSld>
  <p:clrMapOvr>
    <a:masterClrMapping/>
  </p:clrMapOvr>
</p:sldLayout>
</file>

<file path=ppt/slideLayouts/slideLayout2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5"/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4" name="Rectangle 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" name="Rectangle 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Rectangle 6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8" name="Group 10"/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9" name="Rectangle 8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1" name="Rectangle 10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pic>
        <p:nvPicPr>
          <p:cNvPr id="12" name="Picture 14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" name="TextBox 12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Pilani, Deemed to be University under Section 3 of UGC Act, 1956</a:t>
            </a:r>
          </a:p>
        </p:txBody>
      </p:sp>
      <p:sp>
        <p:nvSpPr>
          <p:cNvPr id="5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9473204"/>
      </p:ext>
    </p:extLst>
  </p:cSld>
  <p:clrMapOvr>
    <a:masterClrMapping/>
  </p:clrMapOvr>
</p:sldLayout>
</file>

<file path=ppt/slideLayouts/slideLayout2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8"/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6" name="Rectangle 5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9" name="Rectangle 8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10" name="Group 13"/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1" name="Rectangle 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pic>
        <p:nvPicPr>
          <p:cNvPr id="14" name="Picture 14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" name="TextBox 14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Pilani, Pilani Campus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600200"/>
            <a:ext cx="5111750" cy="45259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600200"/>
            <a:ext cx="3008313" cy="45259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Content Placeholder 18"/>
          <p:cNvSpPr>
            <a:spLocks noGrp="1"/>
          </p:cNvSpPr>
          <p:nvPr>
            <p:ph sz="quarter" idx="13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10947082"/>
      </p:ext>
    </p:extLst>
  </p:cSld>
  <p:clrMapOvr>
    <a:masterClrMapping/>
  </p:clrMapOvr>
</p:sldLayout>
</file>

<file path=ppt/slideLayouts/slideLayout2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7" name="Rectangle 6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9" name="Rectangle 8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10" name="Group 10"/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1" name="Rectangle 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pic>
        <p:nvPicPr>
          <p:cNvPr id="14" name="Picture 14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" name="TextBox 14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Pilani, Pilani Campus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5407025"/>
            <a:ext cx="5486400" cy="304800"/>
          </a:xfrm>
        </p:spPr>
        <p:txBody>
          <a:bodyPr anchor="b"/>
          <a:lstStyle>
            <a:lvl1pPr algn="l">
              <a:defRPr sz="1800" b="1" spc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828800"/>
            <a:ext cx="5486400" cy="3429000"/>
          </a:xfrm>
          <a:ln w="571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none"/>
        </p:style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711825"/>
            <a:ext cx="5486400" cy="304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533205"/>
      </p:ext>
    </p:extLst>
  </p:cSld>
  <p:clrMapOvr>
    <a:masterClrMapping/>
  </p:clrMapOvr>
</p:sldLayout>
</file>

<file path=ppt/slideLayouts/slideLayout2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19"/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5" name="Rectangle 4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" name="Rectangle 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Rectangle 6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8" name="Group 24"/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9" name="Rectangle 8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1" name="Rectangle 10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pic>
        <p:nvPicPr>
          <p:cNvPr id="12" name="Picture 14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" name="TextBox 12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Pilani, Pilani Campus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12820494"/>
      </p:ext>
    </p:extLst>
  </p:cSld>
  <p:clrMapOvr>
    <a:masterClrMapping/>
  </p:clrMapOvr>
</p:sldLayout>
</file>

<file path=ppt/slideLayouts/slideLayout2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7"/>
          <p:cNvGrpSpPr>
            <a:grpSpLocks/>
          </p:cNvGrpSpPr>
          <p:nvPr/>
        </p:nvGrpSpPr>
        <p:grpSpPr bwMode="auto">
          <a:xfrm rot="5400000">
            <a:off x="5006182" y="2567781"/>
            <a:ext cx="5181600" cy="46037"/>
            <a:chOff x="1905000" y="6553200"/>
            <a:chExt cx="7010400" cy="45719"/>
          </a:xfrm>
        </p:grpSpPr>
        <p:sp>
          <p:nvSpPr>
            <p:cNvPr id="5" name="Rectangle 4"/>
            <p:cNvSpPr/>
            <p:nvPr/>
          </p:nvSpPr>
          <p:spPr>
            <a:xfrm>
              <a:off x="4267574" y="6553200"/>
              <a:ext cx="2328209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" name="Rectangle 5"/>
            <p:cNvSpPr/>
            <p:nvPr/>
          </p:nvSpPr>
          <p:spPr>
            <a:xfrm>
              <a:off x="1905000" y="6553200"/>
              <a:ext cx="2362574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" name="Rectangle 7"/>
            <p:cNvSpPr/>
            <p:nvPr userDrawn="1"/>
          </p:nvSpPr>
          <p:spPr>
            <a:xfrm>
              <a:off x="6587191" y="6553200"/>
              <a:ext cx="2328209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pic>
        <p:nvPicPr>
          <p:cNvPr id="9" name="Picture 10" descr="Picture 7.png"/>
          <p:cNvPicPr>
            <a:picLocks noChangeAspect="1"/>
          </p:cNvPicPr>
          <p:nvPr/>
        </p:nvPicPr>
        <p:blipFill>
          <a:blip r:embed="rId2" cstate="print"/>
          <a:srcRect l="5336" t="1923"/>
          <a:stretch>
            <a:fillRect/>
          </a:stretch>
        </p:blipFill>
        <p:spPr bwMode="auto">
          <a:xfrm>
            <a:off x="-7938" y="381000"/>
            <a:ext cx="692151" cy="2193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TextBox 9"/>
          <p:cNvSpPr txBox="1"/>
          <p:nvPr/>
        </p:nvSpPr>
        <p:spPr>
          <a:xfrm rot="5400000">
            <a:off x="-2794793" y="3809206"/>
            <a:ext cx="5867400" cy="2301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 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Pilani, Pilani Campus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19200" y="381000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Content Placeholder 18"/>
          <p:cNvSpPr>
            <a:spLocks noGrp="1"/>
          </p:cNvSpPr>
          <p:nvPr>
            <p:ph sz="quarter" idx="10"/>
          </p:nvPr>
        </p:nvSpPr>
        <p:spPr>
          <a:xfrm rot="5400000">
            <a:off x="5410200" y="2743200"/>
            <a:ext cx="58674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55112617"/>
      </p:ext>
    </p:extLst>
  </p:cSld>
  <p:clrMapOvr>
    <a:masterClrMapping/>
  </p:clrMapOvr>
</p:sldLayout>
</file>

<file path=ppt/slideLayouts/slideLayout2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Custom Layout"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9" name="Picture 10" descr="BITS_university_logo_whitevert.png"/>
          <p:cNvPicPr>
            <a:picLocks noChangeAspect="1"/>
          </p:cNvPicPr>
          <p:nvPr/>
        </p:nvPicPr>
        <p:blipFill>
          <a:blip r:embed="rId3" cstate="print"/>
          <a:srcRect t="2" b="28592"/>
          <a:stretch>
            <a:fillRect/>
          </a:stretch>
        </p:blipFill>
        <p:spPr bwMode="auto">
          <a:xfrm>
            <a:off x="76200" y="3352800"/>
            <a:ext cx="2057400" cy="1979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TextBox 9"/>
          <p:cNvSpPr txBox="1"/>
          <p:nvPr/>
        </p:nvSpPr>
        <p:spPr>
          <a:xfrm>
            <a:off x="-76200" y="5257800"/>
            <a:ext cx="2209800" cy="5540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900" b="1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</a:t>
            </a:r>
            <a:r>
              <a:rPr kumimoji="0" lang="en-US" sz="2900" b="0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Pilani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2400" y="5667375"/>
            <a:ext cx="1905000" cy="2762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 Campus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2514600" y="5410200"/>
            <a:ext cx="6019800" cy="533400"/>
          </a:xfrm>
        </p:spPr>
        <p:txBody>
          <a:bodyPr anchor="b">
            <a:noAutofit/>
          </a:bodyPr>
          <a:lstStyle>
            <a:lvl1pPr marL="0" indent="0" algn="r">
              <a:lnSpc>
                <a:spcPts val="1800"/>
              </a:lnSpc>
              <a:spcBef>
                <a:spcPts val="0"/>
              </a:spcBef>
              <a:buNone/>
              <a:defRPr sz="18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4600" y="3810000"/>
            <a:ext cx="6019800" cy="1524000"/>
          </a:xfrm>
        </p:spPr>
        <p:txBody>
          <a:bodyPr>
            <a:noAutofit/>
          </a:bodyPr>
          <a:lstStyle>
            <a:lvl1pPr algn="l">
              <a:lnSpc>
                <a:spcPts val="4000"/>
              </a:lnSpc>
              <a:defRPr sz="44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9622694"/>
      </p:ext>
    </p:extLst>
  </p:cSld>
  <p:clrMapOvr>
    <a:masterClrMapping/>
  </p:clrMapOvr>
</p:sldLayout>
</file>

<file path=ppt/slideLayouts/slideLayout2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60CB459-1A4D-47F4-A8EE-5438035C956C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1/13/2026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0DB935C-A2BB-404C-A6C5-67E9068028EC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122448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00839DE-7ECE-48D2-99DE-21DA18AEA67A}" type="datetime3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13 January 2026</a:t>
            </a:fld>
            <a:endParaRPr kumimoji="0" lang="en-GB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IS ZC464, Machine Learning</a:t>
            </a:r>
            <a:endParaRPr kumimoji="0" lang="en-GB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89A1433-2BD6-474A-B042-E5F0856EF487}" type="slidenum">
              <a:rPr kumimoji="0" lang="en-GB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77844744"/>
      </p:ext>
    </p:extLst>
  </p:cSld>
  <p:clrMapOvr>
    <a:masterClrMapping/>
  </p:clrMapOvr>
</p:sldLayout>
</file>

<file path=ppt/slideLayouts/slideLayout2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274638"/>
            <a:ext cx="6120680" cy="850106"/>
          </a:xfrm>
          <a:prstGeom prst="rect">
            <a:avLst/>
          </a:prstGeo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0"/>
          </p:nvPr>
        </p:nvSpPr>
        <p:spPr>
          <a:xfrm>
            <a:off x="2195513" y="6237288"/>
            <a:ext cx="4392612" cy="365125"/>
          </a:xfrm>
          <a:prstGeom prst="rect">
            <a:avLst/>
          </a:prstGeom>
        </p:spPr>
        <p:txBody>
          <a:bodyPr/>
          <a:lstStyle>
            <a:lvl1pPr algn="ctr">
              <a:defRPr sz="1200" b="1"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IS ZC464, Machine Learning</a:t>
            </a:r>
            <a:endParaRPr kumimoji="0" lang="en-IN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8532813" y="6237288"/>
            <a:ext cx="611187" cy="293687"/>
          </a:xfrm>
          <a:prstGeom prst="rect">
            <a:avLst/>
          </a:prstGeom>
        </p:spPr>
        <p:txBody>
          <a:bodyPr/>
          <a:lstStyle>
            <a:lvl1pPr>
              <a:defRPr sz="1600" b="1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8B23240-9A46-45DC-80D8-72E6138EF4CC}" type="slidenum">
              <a:rPr kumimoji="0" lang="en-IN" sz="1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51596839"/>
      </p:ext>
    </p:extLst>
  </p:cSld>
  <p:clrMapOvr>
    <a:masterClrMapping/>
  </p:clrMapOvr>
</p:sldLayout>
</file>

<file path=ppt/slideLayouts/slideLayout2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C9A5015-9EE6-40A5-B0CB-31BFFDD9A4EB}" type="datetime3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13 January 2026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IS ZC464, Machine Learning</a:t>
            </a: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BD8A489-38BD-40B0-9083-7E99DA903139}" type="slidenum"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15963501"/>
      </p:ext>
    </p:extLst>
  </p:cSld>
  <p:clrMapOvr>
    <a:masterClrMapping/>
  </p:clrMapOvr>
</p:sldLayout>
</file>

<file path=ppt/slideLayouts/slideLayout2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8622A36-FC8F-4476-8002-426133117C1A}" type="datetime3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13 January 2026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IS ZC464, Machine Learning</a:t>
            </a: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D38CB16-FC74-415F-A778-AFAE7BEAFAF6}" type="slidenum"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30349096"/>
      </p:ext>
    </p:extLst>
  </p:cSld>
  <p:clrMapOvr>
    <a:masterClrMapping/>
  </p:clrMapOvr>
</p:sldLayout>
</file>

<file path=ppt/slideLayouts/slideLayout2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A82F390-5B63-4068-A9D0-F644AD3195B3}" type="datetime3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13 January 2026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IS ZC464, Machine Learning</a:t>
            </a: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6FB1E71-4690-4FD4-BBCF-A3779CD52565}" type="slidenum"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29241036"/>
      </p:ext>
    </p:extLst>
  </p:cSld>
  <p:clrMapOvr>
    <a:masterClrMapping/>
  </p:clrMapOvr>
</p:sldLayout>
</file>

<file path=ppt/slideLayouts/slideLayout2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CDB21C6-0923-4961-A20F-7A28DB072D10}" type="datetime3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13 January 2026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IS ZC464, Machine Learning</a:t>
            </a: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FD64774-6889-4F3F-87B3-82AF987C97C8}" type="slidenum"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64508452"/>
      </p:ext>
    </p:extLst>
  </p:cSld>
  <p:clrMapOvr>
    <a:masterClrMapping/>
  </p:clrMapOvr>
</p:sldLayout>
</file>

<file path=ppt/slideLayouts/slideLayout2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3870F50-75AD-42BD-9FCC-315508736187}" type="datetime3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13 January 2026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IS ZC464, Machine Learning</a:t>
            </a: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02715D1-A74F-4481-8AFF-0CF19F1A4227}" type="slidenum"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98026504"/>
      </p:ext>
    </p:extLst>
  </p:cSld>
  <p:clrMapOvr>
    <a:masterClrMapping/>
  </p:clrMapOvr>
</p:sldLayout>
</file>

<file path=ppt/slideLayouts/slideLayout2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ABDD43D-E7AE-4424-AE04-B9CE5412EE81}" type="datetime3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13 January 2026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IS ZC464, Machine Learning</a:t>
            </a: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B936656-7811-4E10-ABA8-C743BA19F43F}" type="slidenum"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85155271"/>
      </p:ext>
    </p:extLst>
  </p:cSld>
  <p:clrMapOvr>
    <a:masterClrMapping/>
  </p:clrMapOvr>
</p:sldLayout>
</file>

<file path=ppt/slideLayouts/slideLayout2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en-IN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7A21FB6-D61F-403D-94D9-B19EE8A5BC42}" type="datetime3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13 January 2026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IS ZC464, Machine Learning</a:t>
            </a: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A0E505A-A9CD-4645-BB6F-663BC8294A50}" type="slidenum"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68942479"/>
      </p:ext>
    </p:extLst>
  </p:cSld>
  <p:clrMapOvr>
    <a:masterClrMapping/>
  </p:clrMapOvr>
</p:sldLayout>
</file>

<file path=ppt/slideLayouts/slideLayout2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83D0BE5-B565-4932-BADA-8E47D0D5B9DE}" type="datetime3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13 January 2026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IS ZC464, Machine Learning</a:t>
            </a: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FB21827-D599-4054-9CED-35F966873CDF}" type="slidenum"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25849495"/>
      </p:ext>
    </p:extLst>
  </p:cSld>
  <p:clrMapOvr>
    <a:masterClrMapping/>
  </p:clrMapOvr>
</p:sldLayout>
</file>

<file path=ppt/slideLayouts/slideLayout2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2E116E8-DA5F-42E5-B0B1-9907E32B06B3}" type="datetime3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13 January 2026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IS ZC464, Machine Learning</a:t>
            </a: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6872A46-881B-4CE5-A377-400F5AC5756F}" type="slidenum"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83972268"/>
      </p:ext>
    </p:extLst>
  </p:cSld>
  <p:clrMapOvr>
    <a:masterClrMapping/>
  </p:clrMapOvr>
</p:sldLayout>
</file>

<file path=ppt/slideLayouts/slideLayout2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00839DE-7ECE-48D2-99DE-21DA18AEA67A}" type="datetime3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13 January 2026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IS ZC464, Machine Learning</a:t>
            </a:r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89A1433-2BD6-474A-B042-E5F0856EF487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60234958"/>
      </p:ext>
    </p:extLst>
  </p:cSld>
  <p:clrMapOvr>
    <a:masterClrMapping/>
  </p:clrMapOvr>
</p:sldLayout>
</file>

<file path=ppt/slideLayouts/slideLayout2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274638"/>
            <a:ext cx="6120680" cy="850106"/>
          </a:xfrm>
          <a:prstGeom prst="rect">
            <a:avLst/>
          </a:prstGeom>
        </p:spPr>
        <p:txBody>
          <a:bodyPr anchor="ctr"/>
          <a:lstStyle>
            <a:lvl1pPr algn="l"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0"/>
          </p:nvPr>
        </p:nvSpPr>
        <p:spPr>
          <a:xfrm>
            <a:off x="2195513" y="6237290"/>
            <a:ext cx="4392612" cy="365125"/>
          </a:xfrm>
          <a:prstGeom prst="rect">
            <a:avLst/>
          </a:prstGeom>
        </p:spPr>
        <p:txBody>
          <a:bodyPr/>
          <a:lstStyle>
            <a:lvl1pPr algn="ctr">
              <a:defRPr sz="900" b="1"/>
            </a:lvl1pPr>
          </a:lstStyle>
          <a:p>
            <a:pPr marL="0" marR="0" lvl="0" indent="0" algn="ctr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IS ZC464, Machine Learning</a:t>
            </a:r>
            <a:endParaRPr kumimoji="0" lang="en-IN" sz="9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8532814" y="6237290"/>
            <a:ext cx="611187" cy="293687"/>
          </a:xfrm>
          <a:prstGeom prst="rect">
            <a:avLst/>
          </a:prstGeom>
        </p:spPr>
        <p:txBody>
          <a:bodyPr/>
          <a:lstStyle>
            <a:lvl1pPr>
              <a:defRPr sz="1200" b="1"/>
            </a:lvl1pPr>
          </a:lstStyle>
          <a:p>
            <a:pPr marL="0" marR="0" lvl="0" indent="0" algn="l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8B23240-9A46-45DC-80D8-72E6138EF4CC}" type="slidenum">
              <a:rPr kumimoji="0" lang="en-IN" sz="12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82671486"/>
      </p:ext>
    </p:extLst>
  </p:cSld>
  <p:clrMapOvr>
    <a:masterClrMapping/>
  </p:clrMapOvr>
</p:sldLayout>
</file>

<file path=ppt/slideLayouts/slideLayout2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C9A5015-9EE6-40A5-B0CB-31BFFDD9A4EB}" type="datetime3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13 January 2026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IS ZC464, Machine Learning</a:t>
            </a: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BD8A489-38BD-40B0-9083-7E99DA903139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69807424"/>
      </p:ext>
    </p:extLst>
  </p:cSld>
  <p:clrMapOvr>
    <a:masterClrMapping/>
  </p:clrMapOvr>
</p:sldLayout>
</file>

<file path=ppt/slideLayouts/slideLayout2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2"/>
            <a:ext cx="4038600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2"/>
            <a:ext cx="4038600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8622A36-FC8F-4476-8002-426133117C1A}" type="datetime3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13 January 2026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IS ZC464, Machine Learning</a:t>
            </a: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D38CB16-FC74-415F-A778-AFAE7BEAFAF6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199824"/>
      </p:ext>
    </p:extLst>
  </p:cSld>
  <p:clrMapOvr>
    <a:masterClrMapping/>
  </p:clrMapOvr>
</p:sldLayout>
</file>

<file path=ppt/slideLayouts/slideLayout2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A82F390-5B63-4068-A9D0-F644AD3195B3}" type="datetime3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13 January 2026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IS ZC464, Machine Learning</a:t>
            </a: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6FB1E71-4690-4FD4-BBCF-A3779CD52565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0888930"/>
      </p:ext>
    </p:extLst>
  </p:cSld>
  <p:clrMapOvr>
    <a:masterClrMapping/>
  </p:clrMapOvr>
</p:sldLayout>
</file>

<file path=ppt/slideLayouts/slideLayout2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CDB21C6-0923-4961-A20F-7A28DB072D10}" type="datetime3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13 January 2026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IS ZC464, Machine Learning</a:t>
            </a: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FD64774-6889-4F3F-87B3-82AF987C97C8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130898"/>
      </p:ext>
    </p:extLst>
  </p:cSld>
  <p:clrMapOvr>
    <a:masterClrMapping/>
  </p:clrMapOvr>
</p:sldLayout>
</file>

<file path=ppt/slideLayouts/slideLayout2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3870F50-75AD-42BD-9FCC-315508736187}" type="datetime3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13 January 2026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IS ZC464, Machine Learning</a:t>
            </a: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02715D1-A74F-4481-8AFF-0CF19F1A4227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51361801"/>
      </p:ext>
    </p:extLst>
  </p:cSld>
  <p:clrMapOvr>
    <a:masterClrMapping/>
  </p:clrMapOvr>
</p:sldLayout>
</file>

<file path=ppt/slideLayouts/slideLayout2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ABDD43D-E7AE-4424-AE04-B9CE5412EE81}" type="datetime3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13 January 2026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IS ZC464, Machine Learning</a:t>
            </a: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B936656-7811-4E10-ABA8-C743BA19F43F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3007480"/>
      </p:ext>
    </p:extLst>
  </p:cSld>
  <p:clrMapOvr>
    <a:masterClrMapping/>
  </p:clrMapOvr>
</p:sldLayout>
</file>

<file path=ppt/slideLayouts/slideLayout2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en-IN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7A21FB6-D61F-403D-94D9-B19EE8A5BC42}" type="datetime3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13 January 2026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IS ZC464, Machine Learning</a:t>
            </a: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A0E505A-A9CD-4645-BB6F-663BC8294A50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77499043"/>
      </p:ext>
    </p:extLst>
  </p:cSld>
  <p:clrMapOvr>
    <a:masterClrMapping/>
  </p:clrMapOvr>
</p:sldLayout>
</file>

<file path=ppt/slideLayouts/slideLayout2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83D0BE5-B565-4932-BADA-8E47D0D5B9DE}" type="datetime3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13 January 2026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IS ZC464, Machine Learning</a:t>
            </a: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FB21827-D599-4054-9CED-35F966873CDF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56736491"/>
      </p:ext>
    </p:extLst>
  </p:cSld>
  <p:clrMapOvr>
    <a:masterClrMapping/>
  </p:clrMapOvr>
</p:sldLayout>
</file>

<file path=ppt/slideLayouts/slideLayout2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0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2E116E8-DA5F-42E5-B0B1-9907E32B06B3}" type="datetime3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13 January 2026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IS ZC464, Machine Learning</a:t>
            </a: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6872A46-881B-4CE5-A377-400F5AC5756F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68534724"/>
      </p:ext>
    </p:extLst>
  </p:cSld>
  <p:clrMapOvr>
    <a:masterClrMapping/>
  </p:clrMapOvr>
</p:sldLayout>
</file>

<file path=ppt/slideLayouts/slideLayout2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 userDrawn="1"/>
        </p:nvSpPr>
        <p:spPr>
          <a:xfrm>
            <a:off x="3276600" y="6596065"/>
            <a:ext cx="5867400" cy="21929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25" b="1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 </a:t>
            </a:r>
            <a:r>
              <a:rPr kumimoji="0" lang="en-US" sz="825" b="0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Pilani, Pilani Campus</a:t>
            </a:r>
          </a:p>
        </p:txBody>
      </p:sp>
      <p:grpSp>
        <p:nvGrpSpPr>
          <p:cNvPr id="2" name="Group 11"/>
          <p:cNvGrpSpPr>
            <a:grpSpLocks/>
          </p:cNvGrpSpPr>
          <p:nvPr userDrawn="1"/>
        </p:nvGrpSpPr>
        <p:grpSpPr bwMode="auto">
          <a:xfrm>
            <a:off x="2084388" y="6550027"/>
            <a:ext cx="7059612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pic>
        <p:nvPicPr>
          <p:cNvPr id="9" name="Picture 11" descr="Picture 7.png"/>
          <p:cNvPicPr>
            <a:picLocks noChangeAspect="1"/>
          </p:cNvPicPr>
          <p:nvPr userDrawn="1"/>
        </p:nvPicPr>
        <p:blipFill>
          <a:blip r:embed="rId2"/>
          <a:srcRect l="1923" b="5336"/>
          <a:stretch>
            <a:fillRect/>
          </a:stretch>
        </p:blipFill>
        <p:spPr bwMode="auto">
          <a:xfrm>
            <a:off x="6629401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5" name="Group 18"/>
          <p:cNvGrpSpPr>
            <a:grpSpLocks/>
          </p:cNvGrpSpPr>
          <p:nvPr userDrawn="1"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1" name="Rectangle 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10" name="Group 22"/>
          <p:cNvGrpSpPr>
            <a:grpSpLocks/>
          </p:cNvGrpSpPr>
          <p:nvPr userDrawn="1"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5" name="Rectangle 14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493839"/>
            <a:ext cx="8229600" cy="4525963"/>
          </a:xfrm>
        </p:spPr>
        <p:txBody>
          <a:bodyPr/>
          <a:lstStyle>
            <a:lvl1pPr marL="257175" marR="0" indent="-257175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1800">
                <a:latin typeface="Arial" pitchFamily="34" charset="0"/>
                <a:cs typeface="Arial" pitchFamily="34" charset="0"/>
              </a:defRPr>
            </a:lvl1pPr>
            <a:lvl2pPr marL="557213" marR="0" indent="-214313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200">
                <a:latin typeface="Arial" pitchFamily="34" charset="0"/>
                <a:cs typeface="Arial" pitchFamily="34" charset="0"/>
              </a:defRPr>
            </a:lvl2pPr>
          </a:lstStyle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dirty="0" smtClean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2700"/>
              </a:lnSpc>
              <a:spcBef>
                <a:spcPts val="0"/>
              </a:spcBef>
              <a:buNone/>
              <a:defRPr sz="2700" b="1" spc="-113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16149179"/>
      </p:ext>
    </p:extLst>
  </p:cSld>
  <p:clrMapOvr>
    <a:masterClrMapping/>
  </p:clrMapOvr>
</p:sldLayout>
</file>

<file path=ppt/slideLayouts/slideLayout23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 not remove" hidden="1">
            <a:extLst>
              <a:ext uri="{FF2B5EF4-FFF2-40B4-BE49-F238E27FC236}">
                <a16:creationId xmlns:a16="http://schemas.microsoft.com/office/drawing/2014/main" id="{59D15E5E-39D0-4D62-A1AE-7824B1CFC32E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25400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00560086"/>
      </p:ext>
    </p:extLst>
  </p:cSld>
  <p:clrMapOvr>
    <a:masterClrMapping/>
  </p:clrMapOvr>
</p:sldLayout>
</file>

<file path=ppt/slideLayouts/slideLayout23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 not remove" hidden="1">
            <a:extLst>
              <a:ext uri="{FF2B5EF4-FFF2-40B4-BE49-F238E27FC236}">
                <a16:creationId xmlns:a16="http://schemas.microsoft.com/office/drawing/2014/main" id="{59D15E5E-39D0-4D62-A1AE-7824B1CFC32E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25400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60718535"/>
      </p:ext>
    </p:extLst>
  </p:cSld>
  <p:clrMapOvr>
    <a:masterClrMapping/>
  </p:clrMapOvr>
</p:sldLayout>
</file>

<file path=ppt/slideLayouts/slideLayout23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 not remove" hidden="1">
            <a:extLst>
              <a:ext uri="{FF2B5EF4-FFF2-40B4-BE49-F238E27FC236}">
                <a16:creationId xmlns:a16="http://schemas.microsoft.com/office/drawing/2014/main" id="{59D15E5E-39D0-4D62-A1AE-7824B1CFC32E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25400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58957279"/>
      </p:ext>
    </p:extLst>
  </p:cSld>
  <p:clrMapOvr>
    <a:masterClrMapping/>
  </p:clrMapOvr>
</p:sldLayout>
</file>

<file path=ppt/slideLayouts/slideLayout2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 userDrawn="1"/>
        </p:nvSpPr>
        <p:spPr>
          <a:xfrm>
            <a:off x="3276600" y="6596065"/>
            <a:ext cx="5867400" cy="21929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25" b="1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 </a:t>
            </a:r>
            <a:r>
              <a:rPr kumimoji="0" lang="en-US" sz="825" b="0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Pilani, Pilani Campus</a:t>
            </a:r>
          </a:p>
        </p:txBody>
      </p:sp>
      <p:grpSp>
        <p:nvGrpSpPr>
          <p:cNvPr id="2" name="Group 11"/>
          <p:cNvGrpSpPr>
            <a:grpSpLocks/>
          </p:cNvGrpSpPr>
          <p:nvPr userDrawn="1"/>
        </p:nvGrpSpPr>
        <p:grpSpPr bwMode="auto">
          <a:xfrm>
            <a:off x="2084388" y="6550027"/>
            <a:ext cx="7059612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pic>
        <p:nvPicPr>
          <p:cNvPr id="9" name="Picture 11" descr="Picture 7.png"/>
          <p:cNvPicPr>
            <a:picLocks noChangeAspect="1"/>
          </p:cNvPicPr>
          <p:nvPr userDrawn="1"/>
        </p:nvPicPr>
        <p:blipFill>
          <a:blip r:embed="rId2"/>
          <a:srcRect l="1923" b="5336"/>
          <a:stretch>
            <a:fillRect/>
          </a:stretch>
        </p:blipFill>
        <p:spPr bwMode="auto">
          <a:xfrm>
            <a:off x="6629401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5" name="Group 18"/>
          <p:cNvGrpSpPr>
            <a:grpSpLocks/>
          </p:cNvGrpSpPr>
          <p:nvPr userDrawn="1"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1" name="Rectangle 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10" name="Group 22"/>
          <p:cNvGrpSpPr>
            <a:grpSpLocks/>
          </p:cNvGrpSpPr>
          <p:nvPr userDrawn="1"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5" name="Rectangle 14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493839"/>
            <a:ext cx="8229600" cy="4525963"/>
          </a:xfrm>
        </p:spPr>
        <p:txBody>
          <a:bodyPr/>
          <a:lstStyle>
            <a:lvl1pPr marL="257175" marR="0" indent="-257175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1800">
                <a:latin typeface="Arial" pitchFamily="34" charset="0"/>
                <a:cs typeface="Arial" pitchFamily="34" charset="0"/>
              </a:defRPr>
            </a:lvl1pPr>
            <a:lvl2pPr marL="557213" marR="0" indent="-214313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200">
                <a:latin typeface="Arial" pitchFamily="34" charset="0"/>
                <a:cs typeface="Arial" pitchFamily="34" charset="0"/>
              </a:defRPr>
            </a:lvl2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2700"/>
              </a:lnSpc>
              <a:spcBef>
                <a:spcPts val="0"/>
              </a:spcBef>
              <a:buNone/>
              <a:defRPr sz="2700" b="1" spc="-113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99672863"/>
      </p:ext>
    </p:extLst>
  </p:cSld>
  <p:clrMapOvr>
    <a:masterClrMapping/>
  </p:clrMapOvr>
</p:sldLayout>
</file>

<file path=ppt/slideLayouts/slideLayout2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 userDrawn="1"/>
        </p:nvSpPr>
        <p:spPr>
          <a:xfrm>
            <a:off x="3276600" y="6596065"/>
            <a:ext cx="5867400" cy="21929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25" b="1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 </a:t>
            </a:r>
            <a:r>
              <a:rPr kumimoji="0" lang="en-US" sz="825" b="0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Pilani, Pilani Campus</a:t>
            </a:r>
          </a:p>
        </p:txBody>
      </p:sp>
      <p:grpSp>
        <p:nvGrpSpPr>
          <p:cNvPr id="2" name="Group 11"/>
          <p:cNvGrpSpPr>
            <a:grpSpLocks/>
          </p:cNvGrpSpPr>
          <p:nvPr userDrawn="1"/>
        </p:nvGrpSpPr>
        <p:grpSpPr bwMode="auto">
          <a:xfrm>
            <a:off x="2084388" y="6550027"/>
            <a:ext cx="7059612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pic>
        <p:nvPicPr>
          <p:cNvPr id="9" name="Picture 11" descr="Picture 7.png"/>
          <p:cNvPicPr>
            <a:picLocks noChangeAspect="1"/>
          </p:cNvPicPr>
          <p:nvPr userDrawn="1"/>
        </p:nvPicPr>
        <p:blipFill>
          <a:blip r:embed="rId2"/>
          <a:srcRect l="1923" b="5336"/>
          <a:stretch>
            <a:fillRect/>
          </a:stretch>
        </p:blipFill>
        <p:spPr bwMode="auto">
          <a:xfrm>
            <a:off x="6629401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5" name="Group 18"/>
          <p:cNvGrpSpPr>
            <a:grpSpLocks/>
          </p:cNvGrpSpPr>
          <p:nvPr userDrawn="1"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1" name="Rectangle 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10" name="Group 22"/>
          <p:cNvGrpSpPr>
            <a:grpSpLocks/>
          </p:cNvGrpSpPr>
          <p:nvPr userDrawn="1"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5" name="Rectangle 14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493839"/>
            <a:ext cx="8229600" cy="4525963"/>
          </a:xfrm>
        </p:spPr>
        <p:txBody>
          <a:bodyPr/>
          <a:lstStyle>
            <a:lvl1pPr marL="257175" marR="0" indent="-257175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1800">
                <a:latin typeface="Arial" pitchFamily="34" charset="0"/>
                <a:cs typeface="Arial" pitchFamily="34" charset="0"/>
              </a:defRPr>
            </a:lvl1pPr>
            <a:lvl2pPr marL="557213" marR="0" indent="-214313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200">
                <a:latin typeface="Arial" pitchFamily="34" charset="0"/>
                <a:cs typeface="Arial" pitchFamily="34" charset="0"/>
              </a:defRPr>
            </a:lvl2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2700"/>
              </a:lnSpc>
              <a:spcBef>
                <a:spcPts val="0"/>
              </a:spcBef>
              <a:buNone/>
              <a:defRPr sz="2700" b="1" spc="-113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75773794"/>
      </p:ext>
    </p:extLst>
  </p:cSld>
  <p:clrMapOvr>
    <a:masterClrMapping/>
  </p:clrMapOvr>
</p:sldLayout>
</file>

<file path=ppt/slideLayouts/slideLayout24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 userDrawn="1"/>
        </p:nvSpPr>
        <p:spPr>
          <a:xfrm>
            <a:off x="3276600" y="6596065"/>
            <a:ext cx="5867400" cy="21929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25" b="1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 </a:t>
            </a:r>
            <a:r>
              <a:rPr kumimoji="0" lang="en-US" sz="825" b="0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Pilani, Pilani Campus</a:t>
            </a:r>
          </a:p>
        </p:txBody>
      </p:sp>
      <p:grpSp>
        <p:nvGrpSpPr>
          <p:cNvPr id="2" name="Group 11"/>
          <p:cNvGrpSpPr>
            <a:grpSpLocks/>
          </p:cNvGrpSpPr>
          <p:nvPr userDrawn="1"/>
        </p:nvGrpSpPr>
        <p:grpSpPr bwMode="auto">
          <a:xfrm>
            <a:off x="2084388" y="6550027"/>
            <a:ext cx="7059612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pic>
        <p:nvPicPr>
          <p:cNvPr id="9" name="Picture 11" descr="Picture 7.png"/>
          <p:cNvPicPr>
            <a:picLocks noChangeAspect="1"/>
          </p:cNvPicPr>
          <p:nvPr userDrawn="1"/>
        </p:nvPicPr>
        <p:blipFill>
          <a:blip r:embed="rId2"/>
          <a:srcRect l="1923" b="5336"/>
          <a:stretch>
            <a:fillRect/>
          </a:stretch>
        </p:blipFill>
        <p:spPr bwMode="auto">
          <a:xfrm>
            <a:off x="6629401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5" name="Group 18"/>
          <p:cNvGrpSpPr>
            <a:grpSpLocks/>
          </p:cNvGrpSpPr>
          <p:nvPr userDrawn="1"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1" name="Rectangle 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10" name="Group 22"/>
          <p:cNvGrpSpPr>
            <a:grpSpLocks/>
          </p:cNvGrpSpPr>
          <p:nvPr userDrawn="1"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5" name="Rectangle 14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493839"/>
            <a:ext cx="8229600" cy="4525963"/>
          </a:xfrm>
        </p:spPr>
        <p:txBody>
          <a:bodyPr/>
          <a:lstStyle>
            <a:lvl1pPr marL="257175" marR="0" indent="-257175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1800">
                <a:latin typeface="Arial" pitchFamily="34" charset="0"/>
                <a:cs typeface="Arial" pitchFamily="34" charset="0"/>
              </a:defRPr>
            </a:lvl1pPr>
            <a:lvl2pPr marL="557213" marR="0" indent="-214313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200">
                <a:latin typeface="Arial" pitchFamily="34" charset="0"/>
                <a:cs typeface="Arial" pitchFamily="34" charset="0"/>
              </a:defRPr>
            </a:lvl2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2700"/>
              </a:lnSpc>
              <a:spcBef>
                <a:spcPts val="0"/>
              </a:spcBef>
              <a:buNone/>
              <a:defRPr sz="2700" b="1" spc="-113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78716079"/>
      </p:ext>
    </p:extLst>
  </p:cSld>
  <p:clrMapOvr>
    <a:masterClrMapping/>
  </p:clrMapOvr>
</p:sldLayout>
</file>

<file path=ppt/slideLayouts/slideLayout24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 userDrawn="1"/>
        </p:nvSpPr>
        <p:spPr>
          <a:xfrm>
            <a:off x="3276600" y="6596065"/>
            <a:ext cx="5867400" cy="21929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25" b="1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 </a:t>
            </a:r>
            <a:r>
              <a:rPr kumimoji="0" lang="en-US" sz="825" b="0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Pilani, Pilani Campus</a:t>
            </a:r>
          </a:p>
        </p:txBody>
      </p:sp>
      <p:grpSp>
        <p:nvGrpSpPr>
          <p:cNvPr id="2" name="Group 11"/>
          <p:cNvGrpSpPr>
            <a:grpSpLocks/>
          </p:cNvGrpSpPr>
          <p:nvPr userDrawn="1"/>
        </p:nvGrpSpPr>
        <p:grpSpPr bwMode="auto">
          <a:xfrm>
            <a:off x="2084388" y="6550027"/>
            <a:ext cx="7059612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pic>
        <p:nvPicPr>
          <p:cNvPr id="9" name="Picture 11" descr="Picture 7.png"/>
          <p:cNvPicPr>
            <a:picLocks noChangeAspect="1"/>
          </p:cNvPicPr>
          <p:nvPr userDrawn="1"/>
        </p:nvPicPr>
        <p:blipFill>
          <a:blip r:embed="rId2"/>
          <a:srcRect l="1923" b="5336"/>
          <a:stretch>
            <a:fillRect/>
          </a:stretch>
        </p:blipFill>
        <p:spPr bwMode="auto">
          <a:xfrm>
            <a:off x="6629401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5" name="Group 18"/>
          <p:cNvGrpSpPr>
            <a:grpSpLocks/>
          </p:cNvGrpSpPr>
          <p:nvPr userDrawn="1"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1" name="Rectangle 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10" name="Group 22"/>
          <p:cNvGrpSpPr>
            <a:grpSpLocks/>
          </p:cNvGrpSpPr>
          <p:nvPr userDrawn="1"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5" name="Rectangle 14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493839"/>
            <a:ext cx="8229600" cy="4525963"/>
          </a:xfrm>
        </p:spPr>
        <p:txBody>
          <a:bodyPr/>
          <a:lstStyle>
            <a:lvl1pPr marL="257175" marR="0" indent="-257175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1800">
                <a:latin typeface="Arial" pitchFamily="34" charset="0"/>
                <a:cs typeface="Arial" pitchFamily="34" charset="0"/>
              </a:defRPr>
            </a:lvl1pPr>
            <a:lvl2pPr marL="557213" marR="0" indent="-214313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200">
                <a:latin typeface="Arial" pitchFamily="34" charset="0"/>
                <a:cs typeface="Arial" pitchFamily="34" charset="0"/>
              </a:defRPr>
            </a:lvl2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2700"/>
              </a:lnSpc>
              <a:spcBef>
                <a:spcPts val="0"/>
              </a:spcBef>
              <a:buNone/>
              <a:defRPr sz="2700" b="1" spc="-113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2308935"/>
      </p:ext>
    </p:extLst>
  </p:cSld>
  <p:clrMapOvr>
    <a:masterClrMapping/>
  </p:clrMapOvr>
</p:sldLayout>
</file>

<file path=ppt/slideLayouts/slideLayout24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 userDrawn="1"/>
        </p:nvSpPr>
        <p:spPr>
          <a:xfrm>
            <a:off x="3276600" y="6596065"/>
            <a:ext cx="5867400" cy="21929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25" b="1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 </a:t>
            </a:r>
            <a:r>
              <a:rPr kumimoji="0" lang="en-US" sz="825" b="0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Pilani, Pilani Campus</a:t>
            </a:r>
          </a:p>
        </p:txBody>
      </p:sp>
      <p:grpSp>
        <p:nvGrpSpPr>
          <p:cNvPr id="2" name="Group 11"/>
          <p:cNvGrpSpPr>
            <a:grpSpLocks/>
          </p:cNvGrpSpPr>
          <p:nvPr userDrawn="1"/>
        </p:nvGrpSpPr>
        <p:grpSpPr bwMode="auto">
          <a:xfrm>
            <a:off x="2084388" y="6550027"/>
            <a:ext cx="7059612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pic>
        <p:nvPicPr>
          <p:cNvPr id="9" name="Picture 11" descr="Picture 7.png"/>
          <p:cNvPicPr>
            <a:picLocks noChangeAspect="1"/>
          </p:cNvPicPr>
          <p:nvPr userDrawn="1"/>
        </p:nvPicPr>
        <p:blipFill>
          <a:blip r:embed="rId2"/>
          <a:srcRect l="1923" b="5336"/>
          <a:stretch>
            <a:fillRect/>
          </a:stretch>
        </p:blipFill>
        <p:spPr bwMode="auto">
          <a:xfrm>
            <a:off x="6629401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5" name="Group 18"/>
          <p:cNvGrpSpPr>
            <a:grpSpLocks/>
          </p:cNvGrpSpPr>
          <p:nvPr userDrawn="1"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1" name="Rectangle 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10" name="Group 22"/>
          <p:cNvGrpSpPr>
            <a:grpSpLocks/>
          </p:cNvGrpSpPr>
          <p:nvPr userDrawn="1"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5" name="Rectangle 14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493839"/>
            <a:ext cx="8229600" cy="4525963"/>
          </a:xfrm>
        </p:spPr>
        <p:txBody>
          <a:bodyPr/>
          <a:lstStyle>
            <a:lvl1pPr marL="257175" marR="0" indent="-257175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1800">
                <a:latin typeface="Arial" pitchFamily="34" charset="0"/>
                <a:cs typeface="Arial" pitchFamily="34" charset="0"/>
              </a:defRPr>
            </a:lvl1pPr>
            <a:lvl2pPr marL="557213" marR="0" indent="-214313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200">
                <a:latin typeface="Arial" pitchFamily="34" charset="0"/>
                <a:cs typeface="Arial" pitchFamily="34" charset="0"/>
              </a:defRPr>
            </a:lvl2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2700"/>
              </a:lnSpc>
              <a:spcBef>
                <a:spcPts val="0"/>
              </a:spcBef>
              <a:buNone/>
              <a:defRPr sz="2700" b="1" spc="-113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7437886"/>
      </p:ext>
    </p:extLst>
  </p:cSld>
  <p:clrMapOvr>
    <a:masterClrMapping/>
  </p:clrMapOvr>
</p:sldLayout>
</file>

<file path=ppt/slideLayouts/slideLayout24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 not remove" hidden="1"/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25400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1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04800" y="1493841"/>
            <a:ext cx="8229600" cy="4525963"/>
          </a:xfrm>
        </p:spPr>
        <p:txBody>
          <a:bodyPr/>
          <a:lstStyle>
            <a:lvl1pPr marL="192881" marR="0" indent="-192881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1350">
                <a:latin typeface="Arial" pitchFamily="34" charset="0"/>
                <a:cs typeface="Arial" pitchFamily="34" charset="0"/>
              </a:defRPr>
            </a:lvl1pPr>
            <a:lvl2pPr marL="417910" marR="0" indent="-160735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900">
                <a:latin typeface="Arial" pitchFamily="34" charset="0"/>
                <a:cs typeface="Arial" pitchFamily="34" charset="0"/>
              </a:defRPr>
            </a:lvl2pPr>
          </a:lstStyle>
          <a:p>
            <a:pPr marL="192881" marR="0" lvl="0" indent="-192881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135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417910" marR="0" lvl="1" indent="-160735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417910" marR="0" lvl="1" indent="-160735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417910" marR="0" lvl="1" indent="-160735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417910" marR="0" lvl="1" indent="-160735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417910" marR="0" lvl="1" indent="-160735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  <a:endParaRPr kumimoji="0" lang="en-GB" sz="1350" u="none" strike="noStrike" kern="1200" cap="none" spc="0" normalizeH="0" noProof="0" dirty="0">
              <a:ln>
                <a:noFill/>
              </a:ln>
              <a:solidFill>
                <a:srgbClr val="101141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92881" marR="0" lvl="0" indent="-192881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135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endParaRPr lang="en-US" dirty="0"/>
          </a:p>
          <a:p>
            <a:pPr marL="192881" marR="0" lvl="0" indent="-192881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135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endParaRPr lang="en-US" dirty="0"/>
          </a:p>
          <a:p>
            <a:pPr marL="192881" marR="0" lvl="0" indent="-192881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135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endParaRPr lang="en-US" dirty="0"/>
          </a:p>
        </p:txBody>
      </p:sp>
      <p:sp>
        <p:nvSpPr>
          <p:cNvPr id="7" name="TextBox 6"/>
          <p:cNvSpPr txBox="1"/>
          <p:nvPr userDrawn="1"/>
        </p:nvSpPr>
        <p:spPr>
          <a:xfrm>
            <a:off x="3276600" y="6596393"/>
            <a:ext cx="5867400" cy="1876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19" b="1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 </a:t>
            </a:r>
            <a:r>
              <a:rPr kumimoji="0" lang="en-US" sz="619" b="0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Pilani, Deemed to be University under Section 3 of UGC Act, 1956</a:t>
            </a:r>
          </a:p>
        </p:txBody>
      </p:sp>
      <p:grpSp>
        <p:nvGrpSpPr>
          <p:cNvPr id="12" name="Group 11"/>
          <p:cNvGrpSpPr/>
          <p:nvPr userDrawn="1"/>
        </p:nvGrpSpPr>
        <p:grpSpPr>
          <a:xfrm>
            <a:off x="2083888" y="6550675"/>
            <a:ext cx="7060112" cy="48665"/>
            <a:chOff x="2083888" y="6550671"/>
            <a:chExt cx="7060112" cy="48665"/>
          </a:xfrm>
        </p:grpSpPr>
        <p:sp>
          <p:nvSpPr>
            <p:cNvPr id="13" name="Rectangle 12"/>
            <p:cNvSpPr/>
            <p:nvPr/>
          </p:nvSpPr>
          <p:spPr>
            <a:xfrm>
              <a:off x="4630476" y="6550672"/>
              <a:ext cx="2328591" cy="48664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1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6907874" y="6550671"/>
              <a:ext cx="2236126" cy="45719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1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2083888" y="6550672"/>
              <a:ext cx="2580680" cy="48664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1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pic>
        <p:nvPicPr>
          <p:cNvPr id="16" name="Picture 15" descr="Picture 7.png"/>
          <p:cNvPicPr>
            <a:picLocks noChangeAspect="1"/>
          </p:cNvPicPr>
          <p:nvPr userDrawn="1"/>
        </p:nvPicPr>
        <p:blipFill>
          <a:blip r:embed="rId3" cstate="print"/>
          <a:srcRect l="1923" b="5336"/>
          <a:stretch>
            <a:fillRect/>
          </a:stretch>
        </p:blipFill>
        <p:spPr>
          <a:xfrm>
            <a:off x="6629402" y="-1"/>
            <a:ext cx="2193193" cy="692697"/>
          </a:xfrm>
          <a:prstGeom prst="rect">
            <a:avLst/>
          </a:prstGeom>
        </p:spPr>
      </p:pic>
      <p:grpSp>
        <p:nvGrpSpPr>
          <p:cNvPr id="19" name="Group 18"/>
          <p:cNvGrpSpPr/>
          <p:nvPr userDrawn="1"/>
        </p:nvGrpSpPr>
        <p:grpSpPr>
          <a:xfrm>
            <a:off x="2133600" y="6558116"/>
            <a:ext cx="7010400" cy="45719"/>
            <a:chOff x="1905000" y="6553200"/>
            <a:chExt cx="7010400" cy="45719"/>
          </a:xfrm>
        </p:grpSpPr>
        <p:sp>
          <p:nvSpPr>
            <p:cNvPr id="20" name="Rectangle 19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1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1" name="Rectangle 2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1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2" name="Rectangle 21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1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23" name="Group 22"/>
          <p:cNvGrpSpPr/>
          <p:nvPr userDrawn="1"/>
        </p:nvGrpSpPr>
        <p:grpSpPr>
          <a:xfrm>
            <a:off x="0" y="1295404"/>
            <a:ext cx="7010400" cy="45719"/>
            <a:chOff x="1905000" y="6553200"/>
            <a:chExt cx="7010400" cy="45719"/>
          </a:xfrm>
        </p:grpSpPr>
        <p:sp>
          <p:nvSpPr>
            <p:cNvPr id="24" name="Rectangle 23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1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1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6" name="Rectangle 25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1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 anchorCtr="0">
            <a:normAutofit/>
          </a:bodyPr>
          <a:lstStyle>
            <a:lvl1pPr marL="0">
              <a:lnSpc>
                <a:spcPts val="2025"/>
              </a:lnSpc>
              <a:spcBef>
                <a:spcPts val="0"/>
              </a:spcBef>
              <a:buNone/>
              <a:defRPr sz="2025" b="1" spc="-85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A95B91-80DC-439F-8C70-3B1EBFBBF1F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495800" y="6363741"/>
            <a:ext cx="914400" cy="9144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116052-1273-4EC0-ADD6-422E16AA4781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 marL="0" marR="0" lvl="0" indent="0" algn="l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DE8E7A-623C-40DD-A712-BEEDA93A9756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 marL="0" marR="0" lvl="0" indent="0" algn="l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0CD26A9A-C7D3-441E-9815-2014756B5490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7010400" y="6101555"/>
            <a:ext cx="2133600" cy="365125"/>
          </a:xfrm>
        </p:spPr>
        <p:txBody>
          <a:bodyPr/>
          <a:lstStyle/>
          <a:p>
            <a:pPr marL="0" marR="0" lvl="0" indent="0" algn="l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C8D7E44-7D4F-4942-A8C9-2DF6BF8399E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58061988"/>
      </p:ext>
    </p:extLst>
  </p:cSld>
  <p:clrMapOvr>
    <a:masterClrMapping/>
  </p:clrMapOvr>
</p:sldLayout>
</file>

<file path=ppt/slideLayouts/slideLayout2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0"/>
          <p:cNvSpPr/>
          <p:nvPr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6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50"/>
          <p:cNvSpPr/>
          <p:nvPr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6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8" name="Google Shape;18;p50"/>
          <p:cNvSpPr/>
          <p:nvPr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6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9" name="Google Shape;19;p50"/>
          <p:cNvSpPr/>
          <p:nvPr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6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20" name="Google Shape;20;p50" descr="BITS_university_logo_whitevert.png"/>
          <p:cNvPicPr preferRelativeResize="0"/>
          <p:nvPr/>
        </p:nvPicPr>
        <p:blipFill rotWithShape="1">
          <a:blip r:embed="rId3">
            <a:alphaModFix/>
          </a:blip>
          <a:srcRect t="2" b="28592"/>
          <a:stretch/>
        </p:blipFill>
        <p:spPr>
          <a:xfrm>
            <a:off x="76200" y="3352800"/>
            <a:ext cx="2057400" cy="1979613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50"/>
          <p:cNvSpPr txBox="1"/>
          <p:nvPr/>
        </p:nvSpPr>
        <p:spPr>
          <a:xfrm>
            <a:off x="-76200" y="5257800"/>
            <a:ext cx="2209800" cy="554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9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BITS</a:t>
            </a:r>
            <a:r>
              <a:rPr kumimoji="0" lang="en-US" sz="2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Pilani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2" name="Google Shape;22;p50"/>
          <p:cNvSpPr txBox="1"/>
          <p:nvPr/>
        </p:nvSpPr>
        <p:spPr>
          <a:xfrm>
            <a:off x="152400" y="5667375"/>
            <a:ext cx="190500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Pilani Campus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3" name="Google Shape;23;p50"/>
          <p:cNvSpPr/>
          <p:nvPr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6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50"/>
          <p:cNvSpPr/>
          <p:nvPr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6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5" name="Google Shape;25;p50"/>
          <p:cNvSpPr/>
          <p:nvPr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6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6" name="Google Shape;26;p50"/>
          <p:cNvSpPr/>
          <p:nvPr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6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27" name="Google Shape;27;p50" descr="BITS_university_logo_whitevert.png"/>
          <p:cNvPicPr preferRelativeResize="0"/>
          <p:nvPr/>
        </p:nvPicPr>
        <p:blipFill rotWithShape="1">
          <a:blip r:embed="rId3">
            <a:alphaModFix/>
          </a:blip>
          <a:srcRect t="2" b="28592"/>
          <a:stretch/>
        </p:blipFill>
        <p:spPr>
          <a:xfrm>
            <a:off x="76200" y="3352800"/>
            <a:ext cx="2057400" cy="1979613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50"/>
          <p:cNvSpPr txBox="1"/>
          <p:nvPr/>
        </p:nvSpPr>
        <p:spPr>
          <a:xfrm>
            <a:off x="-76200" y="5257800"/>
            <a:ext cx="2209800" cy="554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9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BITS</a:t>
            </a:r>
            <a:r>
              <a:rPr kumimoji="0" lang="en-US" sz="2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Pilani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9" name="Google Shape;29;p50"/>
          <p:cNvSpPr txBox="1"/>
          <p:nvPr/>
        </p:nvSpPr>
        <p:spPr>
          <a:xfrm>
            <a:off x="152400" y="5667375"/>
            <a:ext cx="190500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Pilani Campus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0" name="Google Shape;30;p50"/>
          <p:cNvSpPr txBox="1">
            <a:spLocks noGrp="1"/>
          </p:cNvSpPr>
          <p:nvPr>
            <p:ph type="body" idx="1"/>
          </p:nvPr>
        </p:nvSpPr>
        <p:spPr>
          <a:xfrm>
            <a:off x="2514600" y="5410200"/>
            <a:ext cx="60198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" name="Google Shape;31;p50"/>
          <p:cNvSpPr txBox="1">
            <a:spLocks noGrp="1"/>
          </p:cNvSpPr>
          <p:nvPr>
            <p:ph type="title"/>
          </p:nvPr>
        </p:nvSpPr>
        <p:spPr>
          <a:xfrm>
            <a:off x="2514600" y="3810000"/>
            <a:ext cx="60198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90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70528277"/>
      </p:ext>
    </p:extLst>
  </p:cSld>
  <p:clrMapOvr>
    <a:masterClrMapping/>
  </p:clrMapOvr>
</p:sldLayout>
</file>

<file path=ppt/slideLayouts/slideLayout2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51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100" b="1" i="0" u="none" strike="noStrike" kern="0" cap="none" spc="0" normalizeH="0" baseline="0" noProof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grpSp>
        <p:nvGrpSpPr>
          <p:cNvPr id="34" name="Google Shape;34;p51"/>
          <p:cNvGrpSpPr/>
          <p:nvPr/>
        </p:nvGrpSpPr>
        <p:grpSpPr>
          <a:xfrm>
            <a:off x="2084388" y="6550025"/>
            <a:ext cx="7059612" cy="49213"/>
            <a:chOff x="2083888" y="6550671"/>
            <a:chExt cx="7060112" cy="48665"/>
          </a:xfrm>
        </p:grpSpPr>
        <p:sp>
          <p:nvSpPr>
            <p:cNvPr id="35" name="Google Shape;35;p51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36" name="Google Shape;36;p51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37" name="Google Shape;37;p51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pic>
        <p:nvPicPr>
          <p:cNvPr id="38" name="Google Shape;38;p51" descr="Picture 7.png"/>
          <p:cNvPicPr preferRelativeResize="0"/>
          <p:nvPr/>
        </p:nvPicPr>
        <p:blipFill rotWithShape="1">
          <a:blip r:embed="rId2">
            <a:alphaModFix/>
          </a:blip>
          <a:srcRect l="1923" b="5335"/>
          <a:stretch/>
        </p:blipFill>
        <p:spPr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9" name="Google Shape;39;p51"/>
          <p:cNvGrpSpPr/>
          <p:nvPr/>
        </p:nvGrpSpPr>
        <p:grpSpPr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40" name="Google Shape;40;p51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41" name="Google Shape;41;p5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42" name="Google Shape;42;p51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43" name="Google Shape;43;p51"/>
          <p:cNvGrpSpPr/>
          <p:nvPr/>
        </p:nvGrpSpPr>
        <p:grpSpPr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44" name="Google Shape;44;p51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45" name="Google Shape;45;p5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46" name="Google Shape;46;p51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sp>
        <p:nvSpPr>
          <p:cNvPr id="47" name="Google Shape;47;p51"/>
          <p:cNvSpPr txBox="1">
            <a:spLocks noGrp="1"/>
          </p:cNvSpPr>
          <p:nvPr>
            <p:ph type="body" idx="1"/>
          </p:nvPr>
        </p:nvSpPr>
        <p:spPr>
          <a:xfrm>
            <a:off x="304800" y="1493837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101141"/>
              </a:buClr>
              <a:buSzPts val="2400"/>
              <a:buFont typeface="Arial"/>
              <a:buNone/>
              <a:defRPr sz="2400"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51"/>
          <p:cNvSpPr txBox="1">
            <a:spLocks noGrp="1"/>
          </p:cNvSpPr>
          <p:nvPr>
            <p:ph type="body" idx="2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320348094"/>
      </p:ext>
    </p:extLst>
  </p:cSld>
  <p:clrMapOvr>
    <a:masterClrMapping/>
  </p:clrMapOvr>
</p:sldLayout>
</file>

<file path=ppt/slideLayouts/slideLayout2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4"/>
          <p:cNvSpPr/>
          <p:nvPr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6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74"/>
          <p:cNvSpPr/>
          <p:nvPr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6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52" name="Google Shape;52;p74"/>
          <p:cNvSpPr/>
          <p:nvPr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6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53" name="Google Shape;53;p74"/>
          <p:cNvSpPr/>
          <p:nvPr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6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54" name="Google Shape;54;p74" descr="BITS_university_logo_whitevert.png"/>
          <p:cNvPicPr preferRelativeResize="0"/>
          <p:nvPr/>
        </p:nvPicPr>
        <p:blipFill rotWithShape="1">
          <a:blip r:embed="rId3">
            <a:alphaModFix/>
          </a:blip>
          <a:srcRect t="2" b="28592"/>
          <a:stretch/>
        </p:blipFill>
        <p:spPr>
          <a:xfrm>
            <a:off x="76200" y="3352800"/>
            <a:ext cx="2057400" cy="1979613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74"/>
          <p:cNvSpPr txBox="1"/>
          <p:nvPr/>
        </p:nvSpPr>
        <p:spPr>
          <a:xfrm>
            <a:off x="-76200" y="5257800"/>
            <a:ext cx="2209800" cy="554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9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BITS</a:t>
            </a:r>
            <a:r>
              <a:rPr kumimoji="0" lang="en-US" sz="2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Pilani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56" name="Google Shape;56;p74"/>
          <p:cNvSpPr txBox="1"/>
          <p:nvPr/>
        </p:nvSpPr>
        <p:spPr>
          <a:xfrm>
            <a:off x="152400" y="5667375"/>
            <a:ext cx="190500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Pilani Campus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57" name="Google Shape;57;p74"/>
          <p:cNvSpPr txBox="1">
            <a:spLocks noGrp="1"/>
          </p:cNvSpPr>
          <p:nvPr>
            <p:ph type="title"/>
          </p:nvPr>
        </p:nvSpPr>
        <p:spPr>
          <a:xfrm>
            <a:off x="2514600" y="3810000"/>
            <a:ext cx="60198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90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86520687"/>
      </p:ext>
    </p:extLst>
  </p:cSld>
  <p:clrMapOvr>
    <a:masterClrMapping/>
  </p:clrMapOvr>
</p:sldLayout>
</file>

<file path=ppt/slideLayouts/slideLayout2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Section Header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75" descr="\\Server\D\jyoti\FI023_BITS_v1\styleguide img\IMG_5627_b.jp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75"/>
          <p:cNvSpPr/>
          <p:nvPr/>
        </p:nvSpPr>
        <p:spPr>
          <a:xfrm>
            <a:off x="0" y="4281488"/>
            <a:ext cx="9144000" cy="2576512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6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61" name="Google Shape;61;p75" descr="Picture 7.png"/>
          <p:cNvPicPr preferRelativeResize="0"/>
          <p:nvPr/>
        </p:nvPicPr>
        <p:blipFill rotWithShape="1">
          <a:blip r:embed="rId3">
            <a:alphaModFix/>
          </a:blip>
          <a:srcRect l="1923" b="5335"/>
          <a:stretch/>
        </p:blipFill>
        <p:spPr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75"/>
          <p:cNvSpPr/>
          <p:nvPr/>
        </p:nvSpPr>
        <p:spPr>
          <a:xfrm>
            <a:off x="2882900" y="677545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6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63" name="Google Shape;63;p75"/>
          <p:cNvSpPr/>
          <p:nvPr/>
        </p:nvSpPr>
        <p:spPr>
          <a:xfrm>
            <a:off x="-12700" y="677545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6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64" name="Google Shape;64;p75"/>
          <p:cNvSpPr/>
          <p:nvPr/>
        </p:nvSpPr>
        <p:spPr>
          <a:xfrm>
            <a:off x="5778500" y="677545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6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65" name="Google Shape;65;p75"/>
          <p:cNvSpPr txBox="1"/>
          <p:nvPr/>
        </p:nvSpPr>
        <p:spPr>
          <a:xfrm>
            <a:off x="6858000" y="762000"/>
            <a:ext cx="2209800" cy="554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9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BITS</a:t>
            </a:r>
            <a:r>
              <a:rPr kumimoji="0" lang="en-US" sz="2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Pilani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66" name="Google Shape;66;p75"/>
          <p:cNvSpPr txBox="1"/>
          <p:nvPr/>
        </p:nvSpPr>
        <p:spPr>
          <a:xfrm>
            <a:off x="7086600" y="1171575"/>
            <a:ext cx="190500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Pilani Campus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67" name="Google Shape;67;p75"/>
          <p:cNvSpPr txBox="1">
            <a:spLocks noGrp="1"/>
          </p:cNvSpPr>
          <p:nvPr>
            <p:ph type="body" idx="1"/>
          </p:nvPr>
        </p:nvSpPr>
        <p:spPr>
          <a:xfrm>
            <a:off x="304800" y="4648200"/>
            <a:ext cx="84582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  <a:defRPr sz="40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02912287"/>
      </p:ext>
    </p:extLst>
  </p:cSld>
  <p:clrMapOvr>
    <a:masterClrMapping/>
  </p:clrMapOvr>
</p:sldLayout>
</file>

<file path=ppt/slideLayouts/slideLayout2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76" descr="Picture 7.png"/>
          <p:cNvPicPr preferRelativeResize="0"/>
          <p:nvPr/>
        </p:nvPicPr>
        <p:blipFill rotWithShape="1">
          <a:blip r:embed="rId2">
            <a:alphaModFix/>
          </a:blip>
          <a:srcRect l="1923" b="5335"/>
          <a:stretch/>
        </p:blipFill>
        <p:spPr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0" name="Google Shape;70;p76"/>
          <p:cNvGrpSpPr/>
          <p:nvPr/>
        </p:nvGrpSpPr>
        <p:grpSpPr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71" name="Google Shape;71;p76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72" name="Google Shape;72;p76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73" name="Google Shape;73;p76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74" name="Google Shape;74;p76"/>
          <p:cNvGrpSpPr/>
          <p:nvPr/>
        </p:nvGrpSpPr>
        <p:grpSpPr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75" name="Google Shape;75;p76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76" name="Google Shape;76;p76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77" name="Google Shape;77;p76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sp>
        <p:nvSpPr>
          <p:cNvPr id="78" name="Google Shape;78;p76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100" b="1" i="0" u="none" strike="noStrike" kern="0" cap="none" spc="0" normalizeH="0" baseline="0" noProof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79" name="Google Shape;79;p7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101141"/>
              </a:buClr>
              <a:buSzPts val="2800"/>
              <a:buFont typeface="Arial"/>
              <a:buNone/>
              <a:defRPr sz="2800"/>
            </a:lvl1pPr>
            <a:lvl2pPr marL="914400" marR="0" lvl="1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80" name="Google Shape;80;p76"/>
          <p:cNvSpPr txBox="1">
            <a:spLocks noGrp="1"/>
          </p:cNvSpPr>
          <p:nvPr>
            <p:ph type="body" idx="2"/>
          </p:nvPr>
        </p:nvSpPr>
        <p:spPr>
          <a:xfrm>
            <a:off x="49530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101141"/>
              </a:buClr>
              <a:buSzPts val="2800"/>
              <a:buFont typeface="Arial"/>
              <a:buNone/>
              <a:defRPr sz="2800"/>
            </a:lvl1pPr>
            <a:lvl2pPr marL="914400" marR="0" lvl="1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81" name="Google Shape;81;p76"/>
          <p:cNvSpPr txBox="1">
            <a:spLocks noGrp="1"/>
          </p:cNvSpPr>
          <p:nvPr>
            <p:ph type="body" idx="3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275355858"/>
      </p:ext>
    </p:extLst>
  </p:cSld>
  <p:clrMapOvr>
    <a:masterClrMapping/>
  </p:clrMapOvr>
</p:sldLayout>
</file>

<file path=ppt/slideLayouts/slideLayout2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>
  <p:cSld name="Comparison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3" name="Google Shape;83;p77"/>
          <p:cNvGrpSpPr/>
          <p:nvPr/>
        </p:nvGrpSpPr>
        <p:grpSpPr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84" name="Google Shape;84;p77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85" name="Google Shape;85;p77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86" name="Google Shape;86;p77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87" name="Google Shape;87;p77"/>
          <p:cNvGrpSpPr/>
          <p:nvPr/>
        </p:nvGrpSpPr>
        <p:grpSpPr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88" name="Google Shape;88;p77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89" name="Google Shape;89;p77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90" name="Google Shape;90;p77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pic>
        <p:nvPicPr>
          <p:cNvPr id="91" name="Google Shape;91;p77" descr="Picture 7.png"/>
          <p:cNvPicPr preferRelativeResize="0"/>
          <p:nvPr/>
        </p:nvPicPr>
        <p:blipFill rotWithShape="1">
          <a:blip r:embed="rId2">
            <a:alphaModFix/>
          </a:blip>
          <a:srcRect l="1923" b="5335"/>
          <a:stretch/>
        </p:blipFill>
        <p:spPr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77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100" b="1" i="0" u="none" strike="noStrike" kern="0" cap="none" spc="0" normalizeH="0" baseline="0" noProof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Pilani, Deemed to be University under Section 3 of UGC Act, 1956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93" name="Google Shape;93;p77"/>
          <p:cNvSpPr txBox="1">
            <a:spLocks noGrp="1"/>
          </p:cNvSpPr>
          <p:nvPr>
            <p:ph type="body" idx="1"/>
          </p:nvPr>
        </p:nvSpPr>
        <p:spPr>
          <a:xfrm>
            <a:off x="457200" y="1535112"/>
            <a:ext cx="4040188" cy="8270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94" name="Google Shape;94;p77"/>
          <p:cNvSpPr txBox="1">
            <a:spLocks noGrp="1"/>
          </p:cNvSpPr>
          <p:nvPr>
            <p:ph type="body" idx="2"/>
          </p:nvPr>
        </p:nvSpPr>
        <p:spPr>
          <a:xfrm>
            <a:off x="457200" y="2362199"/>
            <a:ext cx="4040188" cy="3763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95" name="Google Shape;95;p77"/>
          <p:cNvSpPr txBox="1">
            <a:spLocks noGrp="1"/>
          </p:cNvSpPr>
          <p:nvPr>
            <p:ph type="body" idx="3"/>
          </p:nvPr>
        </p:nvSpPr>
        <p:spPr>
          <a:xfrm>
            <a:off x="4645025" y="1535112"/>
            <a:ext cx="4041775" cy="8270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96" name="Google Shape;96;p77"/>
          <p:cNvSpPr txBox="1">
            <a:spLocks noGrp="1"/>
          </p:cNvSpPr>
          <p:nvPr>
            <p:ph type="body" idx="4"/>
          </p:nvPr>
        </p:nvSpPr>
        <p:spPr>
          <a:xfrm>
            <a:off x="4645025" y="2362199"/>
            <a:ext cx="4041775" cy="3763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97" name="Google Shape;97;p77"/>
          <p:cNvSpPr txBox="1">
            <a:spLocks noGrp="1"/>
          </p:cNvSpPr>
          <p:nvPr>
            <p:ph type="body" idx="5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22864175"/>
      </p:ext>
    </p:extLst>
  </p:cSld>
  <p:clrMapOvr>
    <a:masterClrMapping/>
  </p:clrMapOvr>
</p:sldLayout>
</file>

<file path=ppt/slideLayouts/slideLayout2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" name="Google Shape;99;p78"/>
          <p:cNvGrpSpPr/>
          <p:nvPr/>
        </p:nvGrpSpPr>
        <p:grpSpPr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00" name="Google Shape;100;p78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01" name="Google Shape;101;p78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02" name="Google Shape;102;p78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103" name="Google Shape;103;p78"/>
          <p:cNvGrpSpPr/>
          <p:nvPr/>
        </p:nvGrpSpPr>
        <p:grpSpPr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04" name="Google Shape;104;p78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05" name="Google Shape;105;p78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06" name="Google Shape;106;p78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pic>
        <p:nvPicPr>
          <p:cNvPr id="107" name="Google Shape;107;p78" descr="Picture 7.png"/>
          <p:cNvPicPr preferRelativeResize="0"/>
          <p:nvPr/>
        </p:nvPicPr>
        <p:blipFill rotWithShape="1">
          <a:blip r:embed="rId2">
            <a:alphaModFix/>
          </a:blip>
          <a:srcRect l="1923" b="5335"/>
          <a:stretch/>
        </p:blipFill>
        <p:spPr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78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100" b="1" i="0" u="none" strike="noStrike" kern="0" cap="none" spc="0" normalizeH="0" baseline="0" noProof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Pilani, Deemed to be University under Section 3 of UGC Act, 1956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09" name="Google Shape;109;p78"/>
          <p:cNvSpPr txBox="1">
            <a:spLocks noGrp="1"/>
          </p:cNvSpPr>
          <p:nvPr>
            <p:ph type="body" idx="1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96839860"/>
      </p:ext>
    </p:extLst>
  </p:cSld>
  <p:clrMapOvr>
    <a:masterClrMapping/>
  </p:clrMapOvr>
</p:sldLayout>
</file>

<file path=ppt/slideLayouts/slideLayout2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>
  <p:cSld name="Content with Caption"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1" name="Google Shape;111;p79"/>
          <p:cNvGrpSpPr/>
          <p:nvPr/>
        </p:nvGrpSpPr>
        <p:grpSpPr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12" name="Google Shape;112;p79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13" name="Google Shape;113;p79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14" name="Google Shape;114;p79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115" name="Google Shape;115;p79"/>
          <p:cNvGrpSpPr/>
          <p:nvPr/>
        </p:nvGrpSpPr>
        <p:grpSpPr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16" name="Google Shape;116;p79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17" name="Google Shape;117;p79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18" name="Google Shape;118;p79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pic>
        <p:nvPicPr>
          <p:cNvPr id="119" name="Google Shape;119;p79" descr="Picture 7.png"/>
          <p:cNvPicPr preferRelativeResize="0"/>
          <p:nvPr/>
        </p:nvPicPr>
        <p:blipFill rotWithShape="1">
          <a:blip r:embed="rId2">
            <a:alphaModFix/>
          </a:blip>
          <a:srcRect l="1923" b="5335"/>
          <a:stretch/>
        </p:blipFill>
        <p:spPr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79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100" b="1" i="0" u="none" strike="noStrike" kern="0" cap="none" spc="0" normalizeH="0" baseline="0" noProof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21" name="Google Shape;121;p79"/>
          <p:cNvSpPr txBox="1">
            <a:spLocks noGrp="1"/>
          </p:cNvSpPr>
          <p:nvPr>
            <p:ph type="body" idx="1"/>
          </p:nvPr>
        </p:nvSpPr>
        <p:spPr>
          <a:xfrm>
            <a:off x="3575050" y="1600200"/>
            <a:ext cx="511175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122" name="Google Shape;122;p79"/>
          <p:cNvSpPr txBox="1">
            <a:spLocks noGrp="1"/>
          </p:cNvSpPr>
          <p:nvPr>
            <p:ph type="body" idx="2"/>
          </p:nvPr>
        </p:nvSpPr>
        <p:spPr>
          <a:xfrm>
            <a:off x="457200" y="1600200"/>
            <a:ext cx="3008313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23" name="Google Shape;123;p79"/>
          <p:cNvSpPr txBox="1">
            <a:spLocks noGrp="1"/>
          </p:cNvSpPr>
          <p:nvPr>
            <p:ph type="body" idx="3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508599260"/>
      </p:ext>
    </p:extLst>
  </p:cSld>
  <p:clrMapOvr>
    <a:masterClrMapping/>
  </p:clrMapOvr>
</p:sldLayout>
</file>

<file path=ppt/slideLayouts/slideLayout2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>
  <p:cSld name="Picture with Caption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5" name="Google Shape;125;p80"/>
          <p:cNvGrpSpPr/>
          <p:nvPr/>
        </p:nvGrpSpPr>
        <p:grpSpPr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26" name="Google Shape;126;p8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27" name="Google Shape;127;p8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28" name="Google Shape;128;p80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129" name="Google Shape;129;p80"/>
          <p:cNvGrpSpPr/>
          <p:nvPr/>
        </p:nvGrpSpPr>
        <p:grpSpPr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30" name="Google Shape;130;p8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31" name="Google Shape;131;p8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32" name="Google Shape;132;p80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pic>
        <p:nvPicPr>
          <p:cNvPr id="133" name="Google Shape;133;p80" descr="Picture 7.png"/>
          <p:cNvPicPr preferRelativeResize="0"/>
          <p:nvPr/>
        </p:nvPicPr>
        <p:blipFill rotWithShape="1">
          <a:blip r:embed="rId2">
            <a:alphaModFix/>
          </a:blip>
          <a:srcRect l="1923" b="5335"/>
          <a:stretch/>
        </p:blipFill>
        <p:spPr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80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100" b="1" i="0" u="none" strike="noStrike" kern="0" cap="none" spc="0" normalizeH="0" baseline="0" noProof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35" name="Google Shape;135;p80"/>
          <p:cNvSpPr txBox="1">
            <a:spLocks noGrp="1"/>
          </p:cNvSpPr>
          <p:nvPr>
            <p:ph type="title"/>
          </p:nvPr>
        </p:nvSpPr>
        <p:spPr>
          <a:xfrm>
            <a:off x="1792288" y="5407025"/>
            <a:ext cx="54864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1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6" name="Google Shape;136;p80"/>
          <p:cNvSpPr>
            <a:spLocks noGrp="1"/>
          </p:cNvSpPr>
          <p:nvPr>
            <p:ph type="pic" idx="2"/>
          </p:nvPr>
        </p:nvSpPr>
        <p:spPr>
          <a:xfrm>
            <a:off x="1792288" y="1828800"/>
            <a:ext cx="5486400" cy="3429000"/>
          </a:xfrm>
          <a:prstGeom prst="rect">
            <a:avLst/>
          </a:prstGeom>
          <a:solidFill>
            <a:schemeClr val="lt1"/>
          </a:solidFill>
          <a:ln w="57150" cap="flat" cmpd="sng">
            <a:solidFill>
              <a:srgbClr val="DAE5F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7" name="Google Shape;137;p80"/>
          <p:cNvSpPr txBox="1">
            <a:spLocks noGrp="1"/>
          </p:cNvSpPr>
          <p:nvPr>
            <p:ph type="body" idx="1"/>
          </p:nvPr>
        </p:nvSpPr>
        <p:spPr>
          <a:xfrm>
            <a:off x="1792288" y="5711825"/>
            <a:ext cx="54864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38" name="Google Shape;138;p80"/>
          <p:cNvSpPr txBox="1">
            <a:spLocks noGrp="1"/>
          </p:cNvSpPr>
          <p:nvPr>
            <p:ph type="body" idx="3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647454682"/>
      </p:ext>
    </p:extLst>
  </p:cSld>
  <p:clrMapOvr>
    <a:masterClrMapping/>
  </p:clrMapOvr>
</p:sldLayout>
</file>

<file path=ppt/slideLayouts/slideLayout2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>
  <p:cSld name="Title and Vertical Text"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0" name="Google Shape;140;p81"/>
          <p:cNvGrpSpPr/>
          <p:nvPr/>
        </p:nvGrpSpPr>
        <p:grpSpPr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41" name="Google Shape;141;p81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42" name="Google Shape;142;p8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43" name="Google Shape;143;p81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144" name="Google Shape;144;p81"/>
          <p:cNvGrpSpPr/>
          <p:nvPr/>
        </p:nvGrpSpPr>
        <p:grpSpPr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45" name="Google Shape;145;p81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46" name="Google Shape;146;p8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47" name="Google Shape;147;p81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pic>
        <p:nvPicPr>
          <p:cNvPr id="148" name="Google Shape;148;p81" descr="Picture 7.png"/>
          <p:cNvPicPr preferRelativeResize="0"/>
          <p:nvPr/>
        </p:nvPicPr>
        <p:blipFill rotWithShape="1">
          <a:blip r:embed="rId2">
            <a:alphaModFix/>
          </a:blip>
          <a:srcRect l="1923" b="5335"/>
          <a:stretch/>
        </p:blipFill>
        <p:spPr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81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100" b="1" i="0" u="none" strike="noStrike" kern="0" cap="none" spc="0" normalizeH="0" baseline="0" noProof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50" name="Google Shape;150;p8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1" name="Google Shape;151;p81"/>
          <p:cNvSpPr txBox="1">
            <a:spLocks noGrp="1"/>
          </p:cNvSpPr>
          <p:nvPr>
            <p:ph type="body" idx="2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17187399"/>
      </p:ext>
    </p:extLst>
  </p:cSld>
  <p:clrMapOvr>
    <a:masterClrMapping/>
  </p:clrMapOvr>
</p:sldLayout>
</file>

<file path=ppt/slideLayouts/slideLayout2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>
  <p:cSld name="Vertical Title and Text"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3" name="Google Shape;153;p82"/>
          <p:cNvGrpSpPr/>
          <p:nvPr/>
        </p:nvGrpSpPr>
        <p:grpSpPr>
          <a:xfrm rot="5400000">
            <a:off x="5006182" y="2567781"/>
            <a:ext cx="5181600" cy="46037"/>
            <a:chOff x="1905000" y="6553200"/>
            <a:chExt cx="7010400" cy="45719"/>
          </a:xfrm>
        </p:grpSpPr>
        <p:sp>
          <p:nvSpPr>
            <p:cNvPr id="154" name="Google Shape;154;p82"/>
            <p:cNvSpPr/>
            <p:nvPr/>
          </p:nvSpPr>
          <p:spPr>
            <a:xfrm>
              <a:off x="4267574" y="6553200"/>
              <a:ext cx="2328209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55" name="Google Shape;155;p82"/>
            <p:cNvSpPr/>
            <p:nvPr/>
          </p:nvSpPr>
          <p:spPr>
            <a:xfrm>
              <a:off x="1905000" y="6553200"/>
              <a:ext cx="2362574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56" name="Google Shape;156;p82"/>
            <p:cNvSpPr/>
            <p:nvPr/>
          </p:nvSpPr>
          <p:spPr>
            <a:xfrm>
              <a:off x="6587191" y="6553200"/>
              <a:ext cx="2328209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pic>
        <p:nvPicPr>
          <p:cNvPr id="157" name="Google Shape;157;p82" descr="Picture 7.png"/>
          <p:cNvPicPr preferRelativeResize="0"/>
          <p:nvPr/>
        </p:nvPicPr>
        <p:blipFill rotWithShape="1">
          <a:blip r:embed="rId2">
            <a:alphaModFix/>
          </a:blip>
          <a:srcRect l="5336" t="1923"/>
          <a:stretch/>
        </p:blipFill>
        <p:spPr>
          <a:xfrm>
            <a:off x="-7938" y="381000"/>
            <a:ext cx="692151" cy="2193925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82"/>
          <p:cNvSpPr txBox="1"/>
          <p:nvPr/>
        </p:nvSpPr>
        <p:spPr>
          <a:xfrm rot="5400000">
            <a:off x="-2794793" y="3809206"/>
            <a:ext cx="5867400" cy="23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59" name="Google Shape;159;p82"/>
          <p:cNvSpPr txBox="1">
            <a:spLocks noGrp="1"/>
          </p:cNvSpPr>
          <p:nvPr>
            <p:ph type="body" idx="1"/>
          </p:nvPr>
        </p:nvSpPr>
        <p:spPr>
          <a:xfrm rot="5400000">
            <a:off x="1303338" y="296862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0" name="Google Shape;160;p82"/>
          <p:cNvSpPr txBox="1">
            <a:spLocks noGrp="1"/>
          </p:cNvSpPr>
          <p:nvPr>
            <p:ph type="body" idx="2"/>
          </p:nvPr>
        </p:nvSpPr>
        <p:spPr>
          <a:xfrm rot="5400000">
            <a:off x="5410200" y="2743200"/>
            <a:ext cx="5867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52283033"/>
      </p:ext>
    </p:extLst>
  </p:cSld>
  <p:clrMapOvr>
    <a:masterClrMapping/>
  </p:clrMapOvr>
</p:sldLayout>
</file>

<file path=ppt/slideLayouts/slideLayout2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Custom Layout">
  <p:cSld name="1_Custom Layou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83"/>
          <p:cNvSpPr/>
          <p:nvPr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6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83"/>
          <p:cNvSpPr/>
          <p:nvPr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6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64" name="Google Shape;164;p83"/>
          <p:cNvSpPr/>
          <p:nvPr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6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65" name="Google Shape;165;p83"/>
          <p:cNvSpPr/>
          <p:nvPr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6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166" name="Google Shape;166;p83" descr="BITS_university_logo_whitevert.png"/>
          <p:cNvPicPr preferRelativeResize="0"/>
          <p:nvPr/>
        </p:nvPicPr>
        <p:blipFill rotWithShape="1">
          <a:blip r:embed="rId3">
            <a:alphaModFix/>
          </a:blip>
          <a:srcRect t="2" b="28592"/>
          <a:stretch/>
        </p:blipFill>
        <p:spPr>
          <a:xfrm>
            <a:off x="76200" y="3352800"/>
            <a:ext cx="2057400" cy="1979613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83"/>
          <p:cNvSpPr txBox="1"/>
          <p:nvPr/>
        </p:nvSpPr>
        <p:spPr>
          <a:xfrm>
            <a:off x="-76200" y="5257800"/>
            <a:ext cx="2209800" cy="554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9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BITS</a:t>
            </a:r>
            <a:r>
              <a:rPr kumimoji="0" lang="en-US" sz="2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Pilani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68" name="Google Shape;168;p83"/>
          <p:cNvSpPr txBox="1"/>
          <p:nvPr/>
        </p:nvSpPr>
        <p:spPr>
          <a:xfrm>
            <a:off x="152400" y="5667375"/>
            <a:ext cx="190500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Pilani Campus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69" name="Google Shape;169;p83"/>
          <p:cNvSpPr txBox="1">
            <a:spLocks noGrp="1"/>
          </p:cNvSpPr>
          <p:nvPr>
            <p:ph type="body" idx="1"/>
          </p:nvPr>
        </p:nvSpPr>
        <p:spPr>
          <a:xfrm>
            <a:off x="2514600" y="5410200"/>
            <a:ext cx="60198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0" name="Google Shape;170;p83"/>
          <p:cNvSpPr txBox="1">
            <a:spLocks noGrp="1"/>
          </p:cNvSpPr>
          <p:nvPr>
            <p:ph type="title"/>
          </p:nvPr>
        </p:nvSpPr>
        <p:spPr>
          <a:xfrm>
            <a:off x="2514600" y="3810000"/>
            <a:ext cx="60198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90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873268192"/>
      </p:ext>
    </p:extLst>
  </p:cSld>
  <p:clrMapOvr>
    <a:masterClrMapping/>
  </p:clrMapOvr>
</p:sldLayout>
</file>

<file path=ppt/slideLayouts/slideLayout2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Blank" type="blank">
  <p:cSld name="1_Blank"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8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73" name="Google Shape;173;p8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74" name="Google Shape;174;p8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‹#›</a:t>
            </a:fld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62132519"/>
      </p:ext>
    </p:extLst>
  </p:cSld>
  <p:clrMapOvr>
    <a:masterClrMapping/>
  </p:clrMapOvr>
</p:sldLayout>
</file>

<file path=ppt/slideLayouts/slideLayout2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7" name="Picture 10" descr="BITS_university_logo_whitevert.png"/>
          <p:cNvPicPr>
            <a:picLocks noChangeAspect="1"/>
          </p:cNvPicPr>
          <p:nvPr/>
        </p:nvPicPr>
        <p:blipFill>
          <a:blip r:embed="rId3" cstate="print"/>
          <a:srcRect t="2" b="28592"/>
          <a:stretch>
            <a:fillRect/>
          </a:stretch>
        </p:blipFill>
        <p:spPr bwMode="auto">
          <a:xfrm>
            <a:off x="76200" y="3352800"/>
            <a:ext cx="2057400" cy="1979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TextBox 7"/>
          <p:cNvSpPr txBox="1"/>
          <p:nvPr/>
        </p:nvSpPr>
        <p:spPr>
          <a:xfrm>
            <a:off x="-76200" y="5257800"/>
            <a:ext cx="2209800" cy="5540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900" b="1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</a:t>
            </a:r>
            <a:r>
              <a:rPr kumimoji="0" lang="en-US" sz="2900" b="0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Pilani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400" y="5667375"/>
            <a:ext cx="1905000" cy="2762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 Campus</a:t>
            </a: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2514600" y="3810000"/>
            <a:ext cx="6019800" cy="1524000"/>
          </a:xfrm>
        </p:spPr>
        <p:txBody>
          <a:bodyPr anchorCtr="0">
            <a:noAutofit/>
          </a:bodyPr>
          <a:lstStyle>
            <a:lvl1pPr algn="l">
              <a:lnSpc>
                <a:spcPts val="4000"/>
              </a:lnSpc>
              <a:defRPr sz="44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33322"/>
      </p:ext>
    </p:extLst>
  </p:cSld>
  <p:clrMapOvr>
    <a:masterClrMapping/>
  </p:clrMapOvr>
</p:sldLayout>
</file>

<file path=ppt/slideLayouts/slideLayout2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9" name="Picture 10" descr="BITS_university_logo_whitevert.png"/>
          <p:cNvPicPr>
            <a:picLocks noChangeAspect="1"/>
          </p:cNvPicPr>
          <p:nvPr/>
        </p:nvPicPr>
        <p:blipFill>
          <a:blip r:embed="rId3" cstate="print"/>
          <a:srcRect t="2" b="28592"/>
          <a:stretch>
            <a:fillRect/>
          </a:stretch>
        </p:blipFill>
        <p:spPr bwMode="auto">
          <a:xfrm>
            <a:off x="76200" y="3352800"/>
            <a:ext cx="2057400" cy="1979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TextBox 9"/>
          <p:cNvSpPr txBox="1"/>
          <p:nvPr/>
        </p:nvSpPr>
        <p:spPr>
          <a:xfrm>
            <a:off x="-76200" y="5257800"/>
            <a:ext cx="2209800" cy="5540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900" b="1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</a:t>
            </a:r>
            <a:r>
              <a:rPr kumimoji="0" lang="en-US" sz="2900" b="0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Pilani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2400" y="5667375"/>
            <a:ext cx="1905000" cy="2762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 Campus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6" name="Picture 17" descr="BITS_university_logo_whitevert.png"/>
          <p:cNvPicPr>
            <a:picLocks noChangeAspect="1"/>
          </p:cNvPicPr>
          <p:nvPr/>
        </p:nvPicPr>
        <p:blipFill>
          <a:blip r:embed="rId3" cstate="print"/>
          <a:srcRect t="2" b="28592"/>
          <a:stretch>
            <a:fillRect/>
          </a:stretch>
        </p:blipFill>
        <p:spPr bwMode="auto">
          <a:xfrm>
            <a:off x="76200" y="3352800"/>
            <a:ext cx="2057400" cy="1979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7" name="TextBox 16"/>
          <p:cNvSpPr txBox="1"/>
          <p:nvPr/>
        </p:nvSpPr>
        <p:spPr>
          <a:xfrm>
            <a:off x="-76200" y="5257800"/>
            <a:ext cx="2209800" cy="5540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900" b="1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</a:t>
            </a:r>
            <a:r>
              <a:rPr kumimoji="0" lang="en-US" sz="2900" b="0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Pilani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2400" y="5667375"/>
            <a:ext cx="1905000" cy="2762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 Campus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2514600" y="5410200"/>
            <a:ext cx="6019800" cy="533400"/>
          </a:xfrm>
        </p:spPr>
        <p:txBody>
          <a:bodyPr anchor="b">
            <a:noAutofit/>
          </a:bodyPr>
          <a:lstStyle>
            <a:lvl1pPr marL="0" indent="0" algn="r">
              <a:lnSpc>
                <a:spcPts val="1800"/>
              </a:lnSpc>
              <a:spcBef>
                <a:spcPts val="0"/>
              </a:spcBef>
              <a:buNone/>
              <a:defRPr sz="18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4600" y="3810000"/>
            <a:ext cx="6019800" cy="1524000"/>
          </a:xfrm>
        </p:spPr>
        <p:txBody>
          <a:bodyPr anchorCtr="0">
            <a:noAutofit/>
          </a:bodyPr>
          <a:lstStyle>
            <a:lvl1pPr algn="l">
              <a:lnSpc>
                <a:spcPts val="4000"/>
              </a:lnSpc>
              <a:defRPr sz="44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829611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\\Server\D\jyoti\FI023_BITS_v1\styleguide img\IMG_5627_b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Rectangle 3"/>
          <p:cNvSpPr/>
          <p:nvPr/>
        </p:nvSpPr>
        <p:spPr>
          <a:xfrm>
            <a:off x="0" y="4281488"/>
            <a:ext cx="9144000" cy="2576512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5" name="Picture 8" descr="Picture 7.png"/>
          <p:cNvPicPr>
            <a:picLocks noChangeAspect="1"/>
          </p:cNvPicPr>
          <p:nvPr/>
        </p:nvPicPr>
        <p:blipFill>
          <a:blip r:embed="rId3" cstate="print"/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5"/>
          <p:cNvSpPr/>
          <p:nvPr/>
        </p:nvSpPr>
        <p:spPr>
          <a:xfrm>
            <a:off x="2882900" y="677545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-12700" y="677545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778500" y="677545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858000" y="762000"/>
            <a:ext cx="2209800" cy="5540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900" b="1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</a:t>
            </a:r>
            <a:r>
              <a:rPr kumimoji="0" lang="en-US" sz="2900" b="0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Pilani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86600" y="1171575"/>
            <a:ext cx="1905000" cy="2762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 Campus</a:t>
            </a:r>
          </a:p>
        </p:txBody>
      </p:sp>
      <p:sp>
        <p:nvSpPr>
          <p:cNvPr id="17" name="Content Placeholder 16"/>
          <p:cNvSpPr>
            <a:spLocks noGrp="1"/>
          </p:cNvSpPr>
          <p:nvPr>
            <p:ph sz="quarter" idx="10"/>
          </p:nvPr>
        </p:nvSpPr>
        <p:spPr>
          <a:xfrm>
            <a:off x="304800" y="4648200"/>
            <a:ext cx="8458200" cy="1600200"/>
          </a:xfrm>
        </p:spPr>
        <p:txBody>
          <a:bodyPr>
            <a:noAutofit/>
          </a:bodyPr>
          <a:lstStyle>
            <a:lvl1pPr marL="0" indent="0">
              <a:lnSpc>
                <a:spcPts val="4200"/>
              </a:lnSpc>
              <a:spcBef>
                <a:spcPts val="0"/>
              </a:spcBef>
              <a:buNone/>
              <a:defRPr sz="40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3519796713"/>
      </p:ext>
    </p:extLst>
  </p:cSld>
  <p:clrMapOvr>
    <a:masterClrMapping/>
  </p:clrMapOvr>
</p:sldLayout>
</file>

<file path=ppt/slideLayouts/slideLayout2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Pilani, Pilani Campus</a:t>
            </a:r>
          </a:p>
        </p:txBody>
      </p:sp>
      <p:grpSp>
        <p:nvGrpSpPr>
          <p:cNvPr id="5" name="Group 11"/>
          <p:cNvGrpSpPr>
            <a:grpSpLocks/>
          </p:cNvGrpSpPr>
          <p:nvPr/>
        </p:nvGrpSpPr>
        <p:grpSpPr bwMode="auto">
          <a:xfrm>
            <a:off x="2084388" y="6550025"/>
            <a:ext cx="7059612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pic>
        <p:nvPicPr>
          <p:cNvPr id="9" name="Picture 11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10" name="Group 18"/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1" name="Rectangle 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14" name="Group 22"/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5" name="Rectangle 14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493837"/>
            <a:ext cx="82296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Arial" pitchFamily="34" charset="0"/>
                <a:cs typeface="Arial" pitchFamily="34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Arial" pitchFamily="34" charset="0"/>
                <a:cs typeface="Arial" pitchFamily="34" charset="0"/>
              </a:defRPr>
            </a:lvl2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13307341"/>
      </p:ext>
    </p:extLst>
  </p:cSld>
  <p:clrMapOvr>
    <a:masterClrMapping/>
  </p:clrMapOvr>
</p:sldLayout>
</file>

<file path=ppt/slideLayouts/slideLayout2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6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6" name="Group 19"/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7" name="Rectangle 6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9" name="Rectangle 8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10" name="Group 28"/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1" name="Rectangle 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14" name="TextBox 13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Pilani, Pilani Campus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800"/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53000" y="1600200"/>
            <a:ext cx="40386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800"/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Arial" pitchFamily="34" charset="0"/>
                <a:cs typeface="Arial" pitchFamily="34" charset="0"/>
              </a:defRPr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dirty="0"/>
          </a:p>
        </p:txBody>
      </p:sp>
      <p:sp>
        <p:nvSpPr>
          <p:cNvPr id="19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88091383"/>
      </p:ext>
    </p:extLst>
  </p:cSld>
  <p:clrMapOvr>
    <a:masterClrMapping/>
  </p:clrMapOvr>
</p:sldLayout>
</file>

<file path=ppt/slideLayouts/slideLayout2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10"/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8" name="Rectangle 7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9" name="Rectangle 8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1" name="Rectangle 10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12" name="Group 15"/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3" name="Rectangle 12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5" name="Rectangle 14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pic>
        <p:nvPicPr>
          <p:cNvPr id="16" name="Picture 14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7" name="TextBox 16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Pilani, Deemed to be University under Section 3 of UGC Act, 1956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2"/>
            <a:ext cx="4040188" cy="82708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362199"/>
            <a:ext cx="4040188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2"/>
            <a:ext cx="4041775" cy="82708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362199"/>
            <a:ext cx="4041775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655885"/>
      </p:ext>
    </p:extLst>
  </p:cSld>
  <p:clrMapOvr>
    <a:masterClrMapping/>
  </p:clrMapOvr>
</p:sldLayout>
</file>

<file path=ppt/slideLayouts/slideLayout2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5"/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4" name="Rectangle 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" name="Rectangle 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Rectangle 6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8" name="Group 10"/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9" name="Rectangle 8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1" name="Rectangle 10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pic>
        <p:nvPicPr>
          <p:cNvPr id="12" name="Picture 14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" name="TextBox 12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Pilani, Deemed to be University under Section 3 of UGC Act, 1956</a:t>
            </a:r>
          </a:p>
        </p:txBody>
      </p:sp>
      <p:sp>
        <p:nvSpPr>
          <p:cNvPr id="5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52938076"/>
      </p:ext>
    </p:extLst>
  </p:cSld>
  <p:clrMapOvr>
    <a:masterClrMapping/>
  </p:clrMapOvr>
</p:sldLayout>
</file>

<file path=ppt/slideLayouts/slideLayout2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8"/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6" name="Rectangle 5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9" name="Rectangle 8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10" name="Group 13"/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1" name="Rectangle 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pic>
        <p:nvPicPr>
          <p:cNvPr id="14" name="Picture 14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" name="TextBox 14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Pilani, Pilani Campus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600200"/>
            <a:ext cx="5111750" cy="45259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600200"/>
            <a:ext cx="3008313" cy="45259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Content Placeholder 18"/>
          <p:cNvSpPr>
            <a:spLocks noGrp="1"/>
          </p:cNvSpPr>
          <p:nvPr>
            <p:ph sz="quarter" idx="13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38128081"/>
      </p:ext>
    </p:extLst>
  </p:cSld>
  <p:clrMapOvr>
    <a:masterClrMapping/>
  </p:clrMapOvr>
</p:sldLayout>
</file>

<file path=ppt/slideLayouts/slideLayout2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7" name="Rectangle 6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9" name="Rectangle 8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10" name="Group 10"/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1" name="Rectangle 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pic>
        <p:nvPicPr>
          <p:cNvPr id="14" name="Picture 14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" name="TextBox 14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Pilani, Pilani Campus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5407025"/>
            <a:ext cx="5486400" cy="304800"/>
          </a:xfrm>
        </p:spPr>
        <p:txBody>
          <a:bodyPr anchor="b"/>
          <a:lstStyle>
            <a:lvl1pPr algn="l">
              <a:defRPr sz="1800" b="1" spc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828800"/>
            <a:ext cx="5486400" cy="3429000"/>
          </a:xfrm>
          <a:ln w="571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none"/>
        </p:style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711825"/>
            <a:ext cx="5486400" cy="304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81724032"/>
      </p:ext>
    </p:extLst>
  </p:cSld>
  <p:clrMapOvr>
    <a:masterClrMapping/>
  </p:clrMapOvr>
</p:sldLayout>
</file>

<file path=ppt/slideLayouts/slideLayout2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19"/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5" name="Rectangle 4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" name="Rectangle 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Rectangle 6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8" name="Group 24"/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9" name="Rectangle 8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1" name="Rectangle 10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pic>
        <p:nvPicPr>
          <p:cNvPr id="12" name="Picture 14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" name="TextBox 12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Pilani, Pilani Campus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41683405"/>
      </p:ext>
    </p:extLst>
  </p:cSld>
  <p:clrMapOvr>
    <a:masterClrMapping/>
  </p:clrMapOvr>
</p:sldLayout>
</file>

<file path=ppt/slideLayouts/slideLayout2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7"/>
          <p:cNvGrpSpPr>
            <a:grpSpLocks/>
          </p:cNvGrpSpPr>
          <p:nvPr/>
        </p:nvGrpSpPr>
        <p:grpSpPr bwMode="auto">
          <a:xfrm rot="5400000">
            <a:off x="5006182" y="2567781"/>
            <a:ext cx="5181600" cy="46037"/>
            <a:chOff x="1905000" y="6553200"/>
            <a:chExt cx="7010400" cy="45719"/>
          </a:xfrm>
        </p:grpSpPr>
        <p:sp>
          <p:nvSpPr>
            <p:cNvPr id="5" name="Rectangle 4"/>
            <p:cNvSpPr/>
            <p:nvPr/>
          </p:nvSpPr>
          <p:spPr>
            <a:xfrm>
              <a:off x="4267574" y="6553200"/>
              <a:ext cx="2328209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" name="Rectangle 5"/>
            <p:cNvSpPr/>
            <p:nvPr/>
          </p:nvSpPr>
          <p:spPr>
            <a:xfrm>
              <a:off x="1905000" y="6553200"/>
              <a:ext cx="2362574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" name="Rectangle 7"/>
            <p:cNvSpPr/>
            <p:nvPr userDrawn="1"/>
          </p:nvSpPr>
          <p:spPr>
            <a:xfrm>
              <a:off x="6587191" y="6553200"/>
              <a:ext cx="2328209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pic>
        <p:nvPicPr>
          <p:cNvPr id="9" name="Picture 10" descr="Picture 7.png"/>
          <p:cNvPicPr>
            <a:picLocks noChangeAspect="1"/>
          </p:cNvPicPr>
          <p:nvPr/>
        </p:nvPicPr>
        <p:blipFill>
          <a:blip r:embed="rId2" cstate="print"/>
          <a:srcRect l="5336" t="1923"/>
          <a:stretch>
            <a:fillRect/>
          </a:stretch>
        </p:blipFill>
        <p:spPr bwMode="auto">
          <a:xfrm>
            <a:off x="-7938" y="381000"/>
            <a:ext cx="692151" cy="2193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TextBox 9"/>
          <p:cNvSpPr txBox="1"/>
          <p:nvPr/>
        </p:nvSpPr>
        <p:spPr>
          <a:xfrm rot="5400000">
            <a:off x="-2794793" y="3809206"/>
            <a:ext cx="5867400" cy="2301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 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Pilani, Pilani Campus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19200" y="381000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Content Placeholder 18"/>
          <p:cNvSpPr>
            <a:spLocks noGrp="1"/>
          </p:cNvSpPr>
          <p:nvPr>
            <p:ph sz="quarter" idx="10"/>
          </p:nvPr>
        </p:nvSpPr>
        <p:spPr>
          <a:xfrm rot="5400000">
            <a:off x="5410200" y="2743200"/>
            <a:ext cx="58674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84402783"/>
      </p:ext>
    </p:extLst>
  </p:cSld>
  <p:clrMapOvr>
    <a:masterClrMapping/>
  </p:clrMapOvr>
</p:sldLayout>
</file>

<file path=ppt/slideLayouts/slideLayout26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Custom Layout"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9" name="Picture 10" descr="BITS_university_logo_whitevert.png"/>
          <p:cNvPicPr>
            <a:picLocks noChangeAspect="1"/>
          </p:cNvPicPr>
          <p:nvPr/>
        </p:nvPicPr>
        <p:blipFill>
          <a:blip r:embed="rId3" cstate="print"/>
          <a:srcRect t="2" b="28592"/>
          <a:stretch>
            <a:fillRect/>
          </a:stretch>
        </p:blipFill>
        <p:spPr bwMode="auto">
          <a:xfrm>
            <a:off x="76200" y="3352800"/>
            <a:ext cx="2057400" cy="1979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TextBox 9"/>
          <p:cNvSpPr txBox="1"/>
          <p:nvPr/>
        </p:nvSpPr>
        <p:spPr>
          <a:xfrm>
            <a:off x="-76200" y="5257800"/>
            <a:ext cx="2209800" cy="5540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900" b="1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</a:t>
            </a:r>
            <a:r>
              <a:rPr kumimoji="0" lang="en-US" sz="2900" b="0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Pilani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2400" y="5667375"/>
            <a:ext cx="1905000" cy="2762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 Campus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2514600" y="5410200"/>
            <a:ext cx="6019800" cy="533400"/>
          </a:xfrm>
        </p:spPr>
        <p:txBody>
          <a:bodyPr anchor="b">
            <a:noAutofit/>
          </a:bodyPr>
          <a:lstStyle>
            <a:lvl1pPr marL="0" indent="0" algn="r">
              <a:lnSpc>
                <a:spcPts val="1800"/>
              </a:lnSpc>
              <a:spcBef>
                <a:spcPts val="0"/>
              </a:spcBef>
              <a:buNone/>
              <a:defRPr sz="18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4600" y="3810000"/>
            <a:ext cx="6019800" cy="1524000"/>
          </a:xfrm>
        </p:spPr>
        <p:txBody>
          <a:bodyPr>
            <a:noAutofit/>
          </a:bodyPr>
          <a:lstStyle>
            <a:lvl1pPr algn="l">
              <a:lnSpc>
                <a:spcPts val="4000"/>
              </a:lnSpc>
              <a:defRPr sz="44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6442315"/>
      </p:ext>
    </p:extLst>
  </p:cSld>
  <p:clrMapOvr>
    <a:masterClrMapping/>
  </p:clrMapOvr>
</p:sldLayout>
</file>

<file path=ppt/slideLayouts/slideLayout26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60CB459-1A4D-47F4-A8EE-5438035C956C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1/13/2026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0DB935C-A2BB-404C-A6C5-67E9068028EC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755738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7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 userDrawn="1"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Pilani, Pilani Campus</a:t>
            </a:r>
          </a:p>
        </p:txBody>
      </p:sp>
      <p:grpSp>
        <p:nvGrpSpPr>
          <p:cNvPr id="2" name="Group 11"/>
          <p:cNvGrpSpPr>
            <a:grpSpLocks/>
          </p:cNvGrpSpPr>
          <p:nvPr userDrawn="1"/>
        </p:nvGrpSpPr>
        <p:grpSpPr bwMode="auto">
          <a:xfrm>
            <a:off x="2084388" y="6550025"/>
            <a:ext cx="7059612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pic>
        <p:nvPicPr>
          <p:cNvPr id="9" name="Picture 11" descr="Picture 7.png"/>
          <p:cNvPicPr>
            <a:picLocks noChangeAspect="1"/>
          </p:cNvPicPr>
          <p:nvPr userDrawn="1"/>
        </p:nvPicPr>
        <p:blipFill>
          <a:blip r:embed="rId2"/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5" name="Group 18"/>
          <p:cNvGrpSpPr>
            <a:grpSpLocks/>
          </p:cNvGrpSpPr>
          <p:nvPr userDrawn="1"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1" name="Rectangle 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10" name="Group 22"/>
          <p:cNvGrpSpPr>
            <a:grpSpLocks/>
          </p:cNvGrpSpPr>
          <p:nvPr userDrawn="1"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5" name="Rectangle 14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493837"/>
            <a:ext cx="82296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Arial" pitchFamily="34" charset="0"/>
                <a:cs typeface="Arial" pitchFamily="34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Arial" pitchFamily="34" charset="0"/>
                <a:cs typeface="Arial" pitchFamily="34" charset="0"/>
              </a:defRPr>
            </a:lvl2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8240375"/>
      </p:ext>
    </p:extLst>
  </p:cSld>
  <p:clrMapOvr>
    <a:masterClrMapping/>
  </p:clrMapOvr>
</p:sldLayout>
</file>

<file path=ppt/slideLayouts/slideLayout2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7" name="Picture 10" descr="BITS_university_logo_whitevert.png"/>
          <p:cNvPicPr>
            <a:picLocks noChangeAspect="1"/>
          </p:cNvPicPr>
          <p:nvPr/>
        </p:nvPicPr>
        <p:blipFill>
          <a:blip r:embed="rId3" cstate="print"/>
          <a:srcRect t="2" b="28592"/>
          <a:stretch>
            <a:fillRect/>
          </a:stretch>
        </p:blipFill>
        <p:spPr bwMode="auto">
          <a:xfrm>
            <a:off x="76200" y="3352800"/>
            <a:ext cx="2057400" cy="1979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TextBox 7"/>
          <p:cNvSpPr txBox="1"/>
          <p:nvPr/>
        </p:nvSpPr>
        <p:spPr>
          <a:xfrm>
            <a:off x="-76200" y="5257800"/>
            <a:ext cx="2209800" cy="5540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900" b="1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</a:t>
            </a:r>
            <a:r>
              <a:rPr kumimoji="0" lang="en-US" sz="2900" b="0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Pilani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400" y="5667375"/>
            <a:ext cx="1905000" cy="2762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 Campus</a:t>
            </a: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2514600" y="3810000"/>
            <a:ext cx="6019800" cy="1524000"/>
          </a:xfrm>
        </p:spPr>
        <p:txBody>
          <a:bodyPr anchorCtr="0">
            <a:noAutofit/>
          </a:bodyPr>
          <a:lstStyle>
            <a:lvl1pPr algn="l">
              <a:lnSpc>
                <a:spcPts val="4000"/>
              </a:lnSpc>
              <a:defRPr sz="4400"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9599746"/>
      </p:ext>
    </p:extLst>
  </p:cSld>
  <p:clrMapOvr>
    <a:masterClrMapping/>
  </p:clrMapOvr>
</p:sldLayout>
</file>

<file path=ppt/slideLayouts/slideLayout2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9" name="Picture 10" descr="BITS_university_logo_whitevert.png"/>
          <p:cNvPicPr>
            <a:picLocks noChangeAspect="1"/>
          </p:cNvPicPr>
          <p:nvPr/>
        </p:nvPicPr>
        <p:blipFill>
          <a:blip r:embed="rId3" cstate="print"/>
          <a:srcRect t="2" b="28592"/>
          <a:stretch>
            <a:fillRect/>
          </a:stretch>
        </p:blipFill>
        <p:spPr bwMode="auto">
          <a:xfrm>
            <a:off x="76200" y="3352800"/>
            <a:ext cx="2057400" cy="1979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TextBox 9"/>
          <p:cNvSpPr txBox="1"/>
          <p:nvPr/>
        </p:nvSpPr>
        <p:spPr>
          <a:xfrm>
            <a:off x="-76200" y="5257800"/>
            <a:ext cx="2209800" cy="5540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900" b="1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</a:t>
            </a:r>
            <a:r>
              <a:rPr kumimoji="0" lang="en-US" sz="2900" b="0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Pilani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2400" y="5667375"/>
            <a:ext cx="1905000" cy="2762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 Campus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6" name="Picture 17" descr="BITS_university_logo_whitevert.png"/>
          <p:cNvPicPr>
            <a:picLocks noChangeAspect="1"/>
          </p:cNvPicPr>
          <p:nvPr/>
        </p:nvPicPr>
        <p:blipFill>
          <a:blip r:embed="rId3" cstate="print"/>
          <a:srcRect t="2" b="28592"/>
          <a:stretch>
            <a:fillRect/>
          </a:stretch>
        </p:blipFill>
        <p:spPr bwMode="auto">
          <a:xfrm>
            <a:off x="76200" y="3352800"/>
            <a:ext cx="2057400" cy="1979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7" name="TextBox 16"/>
          <p:cNvSpPr txBox="1"/>
          <p:nvPr/>
        </p:nvSpPr>
        <p:spPr>
          <a:xfrm>
            <a:off x="-76200" y="5257800"/>
            <a:ext cx="2209800" cy="5540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900" b="1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</a:t>
            </a:r>
            <a:r>
              <a:rPr kumimoji="0" lang="en-US" sz="2900" b="0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Pilani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2400" y="5667375"/>
            <a:ext cx="1905000" cy="2762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 Campus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2514600" y="5410200"/>
            <a:ext cx="6019800" cy="533400"/>
          </a:xfrm>
        </p:spPr>
        <p:txBody>
          <a:bodyPr anchor="b">
            <a:noAutofit/>
          </a:bodyPr>
          <a:lstStyle>
            <a:lvl1pPr marL="0" indent="0" algn="r">
              <a:lnSpc>
                <a:spcPts val="1800"/>
              </a:lnSpc>
              <a:spcBef>
                <a:spcPts val="0"/>
              </a:spcBef>
              <a:buNone/>
              <a:defRPr sz="18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4600" y="3810000"/>
            <a:ext cx="6019800" cy="1524000"/>
          </a:xfrm>
        </p:spPr>
        <p:txBody>
          <a:bodyPr anchorCtr="0">
            <a:noAutofit/>
          </a:bodyPr>
          <a:lstStyle>
            <a:lvl1pPr algn="l">
              <a:lnSpc>
                <a:spcPts val="4000"/>
              </a:lnSpc>
              <a:defRPr sz="4400"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4307970"/>
      </p:ext>
    </p:extLst>
  </p:cSld>
  <p:clrMapOvr>
    <a:masterClrMapping/>
  </p:clrMapOvr>
</p:sldLayout>
</file>

<file path=ppt/slideLayouts/slideLayout2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\\Server\D\jyoti\FI023_BITS_v1\styleguide img\IMG_5627_b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Rectangle 3"/>
          <p:cNvSpPr/>
          <p:nvPr/>
        </p:nvSpPr>
        <p:spPr>
          <a:xfrm>
            <a:off x="0" y="4281488"/>
            <a:ext cx="9144000" cy="2576512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5" name="Picture 8" descr="Picture 7.png"/>
          <p:cNvPicPr>
            <a:picLocks noChangeAspect="1"/>
          </p:cNvPicPr>
          <p:nvPr/>
        </p:nvPicPr>
        <p:blipFill>
          <a:blip r:embed="rId3" cstate="print"/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5"/>
          <p:cNvSpPr/>
          <p:nvPr/>
        </p:nvSpPr>
        <p:spPr>
          <a:xfrm>
            <a:off x="2882900" y="677545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-12700" y="677545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778500" y="677545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858000" y="762000"/>
            <a:ext cx="2209800" cy="5540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900" b="1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</a:t>
            </a:r>
            <a:r>
              <a:rPr kumimoji="0" lang="en-US" sz="2900" b="0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Pilani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86600" y="1171575"/>
            <a:ext cx="1905000" cy="2762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 Campus</a:t>
            </a:r>
          </a:p>
        </p:txBody>
      </p:sp>
      <p:sp>
        <p:nvSpPr>
          <p:cNvPr id="17" name="Content Placeholder 16"/>
          <p:cNvSpPr>
            <a:spLocks noGrp="1"/>
          </p:cNvSpPr>
          <p:nvPr>
            <p:ph sz="quarter" idx="10"/>
          </p:nvPr>
        </p:nvSpPr>
        <p:spPr>
          <a:xfrm>
            <a:off x="304800" y="4648200"/>
            <a:ext cx="8458200" cy="1600200"/>
          </a:xfrm>
        </p:spPr>
        <p:txBody>
          <a:bodyPr>
            <a:noAutofit/>
          </a:bodyPr>
          <a:lstStyle>
            <a:lvl1pPr marL="0" indent="0">
              <a:lnSpc>
                <a:spcPts val="4200"/>
              </a:lnSpc>
              <a:spcBef>
                <a:spcPts val="0"/>
              </a:spcBef>
              <a:buNone/>
              <a:defRPr sz="40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3985920051"/>
      </p:ext>
    </p:extLst>
  </p:cSld>
  <p:clrMapOvr>
    <a:masterClrMapping/>
  </p:clrMapOvr>
</p:sldLayout>
</file>

<file path=ppt/slideLayouts/slideLayout2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Pilani, Pilani Campus</a:t>
            </a:r>
          </a:p>
        </p:txBody>
      </p:sp>
      <p:grpSp>
        <p:nvGrpSpPr>
          <p:cNvPr id="5" name="Group 11"/>
          <p:cNvGrpSpPr>
            <a:grpSpLocks/>
          </p:cNvGrpSpPr>
          <p:nvPr/>
        </p:nvGrpSpPr>
        <p:grpSpPr bwMode="auto">
          <a:xfrm>
            <a:off x="2084388" y="6550025"/>
            <a:ext cx="7059612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pic>
        <p:nvPicPr>
          <p:cNvPr id="9" name="Picture 11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10" name="Group 18"/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1" name="Rectangle 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14" name="Group 22"/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5" name="Rectangle 14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493837"/>
            <a:ext cx="82296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2400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defRPr>
            </a:lvl2pPr>
            <a:lvl3pPr>
              <a:defRPr sz="2400">
                <a:latin typeface="Cambria" panose="02040503050406030204" pitchFamily="18" charset="0"/>
                <a:ea typeface="Cambria" panose="02040503050406030204" pitchFamily="18" charset="0"/>
              </a:defRPr>
            </a:lvl3pPr>
            <a:lvl4pPr>
              <a:defRPr sz="2400">
                <a:latin typeface="Cambria" panose="02040503050406030204" pitchFamily="18" charset="0"/>
                <a:ea typeface="Cambria" panose="02040503050406030204" pitchFamily="18" charset="0"/>
              </a:defRPr>
            </a:lvl4pPr>
            <a:lvl5pPr>
              <a:defRPr sz="2400">
                <a:latin typeface="Cambria" panose="02040503050406030204" pitchFamily="18" charset="0"/>
                <a:ea typeface="Cambria" panose="02040503050406030204" pitchFamily="18" charset="0"/>
              </a:defRPr>
            </a:lvl5pPr>
          </a:lstStyle>
          <a:p>
            <a:pPr lvl="0"/>
            <a:r>
              <a:rPr lang="en-US" noProof="0" dirty="0" smtClean="0"/>
              <a:t>Click to edit Master text styles</a:t>
            </a:r>
          </a:p>
          <a:p>
            <a:pPr lvl="1"/>
            <a:r>
              <a:rPr lang="en-US" noProof="0" dirty="0" smtClean="0"/>
              <a:t>Second level</a:t>
            </a:r>
          </a:p>
          <a:p>
            <a:pPr lvl="2"/>
            <a:r>
              <a:rPr lang="en-US" noProof="0" dirty="0" smtClean="0"/>
              <a:t>Third level</a:t>
            </a:r>
          </a:p>
          <a:p>
            <a:pPr lvl="3"/>
            <a:r>
              <a:rPr lang="en-US" noProof="0" dirty="0" smtClean="0"/>
              <a:t>Fourth level</a:t>
            </a:r>
          </a:p>
          <a:p>
            <a:pPr lvl="4"/>
            <a:r>
              <a:rPr lang="en-US" noProof="0" dirty="0" smtClean="0"/>
              <a:t>Fifth level</a:t>
            </a:r>
            <a:endParaRPr lang="en-US" dirty="0" smtClean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0" spc="-150" baseline="0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3501149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Pilani, Pilani Campus</a:t>
            </a:r>
          </a:p>
        </p:txBody>
      </p:sp>
      <p:grpSp>
        <p:nvGrpSpPr>
          <p:cNvPr id="5" name="Group 11"/>
          <p:cNvGrpSpPr>
            <a:grpSpLocks/>
          </p:cNvGrpSpPr>
          <p:nvPr/>
        </p:nvGrpSpPr>
        <p:grpSpPr bwMode="auto">
          <a:xfrm>
            <a:off x="2084388" y="6550025"/>
            <a:ext cx="7059612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pic>
        <p:nvPicPr>
          <p:cNvPr id="9" name="Picture 11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10" name="Group 18"/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1" name="Rectangle 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14" name="Group 22"/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5" name="Rectangle 14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493837"/>
            <a:ext cx="82296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Arial" pitchFamily="34" charset="0"/>
                <a:cs typeface="Arial" pitchFamily="34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Arial" pitchFamily="34" charset="0"/>
                <a:cs typeface="Arial" pitchFamily="34" charset="0"/>
              </a:defRPr>
            </a:lvl2pPr>
          </a:lstStyle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dirty="0" smtClean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125141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Pilani, Pilani Campus</a:t>
            </a:r>
          </a:p>
        </p:txBody>
      </p:sp>
      <p:grpSp>
        <p:nvGrpSpPr>
          <p:cNvPr id="5" name="Group 11"/>
          <p:cNvGrpSpPr>
            <a:grpSpLocks/>
          </p:cNvGrpSpPr>
          <p:nvPr/>
        </p:nvGrpSpPr>
        <p:grpSpPr bwMode="auto">
          <a:xfrm>
            <a:off x="2084388" y="6550025"/>
            <a:ext cx="7059612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pic>
        <p:nvPicPr>
          <p:cNvPr id="9" name="Picture 11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10" name="Group 18"/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1" name="Rectangle 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14" name="Group 22"/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5" name="Rectangle 14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493837"/>
            <a:ext cx="82296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Arial" pitchFamily="34" charset="0"/>
                <a:cs typeface="Arial" pitchFamily="34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Arial" pitchFamily="34" charset="0"/>
                <a:cs typeface="Arial" pitchFamily="34" charset="0"/>
              </a:defRPr>
            </a:lvl2pPr>
          </a:lstStyle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dirty="0" smtClean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9898552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6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6" name="Group 19"/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7" name="Rectangle 6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9" name="Rectangle 8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10" name="Group 28"/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1" name="Rectangle 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14" name="TextBox 13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Pilani, Pilani Campus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800"/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dirty="0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53000" y="1600200"/>
            <a:ext cx="40386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800"/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Arial" pitchFamily="34" charset="0"/>
                <a:cs typeface="Arial" pitchFamily="34" charset="0"/>
              </a:defRPr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dirty="0" smtClean="0"/>
          </a:p>
        </p:txBody>
      </p:sp>
      <p:sp>
        <p:nvSpPr>
          <p:cNvPr id="19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4011847"/>
      </p:ext>
    </p:extLst>
  </p:cSld>
  <p:clrMapOvr>
    <a:masterClrMapping/>
  </p:clrMapOvr>
</p:sldLayout>
</file>

<file path=ppt/slideLayouts/slideLayout2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10"/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8" name="Rectangle 7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9" name="Rectangle 8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1" name="Rectangle 10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12" name="Group 15"/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3" name="Rectangle 12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5" name="Rectangle 14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pic>
        <p:nvPicPr>
          <p:cNvPr id="16" name="Picture 14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7" name="TextBox 16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Pilani, Deemed to be University under Section 3 of UGC Act, 1956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2"/>
            <a:ext cx="4040188" cy="82708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362199"/>
            <a:ext cx="4040188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2"/>
            <a:ext cx="4041775" cy="82708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362199"/>
            <a:ext cx="4041775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05513791"/>
      </p:ext>
    </p:extLst>
  </p:cSld>
  <p:clrMapOvr>
    <a:masterClrMapping/>
  </p:clrMapOvr>
</p:sldLayout>
</file>

<file path=ppt/slideLayouts/slideLayout2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5"/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4" name="Rectangle 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" name="Rectangle 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Rectangle 6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8" name="Group 10"/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9" name="Rectangle 8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1" name="Rectangle 10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pic>
        <p:nvPicPr>
          <p:cNvPr id="12" name="Picture 14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" name="TextBox 12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Pilani, Deemed to be University under Section 3 of UGC Act, 1956</a:t>
            </a:r>
          </a:p>
        </p:txBody>
      </p:sp>
      <p:sp>
        <p:nvSpPr>
          <p:cNvPr id="5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661589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5"/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4" name="Rectangle 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" name="Rectangle 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Rectangle 6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8" name="Group 10"/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9" name="Rectangle 8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1" name="Rectangle 10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pic>
        <p:nvPicPr>
          <p:cNvPr id="12" name="Picture 14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" name="TextBox 12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Pilani, Deemed to be University under Section 3 of UGC Act, 1956</a:t>
            </a:r>
          </a:p>
        </p:txBody>
      </p:sp>
      <p:sp>
        <p:nvSpPr>
          <p:cNvPr id="5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2984526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8"/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6" name="Rectangle 5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9" name="Rectangle 8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10" name="Group 13"/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1" name="Rectangle 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pic>
        <p:nvPicPr>
          <p:cNvPr id="14" name="Picture 14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" name="TextBox 14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Pilani, Pilani Campus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600200"/>
            <a:ext cx="5111750" cy="45259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600200"/>
            <a:ext cx="3008313" cy="45259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8" name="Content Placeholder 18"/>
          <p:cNvSpPr>
            <a:spLocks noGrp="1"/>
          </p:cNvSpPr>
          <p:nvPr>
            <p:ph sz="quarter" idx="13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09288819"/>
      </p:ext>
    </p:extLst>
  </p:cSld>
  <p:clrMapOvr>
    <a:masterClrMapping/>
  </p:clrMapOvr>
</p:sldLayout>
</file>

<file path=ppt/slideLayouts/slideLayout2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7" name="Rectangle 6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9" name="Rectangle 8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10" name="Group 10"/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1" name="Rectangle 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pic>
        <p:nvPicPr>
          <p:cNvPr id="14" name="Picture 14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" name="TextBox 14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Pilani, Pilani Campus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5407025"/>
            <a:ext cx="5486400" cy="304800"/>
          </a:xfrm>
        </p:spPr>
        <p:txBody>
          <a:bodyPr anchor="b"/>
          <a:lstStyle>
            <a:lvl1pPr algn="l">
              <a:defRPr sz="1800" b="1" spc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828800"/>
            <a:ext cx="5486400" cy="3429000"/>
          </a:xfrm>
          <a:ln w="571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none"/>
        </p:style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711825"/>
            <a:ext cx="5486400" cy="304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46610466"/>
      </p:ext>
    </p:extLst>
  </p:cSld>
  <p:clrMapOvr>
    <a:masterClrMapping/>
  </p:clrMapOvr>
</p:sldLayout>
</file>

<file path=ppt/slideLayouts/slideLayout2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19"/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5" name="Rectangle 4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" name="Rectangle 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Rectangle 6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8" name="Group 24"/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9" name="Rectangle 8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1" name="Rectangle 10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pic>
        <p:nvPicPr>
          <p:cNvPr id="12" name="Picture 14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" name="TextBox 12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Pilani, Pilani Campus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9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11321009"/>
      </p:ext>
    </p:extLst>
  </p:cSld>
  <p:clrMapOvr>
    <a:masterClrMapping/>
  </p:clrMapOvr>
</p:sldLayout>
</file>

<file path=ppt/slideLayouts/slideLayout2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7"/>
          <p:cNvGrpSpPr>
            <a:grpSpLocks/>
          </p:cNvGrpSpPr>
          <p:nvPr/>
        </p:nvGrpSpPr>
        <p:grpSpPr bwMode="auto">
          <a:xfrm rot="5400000">
            <a:off x="5006182" y="2567781"/>
            <a:ext cx="5181600" cy="46037"/>
            <a:chOff x="1905000" y="6553200"/>
            <a:chExt cx="7010400" cy="45719"/>
          </a:xfrm>
        </p:grpSpPr>
        <p:sp>
          <p:nvSpPr>
            <p:cNvPr id="5" name="Rectangle 4"/>
            <p:cNvSpPr/>
            <p:nvPr/>
          </p:nvSpPr>
          <p:spPr>
            <a:xfrm>
              <a:off x="4267574" y="6553200"/>
              <a:ext cx="2328209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" name="Rectangle 5"/>
            <p:cNvSpPr/>
            <p:nvPr/>
          </p:nvSpPr>
          <p:spPr>
            <a:xfrm>
              <a:off x="1905000" y="6553200"/>
              <a:ext cx="2362574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" name="Rectangle 7"/>
            <p:cNvSpPr/>
            <p:nvPr userDrawn="1"/>
          </p:nvSpPr>
          <p:spPr>
            <a:xfrm>
              <a:off x="6587191" y="6553200"/>
              <a:ext cx="2328209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pic>
        <p:nvPicPr>
          <p:cNvPr id="9" name="Picture 10" descr="Picture 7.png"/>
          <p:cNvPicPr>
            <a:picLocks noChangeAspect="1"/>
          </p:cNvPicPr>
          <p:nvPr/>
        </p:nvPicPr>
        <p:blipFill>
          <a:blip r:embed="rId2" cstate="print"/>
          <a:srcRect l="5336" t="1923"/>
          <a:stretch>
            <a:fillRect/>
          </a:stretch>
        </p:blipFill>
        <p:spPr bwMode="auto">
          <a:xfrm>
            <a:off x="-7938" y="381000"/>
            <a:ext cx="692151" cy="2193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TextBox 9"/>
          <p:cNvSpPr txBox="1"/>
          <p:nvPr/>
        </p:nvSpPr>
        <p:spPr>
          <a:xfrm rot="5400000">
            <a:off x="-2794793" y="3809206"/>
            <a:ext cx="5867400" cy="2301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 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Pilani, Pilani Campus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19200" y="381000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Content Placeholder 18"/>
          <p:cNvSpPr>
            <a:spLocks noGrp="1"/>
          </p:cNvSpPr>
          <p:nvPr>
            <p:ph sz="quarter" idx="10"/>
          </p:nvPr>
        </p:nvSpPr>
        <p:spPr>
          <a:xfrm rot="5400000">
            <a:off x="5410200" y="2743200"/>
            <a:ext cx="58674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3225575"/>
      </p:ext>
    </p:extLst>
  </p:cSld>
  <p:clrMapOvr>
    <a:masterClrMapping/>
  </p:clrMapOvr>
</p:sldLayout>
</file>

<file path=ppt/slideLayouts/slideLayout28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Custom Layout"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9" name="Picture 10" descr="BITS_university_logo_whitevert.png"/>
          <p:cNvPicPr>
            <a:picLocks noChangeAspect="1"/>
          </p:cNvPicPr>
          <p:nvPr/>
        </p:nvPicPr>
        <p:blipFill>
          <a:blip r:embed="rId3" cstate="print"/>
          <a:srcRect t="2" b="28592"/>
          <a:stretch>
            <a:fillRect/>
          </a:stretch>
        </p:blipFill>
        <p:spPr bwMode="auto">
          <a:xfrm>
            <a:off x="76200" y="3352800"/>
            <a:ext cx="2057400" cy="1979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TextBox 9"/>
          <p:cNvSpPr txBox="1"/>
          <p:nvPr/>
        </p:nvSpPr>
        <p:spPr>
          <a:xfrm>
            <a:off x="-76200" y="5257800"/>
            <a:ext cx="2209800" cy="5540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900" b="1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</a:t>
            </a:r>
            <a:r>
              <a:rPr kumimoji="0" lang="en-US" sz="2900" b="0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Pilani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2400" y="5667375"/>
            <a:ext cx="1905000" cy="2762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 Campus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2514600" y="5410200"/>
            <a:ext cx="6019800" cy="533400"/>
          </a:xfrm>
        </p:spPr>
        <p:txBody>
          <a:bodyPr anchor="b">
            <a:noAutofit/>
          </a:bodyPr>
          <a:lstStyle>
            <a:lvl1pPr marL="0" indent="0" algn="r">
              <a:lnSpc>
                <a:spcPts val="1800"/>
              </a:lnSpc>
              <a:spcBef>
                <a:spcPts val="0"/>
              </a:spcBef>
              <a:buNone/>
              <a:defRPr sz="18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4600" y="3810000"/>
            <a:ext cx="6019800" cy="1524000"/>
          </a:xfrm>
        </p:spPr>
        <p:txBody>
          <a:bodyPr>
            <a:noAutofit/>
          </a:bodyPr>
          <a:lstStyle>
            <a:lvl1pPr algn="l">
              <a:lnSpc>
                <a:spcPts val="4000"/>
              </a:lnSpc>
              <a:defRPr sz="4400"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580986"/>
      </p:ext>
    </p:extLst>
  </p:cSld>
  <p:clrMapOvr>
    <a:masterClrMapping/>
  </p:clrMapOvr>
</p:sldLayout>
</file>

<file path=ppt/slideLayouts/slideLayout28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274638"/>
            <a:ext cx="6120680" cy="850106"/>
          </a:xfrm>
          <a:prstGeom prst="rect">
            <a:avLst/>
          </a:prstGeo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 dirty="0" smtClean="0"/>
              <a:t>Click to edit Master title style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95736" y="6237312"/>
            <a:ext cx="4392488" cy="365125"/>
          </a:xfrm>
          <a:prstGeom prst="rect">
            <a:avLst/>
          </a:prstGeom>
        </p:spPr>
        <p:txBody>
          <a:bodyPr/>
          <a:lstStyle>
            <a:lvl1pPr>
              <a:defRPr sz="1200" b="1"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532440" y="6237312"/>
            <a:ext cx="611560" cy="293117"/>
          </a:xfrm>
          <a:prstGeom prst="rect">
            <a:avLst/>
          </a:prstGeom>
        </p:spPr>
        <p:txBody>
          <a:bodyPr/>
          <a:lstStyle>
            <a:lvl1pPr>
              <a:defRPr sz="1600" b="1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0DB935C-A2BB-404C-A6C5-67E9068028EC}" type="slidenum">
              <a:rPr kumimoji="0" lang="en-US" sz="1600" b="1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600" b="1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734403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8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 userDrawn="1"/>
        </p:nvPicPr>
        <p:blipFill rotWithShape="1"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543" b="-543"/>
          <a:stretch/>
        </p:blipFill>
        <p:spPr>
          <a:xfrm>
            <a:off x="3563108" y="2223656"/>
            <a:ext cx="2017786" cy="2729344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817420"/>
            <a:ext cx="9144000" cy="4058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0569"/>
            <a:ext cx="8001000" cy="76436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60569"/>
            <a:ext cx="6991350" cy="764364"/>
          </a:xfrm>
        </p:spPr>
        <p:txBody>
          <a:bodyPr>
            <a:normAutofit/>
          </a:bodyPr>
          <a:lstStyle>
            <a:lvl1pPr>
              <a:defRPr sz="2400" b="1">
                <a:solidFill>
                  <a:schemeClr val="bg1"/>
                </a:solidFill>
                <a:latin typeface="Helvetica" panose="020B060402020203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>
          <a:xfrm>
            <a:off x="643304" y="1600202"/>
            <a:ext cx="7620000" cy="2728913"/>
          </a:xfrm>
        </p:spPr>
        <p:txBody>
          <a:bodyPr/>
          <a:lstStyle>
            <a:lvl1pPr>
              <a:defRPr sz="1350">
                <a:latin typeface="Helvetica" panose="020B0604020202030204" pitchFamily="34" charset="0"/>
              </a:defRPr>
            </a:lvl1pPr>
            <a:lvl2pPr>
              <a:defRPr sz="1200">
                <a:latin typeface="Helvetica" panose="020B0604020202030204" pitchFamily="34" charset="0"/>
              </a:defRPr>
            </a:lvl2pPr>
            <a:lvl3pPr>
              <a:defRPr sz="1050">
                <a:latin typeface="Helvetica" panose="020B0604020202030204" pitchFamily="34" charset="0"/>
              </a:defRPr>
            </a:lvl3pPr>
            <a:lvl4pPr>
              <a:defRPr sz="900">
                <a:latin typeface="Helvetica" panose="020B0604020202030204" pitchFamily="34" charset="0"/>
              </a:defRPr>
            </a:lvl4pPr>
            <a:lvl5pPr>
              <a:defRPr sz="900">
                <a:latin typeface="Helvetica" panose="020B0604020202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4"/>
          </p:nvPr>
        </p:nvSpPr>
        <p:spPr>
          <a:xfrm>
            <a:off x="246935" y="1143002"/>
            <a:ext cx="8397717" cy="395287"/>
          </a:xfrm>
        </p:spPr>
        <p:txBody>
          <a:bodyPr>
            <a:normAutofit/>
          </a:bodyPr>
          <a:lstStyle>
            <a:lvl1pPr marL="0" indent="0">
              <a:buNone/>
              <a:defRPr sz="1500" b="1">
                <a:solidFill>
                  <a:srgbClr val="1C1573"/>
                </a:solidFill>
                <a:latin typeface="Helvetica" panose="020B0604020202030204" pitchFamily="34" charset="0"/>
              </a:defRPr>
            </a:lvl1pPr>
            <a:lvl2pPr>
              <a:defRPr b="1">
                <a:solidFill>
                  <a:srgbClr val="1C1573"/>
                </a:solidFill>
                <a:latin typeface="Helvetica" panose="020B0604020202030204" pitchFamily="34" charset="0"/>
              </a:defRPr>
            </a:lvl2pPr>
            <a:lvl3pPr>
              <a:defRPr b="1">
                <a:solidFill>
                  <a:srgbClr val="1C1573"/>
                </a:solidFill>
                <a:latin typeface="Helvetica" panose="020B0604020202030204" pitchFamily="34" charset="0"/>
              </a:defRPr>
            </a:lvl3pPr>
            <a:lvl4pPr>
              <a:defRPr b="1">
                <a:solidFill>
                  <a:srgbClr val="1C1573"/>
                </a:solidFill>
                <a:latin typeface="Helvetica" panose="020B0604020202030204" pitchFamily="34" charset="0"/>
              </a:defRPr>
            </a:lvl4pPr>
            <a:lvl5pPr>
              <a:defRPr b="1">
                <a:solidFill>
                  <a:srgbClr val="1C1573"/>
                </a:solidFill>
                <a:latin typeface="Helvetica" panose="020B0604020202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563258865"/>
      </p:ext>
    </p:extLst>
  </p:cSld>
  <p:clrMapOvr>
    <a:masterClrMapping/>
  </p:clrMapOvr>
</p:sldLayout>
</file>

<file path=ppt/slideLayouts/slideLayout28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699CB88-5E1A-4FAC-892A-60949ACB1F6F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1/13/2026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4874523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8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0EFC283-09B0-4637-98DE-4EA18B48056F}" type="datetime1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1/13/2026</a:t>
            </a:fld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0DB935C-A2BB-404C-A6C5-67E9068028EC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8724607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9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274638"/>
            <a:ext cx="6120680" cy="850106"/>
          </a:xfrm>
          <a:prstGeom prst="rect">
            <a:avLst/>
          </a:prstGeo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95736" y="6237312"/>
            <a:ext cx="4392488" cy="365125"/>
          </a:xfrm>
          <a:prstGeom prst="rect">
            <a:avLst/>
          </a:prstGeom>
        </p:spPr>
        <p:txBody>
          <a:bodyPr/>
          <a:lstStyle>
            <a:lvl1pPr>
              <a:defRPr sz="1200" b="1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532440" y="6237312"/>
            <a:ext cx="611560" cy="293117"/>
          </a:xfrm>
          <a:prstGeom prst="rect">
            <a:avLst/>
          </a:prstGeom>
        </p:spPr>
        <p:txBody>
          <a:bodyPr/>
          <a:lstStyle>
            <a:lvl1pPr>
              <a:defRPr sz="1600" b="1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0DB935C-A2BB-404C-A6C5-67E9068028EC}" type="slidenum">
              <a:rPr kumimoji="0" lang="en-US" sz="16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6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7310552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9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274638"/>
            <a:ext cx="6120680" cy="850106"/>
          </a:xfrm>
          <a:prstGeom prst="rect">
            <a:avLst/>
          </a:prstGeo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95736" y="6237312"/>
            <a:ext cx="4392488" cy="365125"/>
          </a:xfrm>
          <a:prstGeom prst="rect">
            <a:avLst/>
          </a:prstGeom>
        </p:spPr>
        <p:txBody>
          <a:bodyPr/>
          <a:lstStyle>
            <a:lvl1pPr>
              <a:defRPr sz="1200" b="1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532440" y="6237312"/>
            <a:ext cx="611560" cy="293117"/>
          </a:xfrm>
          <a:prstGeom prst="rect">
            <a:avLst/>
          </a:prstGeom>
        </p:spPr>
        <p:txBody>
          <a:bodyPr/>
          <a:lstStyle>
            <a:lvl1pPr>
              <a:defRPr sz="1600" b="1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0DB935C-A2BB-404C-A6C5-67E9068028EC}" type="slidenum">
              <a:rPr kumimoji="0" lang="en-US" sz="16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6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139319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9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274638"/>
            <a:ext cx="6120680" cy="850106"/>
          </a:xfrm>
          <a:prstGeom prst="rect">
            <a:avLst/>
          </a:prstGeo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95736" y="6237312"/>
            <a:ext cx="4392488" cy="365125"/>
          </a:xfrm>
          <a:prstGeom prst="rect">
            <a:avLst/>
          </a:prstGeom>
        </p:spPr>
        <p:txBody>
          <a:bodyPr/>
          <a:lstStyle>
            <a:lvl1pPr>
              <a:defRPr sz="1200" b="1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532440" y="6237312"/>
            <a:ext cx="611560" cy="293117"/>
          </a:xfrm>
          <a:prstGeom prst="rect">
            <a:avLst/>
          </a:prstGeom>
        </p:spPr>
        <p:txBody>
          <a:bodyPr/>
          <a:lstStyle>
            <a:lvl1pPr>
              <a:defRPr sz="1600" b="1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0DB935C-A2BB-404C-A6C5-67E9068028EC}" type="slidenum">
              <a:rPr kumimoji="0" lang="en-US" sz="16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6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5605257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9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D183FC5-153D-441D-95F7-882E3FFDCE2D}" type="datetime1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1/13/2026</a:t>
            </a:fld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0DB935C-A2BB-404C-A6C5-67E9068028EC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51350439"/>
      </p:ext>
    </p:extLst>
  </p:cSld>
  <p:clrMapOvr>
    <a:masterClrMapping/>
  </p:clrMapOvr>
</p:sldLayout>
</file>

<file path=ppt/slideLayouts/slideLayout29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BD183EF-6B4A-402C-A608-B18EB5B7F9EE}" type="datetime1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1/13/2026</a:t>
            </a:fld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0DB935C-A2BB-404C-A6C5-67E9068028EC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018106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9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EDFD9EE-9969-456E-B39E-68D117FEF1DF}" type="datetime1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1/13/2026</a:t>
            </a:fld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0DB935C-A2BB-404C-A6C5-67E9068028EC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17953145"/>
      </p:ext>
    </p:extLst>
  </p:cSld>
  <p:clrMapOvr>
    <a:masterClrMapping/>
  </p:clrMapOvr>
</p:sldLayout>
</file>

<file path=ppt/slideLayouts/slideLayout29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E6AA240-BB03-4790-A676-9895F78EB64C}" type="datetime1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1/13/2026</a:t>
            </a:fld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0DB935C-A2BB-404C-A6C5-67E9068028EC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4865947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9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60CB459-1A4D-47F4-A8EE-5438035C956C}" type="datetime1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1/13/2026</a:t>
            </a:fld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0DB935C-A2BB-404C-A6C5-67E9068028EC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280681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9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E401A7-543D-4BB0-A9D1-A26B478A180A}" type="datetime1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1/13/2026</a:t>
            </a:fld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0DB935C-A2BB-404C-A6C5-67E9068028EC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73442930"/>
      </p:ext>
    </p:extLst>
  </p:cSld>
  <p:clrMapOvr>
    <a:masterClrMapping/>
  </p:clrMapOvr>
</p:sldLayout>
</file>

<file path=ppt/slideLayouts/slideLayout29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6EF66B0-2922-450D-BC4A-DD8665B7C322}" type="datetime1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1/13/2026</a:t>
            </a:fld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0DB935C-A2BB-404C-A6C5-67E9068028EC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17116978"/>
      </p:ext>
    </p:extLst>
  </p:cSld>
  <p:clrMapOvr>
    <a:masterClrMapping/>
  </p:clrMapOvr>
</p:sldLayout>
</file>

<file path=ppt/slideLayouts/slideLayout30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3D6EBD3-8BD3-4291-92B7-C6BAAE2FE2E1}" type="datetime1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1/13/2026</a:t>
            </a:fld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0DB935C-A2BB-404C-A6C5-67E9068028EC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5649173"/>
      </p:ext>
    </p:extLst>
  </p:cSld>
  <p:clrMapOvr>
    <a:masterClrMapping/>
  </p:clrMapOvr>
</p:sldLayout>
</file>

<file path=ppt/slideLayouts/slideLayout30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69A138C-D4A2-4FBE-91CC-9AD0E3FAC8EF}" type="datetime1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1/13/2026</a:t>
            </a:fld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0DB935C-A2BB-404C-A6C5-67E9068028EC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43656243"/>
      </p:ext>
    </p:extLst>
  </p:cSld>
  <p:clrMapOvr>
    <a:masterClrMapping/>
  </p:clrMapOvr>
</p:sldLayout>
</file>

<file path=ppt/slideLayouts/slideLayout30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B8B1E0-F22B-4A8F-9B5F-BF9893B5ABD8}" type="datetime1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1/13/2026</a:t>
            </a:fld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0DB935C-A2BB-404C-A6C5-67E9068028EC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58336515"/>
      </p:ext>
    </p:extLst>
  </p:cSld>
  <p:clrMapOvr>
    <a:masterClrMapping/>
  </p:clrMapOvr>
</p:sldLayout>
</file>

<file path=ppt/slideLayouts/slideLayout30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274638"/>
            <a:ext cx="6120680" cy="850106"/>
          </a:xfrm>
          <a:prstGeom prst="rect">
            <a:avLst/>
          </a:prstGeo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 dirty="0" smtClean="0"/>
              <a:t>Click to edit Master title style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95736" y="6237312"/>
            <a:ext cx="4392488" cy="365125"/>
          </a:xfrm>
          <a:prstGeom prst="rect">
            <a:avLst/>
          </a:prstGeom>
        </p:spPr>
        <p:txBody>
          <a:bodyPr/>
          <a:lstStyle>
            <a:lvl1pPr>
              <a:defRPr sz="1200" b="1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532440" y="6237312"/>
            <a:ext cx="611560" cy="293117"/>
          </a:xfrm>
          <a:prstGeom prst="rect">
            <a:avLst/>
          </a:prstGeom>
        </p:spPr>
        <p:txBody>
          <a:bodyPr/>
          <a:lstStyle>
            <a:lvl1pPr>
              <a:defRPr sz="1600" b="1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0DB935C-A2BB-404C-A6C5-67E9068028EC}" type="slidenum">
              <a:rPr kumimoji="0" lang="en-US" sz="16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6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8272264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0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274638"/>
            <a:ext cx="6120680" cy="850106"/>
          </a:xfrm>
          <a:prstGeom prst="rect">
            <a:avLst/>
          </a:prstGeo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 dirty="0" smtClean="0"/>
              <a:t>Click to edit Master title style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95736" y="6237312"/>
            <a:ext cx="4392488" cy="365125"/>
          </a:xfrm>
          <a:prstGeom prst="rect">
            <a:avLst/>
          </a:prstGeom>
        </p:spPr>
        <p:txBody>
          <a:bodyPr/>
          <a:lstStyle>
            <a:lvl1pPr>
              <a:defRPr sz="1200" b="1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532440" y="6237312"/>
            <a:ext cx="611560" cy="293117"/>
          </a:xfrm>
          <a:prstGeom prst="rect">
            <a:avLst/>
          </a:prstGeom>
        </p:spPr>
        <p:txBody>
          <a:bodyPr/>
          <a:lstStyle>
            <a:lvl1pPr>
              <a:defRPr sz="1600" b="1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0DB935C-A2BB-404C-A6C5-67E9068028EC}" type="slidenum">
              <a:rPr kumimoji="0" lang="en-US" sz="16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6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6264200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0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274638"/>
            <a:ext cx="6120680" cy="850106"/>
          </a:xfrm>
          <a:prstGeom prst="rect">
            <a:avLst/>
          </a:prstGeo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 dirty="0" smtClean="0"/>
              <a:t>Click to edit Master title style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95736" y="6237312"/>
            <a:ext cx="4392488" cy="365125"/>
          </a:xfrm>
          <a:prstGeom prst="rect">
            <a:avLst/>
          </a:prstGeom>
        </p:spPr>
        <p:txBody>
          <a:bodyPr/>
          <a:lstStyle>
            <a:lvl1pPr>
              <a:defRPr sz="1200" b="1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532440" y="6237312"/>
            <a:ext cx="611560" cy="293117"/>
          </a:xfrm>
          <a:prstGeom prst="rect">
            <a:avLst/>
          </a:prstGeom>
        </p:spPr>
        <p:txBody>
          <a:bodyPr/>
          <a:lstStyle>
            <a:lvl1pPr>
              <a:defRPr sz="1600" b="1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0DB935C-A2BB-404C-A6C5-67E9068028EC}" type="slidenum">
              <a:rPr kumimoji="0" lang="en-US" sz="16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6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992845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0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584C6A3-7CCD-4C85-B025-7257B7982604}" type="datetime1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1/13/2026</a:t>
            </a:fld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0DB935C-A2BB-404C-A6C5-67E9068028EC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65632580"/>
      </p:ext>
    </p:extLst>
  </p:cSld>
  <p:clrMapOvr>
    <a:masterClrMapping/>
  </p:clrMapOvr>
</p:sldLayout>
</file>

<file path=ppt/slideLayouts/slideLayout30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F874284-52B8-4470-BDD8-4ADED48827A4}" type="datetime1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1/13/2026</a:t>
            </a:fld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0DB935C-A2BB-404C-A6C5-67E9068028EC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36564880"/>
      </p:ext>
    </p:extLst>
  </p:cSld>
  <p:clrMapOvr>
    <a:masterClrMapping/>
  </p:clrMapOvr>
</p:sldLayout>
</file>

<file path=ppt/slideLayouts/slideLayout30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5A6D408-3886-45AE-87AA-FE4F4DD13316}" type="datetime1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1/13/2026</a:t>
            </a:fld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0DB935C-A2BB-404C-A6C5-67E9068028EC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8249521"/>
      </p:ext>
    </p:extLst>
  </p:cSld>
  <p:clrMapOvr>
    <a:masterClrMapping/>
  </p:clrMapOvr>
</p:sldLayout>
</file>

<file path=ppt/slideLayouts/slideLayout30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593DD7E-D674-4C29-BA87-30671220063F}" type="datetime1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1/13/2026</a:t>
            </a:fld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0DB935C-A2BB-404C-A6C5-67E9068028EC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1221896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593DD7E-D674-4C29-BA87-30671220063F}" type="datetime1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1/13/2026</a:t>
            </a:fld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0DB935C-A2BB-404C-A6C5-67E9068028EC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060917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593DD7E-D674-4C29-BA87-30671220063F}" type="datetime1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1/13/2026</a:t>
            </a:fld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0DB935C-A2BB-404C-A6C5-67E9068028EC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9434280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CF17F4D-4696-48FF-B372-B1606F96277B}" type="datetime1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1/13/2026</a:t>
            </a:fld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0DB935C-A2BB-404C-A6C5-67E9068028EC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8420589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7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CF17F4D-4696-48FF-B372-B1606F96277B}" type="datetime1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1/13/2026</a:t>
            </a:fld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0DB935C-A2BB-404C-A6C5-67E9068028EC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833388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6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CF17F4D-4696-48FF-B372-B1606F96277B}" type="datetime1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1/13/2026</a:t>
            </a:fld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0DB935C-A2BB-404C-A6C5-67E9068028EC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0009970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5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CF17F4D-4696-48FF-B372-B1606F96277B}" type="datetime1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1/13/2026</a:t>
            </a:fld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0DB935C-A2BB-404C-A6C5-67E9068028EC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525276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4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CF17F4D-4696-48FF-B372-B1606F96277B}" type="datetime1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1/13/2026</a:t>
            </a:fld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0DB935C-A2BB-404C-A6C5-67E9068028EC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2073115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CF17F4D-4696-48FF-B372-B1606F96277B}" type="datetime1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1/13/2026</a:t>
            </a:fld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0DB935C-A2BB-404C-A6C5-67E9068028EC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4990155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CF17F4D-4696-48FF-B372-B1606F96277B}" type="datetime1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1/13/2026</a:t>
            </a:fld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0DB935C-A2BB-404C-A6C5-67E9068028EC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7566958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CF17F4D-4696-48FF-B372-B1606F96277B}" type="datetime1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1/13/2026</a:t>
            </a:fld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0DB935C-A2BB-404C-A6C5-67E9068028EC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4037642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6FB00BD-2A3E-405A-924C-959BC25F82CE}" type="datetime1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1/13/2026</a:t>
            </a:fld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0DB935C-A2BB-404C-A6C5-67E9068028EC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11645487"/>
      </p:ext>
    </p:extLst>
  </p:cSld>
  <p:clrMapOvr>
    <a:masterClrMapping/>
  </p:clrMapOvr>
</p:sldLayout>
</file>

<file path=ppt/slideLayouts/slideLayout3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61E31B3-1A8E-48F2-BF0B-FF8F2A0CCD74}" type="datetime1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1/13/2026</a:t>
            </a:fld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0DB935C-A2BB-404C-A6C5-67E9068028EC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35583853"/>
      </p:ext>
    </p:extLst>
  </p:cSld>
  <p:clrMapOvr>
    <a:masterClrMapping/>
  </p:clrMapOvr>
</p:sldLayout>
</file>

<file path=ppt/slideLayouts/slideLayout3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B9B2037-4F83-45AB-A8AE-5B592BBCAE9F}" type="datetime1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1/13/2026</a:t>
            </a:fld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0DB935C-A2BB-404C-A6C5-67E9068028EC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84266383"/>
      </p:ext>
    </p:extLst>
  </p:cSld>
  <p:clrMapOvr>
    <a:masterClrMapping/>
  </p:clrMapOvr>
</p:sldLayout>
</file>

<file path=ppt/slideLayouts/slideLayout3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509AD5F-0A31-424D-AB9D-62B102033000}" type="datetime1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1/13/2026</a:t>
            </a:fld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0DB935C-A2BB-404C-A6C5-67E9068028EC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98406444"/>
      </p:ext>
    </p:extLst>
  </p:cSld>
  <p:clrMapOvr>
    <a:masterClrMapping/>
  </p:clrMapOvr>
</p:sldLayout>
</file>

<file path=ppt/slideLayouts/slideLayout32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11398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91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3941763"/>
            <a:ext cx="4038600" cy="218916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457200" y="6243638"/>
            <a:ext cx="21336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6553200" y="6243638"/>
            <a:ext cx="21336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17F44B5-105B-4EE8-BC8A-AF6D66C6DE3A}" type="slidenum"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宋体" panose="02010600030101010101" pitchFamily="2" charset="-122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C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4015964"/>
      </p:ext>
    </p:extLst>
  </p:cSld>
  <p:clrMapOvr>
    <a:masterClrMapping/>
  </p:clrMapOvr>
</p:sldLayout>
</file>

<file path=ppt/slideLayouts/slideLayout32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1_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11398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3072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243638"/>
            <a:ext cx="21336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243638"/>
            <a:ext cx="21336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CC144D9-EA27-4930-A766-1E0286FE12C6}" type="slidenum"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宋体" panose="02010600030101010101" pitchFamily="2" charset="-122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C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9582698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 userDrawn="1"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Pilani, Pilani Campus</a:t>
            </a:r>
          </a:p>
        </p:txBody>
      </p:sp>
      <p:grpSp>
        <p:nvGrpSpPr>
          <p:cNvPr id="2" name="Group 11"/>
          <p:cNvGrpSpPr>
            <a:grpSpLocks/>
          </p:cNvGrpSpPr>
          <p:nvPr userDrawn="1"/>
        </p:nvGrpSpPr>
        <p:grpSpPr bwMode="auto">
          <a:xfrm>
            <a:off x="2084388" y="6550025"/>
            <a:ext cx="7059612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pic>
        <p:nvPicPr>
          <p:cNvPr id="9" name="Picture 11" descr="Picture 7.png"/>
          <p:cNvPicPr>
            <a:picLocks noChangeAspect="1"/>
          </p:cNvPicPr>
          <p:nvPr userDrawn="1"/>
        </p:nvPicPr>
        <p:blipFill>
          <a:blip r:embed="rId2"/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5" name="Group 18"/>
          <p:cNvGrpSpPr>
            <a:grpSpLocks/>
          </p:cNvGrpSpPr>
          <p:nvPr userDrawn="1"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1" name="Rectangle 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10" name="Group 22"/>
          <p:cNvGrpSpPr>
            <a:grpSpLocks/>
          </p:cNvGrpSpPr>
          <p:nvPr userDrawn="1"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5" name="Rectangle 14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493837"/>
            <a:ext cx="82296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Arial" pitchFamily="34" charset="0"/>
                <a:cs typeface="Arial" pitchFamily="34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Arial" pitchFamily="34" charset="0"/>
                <a:cs typeface="Arial" pitchFamily="34" charset="0"/>
              </a:defRPr>
            </a:lvl2pPr>
          </a:lstStyle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dirty="0" smtClean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23405665"/>
      </p:ext>
    </p:extLst>
  </p:cSld>
  <p:clrMapOvr>
    <a:masterClrMapping/>
  </p:clrMapOvr>
</p:sldLayout>
</file>

<file path=ppt/slideLayouts/slideLayout3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 userDrawn="1"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Pilani, Pilani Campus</a:t>
            </a:r>
          </a:p>
        </p:txBody>
      </p:sp>
      <p:grpSp>
        <p:nvGrpSpPr>
          <p:cNvPr id="2" name="Group 11"/>
          <p:cNvGrpSpPr>
            <a:grpSpLocks/>
          </p:cNvGrpSpPr>
          <p:nvPr userDrawn="1"/>
        </p:nvGrpSpPr>
        <p:grpSpPr bwMode="auto">
          <a:xfrm>
            <a:off x="2084388" y="6550025"/>
            <a:ext cx="7059612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pic>
        <p:nvPicPr>
          <p:cNvPr id="9" name="Picture 11" descr="Picture 7.png"/>
          <p:cNvPicPr>
            <a:picLocks noChangeAspect="1"/>
          </p:cNvPicPr>
          <p:nvPr userDrawn="1"/>
        </p:nvPicPr>
        <p:blipFill>
          <a:blip r:embed="rId2"/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5" name="Group 18"/>
          <p:cNvGrpSpPr>
            <a:grpSpLocks/>
          </p:cNvGrpSpPr>
          <p:nvPr userDrawn="1"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1" name="Rectangle 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10" name="Group 22"/>
          <p:cNvGrpSpPr>
            <a:grpSpLocks/>
          </p:cNvGrpSpPr>
          <p:nvPr userDrawn="1"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5" name="Rectangle 14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493837"/>
            <a:ext cx="82296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Arial" pitchFamily="34" charset="0"/>
                <a:cs typeface="Arial" pitchFamily="34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Arial" pitchFamily="34" charset="0"/>
                <a:cs typeface="Arial" pitchFamily="34" charset="0"/>
              </a:defRPr>
            </a:lvl2pPr>
          </a:lstStyle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dirty="0" smtClean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3144159"/>
      </p:ext>
    </p:extLst>
  </p:cSld>
  <p:clrMapOvr>
    <a:masterClrMapping/>
  </p:clrMapOvr>
</p:sldLayout>
</file>

<file path=ppt/slideLayouts/slideLayout3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 userDrawn="1"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Pilani, Pilani Campus</a:t>
            </a:r>
          </a:p>
        </p:txBody>
      </p:sp>
      <p:grpSp>
        <p:nvGrpSpPr>
          <p:cNvPr id="2" name="Group 11"/>
          <p:cNvGrpSpPr>
            <a:grpSpLocks/>
          </p:cNvGrpSpPr>
          <p:nvPr userDrawn="1"/>
        </p:nvGrpSpPr>
        <p:grpSpPr bwMode="auto">
          <a:xfrm>
            <a:off x="2084388" y="6550025"/>
            <a:ext cx="7059612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pic>
        <p:nvPicPr>
          <p:cNvPr id="9" name="Picture 11" descr="Picture 7.png"/>
          <p:cNvPicPr>
            <a:picLocks noChangeAspect="1"/>
          </p:cNvPicPr>
          <p:nvPr userDrawn="1"/>
        </p:nvPicPr>
        <p:blipFill>
          <a:blip r:embed="rId2"/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5" name="Group 18"/>
          <p:cNvGrpSpPr>
            <a:grpSpLocks/>
          </p:cNvGrpSpPr>
          <p:nvPr userDrawn="1"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1" name="Rectangle 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10" name="Group 22"/>
          <p:cNvGrpSpPr>
            <a:grpSpLocks/>
          </p:cNvGrpSpPr>
          <p:nvPr userDrawn="1"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5" name="Rectangle 14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493837"/>
            <a:ext cx="82296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Arial" pitchFamily="34" charset="0"/>
                <a:cs typeface="Arial" pitchFamily="34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Arial" pitchFamily="34" charset="0"/>
                <a:cs typeface="Arial" pitchFamily="34" charset="0"/>
              </a:defRPr>
            </a:lvl2pPr>
          </a:lstStyle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dirty="0" smtClean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79664866"/>
      </p:ext>
    </p:extLst>
  </p:cSld>
  <p:clrMapOvr>
    <a:masterClrMapping/>
  </p:clrMapOvr>
</p:sldLayout>
</file>

<file path=ppt/slideLayouts/slideLayout3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 userDrawn="1"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Pilani, Pilani Campus</a:t>
            </a:r>
          </a:p>
        </p:txBody>
      </p:sp>
      <p:grpSp>
        <p:nvGrpSpPr>
          <p:cNvPr id="2" name="Group 11"/>
          <p:cNvGrpSpPr>
            <a:grpSpLocks/>
          </p:cNvGrpSpPr>
          <p:nvPr userDrawn="1"/>
        </p:nvGrpSpPr>
        <p:grpSpPr bwMode="auto">
          <a:xfrm>
            <a:off x="2084388" y="6550025"/>
            <a:ext cx="7059612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pic>
        <p:nvPicPr>
          <p:cNvPr id="9" name="Picture 11" descr="Picture 7.png"/>
          <p:cNvPicPr>
            <a:picLocks noChangeAspect="1"/>
          </p:cNvPicPr>
          <p:nvPr userDrawn="1"/>
        </p:nvPicPr>
        <p:blipFill>
          <a:blip r:embed="rId2"/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5" name="Group 18"/>
          <p:cNvGrpSpPr>
            <a:grpSpLocks/>
          </p:cNvGrpSpPr>
          <p:nvPr userDrawn="1"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1" name="Rectangle 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10" name="Group 22"/>
          <p:cNvGrpSpPr>
            <a:grpSpLocks/>
          </p:cNvGrpSpPr>
          <p:nvPr userDrawn="1"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5" name="Rectangle 14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493837"/>
            <a:ext cx="82296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Arial" pitchFamily="34" charset="0"/>
                <a:cs typeface="Arial" pitchFamily="34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Arial" pitchFamily="34" charset="0"/>
                <a:cs typeface="Arial" pitchFamily="34" charset="0"/>
              </a:defRPr>
            </a:lvl2pPr>
          </a:lstStyle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dirty="0" smtClean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43062097"/>
      </p:ext>
    </p:extLst>
  </p:cSld>
  <p:clrMapOvr>
    <a:masterClrMapping/>
  </p:clrMapOvr>
</p:sldLayout>
</file>

<file path=ppt/slideLayouts/slideLayout3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_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8153400" y="6550025"/>
            <a:ext cx="9906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 </a:t>
            </a: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101141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grpSp>
        <p:nvGrpSpPr>
          <p:cNvPr id="5" name="Group 11"/>
          <p:cNvGrpSpPr>
            <a:grpSpLocks/>
          </p:cNvGrpSpPr>
          <p:nvPr/>
        </p:nvGrpSpPr>
        <p:grpSpPr bwMode="auto">
          <a:xfrm>
            <a:off x="2084388" y="6550025"/>
            <a:ext cx="7059612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pic>
        <p:nvPicPr>
          <p:cNvPr id="9" name="Picture 11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10" name="Group 18"/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1" name="Rectangle 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14" name="Group 22"/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5" name="Rectangle 14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0545519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and Content">
  <p:cSld name="7_Title and Content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63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100" b="1" i="0" u="none" strike="noStrike" kern="0" cap="none" spc="0" normalizeH="0" baseline="0" noProof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grpSp>
        <p:nvGrpSpPr>
          <p:cNvPr id="55" name="Google Shape;55;p63"/>
          <p:cNvGrpSpPr/>
          <p:nvPr/>
        </p:nvGrpSpPr>
        <p:grpSpPr>
          <a:xfrm>
            <a:off x="2084388" y="6550025"/>
            <a:ext cx="7059612" cy="49213"/>
            <a:chOff x="2083888" y="6550671"/>
            <a:chExt cx="7060112" cy="48665"/>
          </a:xfrm>
        </p:grpSpPr>
        <p:sp>
          <p:nvSpPr>
            <p:cNvPr id="56" name="Google Shape;56;p63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57" name="Google Shape;57;p63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58" name="Google Shape;58;p63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pic>
        <p:nvPicPr>
          <p:cNvPr id="59" name="Google Shape;59;p63" descr="Picture 7.png"/>
          <p:cNvPicPr preferRelativeResize="0"/>
          <p:nvPr/>
        </p:nvPicPr>
        <p:blipFill rotWithShape="1">
          <a:blip r:embed="rId2">
            <a:alphaModFix/>
          </a:blip>
          <a:srcRect l="1923" b="5335"/>
          <a:stretch/>
        </p:blipFill>
        <p:spPr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0" name="Google Shape;60;p63"/>
          <p:cNvGrpSpPr/>
          <p:nvPr/>
        </p:nvGrpSpPr>
        <p:grpSpPr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61" name="Google Shape;61;p6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62" name="Google Shape;62;p63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63" name="Google Shape;63;p63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64" name="Google Shape;64;p63"/>
          <p:cNvGrpSpPr/>
          <p:nvPr/>
        </p:nvGrpSpPr>
        <p:grpSpPr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65" name="Google Shape;65;p6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66" name="Google Shape;66;p63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67" name="Google Shape;67;p63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sp>
        <p:nvSpPr>
          <p:cNvPr id="68" name="Google Shape;68;p63"/>
          <p:cNvSpPr txBox="1">
            <a:spLocks noGrp="1"/>
          </p:cNvSpPr>
          <p:nvPr>
            <p:ph type="body" idx="1"/>
          </p:nvPr>
        </p:nvSpPr>
        <p:spPr>
          <a:xfrm>
            <a:off x="304800" y="1493837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101141"/>
              </a:buClr>
              <a:buSzPts val="2400"/>
              <a:buFont typeface="Arial"/>
              <a:buNone/>
              <a:defRPr sz="2400">
                <a:latin typeface="Cambria" panose="02040503050406030204" pitchFamily="18" charset="0"/>
                <a:ea typeface="Cambria" panose="02040503050406030204" pitchFamily="18" charset="0"/>
                <a:cs typeface="Arial"/>
                <a:sym typeface="Arial"/>
              </a:defRPr>
            </a:lvl1pPr>
            <a:lvl2pPr marL="914400" marR="0" lvl="1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69" name="Google Shape;69;p63"/>
          <p:cNvSpPr txBox="1">
            <a:spLocks noGrp="1"/>
          </p:cNvSpPr>
          <p:nvPr>
            <p:ph type="body" idx="2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latin typeface="Cambria" panose="02040503050406030204" pitchFamily="18" charset="0"/>
                <a:ea typeface="Cambria" panose="02040503050406030204" pitchFamily="18" charset="0"/>
                <a:cs typeface="Arial"/>
                <a:sym typeface="Arial"/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91480948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_one">
  <p:cSld name="1_Blank_one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65"/>
          <p:cNvSpPr txBox="1"/>
          <p:nvPr/>
        </p:nvSpPr>
        <p:spPr>
          <a:xfrm>
            <a:off x="8153400" y="6550025"/>
            <a:ext cx="990600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100" b="1" i="0" u="none" strike="noStrike" kern="0" cap="none" spc="0" normalizeH="0" baseline="0" noProof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Pilani</a:t>
            </a:r>
            <a:endParaRPr kumimoji="0" sz="1100" b="0" i="0" u="none" strike="noStrike" kern="0" cap="none" spc="0" normalizeH="0" baseline="0" noProof="0">
              <a:ln>
                <a:noFill/>
              </a:ln>
              <a:solidFill>
                <a:srgbClr val="101141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9" name="Google Shape;89;p65"/>
          <p:cNvGrpSpPr/>
          <p:nvPr/>
        </p:nvGrpSpPr>
        <p:grpSpPr>
          <a:xfrm>
            <a:off x="2084388" y="6550025"/>
            <a:ext cx="7059612" cy="49213"/>
            <a:chOff x="2083888" y="6550671"/>
            <a:chExt cx="7060112" cy="48665"/>
          </a:xfrm>
        </p:grpSpPr>
        <p:sp>
          <p:nvSpPr>
            <p:cNvPr id="90" name="Google Shape;90;p6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91" name="Google Shape;91;p65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92" name="Google Shape;92;p65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pic>
        <p:nvPicPr>
          <p:cNvPr id="93" name="Google Shape;93;p65" descr="Picture 7.png"/>
          <p:cNvPicPr preferRelativeResize="0"/>
          <p:nvPr/>
        </p:nvPicPr>
        <p:blipFill rotWithShape="1">
          <a:blip r:embed="rId2">
            <a:alphaModFix/>
          </a:blip>
          <a:srcRect l="1923" b="5335"/>
          <a:stretch/>
        </p:blipFill>
        <p:spPr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4" name="Google Shape;94;p65"/>
          <p:cNvGrpSpPr/>
          <p:nvPr/>
        </p:nvGrpSpPr>
        <p:grpSpPr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95" name="Google Shape;95;p65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96" name="Google Shape;96;p6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97" name="Google Shape;97;p65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98" name="Google Shape;98;p65"/>
          <p:cNvGrpSpPr/>
          <p:nvPr/>
        </p:nvGrpSpPr>
        <p:grpSpPr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99" name="Google Shape;99;p65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00" name="Google Shape;100;p6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01" name="Google Shape;101;p65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1957148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3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BITS </a:t>
            </a: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Pilani, Pilani Campus</a:t>
            </a:r>
          </a:p>
        </p:txBody>
      </p:sp>
      <p:grpSp>
        <p:nvGrpSpPr>
          <p:cNvPr id="5" name="Group 11"/>
          <p:cNvGrpSpPr>
            <a:grpSpLocks/>
          </p:cNvGrpSpPr>
          <p:nvPr/>
        </p:nvGrpSpPr>
        <p:grpSpPr bwMode="auto">
          <a:xfrm>
            <a:off x="2084388" y="6550025"/>
            <a:ext cx="7059612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endParaRPr>
            </a:p>
          </p:txBody>
        </p:sp>
      </p:grpSp>
      <p:pic>
        <p:nvPicPr>
          <p:cNvPr id="9" name="Picture 11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10" name="Group 18"/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1" name="Rectangle 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endParaRPr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endParaRPr>
            </a:p>
          </p:txBody>
        </p:sp>
      </p:grpSp>
      <p:grpSp>
        <p:nvGrpSpPr>
          <p:cNvPr id="14" name="Group 22"/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5" name="Rectangle 14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endParaRP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endParaRPr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493837"/>
            <a:ext cx="82296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Arial" pitchFamily="34" charset="0"/>
                <a:cs typeface="Arial" pitchFamily="34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Arial" pitchFamily="34" charset="0"/>
                <a:cs typeface="Arial" pitchFamily="34" charset="0"/>
              </a:defRPr>
            </a:lvl2pPr>
          </a:lstStyle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dirty="0" smtClean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9459762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3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BITS </a:t>
            </a: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Pilani, Pilani Campus</a:t>
            </a:r>
          </a:p>
        </p:txBody>
      </p:sp>
      <p:grpSp>
        <p:nvGrpSpPr>
          <p:cNvPr id="5" name="Group 11"/>
          <p:cNvGrpSpPr>
            <a:grpSpLocks/>
          </p:cNvGrpSpPr>
          <p:nvPr/>
        </p:nvGrpSpPr>
        <p:grpSpPr bwMode="auto">
          <a:xfrm>
            <a:off x="2084388" y="6550025"/>
            <a:ext cx="7059612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endParaRPr>
            </a:p>
          </p:txBody>
        </p:sp>
      </p:grpSp>
      <p:pic>
        <p:nvPicPr>
          <p:cNvPr id="9" name="Picture 11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10" name="Group 18"/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1" name="Rectangle 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endParaRPr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endParaRPr>
            </a:p>
          </p:txBody>
        </p:sp>
      </p:grpSp>
      <p:grpSp>
        <p:nvGrpSpPr>
          <p:cNvPr id="14" name="Group 22"/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5" name="Rectangle 14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endParaRP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endParaRPr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493837"/>
            <a:ext cx="82296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Arial" pitchFamily="34" charset="0"/>
                <a:cs typeface="Arial" pitchFamily="34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Arial" pitchFamily="34" charset="0"/>
                <a:cs typeface="Arial" pitchFamily="34" charset="0"/>
              </a:defRPr>
            </a:lvl2pPr>
          </a:lstStyle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dirty="0" smtClean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6860270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3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276600" y="6596065"/>
            <a:ext cx="5867400" cy="21929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825" b="1" i="0" u="none" strike="noStrike" kern="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BITS </a:t>
            </a:r>
            <a:r>
              <a:rPr kumimoji="0" lang="en-US" sz="825" b="0" i="0" u="none" strike="noStrike" kern="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Pilani, Pilani Campus</a:t>
            </a:r>
          </a:p>
        </p:txBody>
      </p:sp>
      <p:grpSp>
        <p:nvGrpSpPr>
          <p:cNvPr id="5" name="Group 11"/>
          <p:cNvGrpSpPr>
            <a:grpSpLocks/>
          </p:cNvGrpSpPr>
          <p:nvPr/>
        </p:nvGrpSpPr>
        <p:grpSpPr bwMode="auto">
          <a:xfrm>
            <a:off x="2084388" y="6550027"/>
            <a:ext cx="7059612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2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2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2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endParaRPr>
            </a:p>
          </p:txBody>
        </p:sp>
      </p:grpSp>
      <p:pic>
        <p:nvPicPr>
          <p:cNvPr id="9" name="Picture 11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6629401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10" name="Group 18"/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1" name="Rectangle 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2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2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endParaRPr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2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endParaRPr>
            </a:p>
          </p:txBody>
        </p:sp>
      </p:grpSp>
      <p:grpSp>
        <p:nvGrpSpPr>
          <p:cNvPr id="14" name="Group 22"/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5" name="Rectangle 14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2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endParaRP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2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endParaRPr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2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493839"/>
            <a:ext cx="8229600" cy="4525963"/>
          </a:xfrm>
        </p:spPr>
        <p:txBody>
          <a:bodyPr/>
          <a:lstStyle>
            <a:lvl1pPr marL="257175" marR="0" indent="-257175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1800">
                <a:latin typeface="Arial" pitchFamily="34" charset="0"/>
                <a:cs typeface="Arial" pitchFamily="34" charset="0"/>
              </a:defRPr>
            </a:lvl1pPr>
            <a:lvl2pPr marL="557213" marR="0" indent="-214313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200">
                <a:latin typeface="Arial" pitchFamily="34" charset="0"/>
                <a:cs typeface="Arial" pitchFamily="34" charset="0"/>
              </a:defRPr>
            </a:lvl2pPr>
          </a:lstStyle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dirty="0" smtClean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2700"/>
              </a:lnSpc>
              <a:spcBef>
                <a:spcPts val="0"/>
              </a:spcBef>
              <a:buNone/>
              <a:defRPr sz="2700" b="1" spc="-113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2766278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3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276600" y="6596065"/>
            <a:ext cx="5867400" cy="21929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825" b="1" i="0" u="none" strike="noStrike" kern="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BITS </a:t>
            </a:r>
            <a:r>
              <a:rPr kumimoji="0" lang="en-US" sz="825" b="0" i="0" u="none" strike="noStrike" kern="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Pilani, Pilani Campus</a:t>
            </a:r>
          </a:p>
        </p:txBody>
      </p:sp>
      <p:grpSp>
        <p:nvGrpSpPr>
          <p:cNvPr id="5" name="Group 11"/>
          <p:cNvGrpSpPr>
            <a:grpSpLocks/>
          </p:cNvGrpSpPr>
          <p:nvPr/>
        </p:nvGrpSpPr>
        <p:grpSpPr bwMode="auto">
          <a:xfrm>
            <a:off x="2084388" y="6550027"/>
            <a:ext cx="7059612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2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2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2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endParaRPr>
            </a:p>
          </p:txBody>
        </p:sp>
      </p:grpSp>
      <p:pic>
        <p:nvPicPr>
          <p:cNvPr id="9" name="Picture 11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6629401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10" name="Group 18"/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1" name="Rectangle 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2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2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endParaRPr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2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endParaRPr>
            </a:p>
          </p:txBody>
        </p:sp>
      </p:grpSp>
      <p:grpSp>
        <p:nvGrpSpPr>
          <p:cNvPr id="14" name="Group 22"/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5" name="Rectangle 14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2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endParaRP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2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endParaRPr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2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493839"/>
            <a:ext cx="8229600" cy="4525963"/>
          </a:xfrm>
        </p:spPr>
        <p:txBody>
          <a:bodyPr/>
          <a:lstStyle>
            <a:lvl1pPr marL="257175" marR="0" indent="-257175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1800">
                <a:latin typeface="Arial" pitchFamily="34" charset="0"/>
                <a:cs typeface="Arial" pitchFamily="34" charset="0"/>
              </a:defRPr>
            </a:lvl1pPr>
            <a:lvl2pPr marL="557213" marR="0" indent="-214313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200">
                <a:latin typeface="Arial" pitchFamily="34" charset="0"/>
                <a:cs typeface="Arial" pitchFamily="34" charset="0"/>
              </a:defRPr>
            </a:lvl2pPr>
          </a:lstStyle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dirty="0" smtClean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2700"/>
              </a:lnSpc>
              <a:spcBef>
                <a:spcPts val="0"/>
              </a:spcBef>
              <a:buNone/>
              <a:defRPr sz="2700" b="1" spc="-113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52442279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7" name="Picture 10" descr="BITS_university_logo_whitevert.png"/>
          <p:cNvPicPr>
            <a:picLocks noChangeAspect="1"/>
          </p:cNvPicPr>
          <p:nvPr/>
        </p:nvPicPr>
        <p:blipFill>
          <a:blip r:embed="rId3" cstate="print"/>
          <a:srcRect t="2" b="28592"/>
          <a:stretch>
            <a:fillRect/>
          </a:stretch>
        </p:blipFill>
        <p:spPr bwMode="auto">
          <a:xfrm>
            <a:off x="76200" y="3352800"/>
            <a:ext cx="2057400" cy="1979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TextBox 7"/>
          <p:cNvSpPr txBox="1"/>
          <p:nvPr/>
        </p:nvSpPr>
        <p:spPr>
          <a:xfrm>
            <a:off x="-76200" y="5257800"/>
            <a:ext cx="2209800" cy="5540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900" b="1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</a:t>
            </a:r>
            <a:r>
              <a:rPr kumimoji="0" lang="en-US" sz="2900" b="0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Pilani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400" y="5667375"/>
            <a:ext cx="1905000" cy="2762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 Campus</a:t>
            </a: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2514600" y="3810000"/>
            <a:ext cx="6019800" cy="1524000"/>
          </a:xfrm>
        </p:spPr>
        <p:txBody>
          <a:bodyPr anchorCtr="0">
            <a:noAutofit/>
          </a:bodyPr>
          <a:lstStyle>
            <a:lvl1pPr algn="l">
              <a:lnSpc>
                <a:spcPts val="4000"/>
              </a:lnSpc>
              <a:defRPr sz="44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2190318"/>
      </p:ext>
    </p:extLst>
  </p:cSld>
  <p:clrMapOvr>
    <a:masterClrMapping/>
  </p:clrMapOvr>
</p:sldLayout>
</file>

<file path=ppt/slideLayouts/slideLayout3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9" name="Picture 10" descr="BITS_university_logo_whitevert.png"/>
          <p:cNvPicPr>
            <a:picLocks noChangeAspect="1"/>
          </p:cNvPicPr>
          <p:nvPr/>
        </p:nvPicPr>
        <p:blipFill>
          <a:blip r:embed="rId3" cstate="print"/>
          <a:srcRect t="2" b="28592"/>
          <a:stretch>
            <a:fillRect/>
          </a:stretch>
        </p:blipFill>
        <p:spPr bwMode="auto">
          <a:xfrm>
            <a:off x="76200" y="3352800"/>
            <a:ext cx="2057400" cy="1979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TextBox 9"/>
          <p:cNvSpPr txBox="1"/>
          <p:nvPr/>
        </p:nvSpPr>
        <p:spPr>
          <a:xfrm>
            <a:off x="-76200" y="5257800"/>
            <a:ext cx="2209800" cy="5540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900" b="1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</a:t>
            </a:r>
            <a:r>
              <a:rPr kumimoji="0" lang="en-US" sz="2900" b="0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Pilani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2400" y="5667375"/>
            <a:ext cx="1905000" cy="2762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 Campus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6" name="Picture 17" descr="BITS_university_logo_whitevert.png"/>
          <p:cNvPicPr>
            <a:picLocks noChangeAspect="1"/>
          </p:cNvPicPr>
          <p:nvPr/>
        </p:nvPicPr>
        <p:blipFill>
          <a:blip r:embed="rId3" cstate="print"/>
          <a:srcRect t="2" b="28592"/>
          <a:stretch>
            <a:fillRect/>
          </a:stretch>
        </p:blipFill>
        <p:spPr bwMode="auto">
          <a:xfrm>
            <a:off x="76200" y="3352800"/>
            <a:ext cx="2057400" cy="1979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7" name="TextBox 16"/>
          <p:cNvSpPr txBox="1"/>
          <p:nvPr/>
        </p:nvSpPr>
        <p:spPr>
          <a:xfrm>
            <a:off x="-76200" y="5257800"/>
            <a:ext cx="2209800" cy="5540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900" b="1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</a:t>
            </a:r>
            <a:r>
              <a:rPr kumimoji="0" lang="en-US" sz="2900" b="0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Pilani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2400" y="5667375"/>
            <a:ext cx="1905000" cy="2762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 Campus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2514600" y="5410200"/>
            <a:ext cx="6019800" cy="533400"/>
          </a:xfrm>
        </p:spPr>
        <p:txBody>
          <a:bodyPr anchor="b">
            <a:noAutofit/>
          </a:bodyPr>
          <a:lstStyle>
            <a:lvl1pPr marL="0" indent="0" algn="r">
              <a:lnSpc>
                <a:spcPts val="1800"/>
              </a:lnSpc>
              <a:spcBef>
                <a:spcPts val="0"/>
              </a:spcBef>
              <a:buNone/>
              <a:defRPr sz="18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4600" y="3810000"/>
            <a:ext cx="6019800" cy="1524000"/>
          </a:xfrm>
        </p:spPr>
        <p:txBody>
          <a:bodyPr anchorCtr="0">
            <a:noAutofit/>
          </a:bodyPr>
          <a:lstStyle>
            <a:lvl1pPr algn="l">
              <a:lnSpc>
                <a:spcPts val="4000"/>
              </a:lnSpc>
              <a:defRPr sz="44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603275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\\Server\D\jyoti\FI023_BITS_v1\styleguide img\IMG_5627_b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Rectangle 3"/>
          <p:cNvSpPr/>
          <p:nvPr/>
        </p:nvSpPr>
        <p:spPr>
          <a:xfrm>
            <a:off x="0" y="4281488"/>
            <a:ext cx="9144000" cy="2576512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5" name="Picture 8" descr="Picture 7.png"/>
          <p:cNvPicPr>
            <a:picLocks noChangeAspect="1"/>
          </p:cNvPicPr>
          <p:nvPr/>
        </p:nvPicPr>
        <p:blipFill>
          <a:blip r:embed="rId3" cstate="print"/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5"/>
          <p:cNvSpPr/>
          <p:nvPr/>
        </p:nvSpPr>
        <p:spPr>
          <a:xfrm>
            <a:off x="2882900" y="677545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-12700" y="677545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778500" y="677545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858000" y="762000"/>
            <a:ext cx="2209800" cy="5540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900" b="1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</a:t>
            </a:r>
            <a:r>
              <a:rPr kumimoji="0" lang="en-US" sz="2900" b="0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Pilani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86600" y="1171575"/>
            <a:ext cx="1905000" cy="2762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 Campus</a:t>
            </a:r>
          </a:p>
        </p:txBody>
      </p:sp>
      <p:sp>
        <p:nvSpPr>
          <p:cNvPr id="17" name="Content Placeholder 16"/>
          <p:cNvSpPr>
            <a:spLocks noGrp="1"/>
          </p:cNvSpPr>
          <p:nvPr>
            <p:ph sz="quarter" idx="10"/>
          </p:nvPr>
        </p:nvSpPr>
        <p:spPr>
          <a:xfrm>
            <a:off x="304800" y="4648200"/>
            <a:ext cx="8458200" cy="1600200"/>
          </a:xfrm>
        </p:spPr>
        <p:txBody>
          <a:bodyPr>
            <a:noAutofit/>
          </a:bodyPr>
          <a:lstStyle>
            <a:lvl1pPr marL="0" indent="0">
              <a:lnSpc>
                <a:spcPts val="4200"/>
              </a:lnSpc>
              <a:spcBef>
                <a:spcPts val="0"/>
              </a:spcBef>
              <a:buNone/>
              <a:defRPr sz="40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3353923746"/>
      </p:ext>
    </p:extLst>
  </p:cSld>
  <p:clrMapOvr>
    <a:masterClrMapping/>
  </p:clrMapOvr>
</p:sldLayout>
</file>

<file path=ppt/slideLayouts/slideLayout3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Pilani, Pilani Campus</a:t>
            </a:r>
          </a:p>
        </p:txBody>
      </p:sp>
      <p:grpSp>
        <p:nvGrpSpPr>
          <p:cNvPr id="5" name="Group 11"/>
          <p:cNvGrpSpPr>
            <a:grpSpLocks/>
          </p:cNvGrpSpPr>
          <p:nvPr/>
        </p:nvGrpSpPr>
        <p:grpSpPr bwMode="auto">
          <a:xfrm>
            <a:off x="2084388" y="6550025"/>
            <a:ext cx="7059612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pic>
        <p:nvPicPr>
          <p:cNvPr id="9" name="Picture 11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10" name="Group 18"/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1" name="Rectangle 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14" name="Group 22"/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5" name="Rectangle 14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493837"/>
            <a:ext cx="82296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Arial" pitchFamily="34" charset="0"/>
                <a:cs typeface="Arial" pitchFamily="34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Arial" pitchFamily="34" charset="0"/>
                <a:cs typeface="Arial" pitchFamily="34" charset="0"/>
              </a:defRPr>
            </a:lvl2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36890009"/>
      </p:ext>
    </p:extLst>
  </p:cSld>
  <p:clrMapOvr>
    <a:masterClrMapping/>
  </p:clrMapOvr>
</p:sldLayout>
</file>

<file path=ppt/slideLayouts/slideLayout3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6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6" name="Group 19"/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7" name="Rectangle 6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9" name="Rectangle 8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10" name="Group 28"/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1" name="Rectangle 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14" name="TextBox 13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Pilani, Pilani Campus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800"/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53000" y="1600200"/>
            <a:ext cx="40386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800"/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Arial" pitchFamily="34" charset="0"/>
                <a:cs typeface="Arial" pitchFamily="34" charset="0"/>
              </a:defRPr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dirty="0"/>
          </a:p>
        </p:txBody>
      </p:sp>
      <p:sp>
        <p:nvSpPr>
          <p:cNvPr id="19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95915491"/>
      </p:ext>
    </p:extLst>
  </p:cSld>
  <p:clrMapOvr>
    <a:masterClrMapping/>
  </p:clrMapOvr>
</p:sldLayout>
</file>

<file path=ppt/slideLayouts/slideLayout3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10"/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8" name="Rectangle 7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9" name="Rectangle 8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1" name="Rectangle 10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12" name="Group 15"/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3" name="Rectangle 12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5" name="Rectangle 14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pic>
        <p:nvPicPr>
          <p:cNvPr id="16" name="Picture 14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7" name="TextBox 16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Pilani, Deemed to be University under Section 3 of UGC Act, 1956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2"/>
            <a:ext cx="4040188" cy="82708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362199"/>
            <a:ext cx="4040188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2"/>
            <a:ext cx="4041775" cy="82708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362199"/>
            <a:ext cx="4041775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21878722"/>
      </p:ext>
    </p:extLst>
  </p:cSld>
  <p:clrMapOvr>
    <a:masterClrMapping/>
  </p:clrMapOvr>
</p:sldLayout>
</file>

<file path=ppt/slideLayouts/slideLayout3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5"/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4" name="Rectangle 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" name="Rectangle 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Rectangle 6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8" name="Group 10"/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9" name="Rectangle 8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1" name="Rectangle 10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pic>
        <p:nvPicPr>
          <p:cNvPr id="12" name="Picture 14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" name="TextBox 12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Pilani, Deemed to be University under Section 3 of UGC Act, 1956</a:t>
            </a:r>
          </a:p>
        </p:txBody>
      </p:sp>
      <p:sp>
        <p:nvSpPr>
          <p:cNvPr id="5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66770935"/>
      </p:ext>
    </p:extLst>
  </p:cSld>
  <p:clrMapOvr>
    <a:masterClrMapping/>
  </p:clrMapOvr>
</p:sldLayout>
</file>

<file path=ppt/slideLayouts/slideLayout3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8"/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6" name="Rectangle 5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9" name="Rectangle 8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10" name="Group 13"/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1" name="Rectangle 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pic>
        <p:nvPicPr>
          <p:cNvPr id="14" name="Picture 14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" name="TextBox 14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Pilani, Pilani Campus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600200"/>
            <a:ext cx="5111750" cy="45259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600200"/>
            <a:ext cx="3008313" cy="45259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Content Placeholder 18"/>
          <p:cNvSpPr>
            <a:spLocks noGrp="1"/>
          </p:cNvSpPr>
          <p:nvPr>
            <p:ph sz="quarter" idx="13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20413660"/>
      </p:ext>
    </p:extLst>
  </p:cSld>
  <p:clrMapOvr>
    <a:masterClrMapping/>
  </p:clrMapOvr>
</p:sldLayout>
</file>

<file path=ppt/slideLayouts/slideLayout3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7" name="Rectangle 6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9" name="Rectangle 8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10" name="Group 10"/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1" name="Rectangle 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pic>
        <p:nvPicPr>
          <p:cNvPr id="14" name="Picture 14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" name="TextBox 14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Pilani, Pilani Campus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5407025"/>
            <a:ext cx="5486400" cy="304800"/>
          </a:xfrm>
        </p:spPr>
        <p:txBody>
          <a:bodyPr anchor="b"/>
          <a:lstStyle>
            <a:lvl1pPr algn="l">
              <a:defRPr sz="1800" b="1" spc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828800"/>
            <a:ext cx="5486400" cy="3429000"/>
          </a:xfrm>
          <a:ln w="571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none"/>
        </p:style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711825"/>
            <a:ext cx="5486400" cy="304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49363599"/>
      </p:ext>
    </p:extLst>
  </p:cSld>
  <p:clrMapOvr>
    <a:masterClrMapping/>
  </p:clrMapOvr>
</p:sldLayout>
</file>

<file path=ppt/slideLayouts/slideLayout3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19"/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5" name="Rectangle 4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" name="Rectangle 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Rectangle 6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8" name="Group 24"/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9" name="Rectangle 8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1" name="Rectangle 10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pic>
        <p:nvPicPr>
          <p:cNvPr id="12" name="Picture 14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" name="TextBox 12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Pilani, Pilani Campus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89201658"/>
      </p:ext>
    </p:extLst>
  </p:cSld>
  <p:clrMapOvr>
    <a:masterClrMapping/>
  </p:clrMapOvr>
</p:sldLayout>
</file>

<file path=ppt/slideLayouts/slideLayout3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7"/>
          <p:cNvGrpSpPr>
            <a:grpSpLocks/>
          </p:cNvGrpSpPr>
          <p:nvPr/>
        </p:nvGrpSpPr>
        <p:grpSpPr bwMode="auto">
          <a:xfrm rot="5400000">
            <a:off x="5006182" y="2567781"/>
            <a:ext cx="5181600" cy="46037"/>
            <a:chOff x="1905000" y="6553200"/>
            <a:chExt cx="7010400" cy="45719"/>
          </a:xfrm>
        </p:grpSpPr>
        <p:sp>
          <p:nvSpPr>
            <p:cNvPr id="5" name="Rectangle 4"/>
            <p:cNvSpPr/>
            <p:nvPr/>
          </p:nvSpPr>
          <p:spPr>
            <a:xfrm>
              <a:off x="4267574" y="6553200"/>
              <a:ext cx="2328209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" name="Rectangle 5"/>
            <p:cNvSpPr/>
            <p:nvPr/>
          </p:nvSpPr>
          <p:spPr>
            <a:xfrm>
              <a:off x="1905000" y="6553200"/>
              <a:ext cx="2362574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" name="Rectangle 7"/>
            <p:cNvSpPr/>
            <p:nvPr userDrawn="1"/>
          </p:nvSpPr>
          <p:spPr>
            <a:xfrm>
              <a:off x="6587191" y="6553200"/>
              <a:ext cx="2328209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pic>
        <p:nvPicPr>
          <p:cNvPr id="9" name="Picture 10" descr="Picture 7.png"/>
          <p:cNvPicPr>
            <a:picLocks noChangeAspect="1"/>
          </p:cNvPicPr>
          <p:nvPr/>
        </p:nvPicPr>
        <p:blipFill>
          <a:blip r:embed="rId2" cstate="print"/>
          <a:srcRect l="5336" t="1923"/>
          <a:stretch>
            <a:fillRect/>
          </a:stretch>
        </p:blipFill>
        <p:spPr bwMode="auto">
          <a:xfrm>
            <a:off x="-7938" y="381000"/>
            <a:ext cx="692151" cy="2193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TextBox 9"/>
          <p:cNvSpPr txBox="1"/>
          <p:nvPr/>
        </p:nvSpPr>
        <p:spPr>
          <a:xfrm rot="5400000">
            <a:off x="-2794793" y="3809206"/>
            <a:ext cx="5867400" cy="2301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 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Pilani, Pilani Campus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19200" y="381000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Content Placeholder 18"/>
          <p:cNvSpPr>
            <a:spLocks noGrp="1"/>
          </p:cNvSpPr>
          <p:nvPr>
            <p:ph sz="quarter" idx="10"/>
          </p:nvPr>
        </p:nvSpPr>
        <p:spPr>
          <a:xfrm rot="5400000">
            <a:off x="5410200" y="2743200"/>
            <a:ext cx="58674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531016402"/>
      </p:ext>
    </p:extLst>
  </p:cSld>
  <p:clrMapOvr>
    <a:masterClrMapping/>
  </p:clrMapOvr>
</p:sldLayout>
</file>

<file path=ppt/slideLayouts/slideLayout34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Custom Layout"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9" name="Picture 10" descr="BITS_university_logo_whitevert.png"/>
          <p:cNvPicPr>
            <a:picLocks noChangeAspect="1"/>
          </p:cNvPicPr>
          <p:nvPr/>
        </p:nvPicPr>
        <p:blipFill>
          <a:blip r:embed="rId3" cstate="print"/>
          <a:srcRect t="2" b="28592"/>
          <a:stretch>
            <a:fillRect/>
          </a:stretch>
        </p:blipFill>
        <p:spPr bwMode="auto">
          <a:xfrm>
            <a:off x="76200" y="3352800"/>
            <a:ext cx="2057400" cy="1979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TextBox 9"/>
          <p:cNvSpPr txBox="1"/>
          <p:nvPr/>
        </p:nvSpPr>
        <p:spPr>
          <a:xfrm>
            <a:off x="-76200" y="5257800"/>
            <a:ext cx="2209800" cy="5540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900" b="1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</a:t>
            </a:r>
            <a:r>
              <a:rPr kumimoji="0" lang="en-US" sz="2900" b="0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Pilani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2400" y="5667375"/>
            <a:ext cx="1905000" cy="2762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 Campus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2514600" y="5410200"/>
            <a:ext cx="6019800" cy="533400"/>
          </a:xfrm>
        </p:spPr>
        <p:txBody>
          <a:bodyPr anchor="b">
            <a:noAutofit/>
          </a:bodyPr>
          <a:lstStyle>
            <a:lvl1pPr marL="0" indent="0" algn="r">
              <a:lnSpc>
                <a:spcPts val="1800"/>
              </a:lnSpc>
              <a:spcBef>
                <a:spcPts val="0"/>
              </a:spcBef>
              <a:buNone/>
              <a:defRPr sz="18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4600" y="3810000"/>
            <a:ext cx="6019800" cy="1524000"/>
          </a:xfrm>
        </p:spPr>
        <p:txBody>
          <a:bodyPr>
            <a:noAutofit/>
          </a:bodyPr>
          <a:lstStyle>
            <a:lvl1pPr algn="l">
              <a:lnSpc>
                <a:spcPts val="4000"/>
              </a:lnSpc>
              <a:defRPr sz="44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5219289"/>
      </p:ext>
    </p:extLst>
  </p:cSld>
  <p:clrMapOvr>
    <a:masterClrMapping/>
  </p:clrMapOvr>
</p:sldLayout>
</file>

<file path=ppt/slideLayouts/slideLayout34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60CB459-1A4D-47F4-A8EE-5438035C956C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1/13/2026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0DB935C-A2BB-404C-A6C5-67E9068028EC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879757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_one">
  <p:cSld name="Blank_one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65"/>
          <p:cNvSpPr txBox="1"/>
          <p:nvPr/>
        </p:nvSpPr>
        <p:spPr>
          <a:xfrm>
            <a:off x="8153400" y="6550025"/>
            <a:ext cx="990600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100" b="1" i="0" u="none" strike="noStrike" kern="0" cap="none" spc="0" normalizeH="0" baseline="0" noProof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Pilani</a:t>
            </a:r>
            <a:endParaRPr kumimoji="0" sz="1100" b="0" i="0" u="none" strike="noStrike" kern="0" cap="none" spc="0" normalizeH="0" baseline="0" noProof="0">
              <a:ln>
                <a:noFill/>
              </a:ln>
              <a:solidFill>
                <a:srgbClr val="101141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9" name="Google Shape;89;p65"/>
          <p:cNvGrpSpPr/>
          <p:nvPr/>
        </p:nvGrpSpPr>
        <p:grpSpPr>
          <a:xfrm>
            <a:off x="2084388" y="6550025"/>
            <a:ext cx="7059612" cy="49213"/>
            <a:chOff x="2083888" y="6550671"/>
            <a:chExt cx="7060112" cy="48665"/>
          </a:xfrm>
        </p:grpSpPr>
        <p:sp>
          <p:nvSpPr>
            <p:cNvPr id="90" name="Google Shape;90;p6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91" name="Google Shape;91;p65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92" name="Google Shape;92;p65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pic>
        <p:nvPicPr>
          <p:cNvPr id="93" name="Google Shape;93;p65" descr="Picture 7.png"/>
          <p:cNvPicPr preferRelativeResize="0"/>
          <p:nvPr/>
        </p:nvPicPr>
        <p:blipFill rotWithShape="1">
          <a:blip r:embed="rId2">
            <a:alphaModFix/>
          </a:blip>
          <a:srcRect l="1923" b="5335"/>
          <a:stretch/>
        </p:blipFill>
        <p:spPr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4" name="Google Shape;94;p65"/>
          <p:cNvGrpSpPr/>
          <p:nvPr/>
        </p:nvGrpSpPr>
        <p:grpSpPr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95" name="Google Shape;95;p65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96" name="Google Shape;96;p6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97" name="Google Shape;97;p65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98" name="Google Shape;98;p65"/>
          <p:cNvGrpSpPr/>
          <p:nvPr/>
        </p:nvGrpSpPr>
        <p:grpSpPr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99" name="Google Shape;99;p65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00" name="Google Shape;100;p6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01" name="Google Shape;101;p65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2976455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68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27" name="Google Shape;127;p68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28" name="Google Shape;128;p6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29" name="Google Shape;129;p6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30" name="Google Shape;130;p6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‹#›</a:t>
            </a:fld>
            <a:endParaRPr kumimoji="0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Tahoma"/>
              <a:cs typeface="Tahoma"/>
              <a:sym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1702065667"/>
      </p:ext>
    </p:extLst>
  </p:cSld>
  <p:clrMapOvr>
    <a:masterClrMapping/>
  </p:clrMapOvr>
</p:sldLayout>
</file>

<file path=ppt/slideLayouts/slideLayout3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 Content"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6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33" name="Google Shape;133;p69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134" name="Google Shape;134;p69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135" name="Google Shape;135;p6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36" name="Google Shape;136;p6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37" name="Google Shape;137;p6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‹#›</a:t>
            </a:fld>
            <a:endParaRPr kumimoji="0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Tahoma"/>
              <a:cs typeface="Tahoma"/>
              <a:sym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3361482486"/>
      </p:ext>
    </p:extLst>
  </p:cSld>
  <p:clrMapOvr>
    <a:masterClrMapping/>
  </p:clrMapOvr>
</p:sldLayout>
</file>

<file path=ppt/slideLayouts/slideLayout3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Comparison"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7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40" name="Google Shape;140;p70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41" name="Google Shape;141;p70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142" name="Google Shape;142;p70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43" name="Google Shape;143;p70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144" name="Google Shape;144;p7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45" name="Google Shape;145;p7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46" name="Google Shape;146;p7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‹#›</a:t>
            </a:fld>
            <a:endParaRPr kumimoji="0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Tahoma"/>
              <a:cs typeface="Tahoma"/>
              <a:sym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2102012986"/>
      </p:ext>
    </p:extLst>
  </p:cSld>
  <p:clrMapOvr>
    <a:masterClrMapping/>
  </p:clrMapOvr>
</p:sldLayout>
</file>

<file path=ppt/slideLayouts/slideLayout3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Content with Caption"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73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58" name="Google Shape;158;p73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159" name="Google Shape;159;p73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60" name="Google Shape;160;p7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61" name="Google Shape;161;p7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62" name="Google Shape;162;p7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‹#›</a:t>
            </a:fld>
            <a:endParaRPr kumimoji="0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Tahoma"/>
              <a:cs typeface="Tahoma"/>
              <a:sym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1738660547"/>
      </p:ext>
    </p:extLst>
  </p:cSld>
  <p:clrMapOvr>
    <a:masterClrMapping/>
  </p:clrMapOvr>
</p:sldLayout>
</file>

<file path=ppt/slideLayouts/slideLayout3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 with Caption"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74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65" name="Google Shape;165;p74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66" name="Google Shape;166;p74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67" name="Google Shape;167;p7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68" name="Google Shape;168;p7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69" name="Google Shape;169;p7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‹#›</a:t>
            </a:fld>
            <a:endParaRPr kumimoji="0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Tahoma"/>
              <a:cs typeface="Tahoma"/>
              <a:sym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93700548"/>
      </p:ext>
    </p:extLst>
  </p:cSld>
  <p:clrMapOvr>
    <a:masterClrMapping/>
  </p:clrMapOvr>
</p:sldLayout>
</file>

<file path=ppt/slideLayouts/slideLayout3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Title and Vertical Text"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72" name="Google Shape;172;p75"/>
          <p:cNvSpPr txBox="1">
            <a:spLocks noGrp="1"/>
          </p:cNvSpPr>
          <p:nvPr>
            <p:ph type="body" idx="1"/>
          </p:nvPr>
        </p:nvSpPr>
        <p:spPr>
          <a:xfrm rot="5400000">
            <a:off x="2309018" y="-251619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3" name="Google Shape;173;p7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74" name="Google Shape;174;p7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75" name="Google Shape;175;p7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‹#›</a:t>
            </a:fld>
            <a:endParaRPr kumimoji="0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Tahoma"/>
              <a:cs typeface="Tahoma"/>
              <a:sym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4272651772"/>
      </p:ext>
    </p:extLst>
  </p:cSld>
  <p:clrMapOvr>
    <a:masterClrMapping/>
  </p:clrMapOvr>
</p:sldLayout>
</file>

<file path=ppt/slideLayouts/slideLayout3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 Title and Text"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76"/>
          <p:cNvSpPr txBox="1">
            <a:spLocks noGrp="1"/>
          </p:cNvSpPr>
          <p:nvPr>
            <p:ph type="title"/>
          </p:nvPr>
        </p:nvSpPr>
        <p:spPr>
          <a:xfrm rot="5400000">
            <a:off x="4732337" y="2171700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78" name="Google Shape;178;p76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1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9" name="Google Shape;179;p7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80" name="Google Shape;180;p7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81" name="Google Shape;181;p7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‹#›</a:t>
            </a:fld>
            <a:endParaRPr kumimoji="0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Tahoma"/>
              <a:cs typeface="Tahoma"/>
              <a:sym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1009322692"/>
      </p:ext>
    </p:extLst>
  </p:cSld>
  <p:clrMapOvr>
    <a:masterClrMapping/>
  </p:clrMapOvr>
</p:sldLayout>
</file>

<file path=ppt/slideLayouts/slideLayout35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Custom Layout"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  <a:sym typeface="Arial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pic>
        <p:nvPicPr>
          <p:cNvPr id="9" name="Picture 10" descr="BITS_university_logo_whitevert.png"/>
          <p:cNvPicPr>
            <a:picLocks noChangeAspect="1"/>
          </p:cNvPicPr>
          <p:nvPr/>
        </p:nvPicPr>
        <p:blipFill>
          <a:blip r:embed="rId3" cstate="print"/>
          <a:srcRect t="2" b="28592"/>
          <a:stretch>
            <a:fillRect/>
          </a:stretch>
        </p:blipFill>
        <p:spPr bwMode="auto">
          <a:xfrm>
            <a:off x="76200" y="3352800"/>
            <a:ext cx="2057400" cy="1979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TextBox 9"/>
          <p:cNvSpPr txBox="1"/>
          <p:nvPr/>
        </p:nvSpPr>
        <p:spPr>
          <a:xfrm>
            <a:off x="-76200" y="5257800"/>
            <a:ext cx="2209800" cy="5540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900" b="1" i="0" u="none" strike="noStrike" kern="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BITS</a:t>
            </a:r>
            <a:r>
              <a:rPr kumimoji="0" lang="en-US" sz="2900" b="0" i="0" u="none" strike="noStrike" kern="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 Pilani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2400" y="5667375"/>
            <a:ext cx="1905000" cy="2762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Pilani Campus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  <a:sym typeface="Arial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pic>
        <p:nvPicPr>
          <p:cNvPr id="16" name="Picture 17" descr="BITS_university_logo_whitevert.png"/>
          <p:cNvPicPr>
            <a:picLocks noChangeAspect="1"/>
          </p:cNvPicPr>
          <p:nvPr/>
        </p:nvPicPr>
        <p:blipFill>
          <a:blip r:embed="rId3" cstate="print"/>
          <a:srcRect t="2" b="28592"/>
          <a:stretch>
            <a:fillRect/>
          </a:stretch>
        </p:blipFill>
        <p:spPr bwMode="auto">
          <a:xfrm>
            <a:off x="76200" y="3352800"/>
            <a:ext cx="2057400" cy="1979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7" name="TextBox 16"/>
          <p:cNvSpPr txBox="1"/>
          <p:nvPr/>
        </p:nvSpPr>
        <p:spPr>
          <a:xfrm>
            <a:off x="-76200" y="5257800"/>
            <a:ext cx="2209800" cy="5540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900" b="1" i="0" u="none" strike="noStrike" kern="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BITS</a:t>
            </a:r>
            <a:r>
              <a:rPr kumimoji="0" lang="en-US" sz="2900" b="0" i="0" u="none" strike="noStrike" kern="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 Pilani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2400" y="5667375"/>
            <a:ext cx="1905000" cy="2762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Pilani Campus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2514600" y="5410200"/>
            <a:ext cx="6019800" cy="533400"/>
          </a:xfrm>
        </p:spPr>
        <p:txBody>
          <a:bodyPr anchor="b">
            <a:noAutofit/>
          </a:bodyPr>
          <a:lstStyle>
            <a:lvl1pPr marL="0" indent="0" algn="r">
              <a:lnSpc>
                <a:spcPts val="1800"/>
              </a:lnSpc>
              <a:spcBef>
                <a:spcPts val="0"/>
              </a:spcBef>
              <a:buNone/>
              <a:defRPr sz="18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4600" y="3810000"/>
            <a:ext cx="6019800" cy="1524000"/>
          </a:xfrm>
          <a:prstGeom prst="rect">
            <a:avLst/>
          </a:prstGeom>
        </p:spPr>
        <p:txBody>
          <a:bodyPr anchorCtr="0">
            <a:noAutofit/>
          </a:bodyPr>
          <a:lstStyle>
            <a:lvl1pPr algn="l">
              <a:lnSpc>
                <a:spcPts val="4000"/>
              </a:lnSpc>
              <a:defRPr sz="44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6281072"/>
      </p:ext>
    </p:extLst>
  </p:cSld>
  <p:clrMapOvr>
    <a:masterClrMapping/>
  </p:clrMapOvr>
</p:sldLayout>
</file>

<file path=ppt/slideLayouts/slideLayout35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BITS </a:t>
            </a: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Pilani, Pilani Campus</a:t>
            </a:r>
          </a:p>
        </p:txBody>
      </p:sp>
      <p:grpSp>
        <p:nvGrpSpPr>
          <p:cNvPr id="5" name="Group 11"/>
          <p:cNvGrpSpPr>
            <a:grpSpLocks/>
          </p:cNvGrpSpPr>
          <p:nvPr/>
        </p:nvGrpSpPr>
        <p:grpSpPr bwMode="auto">
          <a:xfrm>
            <a:off x="2084388" y="6550025"/>
            <a:ext cx="7059612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endParaRPr>
            </a:p>
          </p:txBody>
        </p:sp>
      </p:grpSp>
      <p:pic>
        <p:nvPicPr>
          <p:cNvPr id="9" name="Picture 11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10" name="Group 18"/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1" name="Rectangle 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endParaRPr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endParaRPr>
            </a:p>
          </p:txBody>
        </p:sp>
      </p:grpSp>
      <p:grpSp>
        <p:nvGrpSpPr>
          <p:cNvPr id="14" name="Group 22"/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5" name="Rectangle 14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endParaRP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endParaRPr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493837"/>
            <a:ext cx="82296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Arial" pitchFamily="34" charset="0"/>
                <a:cs typeface="Arial" pitchFamily="34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Arial" pitchFamily="34" charset="0"/>
                <a:cs typeface="Arial" pitchFamily="34" charset="0"/>
              </a:defRPr>
            </a:lvl2pPr>
          </a:lstStyle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dirty="0" smtClean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1080580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6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265332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8A758EFE-665F-4341-B5B8-2DAEADA52F6C}" type="slidenum">
              <a:rPr kumimoji="0" lang="en-US" sz="1400" b="0" i="0" u="none" strike="noStrike" kern="0" cap="none" spc="0" normalizeH="0" baseline="0" noProof="0" smtClean="0">
                <a:ln>
                  <a:noFill/>
                </a:ln>
                <a:solidFill>
                  <a:srgbClr val="4BACC6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‹#›</a:t>
            </a:fld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4BACC6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sp>
        <p:nvSpPr>
          <p:cNvPr id="19" name="Title 1"/>
          <p:cNvSpPr>
            <a:spLocks noGrp="1"/>
          </p:cNvSpPr>
          <p:nvPr>
            <p:ph type="title"/>
          </p:nvPr>
        </p:nvSpPr>
        <p:spPr>
          <a:xfrm>
            <a:off x="310152" y="20647"/>
            <a:ext cx="8229600" cy="924807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0" name="Content Placeholder 2"/>
          <p:cNvSpPr>
            <a:spLocks noGrp="1"/>
          </p:cNvSpPr>
          <p:nvPr>
            <p:ph idx="1" hasCustomPrompt="1"/>
          </p:nvPr>
        </p:nvSpPr>
        <p:spPr>
          <a:xfrm>
            <a:off x="430464" y="1203159"/>
            <a:ext cx="8229600" cy="4921064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>
                <a:solidFill>
                  <a:schemeClr val="accent3"/>
                </a:solidFill>
              </a:defRPr>
            </a:lvl2pPr>
            <a:lvl3pPr>
              <a:defRPr sz="1800"/>
            </a:lvl3pPr>
            <a:lvl4pPr>
              <a:defRPr sz="1600">
                <a:solidFill>
                  <a:schemeClr val="accent3"/>
                </a:solidFill>
              </a:defRPr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21" name="Group 20"/>
          <p:cNvGrpSpPr/>
          <p:nvPr userDrawn="1"/>
        </p:nvGrpSpPr>
        <p:grpSpPr>
          <a:xfrm>
            <a:off x="-5079" y="945083"/>
            <a:ext cx="8691879" cy="63343"/>
            <a:chOff x="685800" y="1794746"/>
            <a:chExt cx="7772400" cy="179475"/>
          </a:xfrm>
        </p:grpSpPr>
        <p:sp>
          <p:nvSpPr>
            <p:cNvPr id="22" name="Rectangle 21"/>
            <p:cNvSpPr/>
            <p:nvPr userDrawn="1"/>
          </p:nvSpPr>
          <p:spPr>
            <a:xfrm>
              <a:off x="685800" y="1794746"/>
              <a:ext cx="1170819" cy="1794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endParaRPr>
            </a:p>
          </p:txBody>
        </p:sp>
        <p:sp>
          <p:nvSpPr>
            <p:cNvPr id="23" name="Rectangle 22"/>
            <p:cNvSpPr/>
            <p:nvPr userDrawn="1"/>
          </p:nvSpPr>
          <p:spPr>
            <a:xfrm>
              <a:off x="1856619" y="1794746"/>
              <a:ext cx="2206599" cy="179475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endParaRPr>
            </a:p>
          </p:txBody>
        </p:sp>
        <p:sp>
          <p:nvSpPr>
            <p:cNvPr id="24" name="Rectangle 23"/>
            <p:cNvSpPr/>
            <p:nvPr userDrawn="1"/>
          </p:nvSpPr>
          <p:spPr>
            <a:xfrm>
              <a:off x="4063218" y="1794746"/>
              <a:ext cx="4394982" cy="179475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5428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image" Target="../media/image4.png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image" Target="../media/image4.png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/Relationships>
</file>

<file path=ppt/slideMasters/_rels/slideMaster4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48.xml"/><Relationship Id="rId18" Type="http://schemas.openxmlformats.org/officeDocument/2006/relationships/slideLayout" Target="../slideLayouts/slideLayout53.xml"/><Relationship Id="rId26" Type="http://schemas.openxmlformats.org/officeDocument/2006/relationships/slideLayout" Target="../slideLayouts/slideLayout61.xml"/><Relationship Id="rId21" Type="http://schemas.openxmlformats.org/officeDocument/2006/relationships/slideLayout" Target="../slideLayouts/slideLayout56.xml"/><Relationship Id="rId34" Type="http://schemas.openxmlformats.org/officeDocument/2006/relationships/slideLayout" Target="../slideLayouts/slideLayout69.xml"/><Relationship Id="rId7" Type="http://schemas.openxmlformats.org/officeDocument/2006/relationships/slideLayout" Target="../slideLayouts/slideLayout42.xml"/><Relationship Id="rId12" Type="http://schemas.openxmlformats.org/officeDocument/2006/relationships/slideLayout" Target="../slideLayouts/slideLayout47.xml"/><Relationship Id="rId17" Type="http://schemas.openxmlformats.org/officeDocument/2006/relationships/slideLayout" Target="../slideLayouts/slideLayout52.xml"/><Relationship Id="rId25" Type="http://schemas.openxmlformats.org/officeDocument/2006/relationships/slideLayout" Target="../slideLayouts/slideLayout60.xml"/><Relationship Id="rId33" Type="http://schemas.openxmlformats.org/officeDocument/2006/relationships/slideLayout" Target="../slideLayouts/slideLayout68.xml"/><Relationship Id="rId2" Type="http://schemas.openxmlformats.org/officeDocument/2006/relationships/slideLayout" Target="../slideLayouts/slideLayout37.xml"/><Relationship Id="rId16" Type="http://schemas.openxmlformats.org/officeDocument/2006/relationships/slideLayout" Target="../slideLayouts/slideLayout51.xml"/><Relationship Id="rId20" Type="http://schemas.openxmlformats.org/officeDocument/2006/relationships/slideLayout" Target="../slideLayouts/slideLayout55.xml"/><Relationship Id="rId29" Type="http://schemas.openxmlformats.org/officeDocument/2006/relationships/slideLayout" Target="../slideLayouts/slideLayout64.xml"/><Relationship Id="rId1" Type="http://schemas.openxmlformats.org/officeDocument/2006/relationships/slideLayout" Target="../slideLayouts/slideLayout36.xml"/><Relationship Id="rId6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46.xml"/><Relationship Id="rId24" Type="http://schemas.openxmlformats.org/officeDocument/2006/relationships/slideLayout" Target="../slideLayouts/slideLayout59.xml"/><Relationship Id="rId32" Type="http://schemas.openxmlformats.org/officeDocument/2006/relationships/slideLayout" Target="../slideLayouts/slideLayout67.xml"/><Relationship Id="rId37" Type="http://schemas.openxmlformats.org/officeDocument/2006/relationships/theme" Target="../theme/theme4.xml"/><Relationship Id="rId5" Type="http://schemas.openxmlformats.org/officeDocument/2006/relationships/slideLayout" Target="../slideLayouts/slideLayout40.xml"/><Relationship Id="rId15" Type="http://schemas.openxmlformats.org/officeDocument/2006/relationships/slideLayout" Target="../slideLayouts/slideLayout50.xml"/><Relationship Id="rId23" Type="http://schemas.openxmlformats.org/officeDocument/2006/relationships/slideLayout" Target="../slideLayouts/slideLayout58.xml"/><Relationship Id="rId28" Type="http://schemas.openxmlformats.org/officeDocument/2006/relationships/slideLayout" Target="../slideLayouts/slideLayout63.xml"/><Relationship Id="rId36" Type="http://schemas.openxmlformats.org/officeDocument/2006/relationships/slideLayout" Target="../slideLayouts/slideLayout71.xml"/><Relationship Id="rId10" Type="http://schemas.openxmlformats.org/officeDocument/2006/relationships/slideLayout" Target="../slideLayouts/slideLayout45.xml"/><Relationship Id="rId19" Type="http://schemas.openxmlformats.org/officeDocument/2006/relationships/slideLayout" Target="../slideLayouts/slideLayout54.xml"/><Relationship Id="rId31" Type="http://schemas.openxmlformats.org/officeDocument/2006/relationships/slideLayout" Target="../slideLayouts/slideLayout66.xml"/><Relationship Id="rId4" Type="http://schemas.openxmlformats.org/officeDocument/2006/relationships/slideLayout" Target="../slideLayouts/slideLayout39.xml"/><Relationship Id="rId9" Type="http://schemas.openxmlformats.org/officeDocument/2006/relationships/slideLayout" Target="../slideLayouts/slideLayout44.xml"/><Relationship Id="rId14" Type="http://schemas.openxmlformats.org/officeDocument/2006/relationships/slideLayout" Target="../slideLayouts/slideLayout49.xml"/><Relationship Id="rId22" Type="http://schemas.openxmlformats.org/officeDocument/2006/relationships/slideLayout" Target="../slideLayouts/slideLayout57.xml"/><Relationship Id="rId27" Type="http://schemas.openxmlformats.org/officeDocument/2006/relationships/slideLayout" Target="../slideLayouts/slideLayout62.xml"/><Relationship Id="rId30" Type="http://schemas.openxmlformats.org/officeDocument/2006/relationships/slideLayout" Target="../slideLayouts/slideLayout65.xml"/><Relationship Id="rId35" Type="http://schemas.openxmlformats.org/officeDocument/2006/relationships/slideLayout" Target="../slideLayouts/slideLayout70.xml"/><Relationship Id="rId8" Type="http://schemas.openxmlformats.org/officeDocument/2006/relationships/slideLayout" Target="../slideLayouts/slideLayout43.xml"/><Relationship Id="rId3" Type="http://schemas.openxmlformats.org/officeDocument/2006/relationships/slideLayout" Target="../slideLayouts/slideLayout38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9.xml"/><Relationship Id="rId13" Type="http://schemas.openxmlformats.org/officeDocument/2006/relationships/slideLayout" Target="../slideLayouts/slideLayout84.xml"/><Relationship Id="rId18" Type="http://schemas.openxmlformats.org/officeDocument/2006/relationships/slideLayout" Target="../slideLayouts/slideLayout89.xml"/><Relationship Id="rId26" Type="http://schemas.openxmlformats.org/officeDocument/2006/relationships/slideLayout" Target="../slideLayouts/slideLayout97.xml"/><Relationship Id="rId3" Type="http://schemas.openxmlformats.org/officeDocument/2006/relationships/slideLayout" Target="../slideLayouts/slideLayout74.xml"/><Relationship Id="rId21" Type="http://schemas.openxmlformats.org/officeDocument/2006/relationships/slideLayout" Target="../slideLayouts/slideLayout92.xml"/><Relationship Id="rId7" Type="http://schemas.openxmlformats.org/officeDocument/2006/relationships/slideLayout" Target="../slideLayouts/slideLayout78.xml"/><Relationship Id="rId12" Type="http://schemas.openxmlformats.org/officeDocument/2006/relationships/slideLayout" Target="../slideLayouts/slideLayout83.xml"/><Relationship Id="rId17" Type="http://schemas.openxmlformats.org/officeDocument/2006/relationships/slideLayout" Target="../slideLayouts/slideLayout88.xml"/><Relationship Id="rId25" Type="http://schemas.openxmlformats.org/officeDocument/2006/relationships/slideLayout" Target="../slideLayouts/slideLayout96.xml"/><Relationship Id="rId2" Type="http://schemas.openxmlformats.org/officeDocument/2006/relationships/slideLayout" Target="../slideLayouts/slideLayout73.xml"/><Relationship Id="rId16" Type="http://schemas.openxmlformats.org/officeDocument/2006/relationships/slideLayout" Target="../slideLayouts/slideLayout87.xml"/><Relationship Id="rId20" Type="http://schemas.openxmlformats.org/officeDocument/2006/relationships/slideLayout" Target="../slideLayouts/slideLayout91.xml"/><Relationship Id="rId1" Type="http://schemas.openxmlformats.org/officeDocument/2006/relationships/slideLayout" Target="../slideLayouts/slideLayout72.xml"/><Relationship Id="rId6" Type="http://schemas.openxmlformats.org/officeDocument/2006/relationships/slideLayout" Target="../slideLayouts/slideLayout77.xml"/><Relationship Id="rId11" Type="http://schemas.openxmlformats.org/officeDocument/2006/relationships/slideLayout" Target="../slideLayouts/slideLayout82.xml"/><Relationship Id="rId24" Type="http://schemas.openxmlformats.org/officeDocument/2006/relationships/slideLayout" Target="../slideLayouts/slideLayout95.xml"/><Relationship Id="rId5" Type="http://schemas.openxmlformats.org/officeDocument/2006/relationships/slideLayout" Target="../slideLayouts/slideLayout76.xml"/><Relationship Id="rId15" Type="http://schemas.openxmlformats.org/officeDocument/2006/relationships/slideLayout" Target="../slideLayouts/slideLayout86.xml"/><Relationship Id="rId23" Type="http://schemas.openxmlformats.org/officeDocument/2006/relationships/slideLayout" Target="../slideLayouts/slideLayout94.xml"/><Relationship Id="rId28" Type="http://schemas.openxmlformats.org/officeDocument/2006/relationships/theme" Target="../theme/theme5.xml"/><Relationship Id="rId10" Type="http://schemas.openxmlformats.org/officeDocument/2006/relationships/slideLayout" Target="../slideLayouts/slideLayout81.xml"/><Relationship Id="rId19" Type="http://schemas.openxmlformats.org/officeDocument/2006/relationships/slideLayout" Target="../slideLayouts/slideLayout90.xml"/><Relationship Id="rId4" Type="http://schemas.openxmlformats.org/officeDocument/2006/relationships/slideLayout" Target="../slideLayouts/slideLayout75.xml"/><Relationship Id="rId9" Type="http://schemas.openxmlformats.org/officeDocument/2006/relationships/slideLayout" Target="../slideLayouts/slideLayout80.xml"/><Relationship Id="rId14" Type="http://schemas.openxmlformats.org/officeDocument/2006/relationships/slideLayout" Target="../slideLayouts/slideLayout85.xml"/><Relationship Id="rId22" Type="http://schemas.openxmlformats.org/officeDocument/2006/relationships/slideLayout" Target="../slideLayouts/slideLayout93.xml"/><Relationship Id="rId27" Type="http://schemas.openxmlformats.org/officeDocument/2006/relationships/slideLayout" Target="../slideLayouts/slideLayout98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6.xml"/><Relationship Id="rId13" Type="http://schemas.openxmlformats.org/officeDocument/2006/relationships/slideLayout" Target="../slideLayouts/slideLayout111.xml"/><Relationship Id="rId3" Type="http://schemas.openxmlformats.org/officeDocument/2006/relationships/slideLayout" Target="../slideLayouts/slideLayout101.xml"/><Relationship Id="rId7" Type="http://schemas.openxmlformats.org/officeDocument/2006/relationships/slideLayout" Target="../slideLayouts/slideLayout105.xml"/><Relationship Id="rId12" Type="http://schemas.openxmlformats.org/officeDocument/2006/relationships/slideLayout" Target="../slideLayouts/slideLayout110.xml"/><Relationship Id="rId2" Type="http://schemas.openxmlformats.org/officeDocument/2006/relationships/slideLayout" Target="../slideLayouts/slideLayout100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99.xml"/><Relationship Id="rId6" Type="http://schemas.openxmlformats.org/officeDocument/2006/relationships/slideLayout" Target="../slideLayouts/slideLayout104.xml"/><Relationship Id="rId11" Type="http://schemas.openxmlformats.org/officeDocument/2006/relationships/slideLayout" Target="../slideLayouts/slideLayout109.xml"/><Relationship Id="rId5" Type="http://schemas.openxmlformats.org/officeDocument/2006/relationships/slideLayout" Target="../slideLayouts/slideLayout103.xml"/><Relationship Id="rId15" Type="http://schemas.openxmlformats.org/officeDocument/2006/relationships/theme" Target="../theme/theme6.xml"/><Relationship Id="rId10" Type="http://schemas.openxmlformats.org/officeDocument/2006/relationships/slideLayout" Target="../slideLayouts/slideLayout108.xml"/><Relationship Id="rId4" Type="http://schemas.openxmlformats.org/officeDocument/2006/relationships/slideLayout" Target="../slideLayouts/slideLayout102.xml"/><Relationship Id="rId9" Type="http://schemas.openxmlformats.org/officeDocument/2006/relationships/slideLayout" Target="../slideLayouts/slideLayout107.xml"/><Relationship Id="rId14" Type="http://schemas.openxmlformats.org/officeDocument/2006/relationships/slideLayout" Target="../slideLayouts/slideLayout112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0.xml"/><Relationship Id="rId13" Type="http://schemas.openxmlformats.org/officeDocument/2006/relationships/slideLayout" Target="../slideLayouts/slideLayout125.xml"/><Relationship Id="rId3" Type="http://schemas.openxmlformats.org/officeDocument/2006/relationships/slideLayout" Target="../slideLayouts/slideLayout115.xml"/><Relationship Id="rId7" Type="http://schemas.openxmlformats.org/officeDocument/2006/relationships/slideLayout" Target="../slideLayouts/slideLayout119.xml"/><Relationship Id="rId12" Type="http://schemas.openxmlformats.org/officeDocument/2006/relationships/slideLayout" Target="../slideLayouts/slideLayout124.xml"/><Relationship Id="rId2" Type="http://schemas.openxmlformats.org/officeDocument/2006/relationships/slideLayout" Target="../slideLayouts/slideLayout114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113.xml"/><Relationship Id="rId6" Type="http://schemas.openxmlformats.org/officeDocument/2006/relationships/slideLayout" Target="../slideLayouts/slideLayout118.xml"/><Relationship Id="rId11" Type="http://schemas.openxmlformats.org/officeDocument/2006/relationships/slideLayout" Target="../slideLayouts/slideLayout123.xml"/><Relationship Id="rId5" Type="http://schemas.openxmlformats.org/officeDocument/2006/relationships/slideLayout" Target="../slideLayouts/slideLayout117.xml"/><Relationship Id="rId15" Type="http://schemas.openxmlformats.org/officeDocument/2006/relationships/theme" Target="../theme/theme7.xml"/><Relationship Id="rId10" Type="http://schemas.openxmlformats.org/officeDocument/2006/relationships/slideLayout" Target="../slideLayouts/slideLayout122.xml"/><Relationship Id="rId4" Type="http://schemas.openxmlformats.org/officeDocument/2006/relationships/slideLayout" Target="../slideLayouts/slideLayout116.xml"/><Relationship Id="rId9" Type="http://schemas.openxmlformats.org/officeDocument/2006/relationships/slideLayout" Target="../slideLayouts/slideLayout121.xml"/><Relationship Id="rId14" Type="http://schemas.openxmlformats.org/officeDocument/2006/relationships/slideLayout" Target="../slideLayouts/slideLayout126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4.xml"/><Relationship Id="rId13" Type="http://schemas.openxmlformats.org/officeDocument/2006/relationships/slideLayout" Target="../slideLayouts/slideLayout139.xml"/><Relationship Id="rId3" Type="http://schemas.openxmlformats.org/officeDocument/2006/relationships/slideLayout" Target="../slideLayouts/slideLayout129.xml"/><Relationship Id="rId7" Type="http://schemas.openxmlformats.org/officeDocument/2006/relationships/slideLayout" Target="../slideLayouts/slideLayout133.xml"/><Relationship Id="rId12" Type="http://schemas.openxmlformats.org/officeDocument/2006/relationships/slideLayout" Target="../slideLayouts/slideLayout138.xml"/><Relationship Id="rId17" Type="http://schemas.openxmlformats.org/officeDocument/2006/relationships/image" Target="../media/image4.png"/><Relationship Id="rId2" Type="http://schemas.openxmlformats.org/officeDocument/2006/relationships/slideLayout" Target="../slideLayouts/slideLayout128.xml"/><Relationship Id="rId16" Type="http://schemas.openxmlformats.org/officeDocument/2006/relationships/theme" Target="../theme/theme8.xml"/><Relationship Id="rId1" Type="http://schemas.openxmlformats.org/officeDocument/2006/relationships/slideLayout" Target="../slideLayouts/slideLayout127.xml"/><Relationship Id="rId6" Type="http://schemas.openxmlformats.org/officeDocument/2006/relationships/slideLayout" Target="../slideLayouts/slideLayout132.xml"/><Relationship Id="rId11" Type="http://schemas.openxmlformats.org/officeDocument/2006/relationships/slideLayout" Target="../slideLayouts/slideLayout137.xml"/><Relationship Id="rId5" Type="http://schemas.openxmlformats.org/officeDocument/2006/relationships/slideLayout" Target="../slideLayouts/slideLayout131.xml"/><Relationship Id="rId15" Type="http://schemas.openxmlformats.org/officeDocument/2006/relationships/slideLayout" Target="../slideLayouts/slideLayout141.xml"/><Relationship Id="rId10" Type="http://schemas.openxmlformats.org/officeDocument/2006/relationships/slideLayout" Target="../slideLayouts/slideLayout136.xml"/><Relationship Id="rId4" Type="http://schemas.openxmlformats.org/officeDocument/2006/relationships/slideLayout" Target="../slideLayouts/slideLayout130.xml"/><Relationship Id="rId9" Type="http://schemas.openxmlformats.org/officeDocument/2006/relationships/slideLayout" Target="../slideLayouts/slideLayout135.xml"/><Relationship Id="rId14" Type="http://schemas.openxmlformats.org/officeDocument/2006/relationships/slideLayout" Target="../slideLayouts/slideLayout140.xml"/></Relationships>
</file>

<file path=ppt/slideMasters/_rels/slideMaster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49.xml"/><Relationship Id="rId13" Type="http://schemas.openxmlformats.org/officeDocument/2006/relationships/image" Target="../media/image4.png"/><Relationship Id="rId3" Type="http://schemas.openxmlformats.org/officeDocument/2006/relationships/slideLayout" Target="../slideLayouts/slideLayout144.xml"/><Relationship Id="rId7" Type="http://schemas.openxmlformats.org/officeDocument/2006/relationships/slideLayout" Target="../slideLayouts/slideLayout148.xml"/><Relationship Id="rId12" Type="http://schemas.openxmlformats.org/officeDocument/2006/relationships/theme" Target="../theme/theme9.xml"/><Relationship Id="rId2" Type="http://schemas.openxmlformats.org/officeDocument/2006/relationships/slideLayout" Target="../slideLayouts/slideLayout143.xml"/><Relationship Id="rId1" Type="http://schemas.openxmlformats.org/officeDocument/2006/relationships/slideLayout" Target="../slideLayouts/slideLayout142.xml"/><Relationship Id="rId6" Type="http://schemas.openxmlformats.org/officeDocument/2006/relationships/slideLayout" Target="../slideLayouts/slideLayout147.xml"/><Relationship Id="rId11" Type="http://schemas.openxmlformats.org/officeDocument/2006/relationships/slideLayout" Target="../slideLayouts/slideLayout152.xml"/><Relationship Id="rId5" Type="http://schemas.openxmlformats.org/officeDocument/2006/relationships/slideLayout" Target="../slideLayouts/slideLayout146.xml"/><Relationship Id="rId10" Type="http://schemas.openxmlformats.org/officeDocument/2006/relationships/slideLayout" Target="../slideLayouts/slideLayout151.xml"/><Relationship Id="rId4" Type="http://schemas.openxmlformats.org/officeDocument/2006/relationships/slideLayout" Target="../slideLayouts/slideLayout145.xml"/><Relationship Id="rId9" Type="http://schemas.openxmlformats.org/officeDocument/2006/relationships/slideLayout" Target="../slideLayouts/slideLayout150.xml"/></Relationships>
</file>

<file path=ppt/slideMasters/_rels/slideMaster1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0.xml"/><Relationship Id="rId13" Type="http://schemas.openxmlformats.org/officeDocument/2006/relationships/slideLayout" Target="../slideLayouts/slideLayout165.xml"/><Relationship Id="rId3" Type="http://schemas.openxmlformats.org/officeDocument/2006/relationships/slideLayout" Target="../slideLayouts/slideLayout155.xml"/><Relationship Id="rId7" Type="http://schemas.openxmlformats.org/officeDocument/2006/relationships/slideLayout" Target="../slideLayouts/slideLayout159.xml"/><Relationship Id="rId12" Type="http://schemas.openxmlformats.org/officeDocument/2006/relationships/slideLayout" Target="../slideLayouts/slideLayout164.xml"/><Relationship Id="rId17" Type="http://schemas.openxmlformats.org/officeDocument/2006/relationships/image" Target="../media/image4.png"/><Relationship Id="rId2" Type="http://schemas.openxmlformats.org/officeDocument/2006/relationships/slideLayout" Target="../slideLayouts/slideLayout154.xml"/><Relationship Id="rId16" Type="http://schemas.openxmlformats.org/officeDocument/2006/relationships/theme" Target="../theme/theme10.xml"/><Relationship Id="rId1" Type="http://schemas.openxmlformats.org/officeDocument/2006/relationships/slideLayout" Target="../slideLayouts/slideLayout153.xml"/><Relationship Id="rId6" Type="http://schemas.openxmlformats.org/officeDocument/2006/relationships/slideLayout" Target="../slideLayouts/slideLayout158.xml"/><Relationship Id="rId11" Type="http://schemas.openxmlformats.org/officeDocument/2006/relationships/slideLayout" Target="../slideLayouts/slideLayout163.xml"/><Relationship Id="rId5" Type="http://schemas.openxmlformats.org/officeDocument/2006/relationships/slideLayout" Target="../slideLayouts/slideLayout157.xml"/><Relationship Id="rId15" Type="http://schemas.openxmlformats.org/officeDocument/2006/relationships/slideLayout" Target="../slideLayouts/slideLayout167.xml"/><Relationship Id="rId10" Type="http://schemas.openxmlformats.org/officeDocument/2006/relationships/slideLayout" Target="../slideLayouts/slideLayout162.xml"/><Relationship Id="rId4" Type="http://schemas.openxmlformats.org/officeDocument/2006/relationships/slideLayout" Target="../slideLayouts/slideLayout156.xml"/><Relationship Id="rId9" Type="http://schemas.openxmlformats.org/officeDocument/2006/relationships/slideLayout" Target="../slideLayouts/slideLayout161.xml"/><Relationship Id="rId14" Type="http://schemas.openxmlformats.org/officeDocument/2006/relationships/slideLayout" Target="../slideLayouts/slideLayout166.xml"/></Relationships>
</file>

<file path=ppt/slideMasters/_rels/slideMaster1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5.xml"/><Relationship Id="rId13" Type="http://schemas.openxmlformats.org/officeDocument/2006/relationships/slideLayout" Target="../slideLayouts/slideLayout180.xml"/><Relationship Id="rId3" Type="http://schemas.openxmlformats.org/officeDocument/2006/relationships/slideLayout" Target="../slideLayouts/slideLayout170.xml"/><Relationship Id="rId7" Type="http://schemas.openxmlformats.org/officeDocument/2006/relationships/slideLayout" Target="../slideLayouts/slideLayout174.xml"/><Relationship Id="rId12" Type="http://schemas.openxmlformats.org/officeDocument/2006/relationships/slideLayout" Target="../slideLayouts/slideLayout179.xml"/><Relationship Id="rId17" Type="http://schemas.openxmlformats.org/officeDocument/2006/relationships/image" Target="../media/image4.png"/><Relationship Id="rId2" Type="http://schemas.openxmlformats.org/officeDocument/2006/relationships/slideLayout" Target="../slideLayouts/slideLayout169.xml"/><Relationship Id="rId16" Type="http://schemas.openxmlformats.org/officeDocument/2006/relationships/theme" Target="../theme/theme11.xml"/><Relationship Id="rId1" Type="http://schemas.openxmlformats.org/officeDocument/2006/relationships/slideLayout" Target="../slideLayouts/slideLayout168.xml"/><Relationship Id="rId6" Type="http://schemas.openxmlformats.org/officeDocument/2006/relationships/slideLayout" Target="../slideLayouts/slideLayout173.xml"/><Relationship Id="rId11" Type="http://schemas.openxmlformats.org/officeDocument/2006/relationships/slideLayout" Target="../slideLayouts/slideLayout178.xml"/><Relationship Id="rId5" Type="http://schemas.openxmlformats.org/officeDocument/2006/relationships/slideLayout" Target="../slideLayouts/slideLayout172.xml"/><Relationship Id="rId15" Type="http://schemas.openxmlformats.org/officeDocument/2006/relationships/slideLayout" Target="../slideLayouts/slideLayout182.xml"/><Relationship Id="rId10" Type="http://schemas.openxmlformats.org/officeDocument/2006/relationships/slideLayout" Target="../slideLayouts/slideLayout177.xml"/><Relationship Id="rId4" Type="http://schemas.openxmlformats.org/officeDocument/2006/relationships/slideLayout" Target="../slideLayouts/slideLayout171.xml"/><Relationship Id="rId9" Type="http://schemas.openxmlformats.org/officeDocument/2006/relationships/slideLayout" Target="../slideLayouts/slideLayout176.xml"/><Relationship Id="rId14" Type="http://schemas.openxmlformats.org/officeDocument/2006/relationships/slideLayout" Target="../slideLayouts/slideLayout181.xml"/></Relationships>
</file>

<file path=ppt/slideMasters/_rels/slideMaster1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0.xml"/><Relationship Id="rId13" Type="http://schemas.openxmlformats.org/officeDocument/2006/relationships/slideLayout" Target="../slideLayouts/slideLayout195.xml"/><Relationship Id="rId18" Type="http://schemas.openxmlformats.org/officeDocument/2006/relationships/image" Target="../media/image4.png"/><Relationship Id="rId3" Type="http://schemas.openxmlformats.org/officeDocument/2006/relationships/slideLayout" Target="../slideLayouts/slideLayout185.xml"/><Relationship Id="rId7" Type="http://schemas.openxmlformats.org/officeDocument/2006/relationships/slideLayout" Target="../slideLayouts/slideLayout189.xml"/><Relationship Id="rId12" Type="http://schemas.openxmlformats.org/officeDocument/2006/relationships/slideLayout" Target="../slideLayouts/slideLayout194.xml"/><Relationship Id="rId17" Type="http://schemas.openxmlformats.org/officeDocument/2006/relationships/theme" Target="../theme/theme12.xml"/><Relationship Id="rId2" Type="http://schemas.openxmlformats.org/officeDocument/2006/relationships/slideLayout" Target="../slideLayouts/slideLayout184.xml"/><Relationship Id="rId16" Type="http://schemas.openxmlformats.org/officeDocument/2006/relationships/slideLayout" Target="../slideLayouts/slideLayout198.xml"/><Relationship Id="rId1" Type="http://schemas.openxmlformats.org/officeDocument/2006/relationships/slideLayout" Target="../slideLayouts/slideLayout183.xml"/><Relationship Id="rId6" Type="http://schemas.openxmlformats.org/officeDocument/2006/relationships/slideLayout" Target="../slideLayouts/slideLayout188.xml"/><Relationship Id="rId11" Type="http://schemas.openxmlformats.org/officeDocument/2006/relationships/slideLayout" Target="../slideLayouts/slideLayout193.xml"/><Relationship Id="rId5" Type="http://schemas.openxmlformats.org/officeDocument/2006/relationships/slideLayout" Target="../slideLayouts/slideLayout187.xml"/><Relationship Id="rId15" Type="http://schemas.openxmlformats.org/officeDocument/2006/relationships/slideLayout" Target="../slideLayouts/slideLayout197.xml"/><Relationship Id="rId10" Type="http://schemas.openxmlformats.org/officeDocument/2006/relationships/slideLayout" Target="../slideLayouts/slideLayout192.xml"/><Relationship Id="rId4" Type="http://schemas.openxmlformats.org/officeDocument/2006/relationships/slideLayout" Target="../slideLayouts/slideLayout186.xml"/><Relationship Id="rId9" Type="http://schemas.openxmlformats.org/officeDocument/2006/relationships/slideLayout" Target="../slideLayouts/slideLayout191.xml"/><Relationship Id="rId14" Type="http://schemas.openxmlformats.org/officeDocument/2006/relationships/slideLayout" Target="../slideLayouts/slideLayout196.xml"/></Relationships>
</file>

<file path=ppt/slideMasters/_rels/slideMaster1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6.xml"/><Relationship Id="rId13" Type="http://schemas.openxmlformats.org/officeDocument/2006/relationships/slideLayout" Target="../slideLayouts/slideLayout211.xml"/><Relationship Id="rId3" Type="http://schemas.openxmlformats.org/officeDocument/2006/relationships/slideLayout" Target="../slideLayouts/slideLayout201.xml"/><Relationship Id="rId7" Type="http://schemas.openxmlformats.org/officeDocument/2006/relationships/slideLayout" Target="../slideLayouts/slideLayout205.xml"/><Relationship Id="rId12" Type="http://schemas.openxmlformats.org/officeDocument/2006/relationships/slideLayout" Target="../slideLayouts/slideLayout210.xml"/><Relationship Id="rId2" Type="http://schemas.openxmlformats.org/officeDocument/2006/relationships/slideLayout" Target="../slideLayouts/slideLayout200.xml"/><Relationship Id="rId1" Type="http://schemas.openxmlformats.org/officeDocument/2006/relationships/slideLayout" Target="../slideLayouts/slideLayout199.xml"/><Relationship Id="rId6" Type="http://schemas.openxmlformats.org/officeDocument/2006/relationships/slideLayout" Target="../slideLayouts/slideLayout204.xml"/><Relationship Id="rId11" Type="http://schemas.openxmlformats.org/officeDocument/2006/relationships/slideLayout" Target="../slideLayouts/slideLayout209.xml"/><Relationship Id="rId5" Type="http://schemas.openxmlformats.org/officeDocument/2006/relationships/slideLayout" Target="../slideLayouts/slideLayout203.xml"/><Relationship Id="rId10" Type="http://schemas.openxmlformats.org/officeDocument/2006/relationships/slideLayout" Target="../slideLayouts/slideLayout208.xml"/><Relationship Id="rId4" Type="http://schemas.openxmlformats.org/officeDocument/2006/relationships/slideLayout" Target="../slideLayouts/slideLayout202.xml"/><Relationship Id="rId9" Type="http://schemas.openxmlformats.org/officeDocument/2006/relationships/slideLayout" Target="../slideLayouts/slideLayout207.xml"/><Relationship Id="rId14" Type="http://schemas.openxmlformats.org/officeDocument/2006/relationships/theme" Target="../theme/theme13.xml"/></Relationships>
</file>

<file path=ppt/slideMasters/_rels/slideMaster1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9.xml"/><Relationship Id="rId13" Type="http://schemas.openxmlformats.org/officeDocument/2006/relationships/image" Target="../media/image4.png"/><Relationship Id="rId3" Type="http://schemas.openxmlformats.org/officeDocument/2006/relationships/slideLayout" Target="../slideLayouts/slideLayout214.xml"/><Relationship Id="rId7" Type="http://schemas.openxmlformats.org/officeDocument/2006/relationships/slideLayout" Target="../slideLayouts/slideLayout218.xml"/><Relationship Id="rId12" Type="http://schemas.openxmlformats.org/officeDocument/2006/relationships/theme" Target="../theme/theme14.xml"/><Relationship Id="rId2" Type="http://schemas.openxmlformats.org/officeDocument/2006/relationships/slideLayout" Target="../slideLayouts/slideLayout213.xml"/><Relationship Id="rId1" Type="http://schemas.openxmlformats.org/officeDocument/2006/relationships/slideLayout" Target="../slideLayouts/slideLayout212.xml"/><Relationship Id="rId6" Type="http://schemas.openxmlformats.org/officeDocument/2006/relationships/slideLayout" Target="../slideLayouts/slideLayout217.xml"/><Relationship Id="rId11" Type="http://schemas.openxmlformats.org/officeDocument/2006/relationships/slideLayout" Target="../slideLayouts/slideLayout222.xml"/><Relationship Id="rId5" Type="http://schemas.openxmlformats.org/officeDocument/2006/relationships/slideLayout" Target="../slideLayouts/slideLayout216.xml"/><Relationship Id="rId10" Type="http://schemas.openxmlformats.org/officeDocument/2006/relationships/slideLayout" Target="../slideLayouts/slideLayout221.xml"/><Relationship Id="rId4" Type="http://schemas.openxmlformats.org/officeDocument/2006/relationships/slideLayout" Target="../slideLayouts/slideLayout215.xml"/><Relationship Id="rId9" Type="http://schemas.openxmlformats.org/officeDocument/2006/relationships/slideLayout" Target="../slideLayouts/slideLayout220.xml"/></Relationships>
</file>

<file path=ppt/slideMasters/_rels/slideMaster1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0.xml"/><Relationship Id="rId13" Type="http://schemas.openxmlformats.org/officeDocument/2006/relationships/slideLayout" Target="../slideLayouts/slideLayout235.xml"/><Relationship Id="rId18" Type="http://schemas.openxmlformats.org/officeDocument/2006/relationships/slideLayout" Target="../slideLayouts/slideLayout240.xml"/><Relationship Id="rId3" Type="http://schemas.openxmlformats.org/officeDocument/2006/relationships/slideLayout" Target="../slideLayouts/slideLayout225.xml"/><Relationship Id="rId21" Type="http://schemas.openxmlformats.org/officeDocument/2006/relationships/slideLayout" Target="../slideLayouts/slideLayout243.xml"/><Relationship Id="rId7" Type="http://schemas.openxmlformats.org/officeDocument/2006/relationships/slideLayout" Target="../slideLayouts/slideLayout229.xml"/><Relationship Id="rId12" Type="http://schemas.openxmlformats.org/officeDocument/2006/relationships/slideLayout" Target="../slideLayouts/slideLayout234.xml"/><Relationship Id="rId17" Type="http://schemas.openxmlformats.org/officeDocument/2006/relationships/slideLayout" Target="../slideLayouts/slideLayout239.xml"/><Relationship Id="rId2" Type="http://schemas.openxmlformats.org/officeDocument/2006/relationships/slideLayout" Target="../slideLayouts/slideLayout224.xml"/><Relationship Id="rId16" Type="http://schemas.openxmlformats.org/officeDocument/2006/relationships/slideLayout" Target="../slideLayouts/slideLayout238.xml"/><Relationship Id="rId20" Type="http://schemas.openxmlformats.org/officeDocument/2006/relationships/slideLayout" Target="../slideLayouts/slideLayout242.xml"/><Relationship Id="rId1" Type="http://schemas.openxmlformats.org/officeDocument/2006/relationships/slideLayout" Target="../slideLayouts/slideLayout223.xml"/><Relationship Id="rId6" Type="http://schemas.openxmlformats.org/officeDocument/2006/relationships/slideLayout" Target="../slideLayouts/slideLayout228.xml"/><Relationship Id="rId11" Type="http://schemas.openxmlformats.org/officeDocument/2006/relationships/slideLayout" Target="../slideLayouts/slideLayout233.xml"/><Relationship Id="rId5" Type="http://schemas.openxmlformats.org/officeDocument/2006/relationships/slideLayout" Target="../slideLayouts/slideLayout227.xml"/><Relationship Id="rId15" Type="http://schemas.openxmlformats.org/officeDocument/2006/relationships/slideLayout" Target="../slideLayouts/slideLayout237.xml"/><Relationship Id="rId23" Type="http://schemas.openxmlformats.org/officeDocument/2006/relationships/image" Target="../media/image4.png"/><Relationship Id="rId10" Type="http://schemas.openxmlformats.org/officeDocument/2006/relationships/slideLayout" Target="../slideLayouts/slideLayout232.xml"/><Relationship Id="rId19" Type="http://schemas.openxmlformats.org/officeDocument/2006/relationships/slideLayout" Target="../slideLayouts/slideLayout241.xml"/><Relationship Id="rId4" Type="http://schemas.openxmlformats.org/officeDocument/2006/relationships/slideLayout" Target="../slideLayouts/slideLayout226.xml"/><Relationship Id="rId9" Type="http://schemas.openxmlformats.org/officeDocument/2006/relationships/slideLayout" Target="../slideLayouts/slideLayout231.xml"/><Relationship Id="rId14" Type="http://schemas.openxmlformats.org/officeDocument/2006/relationships/slideLayout" Target="../slideLayouts/slideLayout236.xml"/><Relationship Id="rId22" Type="http://schemas.openxmlformats.org/officeDocument/2006/relationships/theme" Target="../theme/theme15.xml"/></Relationships>
</file>

<file path=ppt/slideMasters/_rels/slideMaster1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51.xml"/><Relationship Id="rId13" Type="http://schemas.openxmlformats.org/officeDocument/2006/relationships/slideLayout" Target="../slideLayouts/slideLayout256.xml"/><Relationship Id="rId3" Type="http://schemas.openxmlformats.org/officeDocument/2006/relationships/slideLayout" Target="../slideLayouts/slideLayout246.xml"/><Relationship Id="rId7" Type="http://schemas.openxmlformats.org/officeDocument/2006/relationships/slideLayout" Target="../slideLayouts/slideLayout250.xml"/><Relationship Id="rId12" Type="http://schemas.openxmlformats.org/officeDocument/2006/relationships/slideLayout" Target="../slideLayouts/slideLayout255.xml"/><Relationship Id="rId2" Type="http://schemas.openxmlformats.org/officeDocument/2006/relationships/slideLayout" Target="../slideLayouts/slideLayout245.xml"/><Relationship Id="rId1" Type="http://schemas.openxmlformats.org/officeDocument/2006/relationships/slideLayout" Target="../slideLayouts/slideLayout244.xml"/><Relationship Id="rId6" Type="http://schemas.openxmlformats.org/officeDocument/2006/relationships/slideLayout" Target="../slideLayouts/slideLayout249.xml"/><Relationship Id="rId11" Type="http://schemas.openxmlformats.org/officeDocument/2006/relationships/slideLayout" Target="../slideLayouts/slideLayout254.xml"/><Relationship Id="rId5" Type="http://schemas.openxmlformats.org/officeDocument/2006/relationships/slideLayout" Target="../slideLayouts/slideLayout248.xml"/><Relationship Id="rId10" Type="http://schemas.openxmlformats.org/officeDocument/2006/relationships/slideLayout" Target="../slideLayouts/slideLayout253.xml"/><Relationship Id="rId4" Type="http://schemas.openxmlformats.org/officeDocument/2006/relationships/slideLayout" Target="../slideLayouts/slideLayout247.xml"/><Relationship Id="rId9" Type="http://schemas.openxmlformats.org/officeDocument/2006/relationships/slideLayout" Target="../slideLayouts/slideLayout252.xml"/><Relationship Id="rId14" Type="http://schemas.openxmlformats.org/officeDocument/2006/relationships/theme" Target="../theme/theme16.xml"/></Relationships>
</file>

<file path=ppt/slideMasters/_rels/slideMaster1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64.xml"/><Relationship Id="rId13" Type="http://schemas.openxmlformats.org/officeDocument/2006/relationships/slideLayout" Target="../slideLayouts/slideLayout269.xml"/><Relationship Id="rId3" Type="http://schemas.openxmlformats.org/officeDocument/2006/relationships/slideLayout" Target="../slideLayouts/slideLayout259.xml"/><Relationship Id="rId7" Type="http://schemas.openxmlformats.org/officeDocument/2006/relationships/slideLayout" Target="../slideLayouts/slideLayout263.xml"/><Relationship Id="rId12" Type="http://schemas.openxmlformats.org/officeDocument/2006/relationships/slideLayout" Target="../slideLayouts/slideLayout268.xml"/><Relationship Id="rId2" Type="http://schemas.openxmlformats.org/officeDocument/2006/relationships/slideLayout" Target="../slideLayouts/slideLayout258.xml"/><Relationship Id="rId1" Type="http://schemas.openxmlformats.org/officeDocument/2006/relationships/slideLayout" Target="../slideLayouts/slideLayout257.xml"/><Relationship Id="rId6" Type="http://schemas.openxmlformats.org/officeDocument/2006/relationships/slideLayout" Target="../slideLayouts/slideLayout262.xml"/><Relationship Id="rId11" Type="http://schemas.openxmlformats.org/officeDocument/2006/relationships/slideLayout" Target="../slideLayouts/slideLayout267.xml"/><Relationship Id="rId5" Type="http://schemas.openxmlformats.org/officeDocument/2006/relationships/slideLayout" Target="../slideLayouts/slideLayout261.xml"/><Relationship Id="rId15" Type="http://schemas.openxmlformats.org/officeDocument/2006/relationships/theme" Target="../theme/theme17.xml"/><Relationship Id="rId10" Type="http://schemas.openxmlformats.org/officeDocument/2006/relationships/slideLayout" Target="../slideLayouts/slideLayout266.xml"/><Relationship Id="rId4" Type="http://schemas.openxmlformats.org/officeDocument/2006/relationships/slideLayout" Target="../slideLayouts/slideLayout260.xml"/><Relationship Id="rId9" Type="http://schemas.openxmlformats.org/officeDocument/2006/relationships/slideLayout" Target="../slideLayouts/slideLayout265.xml"/><Relationship Id="rId14" Type="http://schemas.openxmlformats.org/officeDocument/2006/relationships/slideLayout" Target="../slideLayouts/slideLayout270.xml"/></Relationships>
</file>

<file path=ppt/slideMasters/_rels/slideMaster1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78.xml"/><Relationship Id="rId13" Type="http://schemas.openxmlformats.org/officeDocument/2006/relationships/slideLayout" Target="../slideLayouts/slideLayout283.xml"/><Relationship Id="rId18" Type="http://schemas.openxmlformats.org/officeDocument/2006/relationships/slideLayout" Target="../slideLayouts/slideLayout288.xml"/><Relationship Id="rId3" Type="http://schemas.openxmlformats.org/officeDocument/2006/relationships/slideLayout" Target="../slideLayouts/slideLayout273.xml"/><Relationship Id="rId7" Type="http://schemas.openxmlformats.org/officeDocument/2006/relationships/slideLayout" Target="../slideLayouts/slideLayout277.xml"/><Relationship Id="rId12" Type="http://schemas.openxmlformats.org/officeDocument/2006/relationships/slideLayout" Target="../slideLayouts/slideLayout282.xml"/><Relationship Id="rId17" Type="http://schemas.openxmlformats.org/officeDocument/2006/relationships/slideLayout" Target="../slideLayouts/slideLayout287.xml"/><Relationship Id="rId2" Type="http://schemas.openxmlformats.org/officeDocument/2006/relationships/slideLayout" Target="../slideLayouts/slideLayout272.xml"/><Relationship Id="rId16" Type="http://schemas.openxmlformats.org/officeDocument/2006/relationships/slideLayout" Target="../slideLayouts/slideLayout286.xml"/><Relationship Id="rId1" Type="http://schemas.openxmlformats.org/officeDocument/2006/relationships/slideLayout" Target="../slideLayouts/slideLayout271.xml"/><Relationship Id="rId6" Type="http://schemas.openxmlformats.org/officeDocument/2006/relationships/slideLayout" Target="../slideLayouts/slideLayout276.xml"/><Relationship Id="rId11" Type="http://schemas.openxmlformats.org/officeDocument/2006/relationships/slideLayout" Target="../slideLayouts/slideLayout281.xml"/><Relationship Id="rId5" Type="http://schemas.openxmlformats.org/officeDocument/2006/relationships/slideLayout" Target="../slideLayouts/slideLayout275.xml"/><Relationship Id="rId15" Type="http://schemas.openxmlformats.org/officeDocument/2006/relationships/slideLayout" Target="../slideLayouts/slideLayout285.xml"/><Relationship Id="rId10" Type="http://schemas.openxmlformats.org/officeDocument/2006/relationships/slideLayout" Target="../slideLayouts/slideLayout280.xml"/><Relationship Id="rId19" Type="http://schemas.openxmlformats.org/officeDocument/2006/relationships/theme" Target="../theme/theme18.xml"/><Relationship Id="rId4" Type="http://schemas.openxmlformats.org/officeDocument/2006/relationships/slideLayout" Target="../slideLayouts/slideLayout274.xml"/><Relationship Id="rId9" Type="http://schemas.openxmlformats.org/officeDocument/2006/relationships/slideLayout" Target="../slideLayouts/slideLayout279.xml"/><Relationship Id="rId14" Type="http://schemas.openxmlformats.org/officeDocument/2006/relationships/slideLayout" Target="../slideLayouts/slideLayout284.xml"/></Relationships>
</file>

<file path=ppt/slideMasters/_rels/slideMaster1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96.xml"/><Relationship Id="rId13" Type="http://schemas.openxmlformats.org/officeDocument/2006/relationships/slideLayout" Target="../slideLayouts/slideLayout301.xml"/><Relationship Id="rId3" Type="http://schemas.openxmlformats.org/officeDocument/2006/relationships/slideLayout" Target="../slideLayouts/slideLayout291.xml"/><Relationship Id="rId7" Type="http://schemas.openxmlformats.org/officeDocument/2006/relationships/slideLayout" Target="../slideLayouts/slideLayout295.xml"/><Relationship Id="rId12" Type="http://schemas.openxmlformats.org/officeDocument/2006/relationships/slideLayout" Target="../slideLayouts/slideLayout300.xml"/><Relationship Id="rId2" Type="http://schemas.openxmlformats.org/officeDocument/2006/relationships/slideLayout" Target="../slideLayouts/slideLayout290.xml"/><Relationship Id="rId1" Type="http://schemas.openxmlformats.org/officeDocument/2006/relationships/slideLayout" Target="../slideLayouts/slideLayout289.xml"/><Relationship Id="rId6" Type="http://schemas.openxmlformats.org/officeDocument/2006/relationships/slideLayout" Target="../slideLayouts/slideLayout294.xml"/><Relationship Id="rId11" Type="http://schemas.openxmlformats.org/officeDocument/2006/relationships/slideLayout" Target="../slideLayouts/slideLayout299.xml"/><Relationship Id="rId5" Type="http://schemas.openxmlformats.org/officeDocument/2006/relationships/slideLayout" Target="../slideLayouts/slideLayout293.xml"/><Relationship Id="rId15" Type="http://schemas.openxmlformats.org/officeDocument/2006/relationships/image" Target="../media/image4.png"/><Relationship Id="rId10" Type="http://schemas.openxmlformats.org/officeDocument/2006/relationships/slideLayout" Target="../slideLayouts/slideLayout298.xml"/><Relationship Id="rId4" Type="http://schemas.openxmlformats.org/officeDocument/2006/relationships/slideLayout" Target="../slideLayouts/slideLayout292.xml"/><Relationship Id="rId9" Type="http://schemas.openxmlformats.org/officeDocument/2006/relationships/slideLayout" Target="../slideLayouts/slideLayout297.xml"/><Relationship Id="rId14" Type="http://schemas.openxmlformats.org/officeDocument/2006/relationships/theme" Target="../theme/theme19.xml"/></Relationships>
</file>

<file path=ppt/slideMasters/_rels/slideMaster20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314.xml"/><Relationship Id="rId18" Type="http://schemas.openxmlformats.org/officeDocument/2006/relationships/slideLayout" Target="../slideLayouts/slideLayout319.xml"/><Relationship Id="rId26" Type="http://schemas.openxmlformats.org/officeDocument/2006/relationships/slideLayout" Target="../slideLayouts/slideLayout327.xml"/><Relationship Id="rId21" Type="http://schemas.openxmlformats.org/officeDocument/2006/relationships/slideLayout" Target="../slideLayouts/slideLayout322.xml"/><Relationship Id="rId34" Type="http://schemas.openxmlformats.org/officeDocument/2006/relationships/slideLayout" Target="../slideLayouts/slideLayout335.xml"/><Relationship Id="rId7" Type="http://schemas.openxmlformats.org/officeDocument/2006/relationships/slideLayout" Target="../slideLayouts/slideLayout308.xml"/><Relationship Id="rId12" Type="http://schemas.openxmlformats.org/officeDocument/2006/relationships/slideLayout" Target="../slideLayouts/slideLayout313.xml"/><Relationship Id="rId17" Type="http://schemas.openxmlformats.org/officeDocument/2006/relationships/slideLayout" Target="../slideLayouts/slideLayout318.xml"/><Relationship Id="rId25" Type="http://schemas.openxmlformats.org/officeDocument/2006/relationships/slideLayout" Target="../slideLayouts/slideLayout326.xml"/><Relationship Id="rId33" Type="http://schemas.openxmlformats.org/officeDocument/2006/relationships/slideLayout" Target="../slideLayouts/slideLayout334.xml"/><Relationship Id="rId2" Type="http://schemas.openxmlformats.org/officeDocument/2006/relationships/slideLayout" Target="../slideLayouts/slideLayout303.xml"/><Relationship Id="rId16" Type="http://schemas.openxmlformats.org/officeDocument/2006/relationships/slideLayout" Target="../slideLayouts/slideLayout317.xml"/><Relationship Id="rId20" Type="http://schemas.openxmlformats.org/officeDocument/2006/relationships/slideLayout" Target="../slideLayouts/slideLayout321.xml"/><Relationship Id="rId29" Type="http://schemas.openxmlformats.org/officeDocument/2006/relationships/slideLayout" Target="../slideLayouts/slideLayout330.xml"/><Relationship Id="rId1" Type="http://schemas.openxmlformats.org/officeDocument/2006/relationships/slideLayout" Target="../slideLayouts/slideLayout302.xml"/><Relationship Id="rId6" Type="http://schemas.openxmlformats.org/officeDocument/2006/relationships/slideLayout" Target="../slideLayouts/slideLayout307.xml"/><Relationship Id="rId11" Type="http://schemas.openxmlformats.org/officeDocument/2006/relationships/slideLayout" Target="../slideLayouts/slideLayout312.xml"/><Relationship Id="rId24" Type="http://schemas.openxmlformats.org/officeDocument/2006/relationships/slideLayout" Target="../slideLayouts/slideLayout325.xml"/><Relationship Id="rId32" Type="http://schemas.openxmlformats.org/officeDocument/2006/relationships/slideLayout" Target="../slideLayouts/slideLayout333.xml"/><Relationship Id="rId37" Type="http://schemas.openxmlformats.org/officeDocument/2006/relationships/image" Target="../media/image4.png"/><Relationship Id="rId5" Type="http://schemas.openxmlformats.org/officeDocument/2006/relationships/slideLayout" Target="../slideLayouts/slideLayout306.xml"/><Relationship Id="rId15" Type="http://schemas.openxmlformats.org/officeDocument/2006/relationships/slideLayout" Target="../slideLayouts/slideLayout316.xml"/><Relationship Id="rId23" Type="http://schemas.openxmlformats.org/officeDocument/2006/relationships/slideLayout" Target="../slideLayouts/slideLayout324.xml"/><Relationship Id="rId28" Type="http://schemas.openxmlformats.org/officeDocument/2006/relationships/slideLayout" Target="../slideLayouts/slideLayout329.xml"/><Relationship Id="rId36" Type="http://schemas.openxmlformats.org/officeDocument/2006/relationships/theme" Target="../theme/theme20.xml"/><Relationship Id="rId10" Type="http://schemas.openxmlformats.org/officeDocument/2006/relationships/slideLayout" Target="../slideLayouts/slideLayout311.xml"/><Relationship Id="rId19" Type="http://schemas.openxmlformats.org/officeDocument/2006/relationships/slideLayout" Target="../slideLayouts/slideLayout320.xml"/><Relationship Id="rId31" Type="http://schemas.openxmlformats.org/officeDocument/2006/relationships/slideLayout" Target="../slideLayouts/slideLayout332.xml"/><Relationship Id="rId4" Type="http://schemas.openxmlformats.org/officeDocument/2006/relationships/slideLayout" Target="../slideLayouts/slideLayout305.xml"/><Relationship Id="rId9" Type="http://schemas.openxmlformats.org/officeDocument/2006/relationships/slideLayout" Target="../slideLayouts/slideLayout310.xml"/><Relationship Id="rId14" Type="http://schemas.openxmlformats.org/officeDocument/2006/relationships/slideLayout" Target="../slideLayouts/slideLayout315.xml"/><Relationship Id="rId22" Type="http://schemas.openxmlformats.org/officeDocument/2006/relationships/slideLayout" Target="../slideLayouts/slideLayout323.xml"/><Relationship Id="rId27" Type="http://schemas.openxmlformats.org/officeDocument/2006/relationships/slideLayout" Target="../slideLayouts/slideLayout328.xml"/><Relationship Id="rId30" Type="http://schemas.openxmlformats.org/officeDocument/2006/relationships/slideLayout" Target="../slideLayouts/slideLayout331.xml"/><Relationship Id="rId35" Type="http://schemas.openxmlformats.org/officeDocument/2006/relationships/slideLayout" Target="../slideLayouts/slideLayout336.xml"/><Relationship Id="rId8" Type="http://schemas.openxmlformats.org/officeDocument/2006/relationships/slideLayout" Target="../slideLayouts/slideLayout309.xml"/><Relationship Id="rId3" Type="http://schemas.openxmlformats.org/officeDocument/2006/relationships/slideLayout" Target="../slideLayouts/slideLayout304.xml"/></Relationships>
</file>

<file path=ppt/slideMasters/_rels/slideMaster2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44.xml"/><Relationship Id="rId13" Type="http://schemas.openxmlformats.org/officeDocument/2006/relationships/slideLayout" Target="../slideLayouts/slideLayout349.xml"/><Relationship Id="rId3" Type="http://schemas.openxmlformats.org/officeDocument/2006/relationships/slideLayout" Target="../slideLayouts/slideLayout339.xml"/><Relationship Id="rId7" Type="http://schemas.openxmlformats.org/officeDocument/2006/relationships/slideLayout" Target="../slideLayouts/slideLayout343.xml"/><Relationship Id="rId12" Type="http://schemas.openxmlformats.org/officeDocument/2006/relationships/slideLayout" Target="../slideLayouts/slideLayout348.xml"/><Relationship Id="rId2" Type="http://schemas.openxmlformats.org/officeDocument/2006/relationships/slideLayout" Target="../slideLayouts/slideLayout338.xml"/><Relationship Id="rId1" Type="http://schemas.openxmlformats.org/officeDocument/2006/relationships/slideLayout" Target="../slideLayouts/slideLayout337.xml"/><Relationship Id="rId6" Type="http://schemas.openxmlformats.org/officeDocument/2006/relationships/slideLayout" Target="../slideLayouts/slideLayout342.xml"/><Relationship Id="rId11" Type="http://schemas.openxmlformats.org/officeDocument/2006/relationships/slideLayout" Target="../slideLayouts/slideLayout347.xml"/><Relationship Id="rId5" Type="http://schemas.openxmlformats.org/officeDocument/2006/relationships/slideLayout" Target="../slideLayouts/slideLayout341.xml"/><Relationship Id="rId10" Type="http://schemas.openxmlformats.org/officeDocument/2006/relationships/slideLayout" Target="../slideLayouts/slideLayout346.xml"/><Relationship Id="rId4" Type="http://schemas.openxmlformats.org/officeDocument/2006/relationships/slideLayout" Target="../slideLayouts/slideLayout340.xml"/><Relationship Id="rId9" Type="http://schemas.openxmlformats.org/officeDocument/2006/relationships/slideLayout" Target="../slideLayouts/slideLayout345.xml"/><Relationship Id="rId14" Type="http://schemas.openxmlformats.org/officeDocument/2006/relationships/theme" Target="../theme/theme21.xml"/></Relationships>
</file>

<file path=ppt/slideMasters/_rels/slideMaster2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57.xml"/><Relationship Id="rId13" Type="http://schemas.openxmlformats.org/officeDocument/2006/relationships/image" Target="../media/image4.png"/><Relationship Id="rId3" Type="http://schemas.openxmlformats.org/officeDocument/2006/relationships/slideLayout" Target="../slideLayouts/slideLayout352.xml"/><Relationship Id="rId7" Type="http://schemas.openxmlformats.org/officeDocument/2006/relationships/slideLayout" Target="../slideLayouts/slideLayout356.xml"/><Relationship Id="rId12" Type="http://schemas.openxmlformats.org/officeDocument/2006/relationships/theme" Target="../theme/theme22.xml"/><Relationship Id="rId2" Type="http://schemas.openxmlformats.org/officeDocument/2006/relationships/slideLayout" Target="../slideLayouts/slideLayout351.xml"/><Relationship Id="rId1" Type="http://schemas.openxmlformats.org/officeDocument/2006/relationships/slideLayout" Target="../slideLayouts/slideLayout350.xml"/><Relationship Id="rId6" Type="http://schemas.openxmlformats.org/officeDocument/2006/relationships/slideLayout" Target="../slideLayouts/slideLayout355.xml"/><Relationship Id="rId11" Type="http://schemas.openxmlformats.org/officeDocument/2006/relationships/slideLayout" Target="../slideLayouts/slideLayout360.xml"/><Relationship Id="rId5" Type="http://schemas.openxmlformats.org/officeDocument/2006/relationships/slideLayout" Target="../slideLayouts/slideLayout354.xml"/><Relationship Id="rId10" Type="http://schemas.openxmlformats.org/officeDocument/2006/relationships/slideLayout" Target="../slideLayouts/slideLayout359.xml"/><Relationship Id="rId4" Type="http://schemas.openxmlformats.org/officeDocument/2006/relationships/slideLayout" Target="../slideLayouts/slideLayout353.xml"/><Relationship Id="rId9" Type="http://schemas.openxmlformats.org/officeDocument/2006/relationships/slideLayout" Target="../slideLayouts/slideLayout35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5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smtClean="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DAE0A98B-91D6-4D0A-A390-AF26B360F87A}" type="datetime1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smtClean="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smtClean="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60DB935C-A2BB-404C-A6C5-67E9068028E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69" r:id="rId1"/>
    <p:sldLayoutId id="2147483870" r:id="rId2"/>
    <p:sldLayoutId id="2147483871" r:id="rId3"/>
    <p:sldLayoutId id="2147483872" r:id="rId4"/>
    <p:sldLayoutId id="2147483873" r:id="rId5"/>
    <p:sldLayoutId id="2147483874" r:id="rId6"/>
    <p:sldLayoutId id="2147483875" r:id="rId7"/>
    <p:sldLayoutId id="2147483876" r:id="rId8"/>
    <p:sldLayoutId id="2147483877" r:id="rId9"/>
    <p:sldLayoutId id="2147483878" r:id="rId10"/>
    <p:sldLayoutId id="2147483879" r:id="rId11"/>
    <p:sldLayoutId id="2147483881" r:id="rId12"/>
    <p:sldLayoutId id="2147483923" r:id="rId13"/>
  </p:sldLayoutIdLst>
  <p:hf sldNum="0" hdr="0" ftr="0" dt="0"/>
  <p:txStyles>
    <p:titleStyle>
      <a:lvl1pPr algn="l" rtl="0" fontAlgn="base">
        <a:spcBef>
          <a:spcPct val="0"/>
        </a:spcBef>
        <a:spcAft>
          <a:spcPct val="0"/>
        </a:spcAft>
        <a:defRPr sz="4000" b="1" kern="1200" spc="-150">
          <a:solidFill>
            <a:schemeClr val="tx1"/>
          </a:solidFill>
          <a:latin typeface="Arial" pitchFamily="34" charset="0"/>
          <a:ea typeface="+mj-ea"/>
          <a:cs typeface="Arial" pitchFamily="34" charset="0"/>
        </a:defRPr>
      </a:lvl1pPr>
      <a:lvl2pPr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2pPr>
      <a:lvl3pPr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3pPr>
      <a:lvl4pPr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4pPr>
      <a:lvl5pPr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TextBox 6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sz="1100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>
                <a:solidFill>
                  <a:srgbClr val="101141"/>
                </a:solidFill>
                <a:latin typeface="Arial"/>
                <a:cs typeface="Arial"/>
              </a:rPr>
              <a:t>Pilani, Pilani Campus</a:t>
            </a:r>
          </a:p>
        </p:txBody>
      </p:sp>
      <p:pic>
        <p:nvPicPr>
          <p:cNvPr id="3076" name="Picture 7" descr="Picture 7.png"/>
          <p:cNvPicPr>
            <a:picLocks noChangeAspect="1"/>
          </p:cNvPicPr>
          <p:nvPr/>
        </p:nvPicPr>
        <p:blipFill>
          <a:blip r:embed="rId13" cstate="print"/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3077" name="Group 8"/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0" name="Rectangle 9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2" name="Rectangle 11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grpSp>
        <p:nvGrpSpPr>
          <p:cNvPr id="3078" name="Group 12"/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4" name="Rectangle 1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6" name="Rectangle 15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84" r:id="rId1"/>
    <p:sldLayoutId id="2147483885" r:id="rId2"/>
    <p:sldLayoutId id="2147483886" r:id="rId3"/>
    <p:sldLayoutId id="2147483887" r:id="rId4"/>
    <p:sldLayoutId id="2147483888" r:id="rId5"/>
    <p:sldLayoutId id="2147483889" r:id="rId6"/>
    <p:sldLayoutId id="2147483890" r:id="rId7"/>
    <p:sldLayoutId id="2147483891" r:id="rId8"/>
    <p:sldLayoutId id="2147483892" r:id="rId9"/>
    <p:sldLayoutId id="2147483893" r:id="rId10"/>
    <p:sldLayoutId id="2147483894" r:id="rId11"/>
  </p:sldLayoutIdLst>
  <p:hf sldNum="0" hdr="0" ftr="0" dt="0"/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TextBox 6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sz="1100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>
                <a:solidFill>
                  <a:srgbClr val="101141"/>
                </a:solidFill>
                <a:latin typeface="Arial"/>
                <a:cs typeface="Arial"/>
              </a:rPr>
              <a:t>Pilani, Pilani Campus</a:t>
            </a:r>
          </a:p>
        </p:txBody>
      </p:sp>
      <p:pic>
        <p:nvPicPr>
          <p:cNvPr id="4100" name="Picture 7" descr="Picture 7.png"/>
          <p:cNvPicPr>
            <a:picLocks noChangeAspect="1"/>
          </p:cNvPicPr>
          <p:nvPr/>
        </p:nvPicPr>
        <p:blipFill>
          <a:blip r:embed="rId13" cstate="print"/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4101" name="Group 8"/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0" name="Rectangle 9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2" name="Rectangle 11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grpSp>
        <p:nvGrpSpPr>
          <p:cNvPr id="4102" name="Group 12"/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4" name="Rectangle 1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6" name="Rectangle 15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95" r:id="rId1"/>
    <p:sldLayoutId id="2147483896" r:id="rId2"/>
    <p:sldLayoutId id="2147483897" r:id="rId3"/>
    <p:sldLayoutId id="2147483898" r:id="rId4"/>
    <p:sldLayoutId id="2147483899" r:id="rId5"/>
    <p:sldLayoutId id="2147483900" r:id="rId6"/>
    <p:sldLayoutId id="2147483901" r:id="rId7"/>
    <p:sldLayoutId id="2147483902" r:id="rId8"/>
    <p:sldLayoutId id="2147483903" r:id="rId9"/>
    <p:sldLayoutId id="2147483904" r:id="rId10"/>
    <p:sldLayoutId id="2147483905" r:id="rId11"/>
  </p:sldLayoutIdLst>
  <p:hf sldNum="0" hdr="0" ftr="0" dt="0"/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5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585924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00" r:id="rId1"/>
    <p:sldLayoutId id="2147484001" r:id="rId2"/>
    <p:sldLayoutId id="2147484002" r:id="rId3"/>
    <p:sldLayoutId id="2147484003" r:id="rId4"/>
    <p:sldLayoutId id="2147484004" r:id="rId5"/>
    <p:sldLayoutId id="2147484005" r:id="rId6"/>
    <p:sldLayoutId id="2147484006" r:id="rId7"/>
    <p:sldLayoutId id="2147484007" r:id="rId8"/>
    <p:sldLayoutId id="2147484008" r:id="rId9"/>
    <p:sldLayoutId id="2147484009" r:id="rId10"/>
    <p:sldLayoutId id="2147484010" r:id="rId11"/>
    <p:sldLayoutId id="2147484011" r:id="rId12"/>
    <p:sldLayoutId id="2147484012" r:id="rId13"/>
    <p:sldLayoutId id="2147484013" r:id="rId14"/>
    <p:sldLayoutId id="2147484014" r:id="rId15"/>
    <p:sldLayoutId id="2147484015" r:id="rId16"/>
    <p:sldLayoutId id="2147484017" r:id="rId17"/>
    <p:sldLayoutId id="2147484018" r:id="rId18"/>
    <p:sldLayoutId id="2147484019" r:id="rId19"/>
    <p:sldLayoutId id="2147484020" r:id="rId20"/>
    <p:sldLayoutId id="2147484022" r:id="rId21"/>
    <p:sldLayoutId id="2147484023" r:id="rId22"/>
    <p:sldLayoutId id="2147484024" r:id="rId23"/>
    <p:sldLayoutId id="2147484025" r:id="rId24"/>
    <p:sldLayoutId id="2147484026" r:id="rId25"/>
    <p:sldLayoutId id="2147484027" r:id="rId26"/>
    <p:sldLayoutId id="2147484028" r:id="rId27"/>
    <p:sldLayoutId id="2147484029" r:id="rId28"/>
    <p:sldLayoutId id="2147484030" r:id="rId29"/>
    <p:sldLayoutId id="2147484031" r:id="rId30"/>
    <p:sldLayoutId id="2147484032" r:id="rId31"/>
    <p:sldLayoutId id="2147484033" r:id="rId32"/>
    <p:sldLayoutId id="2147484034" r:id="rId33"/>
    <p:sldLayoutId id="2147484038" r:id="rId34"/>
    <p:sldLayoutId id="2147484039" r:id="rId35"/>
    <p:sldLayoutId id="2147484041" r:id="rId36"/>
  </p:sldLayoutIdLst>
  <p:hf sldNum="0" hdr="0" ftr="0" dt="0"/>
  <p:txStyles>
    <p:titleStyle>
      <a:lvl1pPr algn="l" rtl="0" fontAlgn="base">
        <a:spcBef>
          <a:spcPct val="0"/>
        </a:spcBef>
        <a:spcAft>
          <a:spcPct val="0"/>
        </a:spcAft>
        <a:defRPr sz="4000" b="1" kern="1200" spc="-150">
          <a:solidFill>
            <a:schemeClr val="tx1"/>
          </a:solidFill>
          <a:latin typeface="Arial" pitchFamily="34" charset="0"/>
          <a:ea typeface="+mj-ea"/>
          <a:cs typeface="Arial" pitchFamily="34" charset="0"/>
        </a:defRPr>
      </a:lvl1pPr>
      <a:lvl2pPr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2pPr>
      <a:lvl3pPr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3pPr>
      <a:lvl4pPr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4pPr>
      <a:lvl5pPr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05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smtClean="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D9E909E-7C98-4E08-B6CF-5AC97662F8A6}" type="datetime3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13 January 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smtClean="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IS ZC464, Machine Learning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smtClean="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0DB935C-A2BB-404C-A6C5-67E9068028EC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59104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76" r:id="rId1"/>
    <p:sldLayoutId id="2147484177" r:id="rId2"/>
    <p:sldLayoutId id="2147484178" r:id="rId3"/>
    <p:sldLayoutId id="2147484179" r:id="rId4"/>
    <p:sldLayoutId id="2147484180" r:id="rId5"/>
    <p:sldLayoutId id="2147484181" r:id="rId6"/>
    <p:sldLayoutId id="2147484182" r:id="rId7"/>
    <p:sldLayoutId id="2147484183" r:id="rId8"/>
    <p:sldLayoutId id="2147484184" r:id="rId9"/>
    <p:sldLayoutId id="2147484185" r:id="rId10"/>
    <p:sldLayoutId id="2147484186" r:id="rId11"/>
    <p:sldLayoutId id="2147484187" r:id="rId12"/>
    <p:sldLayoutId id="2147484188" r:id="rId13"/>
    <p:sldLayoutId id="2147484189" r:id="rId14"/>
    <p:sldLayoutId id="2147484190" r:id="rId15"/>
    <p:sldLayoutId id="2147484191" r:id="rId16"/>
    <p:sldLayoutId id="2147484192" r:id="rId17"/>
    <p:sldLayoutId id="2147484193" r:id="rId18"/>
    <p:sldLayoutId id="2147484194" r:id="rId19"/>
    <p:sldLayoutId id="2147484195" r:id="rId20"/>
    <p:sldLayoutId id="2147484196" r:id="rId21"/>
    <p:sldLayoutId id="2147484197" r:id="rId22"/>
    <p:sldLayoutId id="2147484198" r:id="rId23"/>
    <p:sldLayoutId id="2147484199" r:id="rId24"/>
    <p:sldLayoutId id="2147484200" r:id="rId25"/>
    <p:sldLayoutId id="2147484201" r:id="rId26"/>
    <p:sldLayoutId id="2147484202" r:id="rId27"/>
  </p:sldLayoutIdLst>
  <p:hf hdr="0"/>
  <p:txStyles>
    <p:titleStyle>
      <a:lvl1pPr algn="l" rtl="0" fontAlgn="base">
        <a:spcBef>
          <a:spcPct val="0"/>
        </a:spcBef>
        <a:spcAft>
          <a:spcPct val="0"/>
        </a:spcAft>
        <a:defRPr sz="4000" b="1" kern="1200" spc="-150">
          <a:solidFill>
            <a:schemeClr val="tx1"/>
          </a:solidFill>
          <a:latin typeface="Arial" pitchFamily="34" charset="0"/>
          <a:ea typeface="+mj-ea"/>
          <a:cs typeface="Arial" pitchFamily="34" charset="0"/>
        </a:defRPr>
      </a:lvl1pPr>
      <a:lvl2pPr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2pPr>
      <a:lvl3pPr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3pPr>
      <a:lvl4pPr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4pPr>
      <a:lvl5pPr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 smtClean="0"/>
          </a:p>
        </p:txBody>
      </p:sp>
      <p:sp>
        <p:nvSpPr>
          <p:cNvPr id="7" name="TextBox 6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Pilani, Pilani Campus</a:t>
            </a:r>
          </a:p>
        </p:txBody>
      </p:sp>
      <p:pic>
        <p:nvPicPr>
          <p:cNvPr id="3076" name="Picture 7" descr="Picture 7.png"/>
          <p:cNvPicPr>
            <a:picLocks noChangeAspect="1"/>
          </p:cNvPicPr>
          <p:nvPr/>
        </p:nvPicPr>
        <p:blipFill>
          <a:blip r:embed="rId16" cstate="print"/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3077" name="Group 8"/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0" name="Rectangle 9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" name="Rectangle 11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3078" name="Group 12"/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4" name="Rectangle 1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6" name="Rectangle 15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040701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383" r:id="rId1"/>
    <p:sldLayoutId id="2147484384" r:id="rId2"/>
    <p:sldLayoutId id="2147484385" r:id="rId3"/>
    <p:sldLayoutId id="2147484386" r:id="rId4"/>
    <p:sldLayoutId id="2147484387" r:id="rId5"/>
    <p:sldLayoutId id="2147484388" r:id="rId6"/>
    <p:sldLayoutId id="2147484389" r:id="rId7"/>
    <p:sldLayoutId id="2147484390" r:id="rId8"/>
    <p:sldLayoutId id="2147484391" r:id="rId9"/>
    <p:sldLayoutId id="2147484392" r:id="rId10"/>
    <p:sldLayoutId id="2147484393" r:id="rId11"/>
    <p:sldLayoutId id="2147484396" r:id="rId12"/>
    <p:sldLayoutId id="2147484397" r:id="rId13"/>
    <p:sldLayoutId id="2147484398" r:id="rId14"/>
  </p:sldLayoutIdLst>
  <p:hf hdr="0"/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 smtClean="0"/>
          </a:p>
        </p:txBody>
      </p:sp>
      <p:sp>
        <p:nvSpPr>
          <p:cNvPr id="7" name="TextBox 6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Pilani, Pilani Campus</a:t>
            </a:r>
          </a:p>
        </p:txBody>
      </p:sp>
      <p:pic>
        <p:nvPicPr>
          <p:cNvPr id="3076" name="Picture 7" descr="Picture 7.png"/>
          <p:cNvPicPr>
            <a:picLocks noChangeAspect="1"/>
          </p:cNvPicPr>
          <p:nvPr/>
        </p:nvPicPr>
        <p:blipFill>
          <a:blip r:embed="rId16" cstate="print"/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3077" name="Group 8"/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0" name="Rectangle 9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" name="Rectangle 11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3078" name="Group 12"/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4" name="Rectangle 1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6" name="Rectangle 15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298395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00" r:id="rId1"/>
    <p:sldLayoutId id="2147484401" r:id="rId2"/>
    <p:sldLayoutId id="2147484402" r:id="rId3"/>
    <p:sldLayoutId id="2147484403" r:id="rId4"/>
    <p:sldLayoutId id="2147484404" r:id="rId5"/>
    <p:sldLayoutId id="2147484405" r:id="rId6"/>
    <p:sldLayoutId id="2147484406" r:id="rId7"/>
    <p:sldLayoutId id="2147484407" r:id="rId8"/>
    <p:sldLayoutId id="2147484408" r:id="rId9"/>
    <p:sldLayoutId id="2147484409" r:id="rId10"/>
    <p:sldLayoutId id="2147484410" r:id="rId11"/>
    <p:sldLayoutId id="2147484413" r:id="rId12"/>
    <p:sldLayoutId id="2147484414" r:id="rId13"/>
    <p:sldLayoutId id="2147484415" r:id="rId14"/>
  </p:sldLayoutIdLst>
  <p:hf hdr="0"/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 smtClean="0"/>
          </a:p>
        </p:txBody>
      </p:sp>
      <p:sp>
        <p:nvSpPr>
          <p:cNvPr id="7" name="TextBox 6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Pilani, Pilani Campus</a:t>
            </a:r>
          </a:p>
        </p:txBody>
      </p:sp>
      <p:pic>
        <p:nvPicPr>
          <p:cNvPr id="3076" name="Picture 7" descr="Picture 7.png"/>
          <p:cNvPicPr>
            <a:picLocks noChangeAspect="1"/>
          </p:cNvPicPr>
          <p:nvPr/>
        </p:nvPicPr>
        <p:blipFill>
          <a:blip r:embed="rId17" cstate="print"/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3077" name="Group 8"/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0" name="Rectangle 9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" name="Rectangle 11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3078" name="Group 12"/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4" name="Rectangle 1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6" name="Rectangle 15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499390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17" r:id="rId1"/>
    <p:sldLayoutId id="2147484418" r:id="rId2"/>
    <p:sldLayoutId id="2147484419" r:id="rId3"/>
    <p:sldLayoutId id="2147484420" r:id="rId4"/>
    <p:sldLayoutId id="2147484421" r:id="rId5"/>
    <p:sldLayoutId id="2147484422" r:id="rId6"/>
    <p:sldLayoutId id="2147484423" r:id="rId7"/>
    <p:sldLayoutId id="2147484424" r:id="rId8"/>
    <p:sldLayoutId id="2147484425" r:id="rId9"/>
    <p:sldLayoutId id="2147484426" r:id="rId10"/>
    <p:sldLayoutId id="2147484427" r:id="rId11"/>
    <p:sldLayoutId id="2147484428" r:id="rId12"/>
    <p:sldLayoutId id="2147484429" r:id="rId13"/>
    <p:sldLayoutId id="2147484430" r:id="rId14"/>
    <p:sldLayoutId id="2147484432" r:id="rId15"/>
  </p:sldLayoutIdLst>
  <p:hf hdr="0"/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 smtClean="0"/>
          </a:p>
        </p:txBody>
      </p:sp>
      <p:sp>
        <p:nvSpPr>
          <p:cNvPr id="7" name="TextBox 6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Pilani, Pilani Campus</a:t>
            </a:r>
          </a:p>
        </p:txBody>
      </p:sp>
      <p:pic>
        <p:nvPicPr>
          <p:cNvPr id="3076" name="Picture 7" descr="Picture 7.png"/>
          <p:cNvPicPr>
            <a:picLocks noChangeAspect="1"/>
          </p:cNvPicPr>
          <p:nvPr/>
        </p:nvPicPr>
        <p:blipFill>
          <a:blip r:embed="rId13" cstate="print"/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3077" name="Group 8"/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0" name="Rectangle 9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" name="Rectangle 11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3078" name="Group 12"/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4" name="Rectangle 1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6" name="Rectangle 15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622761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34" r:id="rId1"/>
    <p:sldLayoutId id="2147484435" r:id="rId2"/>
    <p:sldLayoutId id="2147484436" r:id="rId3"/>
    <p:sldLayoutId id="2147484437" r:id="rId4"/>
    <p:sldLayoutId id="2147484438" r:id="rId5"/>
    <p:sldLayoutId id="2147484439" r:id="rId6"/>
    <p:sldLayoutId id="2147484440" r:id="rId7"/>
    <p:sldLayoutId id="2147484441" r:id="rId8"/>
    <p:sldLayoutId id="2147484442" r:id="rId9"/>
    <p:sldLayoutId id="2147484443" r:id="rId10"/>
    <p:sldLayoutId id="2147484444" r:id="rId11"/>
  </p:sldLayoutIdLst>
  <p:hf hdr="0"/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 smtClean="0"/>
          </a:p>
        </p:txBody>
      </p:sp>
      <p:sp>
        <p:nvSpPr>
          <p:cNvPr id="7" name="TextBox 6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Pilani, Pilani Campus</a:t>
            </a:r>
          </a:p>
        </p:txBody>
      </p:sp>
      <p:pic>
        <p:nvPicPr>
          <p:cNvPr id="3076" name="Picture 7" descr="Picture 7.png"/>
          <p:cNvPicPr>
            <a:picLocks noChangeAspect="1"/>
          </p:cNvPicPr>
          <p:nvPr/>
        </p:nvPicPr>
        <p:blipFill>
          <a:blip r:embed="rId17" cstate="print"/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3077" name="Group 8"/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0" name="Rectangle 9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" name="Rectangle 11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3078" name="Group 12"/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4" name="Rectangle 1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6" name="Rectangle 15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988380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522" r:id="rId1"/>
    <p:sldLayoutId id="2147484523" r:id="rId2"/>
    <p:sldLayoutId id="2147484524" r:id="rId3"/>
    <p:sldLayoutId id="2147484525" r:id="rId4"/>
    <p:sldLayoutId id="2147484526" r:id="rId5"/>
    <p:sldLayoutId id="2147484527" r:id="rId6"/>
    <p:sldLayoutId id="2147484528" r:id="rId7"/>
    <p:sldLayoutId id="2147484529" r:id="rId8"/>
    <p:sldLayoutId id="2147484530" r:id="rId9"/>
    <p:sldLayoutId id="2147484531" r:id="rId10"/>
    <p:sldLayoutId id="2147484532" r:id="rId11"/>
    <p:sldLayoutId id="2147484533" r:id="rId12"/>
    <p:sldLayoutId id="2147484535" r:id="rId13"/>
    <p:sldLayoutId id="2147484536" r:id="rId14"/>
    <p:sldLayoutId id="2147484537" r:id="rId15"/>
  </p:sldLayoutIdLst>
  <p:hf hdr="0"/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 smtClean="0"/>
          </a:p>
        </p:txBody>
      </p:sp>
      <p:sp>
        <p:nvSpPr>
          <p:cNvPr id="7" name="TextBox 6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Pilani, Pilani Campus</a:t>
            </a:r>
          </a:p>
        </p:txBody>
      </p:sp>
      <p:pic>
        <p:nvPicPr>
          <p:cNvPr id="3076" name="Picture 7" descr="Picture 7.png"/>
          <p:cNvPicPr>
            <a:picLocks noChangeAspect="1"/>
          </p:cNvPicPr>
          <p:nvPr/>
        </p:nvPicPr>
        <p:blipFill>
          <a:blip r:embed="rId17" cstate="print"/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3077" name="Group 8"/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0" name="Rectangle 9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" name="Rectangle 11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3078" name="Group 12"/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4" name="Rectangle 1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6" name="Rectangle 15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087156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540" r:id="rId1"/>
    <p:sldLayoutId id="2147484541" r:id="rId2"/>
    <p:sldLayoutId id="2147484542" r:id="rId3"/>
    <p:sldLayoutId id="2147484543" r:id="rId4"/>
    <p:sldLayoutId id="2147484544" r:id="rId5"/>
    <p:sldLayoutId id="2147484545" r:id="rId6"/>
    <p:sldLayoutId id="2147484546" r:id="rId7"/>
    <p:sldLayoutId id="2147484547" r:id="rId8"/>
    <p:sldLayoutId id="2147484548" r:id="rId9"/>
    <p:sldLayoutId id="2147484549" r:id="rId10"/>
    <p:sldLayoutId id="2147484550" r:id="rId11"/>
    <p:sldLayoutId id="2147484551" r:id="rId12"/>
    <p:sldLayoutId id="2147484552" r:id="rId13"/>
    <p:sldLayoutId id="2147484553" r:id="rId14"/>
    <p:sldLayoutId id="2147484554" r:id="rId15"/>
  </p:sldLayoutIdLst>
  <p:hf hdr="0"/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 smtClean="0"/>
          </a:p>
        </p:txBody>
      </p:sp>
      <p:sp>
        <p:nvSpPr>
          <p:cNvPr id="7" name="TextBox 6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Pilani, Pilani Campus</a:t>
            </a:r>
          </a:p>
        </p:txBody>
      </p:sp>
      <p:pic>
        <p:nvPicPr>
          <p:cNvPr id="3076" name="Picture 7" descr="Picture 7.png"/>
          <p:cNvPicPr>
            <a:picLocks noChangeAspect="1"/>
          </p:cNvPicPr>
          <p:nvPr/>
        </p:nvPicPr>
        <p:blipFill>
          <a:blip r:embed="rId18" cstate="print"/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3077" name="Group 8"/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0" name="Rectangle 9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" name="Rectangle 11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3078" name="Group 12"/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4" name="Rectangle 1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6" name="Rectangle 15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13394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556" r:id="rId1"/>
    <p:sldLayoutId id="2147484557" r:id="rId2"/>
    <p:sldLayoutId id="2147484558" r:id="rId3"/>
    <p:sldLayoutId id="2147484559" r:id="rId4"/>
    <p:sldLayoutId id="2147484560" r:id="rId5"/>
    <p:sldLayoutId id="2147484561" r:id="rId6"/>
    <p:sldLayoutId id="2147484562" r:id="rId7"/>
    <p:sldLayoutId id="2147484563" r:id="rId8"/>
    <p:sldLayoutId id="2147484564" r:id="rId9"/>
    <p:sldLayoutId id="2147484565" r:id="rId10"/>
    <p:sldLayoutId id="2147484566" r:id="rId11"/>
    <p:sldLayoutId id="2147484567" r:id="rId12"/>
    <p:sldLayoutId id="2147484568" r:id="rId13"/>
    <p:sldLayoutId id="2147484569" r:id="rId14"/>
    <p:sldLayoutId id="2147484570" r:id="rId15"/>
    <p:sldLayoutId id="2147484571" r:id="rId16"/>
  </p:sldLayoutIdLst>
  <p:hf hdr="0"/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5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smtClean="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AE0A98B-91D6-4D0A-A390-AF26B360F87A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1/13/2026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smtClean="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smtClean="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0DB935C-A2BB-404C-A6C5-67E9068028EC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80616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573" r:id="rId1"/>
    <p:sldLayoutId id="2147484574" r:id="rId2"/>
    <p:sldLayoutId id="2147484575" r:id="rId3"/>
    <p:sldLayoutId id="2147484576" r:id="rId4"/>
    <p:sldLayoutId id="2147484577" r:id="rId5"/>
    <p:sldLayoutId id="2147484578" r:id="rId6"/>
    <p:sldLayoutId id="2147484579" r:id="rId7"/>
    <p:sldLayoutId id="2147484580" r:id="rId8"/>
    <p:sldLayoutId id="2147484581" r:id="rId9"/>
    <p:sldLayoutId id="2147484582" r:id="rId10"/>
    <p:sldLayoutId id="2147484583" r:id="rId11"/>
    <p:sldLayoutId id="2147484584" r:id="rId12"/>
    <p:sldLayoutId id="2147484585" r:id="rId13"/>
  </p:sldLayoutIdLst>
  <p:hf sldNum="0" hdr="0" ftr="0" dt="0"/>
  <p:txStyles>
    <p:titleStyle>
      <a:lvl1pPr algn="l" rtl="0" fontAlgn="base">
        <a:spcBef>
          <a:spcPct val="0"/>
        </a:spcBef>
        <a:spcAft>
          <a:spcPct val="0"/>
        </a:spcAft>
        <a:defRPr sz="4000" b="1" kern="1200" spc="-150">
          <a:solidFill>
            <a:schemeClr val="tx1"/>
          </a:solidFill>
          <a:latin typeface="Arial" pitchFamily="34" charset="0"/>
          <a:ea typeface="+mj-ea"/>
          <a:cs typeface="Arial" pitchFamily="34" charset="0"/>
        </a:defRPr>
      </a:lvl1pPr>
      <a:lvl2pPr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2pPr>
      <a:lvl3pPr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3pPr>
      <a:lvl4pPr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4pPr>
      <a:lvl5pPr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 smtClean="0"/>
          </a:p>
        </p:txBody>
      </p:sp>
      <p:sp>
        <p:nvSpPr>
          <p:cNvPr id="7" name="TextBox 6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Pilani, Pilani Campus</a:t>
            </a:r>
          </a:p>
        </p:txBody>
      </p:sp>
      <p:pic>
        <p:nvPicPr>
          <p:cNvPr id="3076" name="Picture 7" descr="Picture 7.png"/>
          <p:cNvPicPr>
            <a:picLocks noChangeAspect="1"/>
          </p:cNvPicPr>
          <p:nvPr/>
        </p:nvPicPr>
        <p:blipFill>
          <a:blip r:embed="rId13" cstate="print"/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3077" name="Group 8"/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0" name="Rectangle 9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" name="Rectangle 11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3078" name="Group 12"/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4" name="Rectangle 1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6" name="Rectangle 15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885926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639" r:id="rId1"/>
    <p:sldLayoutId id="2147484640" r:id="rId2"/>
    <p:sldLayoutId id="2147484641" r:id="rId3"/>
    <p:sldLayoutId id="2147484642" r:id="rId4"/>
    <p:sldLayoutId id="2147484643" r:id="rId5"/>
    <p:sldLayoutId id="2147484644" r:id="rId6"/>
    <p:sldLayoutId id="2147484645" r:id="rId7"/>
    <p:sldLayoutId id="2147484646" r:id="rId8"/>
    <p:sldLayoutId id="2147484647" r:id="rId9"/>
    <p:sldLayoutId id="2147484648" r:id="rId10"/>
    <p:sldLayoutId id="2147484649" r:id="rId11"/>
  </p:sldLayoutIdLst>
  <p:hf hdr="0"/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2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 smtClean="0"/>
          </a:p>
        </p:txBody>
      </p:sp>
      <p:sp>
        <p:nvSpPr>
          <p:cNvPr id="7" name="TextBox 6"/>
          <p:cNvSpPr txBox="1"/>
          <p:nvPr/>
        </p:nvSpPr>
        <p:spPr>
          <a:xfrm>
            <a:off x="3276600" y="6596065"/>
            <a:ext cx="5867400" cy="21929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r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25" b="1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 </a:t>
            </a:r>
            <a:r>
              <a:rPr kumimoji="0" lang="en-US" sz="825" b="0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Pilani, Pilani Campus</a:t>
            </a:r>
          </a:p>
        </p:txBody>
      </p:sp>
      <p:pic>
        <p:nvPicPr>
          <p:cNvPr id="3076" name="Picture 7" descr="Picture 7.png"/>
          <p:cNvPicPr>
            <a:picLocks noChangeAspect="1"/>
          </p:cNvPicPr>
          <p:nvPr/>
        </p:nvPicPr>
        <p:blipFill>
          <a:blip r:embed="rId23" cstate="print"/>
          <a:srcRect l="1923" b="5336"/>
          <a:stretch>
            <a:fillRect/>
          </a:stretch>
        </p:blipFill>
        <p:spPr bwMode="auto">
          <a:xfrm>
            <a:off x="6629401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3077" name="Group 8"/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0" name="Rectangle 9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" name="Rectangle 11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3078" name="Group 12"/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4" name="Rectangle 1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6" name="Rectangle 15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732670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660" r:id="rId1"/>
    <p:sldLayoutId id="2147484661" r:id="rId2"/>
    <p:sldLayoutId id="2147484662" r:id="rId3"/>
    <p:sldLayoutId id="2147484663" r:id="rId4"/>
    <p:sldLayoutId id="2147484664" r:id="rId5"/>
    <p:sldLayoutId id="2147484665" r:id="rId6"/>
    <p:sldLayoutId id="2147484666" r:id="rId7"/>
    <p:sldLayoutId id="2147484667" r:id="rId8"/>
    <p:sldLayoutId id="2147484668" r:id="rId9"/>
    <p:sldLayoutId id="2147484669" r:id="rId10"/>
    <p:sldLayoutId id="2147484670" r:id="rId11"/>
    <p:sldLayoutId id="2147484671" r:id="rId12"/>
    <p:sldLayoutId id="2147484672" r:id="rId13"/>
    <p:sldLayoutId id="2147484673" r:id="rId14"/>
    <p:sldLayoutId id="2147484674" r:id="rId15"/>
    <p:sldLayoutId id="2147484675" r:id="rId16"/>
    <p:sldLayoutId id="2147484676" r:id="rId17"/>
    <p:sldLayoutId id="2147484677" r:id="rId18"/>
    <p:sldLayoutId id="2147484678" r:id="rId19"/>
    <p:sldLayoutId id="2147484679" r:id="rId20"/>
    <p:sldLayoutId id="2147484680" r:id="rId21"/>
  </p:sldLayoutIdLst>
  <p:hf hdr="0"/>
  <p:txStyles>
    <p:titleStyle>
      <a:lvl1pPr algn="ctr" rtl="0" fontAlgn="base">
        <a:spcBef>
          <a:spcPct val="0"/>
        </a:spcBef>
        <a:spcAft>
          <a:spcPct val="0"/>
        </a:spcAft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</a:defRPr>
      </a:lvl5pPr>
      <a:lvl6pPr marL="342900" algn="ctr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</a:defRPr>
      </a:lvl6pPr>
      <a:lvl7pPr marL="685800" algn="ctr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</a:defRPr>
      </a:lvl7pPr>
      <a:lvl8pPr marL="1028700" algn="ctr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</a:defRPr>
      </a:lvl8pPr>
      <a:lvl9pPr marL="1371600" algn="ctr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</a:defRPr>
      </a:lvl9pPr>
    </p:titleStyle>
    <p:bodyStyle>
      <a:lvl1pPr marL="257175" indent="-257175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49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4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3" name="Google Shape;13;p4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4" name="Google Shape;14;p4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‹#›</a:t>
            </a:fld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17495275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4907" r:id="rId1"/>
    <p:sldLayoutId id="2147484908" r:id="rId2"/>
    <p:sldLayoutId id="2147484909" r:id="rId3"/>
    <p:sldLayoutId id="2147484910" r:id="rId4"/>
    <p:sldLayoutId id="2147484911" r:id="rId5"/>
    <p:sldLayoutId id="2147484912" r:id="rId6"/>
    <p:sldLayoutId id="2147484913" r:id="rId7"/>
    <p:sldLayoutId id="2147484914" r:id="rId8"/>
    <p:sldLayoutId id="2147484915" r:id="rId9"/>
    <p:sldLayoutId id="2147484916" r:id="rId10"/>
    <p:sldLayoutId id="2147484917" r:id="rId11"/>
    <p:sldLayoutId id="2147484918" r:id="rId12"/>
    <p:sldLayoutId id="2147484919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1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5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smtClean="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AE0A98B-91D6-4D0A-A390-AF26B360F87A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1/13/2026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smtClean="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smtClean="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0DB935C-A2BB-404C-A6C5-67E9068028EC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96731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936" r:id="rId1"/>
    <p:sldLayoutId id="2147484937" r:id="rId2"/>
    <p:sldLayoutId id="2147484938" r:id="rId3"/>
    <p:sldLayoutId id="2147484939" r:id="rId4"/>
    <p:sldLayoutId id="2147484940" r:id="rId5"/>
    <p:sldLayoutId id="2147484941" r:id="rId6"/>
    <p:sldLayoutId id="2147484942" r:id="rId7"/>
    <p:sldLayoutId id="2147484943" r:id="rId8"/>
    <p:sldLayoutId id="2147484944" r:id="rId9"/>
    <p:sldLayoutId id="2147484945" r:id="rId10"/>
    <p:sldLayoutId id="2147484946" r:id="rId11"/>
    <p:sldLayoutId id="2147484947" r:id="rId12"/>
    <p:sldLayoutId id="2147484948" r:id="rId13"/>
    <p:sldLayoutId id="2147484950" r:id="rId14"/>
  </p:sldLayoutIdLst>
  <p:hf sldNum="0" hdr="0" ftr="0" dt="0"/>
  <p:txStyles>
    <p:titleStyle>
      <a:lvl1pPr algn="l" rtl="0" fontAlgn="base">
        <a:spcBef>
          <a:spcPct val="0"/>
        </a:spcBef>
        <a:spcAft>
          <a:spcPct val="0"/>
        </a:spcAft>
        <a:defRPr sz="4000" b="1" kern="1200" spc="-150">
          <a:solidFill>
            <a:schemeClr val="tx1"/>
          </a:solidFill>
          <a:latin typeface="Arial" pitchFamily="34" charset="0"/>
          <a:ea typeface="+mj-ea"/>
          <a:cs typeface="Arial" pitchFamily="34" charset="0"/>
        </a:defRPr>
      </a:lvl1pPr>
      <a:lvl2pPr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2pPr>
      <a:lvl3pPr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3pPr>
      <a:lvl4pPr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4pPr>
      <a:lvl5pPr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05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smtClean="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A149CE-A26C-4113-98AE-9143637F4EE9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1/13/2026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smtClean="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smtClean="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0DB935C-A2BB-404C-A6C5-67E9068028EC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42737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966" r:id="rId1"/>
    <p:sldLayoutId id="2147484967" r:id="rId2"/>
    <p:sldLayoutId id="2147484968" r:id="rId3"/>
    <p:sldLayoutId id="2147484969" r:id="rId4"/>
    <p:sldLayoutId id="2147484970" r:id="rId5"/>
    <p:sldLayoutId id="2147484971" r:id="rId6"/>
    <p:sldLayoutId id="2147484972" r:id="rId7"/>
    <p:sldLayoutId id="2147484973" r:id="rId8"/>
    <p:sldLayoutId id="2147484974" r:id="rId9"/>
    <p:sldLayoutId id="2147484975" r:id="rId10"/>
    <p:sldLayoutId id="2147484976" r:id="rId11"/>
    <p:sldLayoutId id="2147484977" r:id="rId12"/>
    <p:sldLayoutId id="2147484978" r:id="rId13"/>
    <p:sldLayoutId id="2147484979" r:id="rId14"/>
    <p:sldLayoutId id="2147484980" r:id="rId15"/>
    <p:sldLayoutId id="2147484981" r:id="rId16"/>
    <p:sldLayoutId id="2147484982" r:id="rId17"/>
    <p:sldLayoutId id="2147484983" r:id="rId18"/>
  </p:sldLayoutIdLst>
  <p:hf sldNum="0" hdr="0" ftr="0" dt="0"/>
  <p:txStyles>
    <p:titleStyle>
      <a:lvl1pPr algn="l" rtl="0" fontAlgn="base">
        <a:spcBef>
          <a:spcPct val="0"/>
        </a:spcBef>
        <a:spcAft>
          <a:spcPct val="0"/>
        </a:spcAft>
        <a:defRPr sz="4000" b="1" kern="1200" spc="-150">
          <a:solidFill>
            <a:schemeClr val="tx1"/>
          </a:solidFill>
          <a:latin typeface="Arial" pitchFamily="34" charset="0"/>
          <a:ea typeface="+mj-ea"/>
          <a:cs typeface="Arial" pitchFamily="34" charset="0"/>
        </a:defRPr>
      </a:lvl1pPr>
      <a:lvl2pPr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2pPr>
      <a:lvl3pPr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3pPr>
      <a:lvl4pPr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4pPr>
      <a:lvl5pPr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TextBox 6"/>
          <p:cNvSpPr txBox="1"/>
          <p:nvPr/>
        </p:nvSpPr>
        <p:spPr>
          <a:xfrm>
            <a:off x="3276600" y="6596390"/>
            <a:ext cx="58674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Pilani, Pilani Campus</a:t>
            </a:r>
          </a:p>
        </p:txBody>
      </p:sp>
      <p:pic>
        <p:nvPicPr>
          <p:cNvPr id="8" name="Picture 7" descr="Picture 7.png"/>
          <p:cNvPicPr>
            <a:picLocks noChangeAspect="1"/>
          </p:cNvPicPr>
          <p:nvPr/>
        </p:nvPicPr>
        <p:blipFill>
          <a:blip r:embed="rId15" cstate="print"/>
          <a:srcRect l="1923" b="5336"/>
          <a:stretch>
            <a:fillRect/>
          </a:stretch>
        </p:blipFill>
        <p:spPr>
          <a:xfrm>
            <a:off x="6629400" y="-1"/>
            <a:ext cx="2193193" cy="692697"/>
          </a:xfrm>
          <a:prstGeom prst="rect">
            <a:avLst/>
          </a:prstGeom>
        </p:spPr>
      </p:pic>
      <p:grpSp>
        <p:nvGrpSpPr>
          <p:cNvPr id="2" name="Group 8"/>
          <p:cNvGrpSpPr/>
          <p:nvPr/>
        </p:nvGrpSpPr>
        <p:grpSpPr>
          <a:xfrm>
            <a:off x="2133600" y="6553200"/>
            <a:ext cx="7010400" cy="45719"/>
            <a:chOff x="1905000" y="6553200"/>
            <a:chExt cx="7010400" cy="45719"/>
          </a:xfrm>
        </p:grpSpPr>
        <p:sp>
          <p:nvSpPr>
            <p:cNvPr id="10" name="Rectangle 9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" name="Rectangle 11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4" name="Group 12"/>
          <p:cNvGrpSpPr/>
          <p:nvPr/>
        </p:nvGrpSpPr>
        <p:grpSpPr>
          <a:xfrm>
            <a:off x="0" y="1295400"/>
            <a:ext cx="7010400" cy="45719"/>
            <a:chOff x="1905000" y="6553200"/>
            <a:chExt cx="7010400" cy="45719"/>
          </a:xfrm>
        </p:grpSpPr>
        <p:sp>
          <p:nvSpPr>
            <p:cNvPr id="14" name="Rectangle 13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6" name="Rectangle 15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583166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053" r:id="rId1"/>
    <p:sldLayoutId id="2147485054" r:id="rId2"/>
    <p:sldLayoutId id="2147485055" r:id="rId3"/>
    <p:sldLayoutId id="2147485056" r:id="rId4"/>
    <p:sldLayoutId id="2147485057" r:id="rId5"/>
    <p:sldLayoutId id="2147485058" r:id="rId6"/>
    <p:sldLayoutId id="2147485059" r:id="rId7"/>
    <p:sldLayoutId id="2147485060" r:id="rId8"/>
    <p:sldLayoutId id="2147485061" r:id="rId9"/>
    <p:sldLayoutId id="2147485062" r:id="rId10"/>
    <p:sldLayoutId id="2147485063" r:id="rId11"/>
    <p:sldLayoutId id="2147485064" r:id="rId12"/>
    <p:sldLayoutId id="2147485065" r:id="rId1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TextBox 6"/>
          <p:cNvSpPr txBox="1"/>
          <p:nvPr/>
        </p:nvSpPr>
        <p:spPr>
          <a:xfrm>
            <a:off x="3276600" y="6596390"/>
            <a:ext cx="58674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 </a:t>
            </a:r>
            <a:r>
              <a:rPr kumimoji="0" lang="en-US" sz="1100" b="0" i="0" u="none" strike="noStrike" kern="1200" cap="none" spc="0" normalizeH="0" baseline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Pilani, Pilani Campus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101141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pic>
        <p:nvPicPr>
          <p:cNvPr id="8" name="Picture 7" descr="Picture 7.png"/>
          <p:cNvPicPr>
            <a:picLocks noChangeAspect="1"/>
          </p:cNvPicPr>
          <p:nvPr/>
        </p:nvPicPr>
        <p:blipFill>
          <a:blip r:embed="rId37" cstate="print"/>
          <a:srcRect l="1923" b="5336"/>
          <a:stretch>
            <a:fillRect/>
          </a:stretch>
        </p:blipFill>
        <p:spPr>
          <a:xfrm>
            <a:off x="6629400" y="-1"/>
            <a:ext cx="2193193" cy="692697"/>
          </a:xfrm>
          <a:prstGeom prst="rect">
            <a:avLst/>
          </a:prstGeom>
        </p:spPr>
      </p:pic>
      <p:grpSp>
        <p:nvGrpSpPr>
          <p:cNvPr id="2" name="Group 8"/>
          <p:cNvGrpSpPr/>
          <p:nvPr/>
        </p:nvGrpSpPr>
        <p:grpSpPr>
          <a:xfrm>
            <a:off x="2133600" y="6553200"/>
            <a:ext cx="7010400" cy="45719"/>
            <a:chOff x="1905000" y="6553200"/>
            <a:chExt cx="7010400" cy="45719"/>
          </a:xfrm>
        </p:grpSpPr>
        <p:sp>
          <p:nvSpPr>
            <p:cNvPr id="10" name="Rectangle 9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" name="Rectangle 11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4" name="Group 12"/>
          <p:cNvGrpSpPr/>
          <p:nvPr/>
        </p:nvGrpSpPr>
        <p:grpSpPr>
          <a:xfrm>
            <a:off x="0" y="1295400"/>
            <a:ext cx="7010400" cy="45719"/>
            <a:chOff x="1905000" y="6553200"/>
            <a:chExt cx="7010400" cy="45719"/>
          </a:xfrm>
        </p:grpSpPr>
        <p:sp>
          <p:nvSpPr>
            <p:cNvPr id="14" name="Rectangle 13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6" name="Rectangle 15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909757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067" r:id="rId1"/>
    <p:sldLayoutId id="2147485068" r:id="rId2"/>
    <p:sldLayoutId id="2147485069" r:id="rId3"/>
    <p:sldLayoutId id="2147485070" r:id="rId4"/>
    <p:sldLayoutId id="2147485071" r:id="rId5"/>
    <p:sldLayoutId id="2147485072" r:id="rId6"/>
    <p:sldLayoutId id="2147485073" r:id="rId7"/>
    <p:sldLayoutId id="2147485074" r:id="rId8"/>
    <p:sldLayoutId id="2147485075" r:id="rId9"/>
    <p:sldLayoutId id="2147485076" r:id="rId10"/>
    <p:sldLayoutId id="2147485077" r:id="rId11"/>
    <p:sldLayoutId id="2147485078" r:id="rId12"/>
    <p:sldLayoutId id="2147485079" r:id="rId13"/>
    <p:sldLayoutId id="2147485080" r:id="rId14"/>
    <p:sldLayoutId id="2147485081" r:id="rId15"/>
    <p:sldLayoutId id="2147485082" r:id="rId16"/>
    <p:sldLayoutId id="2147485083" r:id="rId17"/>
    <p:sldLayoutId id="2147485084" r:id="rId18"/>
    <p:sldLayoutId id="2147485085" r:id="rId19"/>
    <p:sldLayoutId id="2147485086" r:id="rId20"/>
    <p:sldLayoutId id="2147485087" r:id="rId21"/>
    <p:sldLayoutId id="2147485088" r:id="rId22"/>
    <p:sldLayoutId id="2147485089" r:id="rId23"/>
    <p:sldLayoutId id="2147485090" r:id="rId24"/>
    <p:sldLayoutId id="2147485091" r:id="rId25"/>
    <p:sldLayoutId id="2147485092" r:id="rId26"/>
    <p:sldLayoutId id="2147485093" r:id="rId27"/>
    <p:sldLayoutId id="2147485094" r:id="rId28"/>
    <p:sldLayoutId id="2147485095" r:id="rId29"/>
    <p:sldLayoutId id="2147485096" r:id="rId30"/>
    <p:sldLayoutId id="2147485127" r:id="rId31"/>
    <p:sldLayoutId id="2147485128" r:id="rId32"/>
    <p:sldLayoutId id="2147485129" r:id="rId33"/>
    <p:sldLayoutId id="2147485130" r:id="rId34"/>
    <p:sldLayoutId id="2147485131" r:id="rId3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5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smtClean="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AE0A98B-91D6-4D0A-A390-AF26B360F87A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1/13/2026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smtClean="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smtClean="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0DB935C-A2BB-404C-A6C5-67E9068028EC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03022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098" r:id="rId1"/>
    <p:sldLayoutId id="2147485099" r:id="rId2"/>
    <p:sldLayoutId id="2147485100" r:id="rId3"/>
    <p:sldLayoutId id="2147485101" r:id="rId4"/>
    <p:sldLayoutId id="2147485102" r:id="rId5"/>
    <p:sldLayoutId id="2147485103" r:id="rId6"/>
    <p:sldLayoutId id="2147485104" r:id="rId7"/>
    <p:sldLayoutId id="2147485105" r:id="rId8"/>
    <p:sldLayoutId id="2147485106" r:id="rId9"/>
    <p:sldLayoutId id="2147485107" r:id="rId10"/>
    <p:sldLayoutId id="2147485108" r:id="rId11"/>
    <p:sldLayoutId id="2147485109" r:id="rId12"/>
    <p:sldLayoutId id="2147485110" r:id="rId13"/>
  </p:sldLayoutIdLst>
  <p:hf sldNum="0" hdr="0" ftr="0" dt="0"/>
  <p:txStyles>
    <p:titleStyle>
      <a:lvl1pPr algn="l" rtl="0" fontAlgn="base">
        <a:spcBef>
          <a:spcPct val="0"/>
        </a:spcBef>
        <a:spcAft>
          <a:spcPct val="0"/>
        </a:spcAft>
        <a:defRPr sz="4000" b="1" kern="1200" spc="-150">
          <a:solidFill>
            <a:schemeClr val="tx1"/>
          </a:solidFill>
          <a:latin typeface="Arial" pitchFamily="34" charset="0"/>
          <a:ea typeface="+mj-ea"/>
          <a:cs typeface="Arial" pitchFamily="34" charset="0"/>
        </a:defRPr>
      </a:lvl1pPr>
      <a:lvl2pPr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2pPr>
      <a:lvl3pPr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3pPr>
      <a:lvl4pPr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4pPr>
      <a:lvl5pPr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9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11" name="Google Shape;11;p59"/>
          <p:cNvSpPr txBox="1"/>
          <p:nvPr/>
        </p:nvSpPr>
        <p:spPr>
          <a:xfrm>
            <a:off x="3276600" y="6596390"/>
            <a:ext cx="5867400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100" b="1" i="0" u="none" strike="noStrike" kern="0" cap="none" spc="0" normalizeH="0" baseline="0" noProof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 kumimoji="0" sz="1100" b="0" i="0" u="none" strike="noStrike" kern="0" cap="none" spc="0" normalizeH="0" baseline="0" noProof="0">
              <a:ln>
                <a:noFill/>
              </a:ln>
              <a:solidFill>
                <a:srgbClr val="101141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" name="Google Shape;12;p59" descr="Picture 7.png"/>
          <p:cNvPicPr preferRelativeResize="0"/>
          <p:nvPr/>
        </p:nvPicPr>
        <p:blipFill rotWithShape="1">
          <a:blip r:embed="rId13">
            <a:alphaModFix/>
          </a:blip>
          <a:srcRect l="1923" b="5335"/>
          <a:stretch/>
        </p:blipFill>
        <p:spPr>
          <a:xfrm>
            <a:off x="6629400" y="-1"/>
            <a:ext cx="2193193" cy="69269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" name="Google Shape;13;p59"/>
          <p:cNvGrpSpPr/>
          <p:nvPr/>
        </p:nvGrpSpPr>
        <p:grpSpPr>
          <a:xfrm>
            <a:off x="2133600" y="6553200"/>
            <a:ext cx="7010400" cy="45719"/>
            <a:chOff x="1905000" y="6553200"/>
            <a:chExt cx="7010400" cy="45719"/>
          </a:xfrm>
        </p:grpSpPr>
        <p:sp>
          <p:nvSpPr>
            <p:cNvPr id="14" name="Google Shape;14;p59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5" name="Google Shape;15;p59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6" name="Google Shape;16;p59"/>
            <p:cNvSpPr/>
            <p:nvPr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17" name="Google Shape;17;p59"/>
          <p:cNvGrpSpPr/>
          <p:nvPr/>
        </p:nvGrpSpPr>
        <p:grpSpPr>
          <a:xfrm>
            <a:off x="0" y="1295400"/>
            <a:ext cx="7010400" cy="45719"/>
            <a:chOff x="1905000" y="6553200"/>
            <a:chExt cx="7010400" cy="45719"/>
          </a:xfrm>
        </p:grpSpPr>
        <p:sp>
          <p:nvSpPr>
            <p:cNvPr id="18" name="Google Shape;18;p59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9" name="Google Shape;19;p59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0" name="Google Shape;20;p59"/>
            <p:cNvSpPr/>
            <p:nvPr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75524887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5114" r:id="rId1"/>
    <p:sldLayoutId id="2147485115" r:id="rId2"/>
    <p:sldLayoutId id="2147485116" r:id="rId3"/>
    <p:sldLayoutId id="2147485117" r:id="rId4"/>
    <p:sldLayoutId id="2147485119" r:id="rId5"/>
    <p:sldLayoutId id="2147485120" r:id="rId6"/>
    <p:sldLayoutId id="2147485121" r:id="rId7"/>
    <p:sldLayoutId id="2147485122" r:id="rId8"/>
    <p:sldLayoutId id="2147485124" r:id="rId9"/>
    <p:sldLayoutId id="2147485125" r:id="rId10"/>
    <p:sldLayoutId id="2147485126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4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4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3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03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03.xml"/><Relationship Id="rId6" Type="http://schemas.openxmlformats.org/officeDocument/2006/relationships/image" Target="../media/image190.png"/><Relationship Id="rId5" Type="http://schemas.openxmlformats.org/officeDocument/2006/relationships/image" Target="../media/image21.emf"/><Relationship Id="rId4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03.xml"/><Relationship Id="rId4" Type="http://schemas.openxmlformats.org/officeDocument/2006/relationships/image" Target="../media/image36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03.xml"/><Relationship Id="rId6" Type="http://schemas.openxmlformats.org/officeDocument/2006/relationships/image" Target="../media/image24.png"/><Relationship Id="rId5" Type="http://schemas.openxmlformats.org/officeDocument/2006/relationships/image" Target="../media/image380.png"/><Relationship Id="rId4" Type="http://schemas.openxmlformats.org/officeDocument/2006/relationships/image" Target="../media/image37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303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420.png"/><Relationship Id="rId5" Type="http://schemas.openxmlformats.org/officeDocument/2006/relationships/image" Target="../media/image411.png"/><Relationship Id="rId4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0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03.xml"/><Relationship Id="rId6" Type="http://schemas.openxmlformats.org/officeDocument/2006/relationships/image" Target="../media/image23.emf"/><Relationship Id="rId5" Type="http://schemas.openxmlformats.org/officeDocument/2006/relationships/image" Target="../media/image380.png"/><Relationship Id="rId4" Type="http://schemas.openxmlformats.org/officeDocument/2006/relationships/image" Target="../media/image370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emf"/><Relationship Id="rId3" Type="http://schemas.openxmlformats.org/officeDocument/2006/relationships/image" Target="../media/image26.emf"/><Relationship Id="rId7" Type="http://schemas.openxmlformats.org/officeDocument/2006/relationships/image" Target="../media/image30.emf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31.xml"/><Relationship Id="rId6" Type="http://schemas.openxmlformats.org/officeDocument/2006/relationships/image" Target="../media/image29.emf"/><Relationship Id="rId5" Type="http://schemas.openxmlformats.org/officeDocument/2006/relationships/image" Target="../media/image28.emf"/><Relationship Id="rId4" Type="http://schemas.openxmlformats.org/officeDocument/2006/relationships/image" Target="../media/image27.e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emf"/><Relationship Id="rId7" Type="http://schemas.openxmlformats.org/officeDocument/2006/relationships/image" Target="../media/image32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31.xml"/><Relationship Id="rId6" Type="http://schemas.openxmlformats.org/officeDocument/2006/relationships/image" Target="../media/image31.emf"/><Relationship Id="rId5" Type="http://schemas.openxmlformats.org/officeDocument/2006/relationships/image" Target="../media/image28.emf"/><Relationship Id="rId4" Type="http://schemas.openxmlformats.org/officeDocument/2006/relationships/image" Target="../media/image27.e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31.xml"/><Relationship Id="rId6" Type="http://schemas.openxmlformats.org/officeDocument/2006/relationships/image" Target="../media/image551.png"/><Relationship Id="rId5" Type="http://schemas.openxmlformats.org/officeDocument/2006/relationships/image" Target="../media/image540.png"/><Relationship Id="rId4" Type="http://schemas.openxmlformats.org/officeDocument/2006/relationships/image" Target="../media/image34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0.png"/><Relationship Id="rId3" Type="http://schemas.openxmlformats.org/officeDocument/2006/relationships/image" Target="../media/image33.png"/><Relationship Id="rId7" Type="http://schemas.openxmlformats.org/officeDocument/2006/relationships/image" Target="../media/image551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31.xml"/><Relationship Id="rId6" Type="http://schemas.openxmlformats.org/officeDocument/2006/relationships/image" Target="../media/image540.png"/><Relationship Id="rId5" Type="http://schemas.openxmlformats.org/officeDocument/2006/relationships/image" Target="../media/image28.emf"/><Relationship Id="rId4" Type="http://schemas.openxmlformats.org/officeDocument/2006/relationships/image" Target="../media/image34.png"/><Relationship Id="rId9" Type="http://schemas.openxmlformats.org/officeDocument/2006/relationships/image" Target="../media/image57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emf"/><Relationship Id="rId2" Type="http://schemas.openxmlformats.org/officeDocument/2006/relationships/image" Target="../media/image35.emf"/><Relationship Id="rId1" Type="http://schemas.openxmlformats.org/officeDocument/2006/relationships/slideLayout" Target="../slideLayouts/slideLayout331.xml"/><Relationship Id="rId6" Type="http://schemas.openxmlformats.org/officeDocument/2006/relationships/image" Target="../media/image37.emf"/><Relationship Id="rId5" Type="http://schemas.openxmlformats.org/officeDocument/2006/relationships/image" Target="../media/image611.png"/><Relationship Id="rId4" Type="http://schemas.openxmlformats.org/officeDocument/2006/relationships/image" Target="../media/image60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emf"/><Relationship Id="rId7" Type="http://schemas.openxmlformats.org/officeDocument/2006/relationships/image" Target="../media/image41.e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31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e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31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4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emf"/><Relationship Id="rId2" Type="http://schemas.openxmlformats.org/officeDocument/2006/relationships/image" Target="../media/image28.emf"/><Relationship Id="rId1" Type="http://schemas.openxmlformats.org/officeDocument/2006/relationships/slideLayout" Target="../slideLayouts/slideLayout331.xml"/><Relationship Id="rId5" Type="http://schemas.openxmlformats.org/officeDocument/2006/relationships/image" Target="../media/image45.emf"/><Relationship Id="rId4" Type="http://schemas.openxmlformats.org/officeDocument/2006/relationships/image" Target="../media/image44.emf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30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emf"/><Relationship Id="rId1" Type="http://schemas.openxmlformats.org/officeDocument/2006/relationships/slideLayout" Target="../slideLayouts/slideLayout33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331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wmf"/><Relationship Id="rId3" Type="http://schemas.openxmlformats.org/officeDocument/2006/relationships/oleObject" Target="../embeddings/oleObject2.bin"/><Relationship Id="rId7" Type="http://schemas.openxmlformats.org/officeDocument/2006/relationships/oleObject" Target="../embeddings/oleObject4.bin"/><Relationship Id="rId2" Type="http://schemas.openxmlformats.org/officeDocument/2006/relationships/slideLayout" Target="../slideLayouts/slideLayout331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48.wmf"/><Relationship Id="rId5" Type="http://schemas.openxmlformats.org/officeDocument/2006/relationships/oleObject" Target="../embeddings/oleObject3.bin"/><Relationship Id="rId10" Type="http://schemas.openxmlformats.org/officeDocument/2006/relationships/image" Target="../media/image50.wmf"/><Relationship Id="rId4" Type="http://schemas.openxmlformats.org/officeDocument/2006/relationships/image" Target="../media/image47.wmf"/><Relationship Id="rId9" Type="http://schemas.openxmlformats.org/officeDocument/2006/relationships/oleObject" Target="../embeddings/oleObject5.bin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33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tmp"/><Relationship Id="rId1" Type="http://schemas.openxmlformats.org/officeDocument/2006/relationships/slideLayout" Target="../slideLayouts/slideLayout33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7" Type="http://schemas.openxmlformats.org/officeDocument/2006/relationships/image" Target="../media/image80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303.xml"/><Relationship Id="rId6" Type="http://schemas.openxmlformats.org/officeDocument/2006/relationships/image" Target="../media/image56.png"/><Relationship Id="rId5" Type="http://schemas.openxmlformats.org/officeDocument/2006/relationships/image" Target="../media/image55.png"/><Relationship Id="rId4" Type="http://schemas.openxmlformats.org/officeDocument/2006/relationships/image" Target="../media/image770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30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em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03.xml"/><Relationship Id="rId4" Type="http://schemas.openxmlformats.org/officeDocument/2006/relationships/image" Target="../media/image54.emf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02.xml"/><Relationship Id="rId4" Type="http://schemas.openxmlformats.org/officeDocument/2006/relationships/image" Target="../media/image55.emf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303.xml"/><Relationship Id="rId4" Type="http://schemas.openxmlformats.org/officeDocument/2006/relationships/image" Target="../media/image59.pn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3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03.xml"/><Relationship Id="rId6" Type="http://schemas.openxmlformats.org/officeDocument/2006/relationships/image" Target="NULL"/><Relationship Id="rId5" Type="http://schemas.openxmlformats.org/officeDocument/2006/relationships/image" Target="NULL"/><Relationship Id="rId4" Type="http://schemas.openxmlformats.org/officeDocument/2006/relationships/image" Target="NUL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30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slideLayout" Target="../slideLayouts/slideLayout326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60.wmf"/><Relationship Id="rId4" Type="http://schemas.openxmlformats.org/officeDocument/2006/relationships/oleObject" Target="../embeddings/oleObject6.bin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19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03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emf"/><Relationship Id="rId2" Type="http://schemas.openxmlformats.org/officeDocument/2006/relationships/image" Target="../media/image64.emf"/><Relationship Id="rId1" Type="http://schemas.openxmlformats.org/officeDocument/2006/relationships/slideLayout" Target="../slideLayouts/slideLayout303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03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0.png"/><Relationship Id="rId1" Type="http://schemas.openxmlformats.org/officeDocument/2006/relationships/slideLayout" Target="../slideLayouts/slideLayout30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0.png"/><Relationship Id="rId1" Type="http://schemas.openxmlformats.org/officeDocument/2006/relationships/slideLayout" Target="../slideLayouts/slideLayout303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326.xml"/><Relationship Id="rId5" Type="http://schemas.openxmlformats.org/officeDocument/2006/relationships/image" Target="NULL"/><Relationship Id="rId4" Type="http://schemas.openxmlformats.org/officeDocument/2006/relationships/image" Target="NUL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326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326.xml"/><Relationship Id="rId4" Type="http://schemas.openxmlformats.org/officeDocument/2006/relationships/image" Target="../media/image70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303.xml"/><Relationship Id="rId5" Type="http://schemas.openxmlformats.org/officeDocument/2006/relationships/image" Target="../media/image70.png"/><Relationship Id="rId4" Type="http://schemas.openxmlformats.org/officeDocument/2006/relationships/image" Target="../media/image69.png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6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303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03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326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6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03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03.xml"/><Relationship Id="rId4" Type="http://schemas.openxmlformats.org/officeDocument/2006/relationships/image" Target="../media/image76.wmf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303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03.xml"/><Relationship Id="rId4" Type="http://schemas.openxmlformats.org/officeDocument/2006/relationships/image" Target="NUL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03.xml"/><Relationship Id="rId4" Type="http://schemas.openxmlformats.org/officeDocument/2006/relationships/image" Target="NUL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326.xml"/><Relationship Id="rId4" Type="http://schemas.openxmlformats.org/officeDocument/2006/relationships/image" Target="NUL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1.png"/><Relationship Id="rId1" Type="http://schemas.openxmlformats.org/officeDocument/2006/relationships/slideLayout" Target="../slideLayouts/slideLayout326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emf"/><Relationship Id="rId1" Type="http://schemas.openxmlformats.org/officeDocument/2006/relationships/slideLayout" Target="../slideLayouts/slideLayout326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3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303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303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303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jp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19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12.xml"/><Relationship Id="rId5" Type="http://schemas.openxmlformats.org/officeDocument/2006/relationships/image" Target="../media/image84.emf"/><Relationship Id="rId4" Type="http://schemas.openxmlformats.org/officeDocument/2006/relationships/image" Target="../media/image83.emf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7" Type="http://schemas.openxmlformats.org/officeDocument/2006/relationships/image" Target="../media/image84.emf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12.xml"/><Relationship Id="rId6" Type="http://schemas.openxmlformats.org/officeDocument/2006/relationships/image" Target="../media/image83.emf"/><Relationship Id="rId5" Type="http://schemas.openxmlformats.org/officeDocument/2006/relationships/image" Target="../media/image86.png"/><Relationship Id="rId4" Type="http://schemas.openxmlformats.org/officeDocument/2006/relationships/image" Target="../media/image85.png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emf"/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312.xml"/><Relationship Id="rId4" Type="http://schemas.openxmlformats.org/officeDocument/2006/relationships/image" Target="../media/image82.png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303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9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03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3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hyperlink" Target="https://cs229.stanford.edu/summer2019/cs229-notes2.pdf" TargetMode="External"/><Relationship Id="rId2" Type="http://schemas.openxmlformats.org/officeDocument/2006/relationships/hyperlink" Target="https://www.inf.ed.ac.uk/teaching/courses/inf2b/learnnotes/inf2b-learn07-notes-nup.pdf" TargetMode="External"/><Relationship Id="rId1" Type="http://schemas.openxmlformats.org/officeDocument/2006/relationships/slideLayout" Target="../slideLayouts/slideLayout334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1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03.xml"/><Relationship Id="rId4" Type="http://schemas.openxmlformats.org/officeDocument/2006/relationships/image" Target="NUL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7" Type="http://schemas.openxmlformats.org/officeDocument/2006/relationships/image" Target="NULL"/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303.xml"/><Relationship Id="rId6" Type="http://schemas.openxmlformats.org/officeDocument/2006/relationships/image" Target="NULL"/><Relationship Id="rId5" Type="http://schemas.openxmlformats.org/officeDocument/2006/relationships/image" Target="NULL"/><Relationship Id="rId4" Type="http://schemas.openxmlformats.org/officeDocument/2006/relationships/image" Target="NUL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03.xml"/><Relationship Id="rId5" Type="http://schemas.openxmlformats.org/officeDocument/2006/relationships/image" Target="NULL"/><Relationship Id="rId4" Type="http://schemas.openxmlformats.org/officeDocument/2006/relationships/image" Target="NUL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tmp"/><Relationship Id="rId7" Type="http://schemas.openxmlformats.org/officeDocument/2006/relationships/image" Target="NULL"/><Relationship Id="rId2" Type="http://schemas.openxmlformats.org/officeDocument/2006/relationships/image" Target="../media/image90.tmp"/><Relationship Id="rId1" Type="http://schemas.openxmlformats.org/officeDocument/2006/relationships/slideLayout" Target="../slideLayouts/slideLayout335.xml"/><Relationship Id="rId6" Type="http://schemas.openxmlformats.org/officeDocument/2006/relationships/image" Target="NULL"/><Relationship Id="rId5" Type="http://schemas.openxmlformats.org/officeDocument/2006/relationships/image" Target="../media/image93.emf"/><Relationship Id="rId4" Type="http://schemas.openxmlformats.org/officeDocument/2006/relationships/image" Target="../media/image92.tmp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emf"/><Relationship Id="rId2" Type="http://schemas.openxmlformats.org/officeDocument/2006/relationships/image" Target="../media/image94.emf"/><Relationship Id="rId1" Type="http://schemas.openxmlformats.org/officeDocument/2006/relationships/slideLayout" Target="../slideLayouts/slideLayout336.xml"/><Relationship Id="rId4" Type="http://schemas.openxmlformats.org/officeDocument/2006/relationships/image" Target="../media/image96.emf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tmp"/><Relationship Id="rId7" Type="http://schemas.openxmlformats.org/officeDocument/2006/relationships/image" Target="../media/image101.tmp"/><Relationship Id="rId2" Type="http://schemas.openxmlformats.org/officeDocument/2006/relationships/image" Target="../media/image97.tmp"/><Relationship Id="rId1" Type="http://schemas.openxmlformats.org/officeDocument/2006/relationships/slideLayout" Target="../slideLayouts/slideLayout326.xml"/><Relationship Id="rId6" Type="http://schemas.openxmlformats.org/officeDocument/2006/relationships/image" Target="NULL"/><Relationship Id="rId5" Type="http://schemas.openxmlformats.org/officeDocument/2006/relationships/image" Target="../media/image100.tmp"/><Relationship Id="rId4" Type="http://schemas.openxmlformats.org/officeDocument/2006/relationships/image" Target="../media/image99.tmp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hyperlink" Target="https://cs229.stanford.edu/summer2019/cs229-notes2.pdf" TargetMode="External"/><Relationship Id="rId2" Type="http://schemas.openxmlformats.org/officeDocument/2006/relationships/hyperlink" Target="https://www.inf.ed.ac.uk/teaching/courses/inf2b/learnnotes/inf2b-learn07-notes-nup.pdf" TargetMode="External"/><Relationship Id="rId1" Type="http://schemas.openxmlformats.org/officeDocument/2006/relationships/slideLayout" Target="../slideLayouts/slideLayout359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0" name="Google Shape;1820;p1"/>
          <p:cNvSpPr txBox="1"/>
          <p:nvPr/>
        </p:nvSpPr>
        <p:spPr>
          <a:xfrm>
            <a:off x="800100" y="3456720"/>
            <a:ext cx="7875900" cy="2060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Machine Learning</a:t>
            </a:r>
            <a:r>
              <a:rPr kumimoji="0" 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kumimoji="0" 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</a:b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AIML CZG565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M8 </a:t>
            </a: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kumimoji="0" 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Bayesian </a:t>
            </a: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Learning  </a:t>
            </a:r>
            <a:endParaRPr kumimoji="0" sz="2400" b="1" i="0" u="none" strike="noStrike" kern="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tabLst/>
              <a:defRPr/>
            </a:pPr>
            <a:endParaRPr kumimoji="0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1" name="Google Shape;1821;p1"/>
          <p:cNvSpPr/>
          <p:nvPr/>
        </p:nvSpPr>
        <p:spPr>
          <a:xfrm>
            <a:off x="3962400" y="5257800"/>
            <a:ext cx="4572000" cy="11387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99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Course Faculty of M.Tech Cluster</a:t>
            </a:r>
            <a:endParaRPr kumimoji="0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Tahoma"/>
              <a:cs typeface="Tahoma"/>
              <a:sym typeface="Tahoma"/>
            </a:endParaRP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99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BITS – CSIS - WILP</a:t>
            </a:r>
            <a:endParaRPr kumimoji="0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Tahoma"/>
              <a:cs typeface="Tahoma"/>
              <a:sym typeface="Tahoma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rPr>
              <a:t/>
            </a:r>
            <a:b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rPr>
            </a:br>
            <a:endParaRPr kumimoji="0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Tahoma"/>
              <a:cs typeface="Tahoma"/>
              <a:sym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11915534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6" name="Google Shape;1826;p2"/>
          <p:cNvSpPr txBox="1">
            <a:spLocks noGrp="1"/>
          </p:cNvSpPr>
          <p:nvPr>
            <p:ph type="title" idx="4294967295"/>
          </p:nvPr>
        </p:nvSpPr>
        <p:spPr>
          <a:xfrm>
            <a:off x="173059" y="429320"/>
            <a:ext cx="7926388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Machine Learning</a:t>
            </a:r>
            <a:endParaRPr sz="2400"/>
          </a:p>
        </p:txBody>
      </p:sp>
      <p:sp>
        <p:nvSpPr>
          <p:cNvPr id="1827" name="Google Shape;1827;p2"/>
          <p:cNvSpPr txBox="1"/>
          <p:nvPr/>
        </p:nvSpPr>
        <p:spPr>
          <a:xfrm>
            <a:off x="2438619" y="890985"/>
            <a:ext cx="5698928" cy="287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075" rIns="0" bIns="0" anchor="t" anchorCtr="0">
            <a:spAutoFit/>
          </a:bodyPr>
          <a:lstStyle/>
          <a:p>
            <a:pPr marL="8408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C1572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Disclaimer and Acknowledgement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28" name="Google Shape;1828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83267" y="1324075"/>
            <a:ext cx="760133" cy="733325"/>
          </a:xfrm>
          <a:prstGeom prst="rect">
            <a:avLst/>
          </a:prstGeom>
          <a:noFill/>
          <a:ln>
            <a:noFill/>
          </a:ln>
        </p:spPr>
      </p:pic>
      <p:sp>
        <p:nvSpPr>
          <p:cNvPr id="1829" name="Google Shape;1829;p2"/>
          <p:cNvSpPr/>
          <p:nvPr/>
        </p:nvSpPr>
        <p:spPr>
          <a:xfrm>
            <a:off x="173059" y="2362200"/>
            <a:ext cx="8818541" cy="43165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39091" lvl="0" indent="-101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These content of modules &amp; context under topics are planned by the course owner Dr. </a:t>
            </a:r>
            <a:r>
              <a:rPr kumimoji="0" lang="en-US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Sugata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, with grateful acknowledgement to many others who made their course materials freely available online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0" lvl="0" indent="-101600" algn="l" defTabSz="914400" rtl="0" eaLnBrk="1" fontAlgn="auto" latinLnBrk="0" hangingPunct="1">
              <a:lnSpc>
                <a:spcPct val="100000"/>
              </a:lnSpc>
              <a:spcBef>
                <a:spcPts val="344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We here by acknowledge all the contributors for their material and inputs.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0" lvl="0" indent="-101600" algn="l" defTabSz="914400" rtl="0" eaLnBrk="1" fontAlgn="auto" latinLnBrk="0" hangingPunct="1">
              <a:lnSpc>
                <a:spcPct val="100000"/>
              </a:lnSpc>
              <a:spcBef>
                <a:spcPts val="374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We have provided source information wherever necessary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0" lvl="0" indent="-101600" algn="l" defTabSz="914400" rtl="0" eaLnBrk="1" fontAlgn="auto" latinLnBrk="0" hangingPunct="1">
              <a:lnSpc>
                <a:spcPct val="100000"/>
              </a:lnSpc>
              <a:spcBef>
                <a:spcPts val="374"/>
              </a:spcBef>
              <a:spcAft>
                <a:spcPts val="0"/>
              </a:spcAft>
              <a:buClr>
                <a:srgbClr val="FF0000"/>
              </a:buClr>
              <a:buSzPts val="1600"/>
              <a:buFont typeface="Arial"/>
              <a:buChar char="•"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rPr>
              <a:t>Students are requested to refer to the textbook w.r.t detailed content of the presentation deck shared over canvas</a:t>
            </a:r>
            <a:endParaRPr kumimoji="0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  <a:p>
            <a:pPr marL="0" marR="0" lvl="0" indent="-101600" algn="l" defTabSz="914400" rtl="0" eaLnBrk="1" fontAlgn="auto" latinLnBrk="0" hangingPunct="1">
              <a:lnSpc>
                <a:spcPct val="100000"/>
              </a:lnSpc>
              <a:spcBef>
                <a:spcPts val="374"/>
              </a:spcBef>
              <a:spcAft>
                <a:spcPts val="0"/>
              </a:spcAft>
              <a:buClr>
                <a:srgbClr val="FF0000"/>
              </a:buClr>
              <a:buSzPts val="1600"/>
              <a:buFont typeface="Arial"/>
              <a:buChar char="•"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rPr>
              <a:t>We have reduced the slides from canvas and modified the content flow to suit the requirements of the course and for ease of class presentation</a:t>
            </a:r>
            <a:endParaRPr kumimoji="0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rPr>
              <a:t/>
            </a:r>
            <a:b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rPr>
            </a:b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Slide Source / Preparation / Review:</a:t>
            </a:r>
            <a:endParaRPr kumimoji="0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Tahoma"/>
              <a:cs typeface="Tahoma"/>
              <a:sym typeface="Tahoma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sng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From BITS </a:t>
            </a:r>
            <a:r>
              <a:rPr kumimoji="0" lang="en-US" sz="1400" b="0" i="0" u="sng" strike="noStrike" kern="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Pilani</a:t>
            </a:r>
            <a:r>
              <a:rPr kumimoji="0" lang="en-US" sz="1400" b="0" i="0" u="sng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WILP</a:t>
            </a: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: </a:t>
            </a:r>
            <a:r>
              <a:rPr kumimoji="0" lang="en-US" sz="1400" b="0" i="0" u="none" strike="noStrike" kern="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Prof.Sugata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, </a:t>
            </a:r>
            <a:r>
              <a:rPr kumimoji="0" lang="en-US" sz="1400" b="0" i="0" u="none" strike="noStrike" kern="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Prof.Chetana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, , </a:t>
            </a:r>
            <a:r>
              <a:rPr kumimoji="0" lang="en-US" sz="1400" b="0" i="0" u="none" strike="noStrike" kern="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Prof.Monali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, </a:t>
            </a:r>
            <a:r>
              <a:rPr kumimoji="0" lang="en-US" sz="14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Prof.Rajavadhana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</a:t>
            </a:r>
            <a:r>
              <a:rPr kumimoji="0" lang="en-US" sz="1400" b="0" i="0" u="sng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External: 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CS109 and CS229 Stanford lecture notes, </a:t>
            </a:r>
            <a:r>
              <a:rPr kumimoji="0" lang="en-US" sz="1400" b="0" i="0" u="none" strike="noStrike" kern="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Dr.Andrew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NG and many others who made their course materials freely available online</a:t>
            </a:r>
            <a:endParaRPr kumimoji="0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Tahoma"/>
              <a:cs typeface="Tahoma"/>
              <a:sym typeface="Tahoma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rPr>
              <a:t/>
            </a:r>
            <a:b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rPr>
            </a:br>
            <a:endParaRPr kumimoji="0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Tahoma"/>
              <a:cs typeface="Tahoma"/>
              <a:sym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34778472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97316841"/>
              </p:ext>
            </p:extLst>
          </p:nvPr>
        </p:nvGraphicFramePr>
        <p:xfrm>
          <a:off x="457200" y="1299072"/>
          <a:ext cx="8382000" cy="5351125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4144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675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66213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600" kern="50" dirty="0" smtClean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M1</a:t>
                      </a:r>
                      <a:endParaRPr lang="en-IN" sz="1600" kern="50" dirty="0">
                        <a:effectLst/>
                        <a:latin typeface="Arial" panose="020B0604020202020204" pitchFamily="34" charset="0"/>
                        <a:ea typeface="WenQuanYi Micro Hei"/>
                        <a:cs typeface="Arial" panose="020B0604020202020204" pitchFamily="34" charset="0"/>
                      </a:endParaRPr>
                    </a:p>
                  </a:txBody>
                  <a:tcPr marL="34925" marR="34925" marT="34925" marB="34925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600" kern="1200" dirty="0" smtClean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Introduction &amp; Mathematical</a:t>
                      </a:r>
                      <a:r>
                        <a:rPr lang="en-IN" sz="1600" kern="1200" baseline="0" dirty="0" smtClean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Preliminaries</a:t>
                      </a:r>
                      <a:endParaRPr lang="en-IN" sz="1600" kern="50" dirty="0">
                        <a:effectLst/>
                        <a:latin typeface="Arial" panose="020B0604020202020204" pitchFamily="34" charset="0"/>
                        <a:ea typeface="WenQuanYi Micro Hei"/>
                        <a:cs typeface="Arial" panose="020B0604020202020204" pitchFamily="34" charset="0"/>
                      </a:endParaRPr>
                    </a:p>
                  </a:txBody>
                  <a:tcPr marL="34925" marR="34925" marT="34925" marB="34925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6213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600" kern="50" dirty="0" smtClean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M2</a:t>
                      </a:r>
                      <a:endParaRPr lang="en-IN" sz="1600" kern="50" dirty="0">
                        <a:effectLst/>
                        <a:latin typeface="Arial" panose="020B0604020202020204" pitchFamily="34" charset="0"/>
                        <a:ea typeface="WenQuanYi Micro Hei"/>
                        <a:cs typeface="Arial" panose="020B0604020202020204" pitchFamily="34" charset="0"/>
                      </a:endParaRPr>
                    </a:p>
                  </a:txBody>
                  <a:tcPr marL="34925" marR="34925" marT="34925" marB="34925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600" kern="50" dirty="0" smtClean="0">
                          <a:effectLst/>
                          <a:latin typeface="Arial" panose="020B0604020202020204" pitchFamily="34" charset="0"/>
                          <a:ea typeface="WenQuanYi Micro Hei"/>
                          <a:cs typeface="Arial" panose="020B0604020202020204" pitchFamily="34" charset="0"/>
                        </a:rPr>
                        <a:t>Machine</a:t>
                      </a:r>
                      <a:r>
                        <a:rPr lang="en-IN" sz="1600" kern="50" baseline="0" dirty="0" smtClean="0">
                          <a:effectLst/>
                          <a:latin typeface="Arial" panose="020B0604020202020204" pitchFamily="34" charset="0"/>
                          <a:ea typeface="WenQuanYi Micro Hei"/>
                          <a:cs typeface="Arial" panose="020B0604020202020204" pitchFamily="34" charset="0"/>
                        </a:rPr>
                        <a:t> Learning Workflow</a:t>
                      </a:r>
                      <a:endParaRPr lang="en-IN" sz="1600" kern="50" dirty="0">
                        <a:effectLst/>
                        <a:latin typeface="Arial" panose="020B0604020202020204" pitchFamily="34" charset="0"/>
                        <a:ea typeface="WenQuanYi Micro Hei"/>
                        <a:cs typeface="Arial" panose="020B0604020202020204" pitchFamily="34" charset="0"/>
                      </a:endParaRPr>
                    </a:p>
                  </a:txBody>
                  <a:tcPr marL="34925" marR="34925" marT="34925" marB="34925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5374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600" kern="50" dirty="0" smtClean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M3</a:t>
                      </a:r>
                      <a:endParaRPr lang="en-IN" sz="1600" kern="50" dirty="0">
                        <a:effectLst/>
                        <a:latin typeface="Arial" panose="020B0604020202020204" pitchFamily="34" charset="0"/>
                        <a:ea typeface="WenQuanYi Micro Hei"/>
                        <a:cs typeface="Arial" panose="020B0604020202020204" pitchFamily="34" charset="0"/>
                      </a:endParaRPr>
                    </a:p>
                  </a:txBody>
                  <a:tcPr marL="34925" marR="34925" marT="34925" marB="34925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kern="50" dirty="0" smtClean="0">
                          <a:effectLst/>
                          <a:latin typeface="Arial" panose="020B0604020202020204" pitchFamily="34" charset="0"/>
                          <a:ea typeface="WenQuanYi Micro Hei"/>
                          <a:cs typeface="Arial" panose="020B0604020202020204" pitchFamily="34" charset="0"/>
                        </a:rPr>
                        <a:t>Linear Models for Regression</a:t>
                      </a:r>
                    </a:p>
                  </a:txBody>
                  <a:tcPr marL="34925" marR="34925" marT="34925" marB="34925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600" kern="50" dirty="0" smtClean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M4</a:t>
                      </a:r>
                      <a:endParaRPr lang="en-IN" sz="1600" kern="50" dirty="0">
                        <a:effectLst/>
                        <a:latin typeface="Arial" panose="020B0604020202020204" pitchFamily="34" charset="0"/>
                        <a:ea typeface="WenQuanYi Micro Hei"/>
                        <a:cs typeface="Arial" panose="020B0604020202020204" pitchFamily="34" charset="0"/>
                      </a:endParaRPr>
                    </a:p>
                  </a:txBody>
                  <a:tcPr marL="34925" marR="34925" marT="34925" marB="34925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kern="50" dirty="0" smtClean="0"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Linear</a:t>
                      </a:r>
                      <a:r>
                        <a:rPr lang="en-IN" sz="1600" kern="50" baseline="0" dirty="0" smtClean="0"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Models for Classification</a:t>
                      </a:r>
                      <a:endParaRPr lang="en-IN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4925" marR="34925" marT="34925" marB="34925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6213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600" kern="50" dirty="0" smtClean="0">
                          <a:effectLst/>
                          <a:latin typeface="Arial" panose="020B0604020202020204" pitchFamily="34" charset="0"/>
                          <a:ea typeface="WenQuanYi Micro Hei"/>
                          <a:cs typeface="Arial" panose="020B0604020202020204" pitchFamily="34" charset="0"/>
                        </a:rPr>
                        <a:t>M5</a:t>
                      </a:r>
                      <a:endParaRPr lang="en-IN" sz="1600" kern="50" dirty="0">
                        <a:effectLst/>
                        <a:latin typeface="Arial" panose="020B0604020202020204" pitchFamily="34" charset="0"/>
                        <a:ea typeface="WenQuanYi Micro Hei"/>
                        <a:cs typeface="Arial" panose="020B0604020202020204" pitchFamily="34" charset="0"/>
                      </a:endParaRPr>
                    </a:p>
                  </a:txBody>
                  <a:tcPr marL="34925" marR="34925" marT="34925" marB="34925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Decision</a:t>
                      </a:r>
                      <a:r>
                        <a:rPr lang="en-IN" sz="1600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Tree</a:t>
                      </a:r>
                      <a:endParaRPr lang="en-IN" sz="1600" dirty="0" smtClean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endParaRPr lang="en-IN" sz="1600" kern="50" dirty="0">
                        <a:effectLst/>
                        <a:latin typeface="Arial" panose="020B0604020202020204" pitchFamily="34" charset="0"/>
                        <a:ea typeface="WenQuanYi Micro Hei"/>
                        <a:cs typeface="Arial" panose="020B0604020202020204" pitchFamily="34" charset="0"/>
                      </a:endParaRPr>
                    </a:p>
                  </a:txBody>
                  <a:tcPr marL="34925" marR="34925" marT="34925" marB="34925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6213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600" kern="50" dirty="0" smtClean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M6</a:t>
                      </a:r>
                      <a:endParaRPr lang="en-IN" sz="1600" kern="50" dirty="0">
                        <a:effectLst/>
                        <a:latin typeface="Arial" panose="020B0604020202020204" pitchFamily="34" charset="0"/>
                        <a:ea typeface="WenQuanYi Micro Hei"/>
                        <a:cs typeface="Arial" panose="020B0604020202020204" pitchFamily="34" charset="0"/>
                      </a:endParaRPr>
                    </a:p>
                  </a:txBody>
                  <a:tcPr marL="34925" marR="34925" marT="34925" marB="34925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600" kern="50" dirty="0" smtClean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Instance Based Learning</a:t>
                      </a:r>
                      <a:endParaRPr lang="en-IN" sz="1600" kern="5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4925" marR="34925" marT="34925" marB="34925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6213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600" kern="50" dirty="0" smtClean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M7</a:t>
                      </a:r>
                      <a:endParaRPr lang="en-IN" sz="1600" kern="50" dirty="0">
                        <a:effectLst/>
                        <a:latin typeface="Arial" panose="020B0604020202020204" pitchFamily="34" charset="0"/>
                        <a:ea typeface="WenQuanYi Micro Hei"/>
                        <a:cs typeface="Arial" panose="020B0604020202020204" pitchFamily="34" charset="0"/>
                      </a:endParaRPr>
                    </a:p>
                  </a:txBody>
                  <a:tcPr marL="34925" marR="34925" marT="34925" marB="34925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600" kern="50" dirty="0" smtClean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Support Vector Machine </a:t>
                      </a:r>
                      <a:r>
                        <a:rPr lang="en-IN" sz="1600" kern="50" dirty="0" smtClean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– Planned to be discussed</a:t>
                      </a:r>
                      <a:r>
                        <a:rPr lang="en-IN" sz="1600" kern="50" baseline="0" dirty="0" smtClean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in CS 15 or CS 16</a:t>
                      </a:r>
                      <a:endParaRPr lang="en-IN" sz="1600" kern="50" dirty="0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4925" marR="34925" marT="34925" marB="34925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66213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600" kern="50" dirty="0" smtClean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M8</a:t>
                      </a:r>
                      <a:endParaRPr lang="en-IN" sz="1600" kern="50" dirty="0">
                        <a:effectLst/>
                        <a:latin typeface="Arial" panose="020B0604020202020204" pitchFamily="34" charset="0"/>
                        <a:ea typeface="WenQuanYi Micro Hei"/>
                        <a:cs typeface="Arial" panose="020B0604020202020204" pitchFamily="34" charset="0"/>
                      </a:endParaRPr>
                    </a:p>
                  </a:txBody>
                  <a:tcPr marL="34925" marR="34925" marT="34925" marB="34925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600" kern="1200" dirty="0" smtClean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Bayesian</a:t>
                      </a:r>
                      <a:r>
                        <a:rPr lang="en-IN" sz="1600" kern="1200" baseline="0" dirty="0" smtClean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Learning</a:t>
                      </a:r>
                      <a:endParaRPr lang="en-IN" sz="1600" kern="5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4925" marR="34925" marT="34925" marB="34925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66213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600" kern="50" dirty="0" smtClean="0">
                          <a:effectLst/>
                          <a:latin typeface="Arial" panose="020B0604020202020204" pitchFamily="34" charset="0"/>
                          <a:ea typeface="WenQuanYi Micro Hei"/>
                          <a:cs typeface="Arial" panose="020B0604020202020204" pitchFamily="34" charset="0"/>
                        </a:rPr>
                        <a:t>M9</a:t>
                      </a:r>
                      <a:endParaRPr lang="en-IN" sz="1600" kern="50" dirty="0">
                        <a:effectLst/>
                        <a:latin typeface="Arial" panose="020B0604020202020204" pitchFamily="34" charset="0"/>
                        <a:ea typeface="WenQuanYi Micro Hei"/>
                        <a:cs typeface="Arial" panose="020B0604020202020204" pitchFamily="34" charset="0"/>
                      </a:endParaRPr>
                    </a:p>
                  </a:txBody>
                  <a:tcPr marL="34925" marR="34925" marT="34925" marB="34925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kern="50" dirty="0" smtClean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Ensemble Learning</a:t>
                      </a:r>
                      <a:endParaRPr lang="en-IN" sz="1600" dirty="0" smtClean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endParaRPr lang="en-IN" sz="1600" kern="5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4925" marR="34925" marT="34925" marB="34925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37069150"/>
                  </a:ext>
                </a:extLst>
              </a:tr>
              <a:tr h="466213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600" kern="50" dirty="0" smtClean="0">
                          <a:effectLst/>
                          <a:latin typeface="Arial" panose="020B0604020202020204" pitchFamily="34" charset="0"/>
                          <a:ea typeface="WenQuanYi Micro Hei"/>
                          <a:cs typeface="Arial" panose="020B0604020202020204" pitchFamily="34" charset="0"/>
                        </a:rPr>
                        <a:t>M10</a:t>
                      </a:r>
                      <a:endParaRPr lang="en-IN" sz="1600" kern="50" dirty="0">
                        <a:effectLst/>
                        <a:latin typeface="Arial" panose="020B0604020202020204" pitchFamily="34" charset="0"/>
                        <a:ea typeface="WenQuanYi Micro Hei"/>
                        <a:cs typeface="Arial" panose="020B0604020202020204" pitchFamily="34" charset="0"/>
                      </a:endParaRPr>
                    </a:p>
                  </a:txBody>
                  <a:tcPr marL="34925" marR="34925" marT="34925" marB="34925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600" kern="50" dirty="0" smtClean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Unsupervised Learning</a:t>
                      </a:r>
                      <a:endParaRPr lang="en-IN" sz="1600" kern="5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4925" marR="34925" marT="34925" marB="34925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82031430"/>
                  </a:ext>
                </a:extLst>
              </a:tr>
              <a:tr h="466213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 kern="50" dirty="0" smtClean="0">
                          <a:effectLst/>
                          <a:latin typeface="Arial" panose="020B0604020202020204" pitchFamily="34" charset="0"/>
                          <a:ea typeface="WenQuanYi Micro Hei"/>
                          <a:cs typeface="Arial" panose="020B0604020202020204" pitchFamily="34" charset="0"/>
                        </a:rPr>
                        <a:t>M11</a:t>
                      </a:r>
                      <a:endParaRPr lang="en-IN" sz="1600" kern="50" dirty="0">
                        <a:effectLst/>
                        <a:latin typeface="Arial" panose="020B0604020202020204" pitchFamily="34" charset="0"/>
                        <a:ea typeface="WenQuanYi Micro Hei"/>
                        <a:cs typeface="Arial" panose="020B0604020202020204" pitchFamily="34" charset="0"/>
                      </a:endParaRPr>
                    </a:p>
                  </a:txBody>
                  <a:tcPr marL="34925" marR="34925" marT="34925" marB="34925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 kern="50" dirty="0" smtClean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Machine</a:t>
                      </a:r>
                      <a:r>
                        <a:rPr lang="en-US" sz="1600" kern="50" baseline="0" dirty="0" smtClean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Learning Model Evaluation/Comparison</a:t>
                      </a:r>
                      <a:endParaRPr lang="en-IN" sz="1600" kern="5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4925" marR="34925" marT="34925" marB="34925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26805493"/>
                  </a:ext>
                </a:extLst>
              </a:tr>
            </a:tbl>
          </a:graphicData>
        </a:graphic>
      </p:graphicFrame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/>
        <p:txBody>
          <a:bodyPr>
            <a:normAutofit/>
          </a:bodyPr>
          <a:lstStyle/>
          <a:p>
            <a:r>
              <a:rPr lang="en-IN" sz="2400" dirty="0"/>
              <a:t>Course Plan</a:t>
            </a:r>
          </a:p>
        </p:txBody>
      </p:sp>
      <p:sp>
        <p:nvSpPr>
          <p:cNvPr id="2" name="Rectangle 1"/>
          <p:cNvSpPr/>
          <p:nvPr/>
        </p:nvSpPr>
        <p:spPr>
          <a:xfrm>
            <a:off x="114300" y="4648200"/>
            <a:ext cx="6705600" cy="381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786099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Google Shape;695;p88"/>
          <p:cNvSpPr txBox="1">
            <a:spLocks noGrp="1"/>
          </p:cNvSpPr>
          <p:nvPr>
            <p:ph type="title" idx="4294967295"/>
          </p:nvPr>
        </p:nvSpPr>
        <p:spPr>
          <a:xfrm>
            <a:off x="152400" y="2895600"/>
            <a:ext cx="9144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3200" dirty="0" smtClean="0">
                <a:solidFill>
                  <a:srgbClr val="C00000"/>
                </a:solidFill>
                <a:ea typeface="Cambria" panose="02040503050406030204" pitchFamily="18" charset="0"/>
              </a:rPr>
              <a:t>Bayesian </a:t>
            </a:r>
            <a:r>
              <a:rPr lang="en-US" sz="3200" dirty="0">
                <a:solidFill>
                  <a:srgbClr val="C00000"/>
                </a:solidFill>
                <a:ea typeface="Cambria" panose="02040503050406030204" pitchFamily="18" charset="0"/>
              </a:rPr>
              <a:t>Learning </a:t>
            </a:r>
            <a:br>
              <a:rPr lang="en-US" sz="3200" dirty="0">
                <a:solidFill>
                  <a:srgbClr val="C00000"/>
                </a:solidFill>
                <a:ea typeface="Cambria" panose="02040503050406030204" pitchFamily="18" charset="0"/>
              </a:rPr>
            </a:br>
            <a:r>
              <a:rPr lang="en-US" sz="3200" dirty="0" smtClean="0">
                <a:solidFill>
                  <a:srgbClr val="C00000"/>
                </a:solidFill>
                <a:ea typeface="Cambria" panose="02040503050406030204" pitchFamily="18" charset="0"/>
              </a:rPr>
              <a:t>Parameter Estimation</a:t>
            </a:r>
            <a:endParaRPr sz="3200" dirty="0">
              <a:solidFill>
                <a:srgbClr val="C00000"/>
              </a:solidFill>
              <a:ea typeface="Cambria" panose="020405030504060302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304800" y="5257800"/>
            <a:ext cx="8411277" cy="1200329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wrap="none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mbria" panose="02040503050406030204" pitchFamily="18" charset="0"/>
                <a:cs typeface="Arial"/>
                <a:sym typeface="Arial"/>
              </a:rPr>
              <a:t>Where does the </a:t>
            </a: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Cambria" panose="02040503050406030204" pitchFamily="18" charset="0"/>
                <a:cs typeface="Arial"/>
                <a:sym typeface="Arial"/>
              </a:rPr>
              <a:t>cost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mbria" panose="02040503050406030204" pitchFamily="18" charset="0"/>
                <a:cs typeface="Arial"/>
                <a:sym typeface="Arial"/>
              </a:rPr>
              <a:t> come from? - Logistic </a:t>
            </a:r>
            <a:r>
              <a:rPr kumimoji="0" 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mbria" panose="02040503050406030204" pitchFamily="18" charset="0"/>
                <a:cs typeface="Arial"/>
                <a:sym typeface="Arial"/>
              </a:rPr>
              <a:t>regression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8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mbria" panose="02040503050406030204" pitchFamily="18" charset="0"/>
              <a:cs typeface="Arial"/>
              <a:sym typeface="Arial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mbria" panose="02040503050406030204" pitchFamily="18" charset="0"/>
                <a:cs typeface="Arial"/>
                <a:sym typeface="Arial"/>
              </a:rPr>
              <a:t>Why least-squares </a:t>
            </a: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Cambria" panose="02040503050406030204" pitchFamily="18" charset="0"/>
                <a:cs typeface="Arial"/>
                <a:sym typeface="Arial"/>
              </a:rPr>
              <a:t>c</a:t>
            </a:r>
            <a:r>
              <a:rPr kumimoji="0" 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Cambria" panose="02040503050406030204" pitchFamily="18" charset="0"/>
                <a:cs typeface="Arial"/>
                <a:sym typeface="Arial"/>
              </a:rPr>
              <a:t>ost </a:t>
            </a:r>
            <a:r>
              <a:rPr kumimoji="0" 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mbria" panose="02040503050406030204" pitchFamily="18" charset="0"/>
                <a:cs typeface="Arial"/>
                <a:sym typeface="Arial"/>
              </a:rPr>
              <a:t>function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mbria" panose="02040503050406030204" pitchFamily="18" charset="0"/>
                <a:cs typeface="Arial"/>
                <a:sym typeface="Arial"/>
              </a:rPr>
              <a:t>, be a </a:t>
            </a:r>
            <a:r>
              <a:rPr kumimoji="0" 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mbria" panose="02040503050406030204" pitchFamily="18" charset="0"/>
                <a:cs typeface="Arial"/>
                <a:sym typeface="Arial"/>
              </a:rPr>
              <a:t>reasonable </a:t>
            </a:r>
            <a:r>
              <a:rPr kumimoji="0" lang="en-IN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mbria" panose="02040503050406030204" pitchFamily="18" charset="0"/>
                <a:cs typeface="Arial"/>
                <a:sym typeface="Arial"/>
              </a:rPr>
              <a:t>choice? – Linear regression</a:t>
            </a:r>
            <a:endParaRPr kumimoji="0" lang="en-IN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mbria" panose="02040503050406030204" pitchFamily="18" charset="0"/>
              <a:cs typeface="Arial"/>
              <a:sym typeface="Arial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mbria" panose="02040503050406030204" pitchFamily="18" charset="0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325533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309519" y="477065"/>
            <a:ext cx="8556712" cy="553998"/>
          </a:xfrm>
          <a:noFill/>
          <a:ln w="9525">
            <a:noFill/>
            <a:miter lim="800000"/>
            <a:headEnd/>
            <a:tailEnd/>
          </a:ln>
          <a:effectLst/>
        </p:spPr>
        <p:txBody>
          <a:bodyPr spcFirstLastPara="1" vert="horz" wrap="square" lIns="91440" tIns="45720" rIns="91440" bIns="45720" rtlCol="0" anchor="ctr" anchorCtr="0">
            <a:spAutoFit/>
          </a:bodyPr>
          <a:lstStyle/>
          <a:p>
            <a:pPr marL="85725" indent="28575" fontAlgn="base">
              <a:lnSpc>
                <a:spcPts val="3600"/>
              </a:lnSpc>
              <a:spcAft>
                <a:spcPct val="0"/>
              </a:spcAft>
              <a:buClr>
                <a:schemeClr val="dk1"/>
              </a:buClr>
              <a:buSzPts val="3600"/>
              <a:buFont typeface="Arial" pitchFamily="34" charset="0"/>
            </a:pPr>
            <a:r>
              <a:rPr lang="en-US" altLang="en-US" sz="2400" b="1" spc="-150" dirty="0" smtClean="0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Distribution</a:t>
            </a:r>
            <a:endParaRPr lang="en-US" altLang="en-US" sz="1800" b="1" spc="-150" dirty="0">
              <a:latin typeface="Arial" panose="020B0604020202020204" pitchFamily="34" charset="0"/>
              <a:ea typeface="Cambria" panose="02040503050406030204" pitchFamily="18" charset="0"/>
              <a:cs typeface="Arial" panose="020B0604020202020204" pitchFamily="34" charset="0"/>
            </a:endParaRPr>
          </a:p>
        </p:txBody>
      </p:sp>
      <p:sp>
        <p:nvSpPr>
          <p:cNvPr id="12292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8DA68F0-60D7-4838-B086-D99AF27DBD91}" type="slidenum">
              <a:rPr kumimoji="0" lang="en-US" altLang="en-US" sz="1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altLang="en-US" sz="16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+mn-cs"/>
            </a:endParaRP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/>
          </p:nvPr>
        </p:nvGraphicFramePr>
        <p:xfrm>
          <a:off x="152400" y="1525136"/>
          <a:ext cx="2245750" cy="234703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11631146"/>
                    </a:ext>
                  </a:extLst>
                </a:gridCol>
                <a:gridCol w="11027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860783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Mileage</a:t>
                      </a:r>
                    </a:p>
                    <a:p>
                      <a:pPr algn="ctr"/>
                      <a:r>
                        <a:rPr lang="en-US" sz="1600" b="1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(in </a:t>
                      </a:r>
                      <a:r>
                        <a:rPr lang="en-IN" sz="1600" b="1" i="0" kern="1200" dirty="0" err="1" smtClean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kmpl</a:t>
                      </a:r>
                      <a:r>
                        <a:rPr lang="en-IN" sz="1600" b="0" i="0" kern="1200" dirty="0" smtClean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)</a:t>
                      </a:r>
                      <a:endParaRPr lang="en-US" sz="16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i="1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Car Price</a:t>
                      </a:r>
                    </a:p>
                    <a:p>
                      <a:pPr algn="ctr"/>
                      <a:r>
                        <a:rPr lang="en-US" sz="1600" b="1" i="1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(in </a:t>
                      </a:r>
                      <a:r>
                        <a:rPr lang="en-US" sz="1600" b="1" i="1" dirty="0" err="1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cr</a:t>
                      </a:r>
                      <a:r>
                        <a:rPr lang="en-US" sz="1600" b="1" i="1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  <a:endParaRPr lang="en-US" sz="1600" b="1" i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564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9.8</a:t>
                      </a:r>
                      <a:endParaRPr 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10.48</a:t>
                      </a:r>
                      <a:endParaRPr 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1564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9.12</a:t>
                      </a:r>
                      <a:endParaRPr 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1.75</a:t>
                      </a:r>
                      <a:endParaRPr 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1564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9.5</a:t>
                      </a:r>
                      <a:endParaRPr 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6.95</a:t>
                      </a:r>
                      <a:endParaRPr 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1564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  <a:endParaRPr 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2.51</a:t>
                      </a:r>
                      <a:endParaRPr 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>
            <p:extLst/>
          </p:nvPr>
        </p:nvGraphicFramePr>
        <p:xfrm>
          <a:off x="2662237" y="1525136"/>
          <a:ext cx="2245750" cy="234703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11631146"/>
                    </a:ext>
                  </a:extLst>
                </a:gridCol>
                <a:gridCol w="11027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860783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Mileage</a:t>
                      </a:r>
                    </a:p>
                    <a:p>
                      <a:pPr algn="ctr"/>
                      <a:r>
                        <a:rPr lang="en-US" sz="1600" b="1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(in </a:t>
                      </a:r>
                      <a:r>
                        <a:rPr lang="en-IN" sz="1600" b="1" i="0" kern="1200" dirty="0" err="1" smtClean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kmpl</a:t>
                      </a:r>
                      <a:r>
                        <a:rPr lang="en-IN" sz="1600" b="0" i="0" kern="1200" dirty="0" smtClean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)</a:t>
                      </a:r>
                      <a:endParaRPr lang="en-US" sz="16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i="1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Car Price</a:t>
                      </a:r>
                    </a:p>
                    <a:p>
                      <a:pPr algn="ctr"/>
                      <a:r>
                        <a:rPr lang="en-US" sz="1600" b="1" i="1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(in </a:t>
                      </a:r>
                      <a:r>
                        <a:rPr lang="en-US" sz="1600" b="1" i="1" dirty="0" err="1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cr</a:t>
                      </a:r>
                      <a:r>
                        <a:rPr lang="en-US" sz="1600" b="1" i="1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  <a:endParaRPr lang="en-US" sz="1600" b="1" i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564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Neutral</a:t>
                      </a:r>
                      <a:endParaRPr 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High</a:t>
                      </a:r>
                      <a:endParaRPr 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1564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Less</a:t>
                      </a:r>
                      <a:endParaRPr 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Low</a:t>
                      </a:r>
                      <a:endParaRPr 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1564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Neutral</a:t>
                      </a:r>
                      <a:endParaRPr 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Medium</a:t>
                      </a:r>
                      <a:endParaRPr 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1564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More</a:t>
                      </a:r>
                      <a:endParaRPr 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Low</a:t>
                      </a:r>
                      <a:endParaRPr 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>
            <p:extLst/>
          </p:nvPr>
        </p:nvGraphicFramePr>
        <p:xfrm>
          <a:off x="5143499" y="1525135"/>
          <a:ext cx="2245750" cy="234703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11631146"/>
                    </a:ext>
                  </a:extLst>
                </a:gridCol>
                <a:gridCol w="11027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860783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Mileage</a:t>
                      </a:r>
                    </a:p>
                    <a:p>
                      <a:pPr algn="ctr"/>
                      <a:r>
                        <a:rPr lang="en-US" sz="1600" b="1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(in </a:t>
                      </a:r>
                      <a:r>
                        <a:rPr lang="en-IN" sz="1600" b="1" i="0" kern="1200" dirty="0" err="1" smtClean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kmpl</a:t>
                      </a:r>
                      <a:r>
                        <a:rPr lang="en-IN" sz="1600" b="0" i="0" kern="1200" dirty="0" smtClean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)</a:t>
                      </a:r>
                      <a:endParaRPr lang="en-US" sz="16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i="1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Car Price</a:t>
                      </a:r>
                    </a:p>
                    <a:p>
                      <a:pPr algn="ctr"/>
                      <a:r>
                        <a:rPr lang="en-US" sz="1600" b="1" i="1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(in </a:t>
                      </a:r>
                      <a:r>
                        <a:rPr lang="en-US" sz="1600" b="1" i="1" dirty="0" err="1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cr</a:t>
                      </a:r>
                      <a:r>
                        <a:rPr lang="en-US" sz="1600" b="1" i="1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  <a:endParaRPr lang="en-US" sz="1600" b="1" i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564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9.8</a:t>
                      </a:r>
                      <a:endParaRPr 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High</a:t>
                      </a:r>
                      <a:endParaRPr 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1564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9.12</a:t>
                      </a:r>
                      <a:endParaRPr 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Low</a:t>
                      </a:r>
                      <a:endParaRPr 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1564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9.5</a:t>
                      </a:r>
                      <a:endParaRPr 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High</a:t>
                      </a:r>
                      <a:endParaRPr 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1564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  <a:endParaRPr 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Low</a:t>
                      </a:r>
                      <a:endParaRPr 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" y="4065251"/>
            <a:ext cx="3817247" cy="2388013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33800" y="3941736"/>
            <a:ext cx="5374909" cy="477864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5"/>
          <a:srcRect l="50431"/>
          <a:stretch/>
        </p:blipFill>
        <p:spPr>
          <a:xfrm>
            <a:off x="4716884" y="4444759"/>
            <a:ext cx="3744912" cy="2108441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73444" y="4473334"/>
            <a:ext cx="2460457" cy="431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34591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309519" y="477065"/>
            <a:ext cx="8556712" cy="553998"/>
          </a:xfrm>
          <a:noFill/>
          <a:ln w="9525">
            <a:noFill/>
            <a:miter lim="800000"/>
            <a:headEnd/>
            <a:tailEnd/>
          </a:ln>
          <a:effectLst/>
        </p:spPr>
        <p:txBody>
          <a:bodyPr spcFirstLastPara="1" vert="horz" wrap="square" lIns="91440" tIns="45720" rIns="91440" bIns="45720" rtlCol="0" anchor="ctr" anchorCtr="0">
            <a:spAutoFit/>
          </a:bodyPr>
          <a:lstStyle/>
          <a:p>
            <a:pPr marL="85725" indent="28575" fontAlgn="base">
              <a:lnSpc>
                <a:spcPts val="3600"/>
              </a:lnSpc>
              <a:spcAft>
                <a:spcPct val="0"/>
              </a:spcAft>
              <a:buClr>
                <a:schemeClr val="dk1"/>
              </a:buClr>
              <a:buSzPts val="3600"/>
              <a:buFont typeface="Arial" pitchFamily="34" charset="0"/>
            </a:pPr>
            <a:r>
              <a:rPr lang="en-US" altLang="en-US" sz="2400" b="1" spc="-150" dirty="0" smtClean="0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Parameter Estimation</a:t>
            </a:r>
            <a:endParaRPr lang="en-US" altLang="en-US" sz="1800" b="1" spc="-150" dirty="0">
              <a:latin typeface="Arial" panose="020B0604020202020204" pitchFamily="34" charset="0"/>
              <a:ea typeface="Cambria" panose="02040503050406030204" pitchFamily="18" charset="0"/>
              <a:cs typeface="Arial" panose="020B0604020202020204" pitchFamily="34" charset="0"/>
            </a:endParaRPr>
          </a:p>
        </p:txBody>
      </p:sp>
      <p:sp>
        <p:nvSpPr>
          <p:cNvPr id="12292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8DA68F0-60D7-4838-B086-D99AF27DBD91}" type="slidenum">
              <a:rPr kumimoji="0" lang="en-US" altLang="en-US" sz="1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altLang="en-US" sz="16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+mn-cs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519" y="1676400"/>
            <a:ext cx="5062217" cy="3465777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9200" y="5450915"/>
            <a:ext cx="3311859" cy="786397"/>
          </a:xfrm>
          <a:prstGeom prst="rect">
            <a:avLst/>
          </a:prstGeom>
        </p:spPr>
      </p:pic>
      <p:pic>
        <p:nvPicPr>
          <p:cNvPr id="17" name="Content Placeholder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78732" y="1524000"/>
            <a:ext cx="3119950" cy="2590800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Rectangle 13"/>
          <p:cNvSpPr/>
          <p:nvPr/>
        </p:nvSpPr>
        <p:spPr>
          <a:xfrm>
            <a:off x="5678732" y="4099189"/>
            <a:ext cx="3505200" cy="11538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𝜃 is the parameter of a distribution. 𝜃 can be a vector of 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parameters</a:t>
            </a: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Cambria Math"/>
              </a:rPr>
              <a:t>Distribution = model + parameter </a:t>
            </a:r>
            <a:r>
              <a:rPr kumimoji="0" lang="en-IN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Cambria Math"/>
              </a:rPr>
              <a:t>𝜃</a:t>
            </a: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Cambria Math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5602385" y="5253031"/>
                <a:ext cx="3657893" cy="83099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IN" sz="16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charset="0"/>
                    <a:ea typeface="+mn-ea"/>
                    <a:cs typeface="+mn-cs"/>
                  </a:rPr>
                  <a:t>Find </a:t>
                </a:r>
                <a14:m>
                  <m:oMath xmlns:m="http://schemas.openxmlformats.org/officeDocument/2006/math">
                    <m:r>
                      <a:rPr kumimoji="0" lang="en-US" sz="16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𝛉</m:t>
                    </m:r>
                    <m:r>
                      <a:rPr kumimoji="0" lang="en-IN" sz="1600" b="1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=(</m:t>
                    </m:r>
                    <m:r>
                      <a:rPr kumimoji="0" lang="en-IN" sz="1600" b="1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𝐌𝐞𝐚𝐧</m:t>
                    </m:r>
                    <m:r>
                      <a:rPr kumimoji="0" lang="en-IN" sz="1600" b="1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, </m:t>
                    </m:r>
                    <m:r>
                      <a:rPr kumimoji="0" lang="en-IN" sz="1600" b="1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𝐒𝐃</m:t>
                    </m:r>
                    <m:r>
                      <a:rPr kumimoji="0" lang="en-IN" sz="1600" b="1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)</m:t>
                    </m:r>
                  </m:oMath>
                </a14:m>
                <a:r>
                  <a:rPr kumimoji="0" lang="en-IN" sz="16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charset="0"/>
                    <a:ea typeface="+mn-ea"/>
                    <a:cs typeface="+mn-cs"/>
                  </a:rPr>
                  <a:t> from the data </a:t>
                </a:r>
                <a:r>
                  <a:rPr kumimoji="0" lang="en-IN" sz="1600" b="1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charset="0"/>
                    <a:ea typeface="+mn-ea"/>
                    <a:cs typeface="+mn-cs"/>
                  </a:rPr>
                  <a:t>X</a:t>
                </a:r>
                <a:r>
                  <a:rPr kumimoji="0" lang="en-IN" sz="1600" b="1" i="0" u="none" strike="noStrike" kern="1200" cap="none" spc="0" normalizeH="0" baseline="-2500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charset="0"/>
                    <a:ea typeface="+mn-ea"/>
                    <a:cs typeface="+mn-cs"/>
                  </a:rPr>
                  <a:t>i</a:t>
                </a:r>
                <a:endParaRPr kumimoji="0" lang="en-IN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charset="0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base" latinLnBrk="0" hangingPunct="1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IN" sz="16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charset="0"/>
                    <a:ea typeface="+mn-ea"/>
                    <a:cs typeface="+mn-cs"/>
                  </a:rPr>
                  <a:t>i</a:t>
                </a:r>
                <a:r>
                  <a:rPr kumimoji="0" lang="en-IN" sz="1600" b="0" i="0" u="none" strike="noStrike" kern="1200" cap="none" spc="0" normalizeH="0" baseline="0" noProof="0" dirty="0" err="1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charset="0"/>
                    <a:ea typeface="+mn-ea"/>
                    <a:cs typeface="+mn-cs"/>
                  </a:rPr>
                  <a:t>e</a:t>
                </a:r>
                <a:r>
                  <a:rPr kumimoji="0" lang="en-IN" sz="16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charset="0"/>
                    <a:ea typeface="+mn-ea"/>
                    <a:cs typeface="+mn-cs"/>
                  </a:rPr>
                  <a:t>., (x</a:t>
                </a:r>
                <a:r>
                  <a:rPr kumimoji="0" lang="en-IN" sz="1600" b="0" i="0" u="none" strike="noStrike" kern="1200" cap="none" spc="0" normalizeH="0" baseline="-2500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charset="0"/>
                    <a:ea typeface="+mn-ea"/>
                    <a:cs typeface="+mn-cs"/>
                  </a:rPr>
                  <a:t>i</a:t>
                </a:r>
                <a:r>
                  <a:rPr kumimoji="0" lang="en-IN" sz="16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charset="0"/>
                    <a:ea typeface="+mn-ea"/>
                    <a:cs typeface="+mn-cs"/>
                  </a:rPr>
                  <a:t>, P(x</a:t>
                </a:r>
                <a:r>
                  <a:rPr kumimoji="0" lang="en-IN" sz="1600" b="0" i="0" u="none" strike="noStrike" kern="1200" cap="none" spc="0" normalizeH="0" baseline="-2500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charset="0"/>
                    <a:ea typeface="+mn-ea"/>
                    <a:cs typeface="+mn-cs"/>
                  </a:rPr>
                  <a:t>i</a:t>
                </a:r>
                <a:r>
                  <a:rPr kumimoji="0" lang="en-IN" sz="16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charset="0"/>
                    <a:ea typeface="+mn-ea"/>
                    <a:cs typeface="+mn-cs"/>
                  </a:rPr>
                  <a:t>))  </a:t>
                </a:r>
                <a:endParaRPr kumimoji="0" lang="en-IN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charset="0"/>
                  <a:ea typeface="+mn-ea"/>
                  <a:cs typeface="Cambria Math"/>
                </a:endParaRPr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02385" y="5253031"/>
                <a:ext cx="3657893" cy="830997"/>
              </a:xfrm>
              <a:prstGeom prst="rect">
                <a:avLst/>
              </a:prstGeom>
              <a:blipFill>
                <a:blip r:embed="rId6"/>
                <a:stretch>
                  <a:fillRect l="-833" b="-294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902789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893594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309519" y="477065"/>
            <a:ext cx="8556712" cy="553998"/>
          </a:xfrm>
          <a:noFill/>
          <a:ln w="9525">
            <a:noFill/>
            <a:miter lim="800000"/>
            <a:headEnd/>
            <a:tailEnd/>
          </a:ln>
          <a:effectLst/>
        </p:spPr>
        <p:txBody>
          <a:bodyPr spcFirstLastPara="1" vert="horz" wrap="square" lIns="91440" tIns="45720" rIns="91440" bIns="45720" rtlCol="0" anchor="ctr" anchorCtr="0">
            <a:spAutoFit/>
          </a:bodyPr>
          <a:lstStyle/>
          <a:p>
            <a:pPr marL="85725" indent="28575" fontAlgn="base">
              <a:lnSpc>
                <a:spcPts val="3600"/>
              </a:lnSpc>
              <a:spcAft>
                <a:spcPct val="0"/>
              </a:spcAft>
              <a:buClr>
                <a:schemeClr val="dk1"/>
              </a:buClr>
              <a:buSzPts val="3600"/>
              <a:buFont typeface="Arial" pitchFamily="34" charset="0"/>
            </a:pPr>
            <a:r>
              <a:rPr lang="en-US" altLang="en-US" sz="2400" b="1" spc="-150" dirty="0" smtClean="0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Parameter in ML</a:t>
            </a:r>
            <a:endParaRPr lang="en-US" altLang="en-US" sz="1800" b="1" spc="-150" dirty="0">
              <a:latin typeface="Arial" panose="020B0604020202020204" pitchFamily="34" charset="0"/>
              <a:ea typeface="Cambria" panose="02040503050406030204" pitchFamily="18" charset="0"/>
              <a:cs typeface="Arial" panose="020B0604020202020204" pitchFamily="34" charset="0"/>
            </a:endParaRPr>
          </a:p>
        </p:txBody>
      </p:sp>
      <p:sp>
        <p:nvSpPr>
          <p:cNvPr id="12292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8DA68F0-60D7-4838-B086-D99AF27DBD91}" type="slidenum">
              <a:rPr kumimoji="0" lang="en-US" altLang="en-US" sz="1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altLang="en-US" sz="16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+mn-cs"/>
            </a:endParaRP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/>
          </p:nvPr>
        </p:nvGraphicFramePr>
        <p:xfrm>
          <a:off x="152400" y="1525136"/>
          <a:ext cx="2245750" cy="234703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11631146"/>
                    </a:ext>
                  </a:extLst>
                </a:gridCol>
                <a:gridCol w="11027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860783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Mileage</a:t>
                      </a:r>
                    </a:p>
                    <a:p>
                      <a:pPr algn="ctr"/>
                      <a:r>
                        <a:rPr lang="en-US" sz="1600" b="1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(in </a:t>
                      </a:r>
                      <a:r>
                        <a:rPr lang="en-IN" sz="1600" b="1" i="0" kern="1200" dirty="0" err="1" smtClean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kmpl</a:t>
                      </a:r>
                      <a:r>
                        <a:rPr lang="en-IN" sz="1600" b="0" i="0" kern="1200" dirty="0" smtClean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)</a:t>
                      </a:r>
                      <a:endParaRPr lang="en-US" sz="16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i="1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Car Price</a:t>
                      </a:r>
                    </a:p>
                    <a:p>
                      <a:pPr algn="ctr"/>
                      <a:r>
                        <a:rPr lang="en-US" sz="1600" b="1" i="1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(in </a:t>
                      </a:r>
                      <a:r>
                        <a:rPr lang="en-US" sz="1600" b="1" i="1" dirty="0" err="1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cr</a:t>
                      </a:r>
                      <a:r>
                        <a:rPr lang="en-US" sz="1600" b="1" i="1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  <a:endParaRPr lang="en-US" sz="1600" b="1" i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564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9.8</a:t>
                      </a:r>
                      <a:endParaRPr 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10.48</a:t>
                      </a:r>
                      <a:endParaRPr 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1564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9.12</a:t>
                      </a:r>
                      <a:endParaRPr 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1.75</a:t>
                      </a:r>
                      <a:endParaRPr 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1564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9.5</a:t>
                      </a:r>
                      <a:endParaRPr 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6.95</a:t>
                      </a:r>
                      <a:endParaRPr 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1564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  <a:endParaRPr 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2.51</a:t>
                      </a:r>
                      <a:endParaRPr 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/>
          </p:nvPr>
        </p:nvGraphicFramePr>
        <p:xfrm>
          <a:off x="152400" y="4183390"/>
          <a:ext cx="2245750" cy="234703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11631146"/>
                    </a:ext>
                  </a:extLst>
                </a:gridCol>
                <a:gridCol w="11027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860783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Mileage</a:t>
                      </a:r>
                    </a:p>
                    <a:p>
                      <a:pPr algn="ctr"/>
                      <a:r>
                        <a:rPr lang="en-US" sz="1600" b="1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(in </a:t>
                      </a:r>
                      <a:r>
                        <a:rPr lang="en-IN" sz="1600" b="1" i="0" kern="1200" dirty="0" err="1" smtClean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kmpl</a:t>
                      </a:r>
                      <a:r>
                        <a:rPr lang="en-IN" sz="1600" b="0" i="0" kern="1200" dirty="0" smtClean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)</a:t>
                      </a:r>
                      <a:endParaRPr lang="en-US" sz="16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i="1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Car Price</a:t>
                      </a:r>
                    </a:p>
                    <a:p>
                      <a:pPr algn="ctr"/>
                      <a:r>
                        <a:rPr lang="en-US" sz="1600" b="1" i="1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(in </a:t>
                      </a:r>
                      <a:r>
                        <a:rPr lang="en-US" sz="1600" b="1" i="1" dirty="0" err="1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cr</a:t>
                      </a:r>
                      <a:r>
                        <a:rPr lang="en-US" sz="1600" b="1" i="1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  <a:endParaRPr lang="en-US" sz="1600" b="1" i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564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9.8</a:t>
                      </a:r>
                      <a:endParaRPr 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High</a:t>
                      </a:r>
                      <a:endParaRPr 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1564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9.12</a:t>
                      </a:r>
                      <a:endParaRPr 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Low</a:t>
                      </a:r>
                      <a:endParaRPr 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1564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9.5</a:t>
                      </a:r>
                      <a:endParaRPr 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High</a:t>
                      </a:r>
                      <a:endParaRPr 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1564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  <a:endParaRPr 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Low</a:t>
                      </a:r>
                      <a:endParaRPr 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2971800" y="1828800"/>
            <a:ext cx="42614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CarPrice</a:t>
            </a:r>
            <a:r>
              <a:rPr kumimoji="0" lang="en-IN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  = 8.5 + 0.5 Mileage – 1.5 Mileage</a:t>
            </a:r>
            <a:r>
              <a:rPr kumimoji="0" lang="en-IN" sz="1600" b="0" i="0" u="none" strike="noStrike" kern="1200" cap="none" spc="0" normalizeH="0" baseline="3000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2</a:t>
            </a:r>
            <a:endParaRPr kumimoji="0" lang="en-IN" sz="16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2971800" y="4800600"/>
                <a:ext cx="4606133" cy="51520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IN" sz="1600" b="0" i="0" u="none" strike="noStrike" kern="1200" cap="none" spc="0" normalizeH="0" baseline="0" noProof="0" dirty="0" err="1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charset="0"/>
                    <a:ea typeface="+mn-ea"/>
                    <a:cs typeface="+mn-cs"/>
                  </a:rPr>
                  <a:t>CarPrice</a:t>
                </a:r>
                <a:r>
                  <a:rPr kumimoji="0" lang="en-IN" sz="16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charset="0"/>
                    <a:ea typeface="+mn-ea"/>
                    <a:cs typeface="+mn-cs"/>
                  </a:rPr>
                  <a:t>  </a:t>
                </a:r>
                <a14:m>
                  <m:oMath xmlns:m="http://schemas.openxmlformats.org/officeDocument/2006/math">
                    <m:r>
                      <a:rPr kumimoji="0" lang="en-US" sz="16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=</m:t>
                    </m:r>
                    <m:f>
                      <m:fPr>
                        <m:ctrlPr>
                          <a:rPr kumimoji="0" lang="en-US" sz="16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fPr>
                      <m:num>
                        <m:r>
                          <a:rPr kumimoji="0" lang="en-US" sz="16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1</m:t>
                        </m:r>
                      </m:num>
                      <m:den>
                        <m:r>
                          <a:rPr kumimoji="0" lang="en-US" sz="16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1+</m:t>
                        </m:r>
                        <m:sSup>
                          <m:sSupPr>
                            <m:ctrlPr>
                              <a:rPr kumimoji="0" lang="en-US" sz="1600" b="0" i="1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pPr>
                          <m:e>
                            <m:r>
                              <a:rPr kumimoji="0" lang="en-US" sz="1600" b="0" i="1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𝑒</m:t>
                            </m:r>
                          </m:e>
                          <m:sup>
                            <m:r>
                              <a:rPr kumimoji="0" lang="en-US" sz="1600" b="0" i="1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−</m:t>
                            </m:r>
                            <m:r>
                              <m:rPr>
                                <m:nor/>
                              </m:rPr>
                              <a:rPr kumimoji="0" lang="en-IN" sz="1600" b="0" i="0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Tahoma" charset="0"/>
                                <a:ea typeface="+mn-ea"/>
                                <a:cs typeface="+mn-cs"/>
                              </a:rPr>
                              <m:t>8.5 + 0.5 </m:t>
                            </m:r>
                            <m:r>
                              <m:rPr>
                                <m:nor/>
                              </m:rPr>
                              <a:rPr kumimoji="0" lang="en-IN" sz="1600" b="0" i="0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Tahoma" charset="0"/>
                                <a:ea typeface="+mn-ea"/>
                                <a:cs typeface="+mn-cs"/>
                              </a:rPr>
                              <m:t>Mileage</m:t>
                            </m:r>
                            <m:r>
                              <m:rPr>
                                <m:nor/>
                              </m:rPr>
                              <a:rPr kumimoji="0" lang="en-IN" sz="1600" b="0" i="0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Tahoma" charset="0"/>
                                <a:ea typeface="+mn-ea"/>
                                <a:cs typeface="+mn-cs"/>
                              </a:rPr>
                              <m:t> – 1.5 </m:t>
                            </m:r>
                            <m:r>
                              <m:rPr>
                                <m:nor/>
                              </m:rPr>
                              <a:rPr kumimoji="0" lang="en-IN" sz="1600" b="0" i="0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Tahoma" charset="0"/>
                                <a:ea typeface="+mn-ea"/>
                                <a:cs typeface="+mn-cs"/>
                              </a:rPr>
                              <m:t>Mileage</m:t>
                            </m:r>
                            <m:r>
                              <m:rPr>
                                <m:nor/>
                              </m:rPr>
                              <a:rPr kumimoji="0" lang="en-IN" sz="1600" b="0" i="0" u="none" strike="noStrike" kern="1200" cap="none" spc="0" normalizeH="0" baseline="30000" noProof="0" dirty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Tahoma" charset="0"/>
                                <a:ea typeface="+mn-ea"/>
                                <a:cs typeface="+mn-cs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endParaRPr kumimoji="0" lang="en-IN" sz="1600" b="0" i="0" u="none" strike="noStrike" kern="1200" cap="none" spc="0" normalizeH="0" baseline="30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charset="0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71800" y="4800600"/>
                <a:ext cx="4606133" cy="515206"/>
              </a:xfrm>
              <a:prstGeom prst="rect">
                <a:avLst/>
              </a:prstGeom>
              <a:blipFill>
                <a:blip r:embed="rId3"/>
                <a:stretch>
                  <a:fillRect l="-795" b="-595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2994601" y="3226368"/>
                <a:ext cx="2256452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Cambria" panose="02040503050406030204" pitchFamily="18" charset="0"/>
                    <a:cs typeface="+mn-cs"/>
                  </a:rPr>
                  <a:t>Parameters : (</a:t>
                </a:r>
                <a14:m>
                  <m:oMath xmlns:m="http://schemas.openxmlformats.org/officeDocument/2006/math">
                    <m:r>
                      <a:rPr kumimoji="0" lang="en-US" sz="16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𝜃</m:t>
                    </m:r>
                  </m:oMath>
                </a14:m>
                <a:r>
                  <a:rPr kumimoji="0" lang="en-US" sz="1600" b="0" i="0" u="none" strike="noStrike" kern="1200" cap="none" spc="0" normalizeH="0" baseline="-2500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Cambria" panose="02040503050406030204" pitchFamily="18" charset="0"/>
                    <a:cs typeface="+mn-cs"/>
                  </a:rPr>
                  <a:t>0</a:t>
                </a:r>
                <a:r>
                  <a:rPr kumimoji="0" lang="en-US" sz="16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Cambria" panose="02040503050406030204" pitchFamily="18" charset="0"/>
                    <a:cs typeface="+mn-cs"/>
                  </a:rPr>
                  <a:t>, </a:t>
                </a:r>
                <a14:m>
                  <m:oMath xmlns:m="http://schemas.openxmlformats.org/officeDocument/2006/math">
                    <m:r>
                      <a:rPr kumimoji="0" lang="en-US" sz="16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𝜃</m:t>
                    </m:r>
                  </m:oMath>
                </a14:m>
                <a:r>
                  <a:rPr kumimoji="0" lang="en-US" sz="1600" b="0" i="0" u="none" strike="noStrike" kern="1200" cap="none" spc="0" normalizeH="0" baseline="-2500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Cambria" panose="02040503050406030204" pitchFamily="18" charset="0"/>
                    <a:cs typeface="+mn-cs"/>
                  </a:rPr>
                  <a:t>1</a:t>
                </a:r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Cambria" panose="02040503050406030204" pitchFamily="18" charset="0"/>
                    <a:cs typeface="+mn-cs"/>
                  </a:rPr>
                  <a:t>, </a:t>
                </a:r>
                <a14:m>
                  <m:oMath xmlns:m="http://schemas.openxmlformats.org/officeDocument/2006/math">
                    <m:r>
                      <a:rPr kumimoji="0" lang="en-US" sz="16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𝜃</m:t>
                    </m:r>
                  </m:oMath>
                </a14:m>
                <a:r>
                  <a:rPr kumimoji="0" lang="en-US" sz="1600" b="0" i="0" u="none" strike="noStrike" kern="1200" cap="none" spc="0" normalizeH="0" baseline="-2500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Cambria" panose="02040503050406030204" pitchFamily="18" charset="0"/>
                    <a:cs typeface="+mn-cs"/>
                  </a:rPr>
                  <a:t>2</a:t>
                </a:r>
                <a:r>
                  <a:rPr kumimoji="0" lang="en-US" sz="16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Cambria" panose="02040503050406030204" pitchFamily="18" charset="0"/>
                    <a:cs typeface="+mn-cs"/>
                  </a:rPr>
                  <a:t>)</a:t>
                </a:r>
                <a:endParaRPr kumimoji="0" lang="en-IN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charset="0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94601" y="3226368"/>
                <a:ext cx="2256452" cy="338554"/>
              </a:xfrm>
              <a:prstGeom prst="rect">
                <a:avLst/>
              </a:prstGeom>
              <a:blipFill>
                <a:blip r:embed="rId4"/>
                <a:stretch>
                  <a:fillRect l="-1351" t="-5357" r="-811" b="-2142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987171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309519" y="477065"/>
            <a:ext cx="8556712" cy="553998"/>
          </a:xfrm>
          <a:noFill/>
          <a:ln w="9525">
            <a:noFill/>
            <a:miter lim="800000"/>
            <a:headEnd/>
            <a:tailEnd/>
          </a:ln>
          <a:effectLst/>
        </p:spPr>
        <p:txBody>
          <a:bodyPr spcFirstLastPara="1" vert="horz" wrap="square" lIns="91440" tIns="45720" rIns="91440" bIns="45720" rtlCol="0" anchor="ctr" anchorCtr="0">
            <a:spAutoFit/>
          </a:bodyPr>
          <a:lstStyle/>
          <a:p>
            <a:pPr marL="85725" indent="28575" fontAlgn="base">
              <a:lnSpc>
                <a:spcPts val="3600"/>
              </a:lnSpc>
              <a:spcAft>
                <a:spcPct val="0"/>
              </a:spcAft>
              <a:buClr>
                <a:schemeClr val="dk1"/>
              </a:buClr>
              <a:buSzPts val="3600"/>
              <a:buFont typeface="Arial" pitchFamily="34" charset="0"/>
            </a:pPr>
            <a:r>
              <a:rPr lang="en-US" altLang="en-US" sz="2400" b="1" spc="-150" dirty="0" smtClean="0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Parameter Estimation in ML</a:t>
            </a:r>
            <a:endParaRPr lang="en-US" altLang="en-US" sz="1800" b="1" spc="-150" dirty="0">
              <a:latin typeface="Arial" panose="020B0604020202020204" pitchFamily="34" charset="0"/>
              <a:ea typeface="Cambria" panose="02040503050406030204" pitchFamily="18" charset="0"/>
              <a:cs typeface="Arial" panose="020B0604020202020204" pitchFamily="34" charset="0"/>
            </a:endParaRPr>
          </a:p>
        </p:txBody>
      </p:sp>
      <p:sp>
        <p:nvSpPr>
          <p:cNvPr id="12292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8DA68F0-60D7-4838-B086-D99AF27DBD91}" type="slidenum">
              <a:rPr kumimoji="0" lang="en-US" altLang="en-US" sz="1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altLang="en-US" sz="16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+mn-cs"/>
            </a:endParaRP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/>
          </p:nvPr>
        </p:nvGraphicFramePr>
        <p:xfrm>
          <a:off x="152400" y="1525136"/>
          <a:ext cx="2245750" cy="234703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11631146"/>
                    </a:ext>
                  </a:extLst>
                </a:gridCol>
                <a:gridCol w="11027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860783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Mileage</a:t>
                      </a:r>
                    </a:p>
                    <a:p>
                      <a:pPr algn="ctr"/>
                      <a:r>
                        <a:rPr lang="en-US" sz="1600" b="1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(in </a:t>
                      </a:r>
                      <a:r>
                        <a:rPr lang="en-IN" sz="1600" b="1" i="0" kern="1200" dirty="0" err="1" smtClean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kmpl</a:t>
                      </a:r>
                      <a:r>
                        <a:rPr lang="en-IN" sz="1600" b="0" i="0" kern="1200" dirty="0" smtClean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)</a:t>
                      </a:r>
                      <a:endParaRPr lang="en-US" sz="16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i="1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Car Price</a:t>
                      </a:r>
                    </a:p>
                    <a:p>
                      <a:pPr algn="ctr"/>
                      <a:r>
                        <a:rPr lang="en-US" sz="1600" b="1" i="1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(in </a:t>
                      </a:r>
                      <a:r>
                        <a:rPr lang="en-US" sz="1600" b="1" i="1" dirty="0" err="1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cr</a:t>
                      </a:r>
                      <a:r>
                        <a:rPr lang="en-US" sz="1600" b="1" i="1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  <a:endParaRPr lang="en-US" sz="1600" b="1" i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564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9.8</a:t>
                      </a:r>
                      <a:endParaRPr 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10.48</a:t>
                      </a:r>
                      <a:endParaRPr 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1564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9.12</a:t>
                      </a:r>
                      <a:endParaRPr 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1.75</a:t>
                      </a:r>
                      <a:endParaRPr 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1564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9.5</a:t>
                      </a:r>
                      <a:endParaRPr 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6.95</a:t>
                      </a:r>
                      <a:endParaRPr 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1564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  <a:endParaRPr 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2.51</a:t>
                      </a:r>
                      <a:endParaRPr 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2971800" y="1828800"/>
            <a:ext cx="42614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CarPrice</a:t>
            </a:r>
            <a:r>
              <a:rPr kumimoji="0" lang="en-IN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  = 8.5 + 0.5 Mileage – 1.5 Mileage</a:t>
            </a:r>
            <a:r>
              <a:rPr kumimoji="0" lang="en-IN" sz="1600" b="0" i="0" u="none" strike="noStrike" kern="1200" cap="none" spc="0" normalizeH="0" baseline="3000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2</a:t>
            </a:r>
            <a:endParaRPr kumimoji="0" lang="en-IN" sz="16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2994601" y="3226368"/>
                <a:ext cx="2256452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Cambria" panose="02040503050406030204" pitchFamily="18" charset="0"/>
                    <a:cs typeface="+mn-cs"/>
                  </a:rPr>
                  <a:t>Parameters : (</a:t>
                </a:r>
                <a14:m>
                  <m:oMath xmlns:m="http://schemas.openxmlformats.org/officeDocument/2006/math">
                    <m:r>
                      <a:rPr kumimoji="0" lang="en-US" sz="16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𝜃</m:t>
                    </m:r>
                  </m:oMath>
                </a14:m>
                <a:r>
                  <a:rPr kumimoji="0" lang="en-US" sz="1600" b="0" i="0" u="none" strike="noStrike" kern="1200" cap="none" spc="0" normalizeH="0" baseline="-2500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Cambria" panose="02040503050406030204" pitchFamily="18" charset="0"/>
                    <a:cs typeface="+mn-cs"/>
                  </a:rPr>
                  <a:t>0</a:t>
                </a:r>
                <a:r>
                  <a:rPr kumimoji="0" lang="en-US" sz="16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Cambria" panose="02040503050406030204" pitchFamily="18" charset="0"/>
                    <a:cs typeface="+mn-cs"/>
                  </a:rPr>
                  <a:t>, </a:t>
                </a:r>
                <a14:m>
                  <m:oMath xmlns:m="http://schemas.openxmlformats.org/officeDocument/2006/math">
                    <m:r>
                      <a:rPr kumimoji="0" lang="en-US" sz="16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𝜃</m:t>
                    </m:r>
                  </m:oMath>
                </a14:m>
                <a:r>
                  <a:rPr kumimoji="0" lang="en-US" sz="1600" b="0" i="0" u="none" strike="noStrike" kern="1200" cap="none" spc="0" normalizeH="0" baseline="-2500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Cambria" panose="02040503050406030204" pitchFamily="18" charset="0"/>
                    <a:cs typeface="+mn-cs"/>
                  </a:rPr>
                  <a:t>1</a:t>
                </a:r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Cambria" panose="02040503050406030204" pitchFamily="18" charset="0"/>
                    <a:cs typeface="+mn-cs"/>
                  </a:rPr>
                  <a:t>, </a:t>
                </a:r>
                <a14:m>
                  <m:oMath xmlns:m="http://schemas.openxmlformats.org/officeDocument/2006/math">
                    <m:r>
                      <a:rPr kumimoji="0" lang="en-US" sz="16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𝜃</m:t>
                    </m:r>
                  </m:oMath>
                </a14:m>
                <a:r>
                  <a:rPr kumimoji="0" lang="en-US" sz="1600" b="0" i="0" u="none" strike="noStrike" kern="1200" cap="none" spc="0" normalizeH="0" baseline="-2500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Cambria" panose="02040503050406030204" pitchFamily="18" charset="0"/>
                    <a:cs typeface="+mn-cs"/>
                  </a:rPr>
                  <a:t>2</a:t>
                </a:r>
                <a:r>
                  <a:rPr kumimoji="0" lang="en-US" sz="16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Cambria" panose="02040503050406030204" pitchFamily="18" charset="0"/>
                    <a:cs typeface="+mn-cs"/>
                  </a:rPr>
                  <a:t>)</a:t>
                </a:r>
                <a:endParaRPr kumimoji="0" lang="en-IN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charset="0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94601" y="3226368"/>
                <a:ext cx="2256452" cy="338554"/>
              </a:xfrm>
              <a:prstGeom prst="rect">
                <a:avLst/>
              </a:prstGeom>
              <a:blipFill>
                <a:blip r:embed="rId3"/>
                <a:stretch>
                  <a:fillRect l="-1351" t="-5357" r="-811" b="-2142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/>
              <p:cNvSpPr/>
              <p:nvPr/>
            </p:nvSpPr>
            <p:spPr>
              <a:xfrm>
                <a:off x="2971800" y="3564922"/>
                <a:ext cx="3657893" cy="83099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IN" sz="16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charset="0"/>
                    <a:ea typeface="+mn-ea"/>
                    <a:cs typeface="+mn-cs"/>
                  </a:rPr>
                  <a:t>Find </a:t>
                </a:r>
                <a14:m>
                  <m:oMath xmlns:m="http://schemas.openxmlformats.org/officeDocument/2006/math">
                    <m:r>
                      <a:rPr kumimoji="0" lang="en-US" sz="16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𝛉</m:t>
                    </m:r>
                    <m:r>
                      <a:rPr kumimoji="0" lang="en-IN" sz="1600" b="1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=(</m:t>
                    </m:r>
                    <m:r>
                      <a:rPr kumimoji="0" lang="en-US" sz="1600" b="1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𝜽</m:t>
                    </m:r>
                    <m:r>
                      <m:rPr>
                        <m:nor/>
                      </m:rPr>
                      <a:rPr kumimoji="0" lang="en-US" sz="1600" b="1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rPr>
                      <m:t>0</m:t>
                    </m:r>
                    <m:r>
                      <m:rPr>
                        <m:nor/>
                      </m:rPr>
                      <a:rPr kumimoji="0" lang="en-US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rPr>
                      <m:t>, </m:t>
                    </m:r>
                    <m:r>
                      <a:rPr kumimoji="0" lang="en-US" sz="1600" b="1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𝜽</m:t>
                    </m:r>
                    <m:r>
                      <m:rPr>
                        <m:nor/>
                      </m:rPr>
                      <a:rPr kumimoji="0" lang="en-US" sz="1600" b="1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rPr>
                      <m:t>1</m:t>
                    </m:r>
                    <m:r>
                      <m:rPr>
                        <m:nor/>
                      </m:rPr>
                      <a:rPr kumimoji="0" lang="en-US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rPr>
                      <m:t>, </m:t>
                    </m:r>
                    <m:r>
                      <a:rPr kumimoji="0" lang="en-US" sz="1600" b="1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𝜽</m:t>
                    </m:r>
                    <m:r>
                      <m:rPr>
                        <m:nor/>
                      </m:rPr>
                      <a:rPr kumimoji="0" lang="en-US" sz="1600" b="1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rPr>
                      <m:t>2</m:t>
                    </m:r>
                    <m:r>
                      <a:rPr kumimoji="0" lang="en-IN" sz="1600" b="1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)</m:t>
                    </m:r>
                  </m:oMath>
                </a14:m>
                <a:r>
                  <a:rPr kumimoji="0" lang="en-IN" sz="1600" b="1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charset="0"/>
                    <a:ea typeface="+mn-ea"/>
                    <a:cs typeface="+mn-cs"/>
                  </a:rPr>
                  <a:t> </a:t>
                </a:r>
                <a:r>
                  <a:rPr kumimoji="0" lang="en-IN" sz="16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charset="0"/>
                    <a:ea typeface="+mn-ea"/>
                    <a:cs typeface="+mn-cs"/>
                  </a:rPr>
                  <a:t>from the data </a:t>
                </a:r>
                <a:r>
                  <a:rPr kumimoji="0" lang="en-IN" sz="1600" b="1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charset="0"/>
                    <a:ea typeface="+mn-ea"/>
                    <a:cs typeface="+mn-cs"/>
                  </a:rPr>
                  <a:t>X</a:t>
                </a:r>
                <a:r>
                  <a:rPr kumimoji="0" lang="en-IN" sz="1600" b="1" i="0" u="none" strike="noStrike" kern="1200" cap="none" spc="0" normalizeH="0" baseline="-2500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charset="0"/>
                    <a:ea typeface="+mn-ea"/>
                    <a:cs typeface="+mn-cs"/>
                  </a:rPr>
                  <a:t>i</a:t>
                </a:r>
                <a:endParaRPr kumimoji="0" lang="en-IN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charset="0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base" latinLnBrk="0" hangingPunct="1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IN" sz="16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charset="0"/>
                    <a:ea typeface="+mn-ea"/>
                    <a:cs typeface="+mn-cs"/>
                  </a:rPr>
                  <a:t>i</a:t>
                </a:r>
                <a:r>
                  <a:rPr kumimoji="0" lang="en-IN" sz="1600" b="0" i="0" u="none" strike="noStrike" kern="1200" cap="none" spc="0" normalizeH="0" baseline="0" noProof="0" dirty="0" err="1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charset="0"/>
                    <a:ea typeface="+mn-ea"/>
                    <a:cs typeface="+mn-cs"/>
                  </a:rPr>
                  <a:t>e</a:t>
                </a:r>
                <a:r>
                  <a:rPr kumimoji="0" lang="en-IN" sz="16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charset="0"/>
                    <a:ea typeface="+mn-ea"/>
                    <a:cs typeface="+mn-cs"/>
                  </a:rPr>
                  <a:t>., (</a:t>
                </a:r>
                <a:r>
                  <a:rPr kumimoji="0" lang="en-IN" sz="1600" b="0" i="0" u="none" strike="noStrike" kern="1200" cap="none" spc="0" normalizeH="0" baseline="0" noProof="0" dirty="0" err="1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charset="0"/>
                    <a:ea typeface="+mn-ea"/>
                    <a:cs typeface="+mn-cs"/>
                  </a:rPr>
                  <a:t>Mileage</a:t>
                </a:r>
                <a:r>
                  <a:rPr kumimoji="0" lang="en-IN" sz="1600" b="0" i="0" u="none" strike="noStrike" kern="1200" cap="none" spc="0" normalizeH="0" baseline="-2500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charset="0"/>
                    <a:ea typeface="+mn-ea"/>
                    <a:cs typeface="+mn-cs"/>
                  </a:rPr>
                  <a:t>i</a:t>
                </a:r>
                <a:r>
                  <a:rPr kumimoji="0" lang="en-IN" sz="16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charset="0"/>
                    <a:ea typeface="+mn-ea"/>
                    <a:cs typeface="+mn-cs"/>
                  </a:rPr>
                  <a:t>, </a:t>
                </a:r>
                <a:r>
                  <a:rPr kumimoji="0" lang="en-IN" sz="1600" b="0" i="0" u="none" strike="noStrike" kern="1200" cap="none" spc="0" normalizeH="0" baseline="0" noProof="0" dirty="0" err="1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charset="0"/>
                    <a:ea typeface="+mn-ea"/>
                    <a:cs typeface="+mn-cs"/>
                  </a:rPr>
                  <a:t>CarPrice</a:t>
                </a:r>
                <a:r>
                  <a:rPr kumimoji="0" lang="en-IN" sz="1600" b="0" i="0" u="none" strike="noStrike" kern="1200" cap="none" spc="0" normalizeH="0" baseline="-2500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charset="0"/>
                    <a:ea typeface="+mn-ea"/>
                    <a:cs typeface="+mn-cs"/>
                  </a:rPr>
                  <a:t>i</a:t>
                </a:r>
                <a:r>
                  <a:rPr kumimoji="0" lang="en-IN" sz="16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charset="0"/>
                    <a:ea typeface="+mn-ea"/>
                    <a:cs typeface="+mn-cs"/>
                  </a:rPr>
                  <a:t>)  </a:t>
                </a:r>
                <a:endParaRPr kumimoji="0" lang="en-IN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charset="0"/>
                  <a:ea typeface="+mn-ea"/>
                  <a:cs typeface="Cambria Math"/>
                </a:endParaRPr>
              </a:p>
            </p:txBody>
          </p:sp>
        </mc:Choice>
        <mc:Fallback xmlns="">
          <p:sp>
            <p:nvSpPr>
              <p:cNvPr id="10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71800" y="3564922"/>
                <a:ext cx="3657893" cy="830997"/>
              </a:xfrm>
              <a:prstGeom prst="rect">
                <a:avLst/>
              </a:prstGeom>
              <a:blipFill>
                <a:blip r:embed="rId4"/>
                <a:stretch>
                  <a:fillRect l="-1000" b="-294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6"/>
          <p:cNvSpPr/>
          <p:nvPr/>
        </p:nvSpPr>
        <p:spPr>
          <a:xfrm>
            <a:off x="-323851" y="4910977"/>
            <a:ext cx="48768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marR="0" lvl="1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Maximum Likelihood Estimation (MLE) </a:t>
            </a:r>
          </a:p>
          <a:p>
            <a:pPr marL="914400" marR="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select that parameters 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𝜃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that make the observed data the most 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likely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557712" y="4883277"/>
            <a:ext cx="4572000" cy="951030"/>
          </a:xfrm>
          <a:prstGeom prst="rect">
            <a:avLst/>
          </a:prstGeom>
        </p:spPr>
        <p:txBody>
          <a:bodyPr>
            <a:spAutoFit/>
          </a:bodyPr>
          <a:lstStyle/>
          <a:p>
            <a:pPr marL="457200" marR="0" lvl="1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Maximum A Posteriori (MAP)</a:t>
            </a:r>
          </a:p>
          <a:p>
            <a:pPr marL="914400" marR="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choose 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the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parameters 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𝜃 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that is the most 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likely,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given the data</a:t>
            </a:r>
          </a:p>
        </p:txBody>
      </p:sp>
      <p:cxnSp>
        <p:nvCxnSpPr>
          <p:cNvPr id="13" name="Elbow Connector 12"/>
          <p:cNvCxnSpPr>
            <a:stCxn id="10" idx="2"/>
            <a:endCxn id="7" idx="0"/>
          </p:cNvCxnSpPr>
          <p:nvPr/>
        </p:nvCxnSpPr>
        <p:spPr>
          <a:xfrm rot="5400000">
            <a:off x="3200119" y="3310349"/>
            <a:ext cx="515058" cy="2686198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Elbow Connector 14"/>
          <p:cNvCxnSpPr>
            <a:stCxn id="10" idx="2"/>
            <a:endCxn id="11" idx="0"/>
          </p:cNvCxnSpPr>
          <p:nvPr/>
        </p:nvCxnSpPr>
        <p:spPr>
          <a:xfrm rot="16200000" flipH="1">
            <a:off x="5578550" y="3618115"/>
            <a:ext cx="487358" cy="2042965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/>
              <p:cNvSpPr/>
              <p:nvPr/>
            </p:nvSpPr>
            <p:spPr>
              <a:xfrm>
                <a:off x="1078554" y="5862007"/>
                <a:ext cx="1952779" cy="3385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IN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charset="0"/>
                    <a:ea typeface="+mn-ea"/>
                    <a:cs typeface="+mn-cs"/>
                  </a:rPr>
                  <a:t>f (</a:t>
                </a:r>
                <a:r>
                  <a:rPr kumimoji="0" lang="en-IN" sz="16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charset="0"/>
                    <a:ea typeface="+mn-ea"/>
                    <a:cs typeface="+mn-cs"/>
                  </a:rPr>
                  <a:t>X</a:t>
                </a:r>
                <a:r>
                  <a:rPr kumimoji="0" lang="en-IN" sz="1600" b="0" i="0" u="none" strike="noStrike" kern="1200" cap="none" spc="0" normalizeH="0" baseline="-2500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charset="0"/>
                    <a:ea typeface="+mn-ea"/>
                    <a:cs typeface="+mn-cs"/>
                  </a:rPr>
                  <a:t>1 </a:t>
                </a:r>
                <a:r>
                  <a:rPr kumimoji="0" lang="en-IN" sz="16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charset="0"/>
                    <a:ea typeface="+mn-ea"/>
                    <a:cs typeface="+mn-cs"/>
                  </a:rPr>
                  <a:t>, X</a:t>
                </a:r>
                <a:r>
                  <a:rPr kumimoji="0" lang="en-IN" sz="1600" b="0" i="0" u="none" strike="noStrike" kern="1200" cap="none" spc="0" normalizeH="0" baseline="-2500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charset="0"/>
                    <a:ea typeface="+mn-ea"/>
                    <a:cs typeface="+mn-cs"/>
                  </a:rPr>
                  <a:t>2 </a:t>
                </a:r>
                <a:r>
                  <a:rPr kumimoji="0" lang="en-IN" sz="16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charset="0"/>
                    <a:ea typeface="+mn-ea"/>
                    <a:cs typeface="+mn-cs"/>
                  </a:rPr>
                  <a:t> .....</a:t>
                </a:r>
                <a:r>
                  <a:rPr kumimoji="0" lang="en-IN" sz="1600" b="0" i="0" u="none" strike="noStrike" kern="1200" cap="none" spc="0" normalizeH="0" baseline="0" noProof="0" dirty="0" err="1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charset="0"/>
                    <a:ea typeface="+mn-ea"/>
                    <a:cs typeface="+mn-cs"/>
                  </a:rPr>
                  <a:t>X</a:t>
                </a:r>
                <a:r>
                  <a:rPr kumimoji="0" lang="en-IN" sz="1600" b="0" i="0" u="none" strike="noStrike" kern="1200" cap="none" spc="0" normalizeH="0" baseline="-25000" noProof="0" dirty="0" err="1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charset="0"/>
                    <a:ea typeface="+mn-ea"/>
                    <a:cs typeface="+mn-cs"/>
                  </a:rPr>
                  <a:t>n</a:t>
                </a:r>
                <a:r>
                  <a:rPr kumimoji="0" lang="en-IN" sz="1600" b="0" i="0" u="none" strike="noStrike" kern="1200" cap="none" spc="0" normalizeH="0" baseline="-2500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charset="0"/>
                    <a:ea typeface="+mn-ea"/>
                    <a:cs typeface="+mn-cs"/>
                  </a:rPr>
                  <a:t> </a:t>
                </a:r>
                <a:r>
                  <a:rPr kumimoji="0" lang="en-IN" sz="16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charset="0"/>
                    <a:ea typeface="+mn-ea"/>
                    <a:cs typeface="+mn-cs"/>
                  </a:rPr>
                  <a:t>| </a:t>
                </a:r>
                <a14:m>
                  <m:oMath xmlns:m="http://schemas.openxmlformats.org/officeDocument/2006/math">
                    <m:r>
                      <a:rPr kumimoji="0" lang="en-US" sz="16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𝛉</m:t>
                    </m:r>
                  </m:oMath>
                </a14:m>
                <a:r>
                  <a:rPr kumimoji="0" lang="en-IN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charset="0"/>
                    <a:ea typeface="+mn-ea"/>
                    <a:cs typeface="+mn-cs"/>
                  </a:rPr>
                  <a:t>)</a:t>
                </a:r>
              </a:p>
            </p:txBody>
          </p:sp>
        </mc:Choice>
        <mc:Fallback xmlns="">
          <p:sp>
            <p:nvSpPr>
              <p:cNvPr id="16" name="Rectangle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8554" y="5862007"/>
                <a:ext cx="1952779" cy="338554"/>
              </a:xfrm>
              <a:prstGeom prst="rect">
                <a:avLst/>
              </a:prstGeom>
              <a:blipFill>
                <a:blip r:embed="rId5"/>
                <a:stretch>
                  <a:fillRect l="-1875" t="-5455" r="-938" b="-2363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18"/>
              <p:cNvSpPr/>
              <p:nvPr/>
            </p:nvSpPr>
            <p:spPr>
              <a:xfrm>
                <a:off x="5562600" y="5863966"/>
                <a:ext cx="2018501" cy="3385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IN" sz="16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charset="0"/>
                    <a:ea typeface="+mn-ea"/>
                    <a:cs typeface="+mn-cs"/>
                  </a:rPr>
                  <a:t>f (</a:t>
                </a:r>
                <a14:m>
                  <m:oMath xmlns:m="http://schemas.openxmlformats.org/officeDocument/2006/math">
                    <m:r>
                      <a:rPr kumimoji="0" lang="en-US" sz="16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𝛉</m:t>
                    </m:r>
                    <m:r>
                      <a:rPr kumimoji="0" lang="en-US" sz="1600" b="1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 </m:t>
                    </m:r>
                  </m:oMath>
                </a14:m>
                <a:r>
                  <a:rPr kumimoji="0" lang="en-IN" sz="16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charset="0"/>
                    <a:ea typeface="+mn-ea"/>
                    <a:cs typeface="+mn-cs"/>
                  </a:rPr>
                  <a:t> | X</a:t>
                </a:r>
                <a:r>
                  <a:rPr kumimoji="0" lang="en-IN" sz="1600" b="0" i="0" u="none" strike="noStrike" kern="1200" cap="none" spc="0" normalizeH="0" baseline="-2500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charset="0"/>
                    <a:ea typeface="+mn-ea"/>
                    <a:cs typeface="+mn-cs"/>
                  </a:rPr>
                  <a:t>1 </a:t>
                </a:r>
                <a:r>
                  <a:rPr kumimoji="0" lang="en-IN" sz="16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charset="0"/>
                    <a:ea typeface="+mn-ea"/>
                    <a:cs typeface="+mn-cs"/>
                  </a:rPr>
                  <a:t>, X</a:t>
                </a:r>
                <a:r>
                  <a:rPr kumimoji="0" lang="en-IN" sz="1600" b="0" i="0" u="none" strike="noStrike" kern="1200" cap="none" spc="0" normalizeH="0" baseline="-2500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charset="0"/>
                    <a:ea typeface="+mn-ea"/>
                    <a:cs typeface="+mn-cs"/>
                  </a:rPr>
                  <a:t>2 </a:t>
                </a:r>
                <a:r>
                  <a:rPr kumimoji="0" lang="en-IN" sz="16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charset="0"/>
                    <a:ea typeface="+mn-ea"/>
                    <a:cs typeface="+mn-cs"/>
                  </a:rPr>
                  <a:t> .....</a:t>
                </a:r>
                <a:r>
                  <a:rPr kumimoji="0" lang="en-IN" sz="1600" b="0" i="0" u="none" strike="noStrike" kern="1200" cap="none" spc="0" normalizeH="0" baseline="0" noProof="0" dirty="0" err="1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charset="0"/>
                    <a:ea typeface="+mn-ea"/>
                    <a:cs typeface="+mn-cs"/>
                  </a:rPr>
                  <a:t>X</a:t>
                </a:r>
                <a:r>
                  <a:rPr kumimoji="0" lang="en-IN" sz="1600" b="0" i="0" u="none" strike="noStrike" kern="1200" cap="none" spc="0" normalizeH="0" baseline="-25000" noProof="0" dirty="0" err="1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charset="0"/>
                    <a:ea typeface="+mn-ea"/>
                    <a:cs typeface="+mn-cs"/>
                  </a:rPr>
                  <a:t>n</a:t>
                </a:r>
                <a:r>
                  <a:rPr kumimoji="0" lang="en-IN" sz="16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charset="0"/>
                    <a:ea typeface="+mn-ea"/>
                    <a:cs typeface="+mn-cs"/>
                  </a:rPr>
                  <a:t>)</a:t>
                </a:r>
                <a:endParaRPr kumimoji="0" lang="en-IN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charset="0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9" name="Rectangle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62600" y="5863966"/>
                <a:ext cx="2018501" cy="338554"/>
              </a:xfrm>
              <a:prstGeom prst="rect">
                <a:avLst/>
              </a:prstGeom>
              <a:blipFill>
                <a:blip r:embed="rId6"/>
                <a:stretch>
                  <a:fillRect l="-1813" t="-5455" r="-302" b="-2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Rectangle 16"/>
          <p:cNvSpPr/>
          <p:nvPr/>
        </p:nvSpPr>
        <p:spPr>
          <a:xfrm>
            <a:off x="6318103" y="1434068"/>
            <a:ext cx="2977670" cy="38882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838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Assumption: Data are__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838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2857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IID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samples: 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X</a:t>
            </a:r>
            <a:r>
              <a:rPr kumimoji="0" lang="en-US" sz="1600" b="0" i="0" u="none" strike="noStrike" kern="1200" cap="none" spc="0" normalizeH="0" baseline="-2500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1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…</a:t>
            </a:r>
            <a:r>
              <a:rPr kumimoji="0" lang="en-US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X</a:t>
            </a:r>
            <a:r>
              <a:rPr kumimoji="0" lang="en-US" sz="1600" b="0" i="0" u="none" strike="noStrike" kern="1200" cap="none" spc="0" normalizeH="0" baseline="-25000" noProof="0" dirty="0" err="1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n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 </a:t>
            </a:r>
          </a:p>
          <a:p>
            <a:pPr marL="357188" marR="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where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all X</a:t>
            </a:r>
            <a:r>
              <a:rPr kumimoji="0" lang="en-US" sz="1600" b="0" i="0" u="none" strike="noStrike" kern="1200" cap="none" spc="0" normalizeH="0" baseline="-2500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i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 are independent and have the same distribution.</a:t>
            </a:r>
          </a:p>
          <a:p>
            <a:pPr marL="2857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Either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same PMF (discrete) or 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same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PDF (continuous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)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 (X |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𝜃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)   </a:t>
            </a:r>
          </a:p>
          <a:p>
            <a:pPr marL="457200" marR="0" lvl="1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Likelihood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of different values of X depends on the  values of our parameters 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𝜃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  </a:t>
            </a:r>
          </a:p>
          <a:p>
            <a:pPr marL="457200" marR="0" lvl="1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f( ) is  either PDF or PMF</a:t>
            </a:r>
          </a:p>
          <a:p>
            <a:pPr marL="2857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" panose="020B0604020202020204" pitchFamily="34" charset="0"/>
              <a:ea typeface="Cambria" panose="02040503050406030204" pitchFamily="18" charset="0"/>
              <a:cs typeface="Arial" panose="020B0604020202020204" pitchFamily="34" charset="0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3029219" y="2513718"/>
            <a:ext cx="1571969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y</a:t>
            </a:r>
            <a:r>
              <a:rPr kumimoji="0" lang="en-IN" sz="16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(</a:t>
            </a:r>
            <a:r>
              <a:rPr kumimoji="0" lang="en-IN" sz="1600" b="0" i="0" u="none" strike="noStrike" kern="1200" cap="none" spc="0" normalizeH="0" baseline="3000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</a:t>
            </a:r>
            <a:r>
              <a:rPr kumimoji="0" lang="en-IN" sz="16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)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= </a:t>
            </a:r>
            <a:r>
              <a:rPr kumimoji="0" lang="el-G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θ</a:t>
            </a:r>
            <a:r>
              <a:rPr kumimoji="0" lang="en-IN" sz="16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x</a:t>
            </a:r>
            <a:r>
              <a:rPr kumimoji="0" lang="en-IN" sz="16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(</a:t>
            </a:r>
            <a:r>
              <a:rPr kumimoji="0" lang="en-IN" sz="1600" b="0" i="0" u="none" strike="noStrike" kern="1200" cap="none" spc="0" normalizeH="0" baseline="3000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</a:t>
            </a:r>
            <a:r>
              <a:rPr kumimoji="0" lang="en-IN" sz="16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)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+ </a:t>
            </a:r>
            <a:r>
              <a:rPr kumimoji="0" lang="en-IN" sz="1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Symbol" panose="05050102010706020507" pitchFamily="18" charset="2"/>
              </a:rPr>
              <a:t></a:t>
            </a:r>
            <a:r>
              <a:rPr kumimoji="0" lang="en-IN" sz="1600" b="1" i="0" u="none" strike="noStrike" kern="1200" cap="none" spc="0" normalizeH="0" baseline="3000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(</a:t>
            </a:r>
            <a:r>
              <a:rPr kumimoji="0" lang="en-IN" sz="1600" b="1" i="0" u="none" strike="noStrike" kern="1200" cap="none" spc="0" normalizeH="0" baseline="3000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</a:t>
            </a:r>
            <a:r>
              <a:rPr kumimoji="0" lang="en-IN" sz="1600" b="1" i="0" u="none" strike="noStrike" kern="1200" cap="none" spc="0" normalizeH="0" baseline="3000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)</a:t>
            </a:r>
            <a:endParaRPr kumimoji="0" lang="en-IN" sz="1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3057794" y="2818462"/>
            <a:ext cx="1410964" cy="3877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ahoma" charset="0"/>
                <a:ea typeface="+mn-ea"/>
                <a:cs typeface="+mn-cs"/>
                <a:sym typeface="Symbol" panose="05050102010706020507" pitchFamily="18" charset="2"/>
              </a:rPr>
              <a:t></a:t>
            </a:r>
            <a:r>
              <a:rPr kumimoji="0" lang="en-IN" sz="1600" b="0" i="0" u="none" strike="noStrike" kern="1200" cap="none" spc="0" normalizeH="0" baseline="3000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(</a:t>
            </a:r>
            <a:r>
              <a:rPr kumimoji="0" lang="en-IN" sz="1600" b="0" i="0" u="none" strike="noStrike" kern="1200" cap="none" spc="0" normalizeH="0" baseline="3000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i</a:t>
            </a:r>
            <a:r>
              <a:rPr kumimoji="0" lang="en-IN" sz="1600" b="0" i="0" u="none" strike="noStrike" kern="1200" cap="none" spc="0" normalizeH="0" baseline="3000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)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 ∼ N(0, σ</a:t>
            </a:r>
            <a:r>
              <a:rPr kumimoji="0" lang="en-US" sz="1600" b="0" i="0" u="none" strike="noStrike" kern="1200" cap="none" spc="0" normalizeH="0" baseline="3000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2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)</a:t>
            </a: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860954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8532440" y="6237312"/>
            <a:ext cx="611560" cy="29311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FD51A7DD-D54A-4224-BCD5-44A0D9F828BA}" type="slidenum">
              <a:rPr kumimoji="0" lang="en-US" altLang="ko-KR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맑은 고딕" panose="020B0503020000020004" pitchFamily="34" charset="-127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10</a:t>
            </a:fld>
            <a:endParaRPr kumimoji="0" lang="en-US" altLang="ko-KR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맑은 고딕" panose="020B0503020000020004" pitchFamily="34" charset="-127"/>
              <a:cs typeface="Arial"/>
              <a:sym typeface="Arial"/>
            </a:endParaRPr>
          </a:p>
        </p:txBody>
      </p:sp>
      <p:sp>
        <p:nvSpPr>
          <p:cNvPr id="190466" name="Rectangle 2"/>
          <p:cNvSpPr>
            <a:spLocks noGrp="1" noChangeArrowheads="1"/>
          </p:cNvSpPr>
          <p:nvPr>
            <p:ph type="title"/>
          </p:nvPr>
        </p:nvSpPr>
        <p:spPr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indent="-228600">
              <a:buSzPts val="3600"/>
              <a:buFont typeface="Arial"/>
            </a:pPr>
            <a:r>
              <a:rPr lang="en-US" altLang="ko-KR" sz="2400" b="1" spc="-113" dirty="0" smtClean="0">
                <a:solidFill>
                  <a:schemeClr val="tx1"/>
                </a:solidFill>
                <a:latin typeface="+mj-lt"/>
                <a:cs typeface="Arial"/>
              </a:rPr>
              <a:t>Intuition of Bayes </a:t>
            </a:r>
            <a:r>
              <a:rPr lang="en-US" altLang="ko-KR" sz="2400" b="1" spc="-113" dirty="0">
                <a:solidFill>
                  <a:schemeClr val="tx1"/>
                </a:solidFill>
                <a:latin typeface="+mj-lt"/>
                <a:cs typeface="Arial"/>
              </a:rPr>
              <a:t>Theorem</a:t>
            </a:r>
          </a:p>
        </p:txBody>
      </p:sp>
      <p:sp>
        <p:nvSpPr>
          <p:cNvPr id="1904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10100" y="2019300"/>
            <a:ext cx="4657725" cy="1676400"/>
          </a:xfrm>
        </p:spPr>
        <p:txBody>
          <a:bodyPr>
            <a:normAutofit/>
          </a:bodyPr>
          <a:lstStyle/>
          <a:p>
            <a:pPr marL="114300" indent="0">
              <a:lnSpc>
                <a:spcPct val="110000"/>
              </a:lnSpc>
              <a:buNone/>
            </a:pPr>
            <a:r>
              <a:rPr lang="en-US" altLang="ko-KR" sz="1800" dirty="0">
                <a:latin typeface="+mn-lt"/>
              </a:rPr>
              <a:t>P(h) = prior probability of hypothesis h</a:t>
            </a:r>
          </a:p>
          <a:p>
            <a:pPr marL="114300" indent="0">
              <a:lnSpc>
                <a:spcPct val="110000"/>
              </a:lnSpc>
              <a:buNone/>
            </a:pPr>
            <a:r>
              <a:rPr lang="en-US" altLang="ko-KR" sz="1800" dirty="0">
                <a:latin typeface="+mn-lt"/>
              </a:rPr>
              <a:t>P(D) = prior probability of training data D</a:t>
            </a:r>
          </a:p>
          <a:p>
            <a:pPr marL="114300" indent="0">
              <a:lnSpc>
                <a:spcPct val="110000"/>
              </a:lnSpc>
              <a:buNone/>
            </a:pPr>
            <a:r>
              <a:rPr lang="en-US" altLang="ko-KR" sz="1800" dirty="0">
                <a:latin typeface="+mn-lt"/>
              </a:rPr>
              <a:t>P(</a:t>
            </a:r>
            <a:r>
              <a:rPr lang="en-US" altLang="ko-KR" sz="1800" dirty="0" err="1">
                <a:latin typeface="+mn-lt"/>
              </a:rPr>
              <a:t>h|D</a:t>
            </a:r>
            <a:r>
              <a:rPr lang="en-US" altLang="ko-KR" sz="1800" dirty="0">
                <a:latin typeface="+mn-lt"/>
              </a:rPr>
              <a:t>) = probability of h given D</a:t>
            </a:r>
          </a:p>
          <a:p>
            <a:pPr marL="114300" indent="0">
              <a:lnSpc>
                <a:spcPct val="110000"/>
              </a:lnSpc>
              <a:buNone/>
            </a:pPr>
            <a:r>
              <a:rPr lang="en-US" altLang="ko-KR" sz="1800" dirty="0">
                <a:latin typeface="+mn-lt"/>
              </a:rPr>
              <a:t>P(</a:t>
            </a:r>
            <a:r>
              <a:rPr lang="en-US" altLang="ko-KR" sz="1800" dirty="0" err="1">
                <a:latin typeface="+mn-lt"/>
              </a:rPr>
              <a:t>D|h</a:t>
            </a:r>
            <a:r>
              <a:rPr lang="en-US" altLang="ko-KR" sz="1800" dirty="0">
                <a:latin typeface="+mn-lt"/>
              </a:rPr>
              <a:t>) = probability of D given h</a:t>
            </a:r>
          </a:p>
          <a:p>
            <a:pPr marL="114300" indent="0">
              <a:lnSpc>
                <a:spcPct val="110000"/>
              </a:lnSpc>
              <a:buNone/>
            </a:pPr>
            <a:endParaRPr lang="en-US" altLang="ko-KR" sz="1800" dirty="0">
              <a:latin typeface="+mn-lt"/>
            </a:endParaRPr>
          </a:p>
        </p:txBody>
      </p:sp>
      <p:graphicFrame>
        <p:nvGraphicFramePr>
          <p:cNvPr id="19046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18475103"/>
              </p:ext>
            </p:extLst>
          </p:nvPr>
        </p:nvGraphicFramePr>
        <p:xfrm>
          <a:off x="2209800" y="2286000"/>
          <a:ext cx="2566988" cy="714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00" name="비트맵 이미지" r:id="rId3" imgW="3704762" imgH="1028844" progId="Paint.Picture">
                  <p:embed/>
                </p:oleObj>
              </mc:Choice>
              <mc:Fallback>
                <p:oleObj name="비트맵 이미지" r:id="rId3" imgW="3704762" imgH="1028844" progId="Paint.Picture">
                  <p:embed/>
                  <p:pic>
                    <p:nvPicPr>
                      <p:cNvPr id="190469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0" y="2286000"/>
                        <a:ext cx="2566988" cy="714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5410200" y="1545620"/>
                <a:ext cx="2590800" cy="33855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IN" sz="1600" b="1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charset="0"/>
                    <a:ea typeface="+mn-ea"/>
                    <a:cs typeface="+mn-cs"/>
                  </a:rPr>
                  <a:t>MLE</a:t>
                </a:r>
                <a:r>
                  <a:rPr kumimoji="0" lang="en-IN" sz="16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charset="0"/>
                    <a:ea typeface="+mn-ea"/>
                    <a:cs typeface="+mn-cs"/>
                  </a:rPr>
                  <a:t>: f </a:t>
                </a:r>
                <a:r>
                  <a:rPr kumimoji="0" lang="en-IN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charset="0"/>
                    <a:ea typeface="+mn-ea"/>
                    <a:cs typeface="+mn-cs"/>
                  </a:rPr>
                  <a:t>(</a:t>
                </a:r>
                <a:r>
                  <a:rPr kumimoji="0" lang="en-IN" sz="16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charset="0"/>
                    <a:ea typeface="+mn-ea"/>
                    <a:cs typeface="+mn-cs"/>
                  </a:rPr>
                  <a:t>X</a:t>
                </a:r>
                <a:r>
                  <a:rPr kumimoji="0" lang="en-IN" sz="1600" b="0" i="0" u="none" strike="noStrike" kern="1200" cap="none" spc="0" normalizeH="0" baseline="-2500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charset="0"/>
                    <a:ea typeface="+mn-ea"/>
                    <a:cs typeface="+mn-cs"/>
                  </a:rPr>
                  <a:t>1 </a:t>
                </a:r>
                <a:r>
                  <a:rPr kumimoji="0" lang="en-IN" sz="16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charset="0"/>
                    <a:ea typeface="+mn-ea"/>
                    <a:cs typeface="+mn-cs"/>
                  </a:rPr>
                  <a:t>, X</a:t>
                </a:r>
                <a:r>
                  <a:rPr kumimoji="0" lang="en-IN" sz="1600" b="0" i="0" u="none" strike="noStrike" kern="1200" cap="none" spc="0" normalizeH="0" baseline="-2500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charset="0"/>
                    <a:ea typeface="+mn-ea"/>
                    <a:cs typeface="+mn-cs"/>
                  </a:rPr>
                  <a:t>2 </a:t>
                </a:r>
                <a:r>
                  <a:rPr kumimoji="0" lang="en-IN" sz="16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charset="0"/>
                    <a:ea typeface="+mn-ea"/>
                    <a:cs typeface="+mn-cs"/>
                  </a:rPr>
                  <a:t> .....</a:t>
                </a:r>
                <a:r>
                  <a:rPr kumimoji="0" lang="en-IN" sz="1600" b="0" i="0" u="none" strike="noStrike" kern="1200" cap="none" spc="0" normalizeH="0" baseline="0" noProof="0" dirty="0" err="1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charset="0"/>
                    <a:ea typeface="+mn-ea"/>
                    <a:cs typeface="+mn-cs"/>
                  </a:rPr>
                  <a:t>X</a:t>
                </a:r>
                <a:r>
                  <a:rPr kumimoji="0" lang="en-IN" sz="1600" b="0" i="0" u="none" strike="noStrike" kern="1200" cap="none" spc="0" normalizeH="0" baseline="-25000" noProof="0" dirty="0" err="1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charset="0"/>
                    <a:ea typeface="+mn-ea"/>
                    <a:cs typeface="+mn-cs"/>
                  </a:rPr>
                  <a:t>n</a:t>
                </a:r>
                <a:r>
                  <a:rPr kumimoji="0" lang="en-IN" sz="1600" b="0" i="0" u="none" strike="noStrike" kern="1200" cap="none" spc="0" normalizeH="0" baseline="-2500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charset="0"/>
                    <a:ea typeface="+mn-ea"/>
                    <a:cs typeface="+mn-cs"/>
                  </a:rPr>
                  <a:t> </a:t>
                </a:r>
                <a:r>
                  <a:rPr kumimoji="0" lang="en-IN" sz="16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charset="0"/>
                    <a:ea typeface="+mn-ea"/>
                    <a:cs typeface="+mn-cs"/>
                  </a:rPr>
                  <a:t>| </a:t>
                </a:r>
                <a14:m>
                  <m:oMath xmlns:m="http://schemas.openxmlformats.org/officeDocument/2006/math">
                    <m:r>
                      <a:rPr kumimoji="0" lang="en-US" sz="16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𝛉</m:t>
                    </m:r>
                  </m:oMath>
                </a14:m>
                <a:r>
                  <a:rPr kumimoji="0" lang="en-IN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charset="0"/>
                    <a:ea typeface="+mn-ea"/>
                    <a:cs typeface="+mn-cs"/>
                  </a:rPr>
                  <a:t>)</a:t>
                </a:r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0200" y="1545620"/>
                <a:ext cx="2590800" cy="338554"/>
              </a:xfrm>
              <a:prstGeom prst="rect">
                <a:avLst/>
              </a:prstGeom>
              <a:blipFill>
                <a:blip r:embed="rId5"/>
                <a:stretch>
                  <a:fillRect l="-1412" t="-5455" b="-2363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395536" y="1536095"/>
                <a:ext cx="2677336" cy="3385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IN" sz="1600" b="1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charset="0"/>
                    <a:ea typeface="+mn-ea"/>
                    <a:cs typeface="+mn-cs"/>
                  </a:rPr>
                  <a:t>MAP</a:t>
                </a:r>
                <a:r>
                  <a:rPr kumimoji="0" lang="en-IN" sz="16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charset="0"/>
                    <a:ea typeface="+mn-ea"/>
                    <a:cs typeface="+mn-cs"/>
                  </a:rPr>
                  <a:t> : f </a:t>
                </a:r>
                <a:r>
                  <a:rPr kumimoji="0" lang="en-IN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charset="0"/>
                    <a:ea typeface="+mn-ea"/>
                    <a:cs typeface="+mn-cs"/>
                  </a:rPr>
                  <a:t>(</a:t>
                </a:r>
                <a14:m>
                  <m:oMath xmlns:m="http://schemas.openxmlformats.org/officeDocument/2006/math">
                    <m:r>
                      <a:rPr kumimoji="0" lang="en-US" sz="16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𝛉</m:t>
                    </m:r>
                    <m:r>
                      <a:rPr kumimoji="0" lang="en-US" sz="1600" b="1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 </m:t>
                    </m:r>
                  </m:oMath>
                </a14:m>
                <a:r>
                  <a:rPr kumimoji="0" lang="en-IN" sz="16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charset="0"/>
                    <a:ea typeface="+mn-ea"/>
                    <a:cs typeface="+mn-cs"/>
                  </a:rPr>
                  <a:t> | X</a:t>
                </a:r>
                <a:r>
                  <a:rPr kumimoji="0" lang="en-IN" sz="1600" b="0" i="0" u="none" strike="noStrike" kern="1200" cap="none" spc="0" normalizeH="0" baseline="-2500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charset="0"/>
                    <a:ea typeface="+mn-ea"/>
                    <a:cs typeface="+mn-cs"/>
                  </a:rPr>
                  <a:t>1 </a:t>
                </a:r>
                <a:r>
                  <a:rPr kumimoji="0" lang="en-IN" sz="16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charset="0"/>
                    <a:ea typeface="+mn-ea"/>
                    <a:cs typeface="+mn-cs"/>
                  </a:rPr>
                  <a:t>, X</a:t>
                </a:r>
                <a:r>
                  <a:rPr kumimoji="0" lang="en-IN" sz="1600" b="0" i="0" u="none" strike="noStrike" kern="1200" cap="none" spc="0" normalizeH="0" baseline="-2500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charset="0"/>
                    <a:ea typeface="+mn-ea"/>
                    <a:cs typeface="+mn-cs"/>
                  </a:rPr>
                  <a:t>2 </a:t>
                </a:r>
                <a:r>
                  <a:rPr kumimoji="0" lang="en-IN" sz="16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charset="0"/>
                    <a:ea typeface="+mn-ea"/>
                    <a:cs typeface="+mn-cs"/>
                  </a:rPr>
                  <a:t> .....</a:t>
                </a:r>
                <a:r>
                  <a:rPr kumimoji="0" lang="en-IN" sz="1600" b="0" i="0" u="none" strike="noStrike" kern="1200" cap="none" spc="0" normalizeH="0" baseline="0" noProof="0" dirty="0" err="1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charset="0"/>
                    <a:ea typeface="+mn-ea"/>
                    <a:cs typeface="+mn-cs"/>
                  </a:rPr>
                  <a:t>X</a:t>
                </a:r>
                <a:r>
                  <a:rPr kumimoji="0" lang="en-IN" sz="1600" b="0" i="0" u="none" strike="noStrike" kern="1200" cap="none" spc="0" normalizeH="0" baseline="-25000" noProof="0" dirty="0" err="1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charset="0"/>
                    <a:ea typeface="+mn-ea"/>
                    <a:cs typeface="+mn-cs"/>
                  </a:rPr>
                  <a:t>n</a:t>
                </a:r>
                <a:r>
                  <a:rPr kumimoji="0" lang="en-IN" sz="16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charset="0"/>
                    <a:ea typeface="+mn-ea"/>
                    <a:cs typeface="+mn-cs"/>
                  </a:rPr>
                  <a:t>)</a:t>
                </a:r>
                <a:endParaRPr kumimoji="0" lang="en-IN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charset="0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36" y="1536095"/>
                <a:ext cx="2677336" cy="338554"/>
              </a:xfrm>
              <a:prstGeom prst="rect">
                <a:avLst/>
              </a:prstGeom>
              <a:blipFill>
                <a:blip r:embed="rId6"/>
                <a:stretch>
                  <a:fillRect l="-1367" t="-5357" b="-2142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" name="Curved Connector 2"/>
          <p:cNvCxnSpPr/>
          <p:nvPr/>
        </p:nvCxnSpPr>
        <p:spPr>
          <a:xfrm flipV="1">
            <a:off x="3962400" y="1676400"/>
            <a:ext cx="1295400" cy="609600"/>
          </a:xfrm>
          <a:prstGeom prst="curvedConnector3">
            <a:avLst>
              <a:gd name="adj1" fmla="val 368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urved Connector 4"/>
          <p:cNvCxnSpPr>
            <a:endCxn id="8" idx="2"/>
          </p:cNvCxnSpPr>
          <p:nvPr/>
        </p:nvCxnSpPr>
        <p:spPr>
          <a:xfrm rot="10800000">
            <a:off x="1734204" y="1874650"/>
            <a:ext cx="932796" cy="411351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object 9"/>
          <p:cNvSpPr txBox="1"/>
          <p:nvPr/>
        </p:nvSpPr>
        <p:spPr>
          <a:xfrm>
            <a:off x="4118950" y="4643453"/>
            <a:ext cx="1038785" cy="309987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 marR="0" lvl="0" indent="0" algn="l" defTabSz="914400" rtl="0" eaLnBrk="1" fontAlgn="base" latinLnBrk="0" hangingPunct="1">
              <a:lnSpc>
                <a:spcPct val="100000"/>
              </a:lnSpc>
              <a:spcBef>
                <a:spcPts val="88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sz="1941" b="0" i="0" u="none" strike="noStrike" kern="1200" cap="none" spc="-22" normalizeH="0" baseline="0" noProof="0" dirty="0">
                <a:ln>
                  <a:noFill/>
                </a:ln>
                <a:solidFill>
                  <a:srgbClr val="AB620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l</a:t>
            </a:r>
            <a:r>
              <a:rPr kumimoji="0" sz="1941" b="0" i="0" u="none" strike="noStrike" kern="1200" cap="none" spc="-26" normalizeH="0" baseline="0" noProof="0" dirty="0">
                <a:ln>
                  <a:noFill/>
                </a:ln>
                <a:solidFill>
                  <a:srgbClr val="AB620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</a:t>
            </a:r>
            <a:r>
              <a:rPr kumimoji="0" sz="1941" b="0" i="0" u="none" strike="noStrike" kern="1200" cap="none" spc="-49" normalizeH="0" baseline="0" noProof="0" dirty="0">
                <a:ln>
                  <a:noFill/>
                </a:ln>
                <a:solidFill>
                  <a:srgbClr val="AB620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k</a:t>
            </a:r>
            <a:r>
              <a:rPr kumimoji="0" sz="1941" b="0" i="0" u="none" strike="noStrike" kern="1200" cap="none" spc="9" normalizeH="0" baseline="0" noProof="0" dirty="0">
                <a:ln>
                  <a:noFill/>
                </a:ln>
                <a:solidFill>
                  <a:srgbClr val="AB620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kumimoji="0" sz="1941" b="0" i="0" u="none" strike="noStrike" kern="1200" cap="none" spc="-22" normalizeH="0" baseline="0" noProof="0" dirty="0">
                <a:ln>
                  <a:noFill/>
                </a:ln>
                <a:solidFill>
                  <a:srgbClr val="AB620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l</a:t>
            </a:r>
            <a:r>
              <a:rPr kumimoji="0" sz="1941" b="0" i="0" u="none" strike="noStrike" kern="1200" cap="none" spc="-26" normalizeH="0" baseline="0" noProof="0" dirty="0">
                <a:ln>
                  <a:noFill/>
                </a:ln>
                <a:solidFill>
                  <a:srgbClr val="AB620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</a:t>
            </a:r>
            <a:r>
              <a:rPr kumimoji="0" sz="1941" b="0" i="0" u="none" strike="noStrike" kern="1200" cap="none" spc="13" normalizeH="0" baseline="0" noProof="0" dirty="0">
                <a:ln>
                  <a:noFill/>
                </a:ln>
                <a:solidFill>
                  <a:srgbClr val="AB620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h</a:t>
            </a:r>
            <a:r>
              <a:rPr kumimoji="0" sz="1941" b="0" i="0" u="none" strike="noStrike" kern="1200" cap="none" spc="-9" normalizeH="0" baseline="0" noProof="0" dirty="0">
                <a:ln>
                  <a:noFill/>
                </a:ln>
                <a:solidFill>
                  <a:srgbClr val="AB620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oo</a:t>
            </a:r>
            <a:r>
              <a:rPr kumimoji="0" sz="1941" b="0" i="0" u="none" strike="noStrike" kern="1200" cap="none" spc="0" normalizeH="0" baseline="0" noProof="0" dirty="0">
                <a:ln>
                  <a:noFill/>
                </a:ln>
                <a:solidFill>
                  <a:srgbClr val="AB620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d</a:t>
            </a:r>
            <a:endParaRPr kumimoji="0" sz="1941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2" name="object 10"/>
          <p:cNvSpPr txBox="1"/>
          <p:nvPr/>
        </p:nvSpPr>
        <p:spPr>
          <a:xfrm>
            <a:off x="5325898" y="4621937"/>
            <a:ext cx="508187" cy="309987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 marR="0" lvl="0" indent="0" algn="l" defTabSz="914400" rtl="0" eaLnBrk="1" fontAlgn="base" latinLnBrk="0" hangingPunct="1">
              <a:lnSpc>
                <a:spcPct val="100000"/>
              </a:lnSpc>
              <a:spcBef>
                <a:spcPts val="88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sz="1941" b="0" i="0" u="none" strike="noStrike" kern="1200" cap="none" spc="-9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prior</a:t>
            </a:r>
            <a:endParaRPr kumimoji="0" sz="1941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3" name="object 11"/>
          <p:cNvSpPr/>
          <p:nvPr/>
        </p:nvSpPr>
        <p:spPr>
          <a:xfrm>
            <a:off x="2618192" y="5250880"/>
            <a:ext cx="995082" cy="270062"/>
          </a:xfrm>
          <a:custGeom>
            <a:avLst/>
            <a:gdLst/>
            <a:ahLst/>
            <a:cxnLst/>
            <a:rect l="l" t="t" r="r" b="b"/>
            <a:pathLst>
              <a:path w="1127760" h="306070">
                <a:moveTo>
                  <a:pt x="362987" y="2866"/>
                </a:moveTo>
                <a:lnTo>
                  <a:pt x="338157" y="2866"/>
                </a:lnTo>
                <a:lnTo>
                  <a:pt x="338157" y="302916"/>
                </a:lnTo>
                <a:lnTo>
                  <a:pt x="362987" y="302916"/>
                </a:lnTo>
                <a:lnTo>
                  <a:pt x="362987" y="2866"/>
                </a:lnTo>
                <a:close/>
              </a:path>
              <a:path w="1127760" h="306070">
                <a:moveTo>
                  <a:pt x="1030173" y="0"/>
                </a:moveTo>
                <a:lnTo>
                  <a:pt x="1025820" y="12414"/>
                </a:lnTo>
                <a:lnTo>
                  <a:pt x="1043525" y="20098"/>
                </a:lnTo>
                <a:lnTo>
                  <a:pt x="1058751" y="30734"/>
                </a:lnTo>
                <a:lnTo>
                  <a:pt x="1089667" y="80035"/>
                </a:lnTo>
                <a:lnTo>
                  <a:pt x="1098696" y="125301"/>
                </a:lnTo>
                <a:lnTo>
                  <a:pt x="1099825" y="151395"/>
                </a:lnTo>
                <a:lnTo>
                  <a:pt x="1098691" y="178371"/>
                </a:lnTo>
                <a:lnTo>
                  <a:pt x="1089622" y="224886"/>
                </a:lnTo>
                <a:lnTo>
                  <a:pt x="1071423" y="261213"/>
                </a:lnTo>
                <a:lnTo>
                  <a:pt x="1026304" y="293439"/>
                </a:lnTo>
                <a:lnTo>
                  <a:pt x="1030173" y="305854"/>
                </a:lnTo>
                <a:lnTo>
                  <a:pt x="1071892" y="286284"/>
                </a:lnTo>
                <a:lnTo>
                  <a:pt x="1102565" y="252406"/>
                </a:lnTo>
                <a:lnTo>
                  <a:pt x="1121429" y="207039"/>
                </a:lnTo>
                <a:lnTo>
                  <a:pt x="1127718" y="153007"/>
                </a:lnTo>
                <a:lnTo>
                  <a:pt x="1126141" y="124968"/>
                </a:lnTo>
                <a:lnTo>
                  <a:pt x="1113524" y="75269"/>
                </a:lnTo>
                <a:lnTo>
                  <a:pt x="1088503" y="34810"/>
                </a:lnTo>
                <a:lnTo>
                  <a:pt x="1052347" y="8006"/>
                </a:lnTo>
                <a:lnTo>
                  <a:pt x="1030173" y="0"/>
                </a:lnTo>
                <a:close/>
              </a:path>
              <a:path w="1127760" h="306070">
                <a:moveTo>
                  <a:pt x="97544" y="0"/>
                </a:moveTo>
                <a:lnTo>
                  <a:pt x="55926" y="19609"/>
                </a:lnTo>
                <a:lnTo>
                  <a:pt x="25232" y="53609"/>
                </a:lnTo>
                <a:lnTo>
                  <a:pt x="6308" y="99055"/>
                </a:lnTo>
                <a:lnTo>
                  <a:pt x="0" y="153007"/>
                </a:lnTo>
                <a:lnTo>
                  <a:pt x="1572" y="181106"/>
                </a:lnTo>
                <a:lnTo>
                  <a:pt x="14148" y="230806"/>
                </a:lnTo>
                <a:lnTo>
                  <a:pt x="39108" y="271134"/>
                </a:lnTo>
                <a:lnTo>
                  <a:pt x="75304" y="297858"/>
                </a:lnTo>
                <a:lnTo>
                  <a:pt x="97544" y="305854"/>
                </a:lnTo>
                <a:lnTo>
                  <a:pt x="101414" y="293439"/>
                </a:lnTo>
                <a:lnTo>
                  <a:pt x="83986" y="285720"/>
                </a:lnTo>
                <a:lnTo>
                  <a:pt x="68946" y="274978"/>
                </a:lnTo>
                <a:lnTo>
                  <a:pt x="46031" y="244425"/>
                </a:lnTo>
                <a:lnTo>
                  <a:pt x="32427" y="202868"/>
                </a:lnTo>
                <a:lnTo>
                  <a:pt x="27893" y="151395"/>
                </a:lnTo>
                <a:lnTo>
                  <a:pt x="29026" y="125301"/>
                </a:lnTo>
                <a:lnTo>
                  <a:pt x="38095" y="80035"/>
                </a:lnTo>
                <a:lnTo>
                  <a:pt x="56325" y="44323"/>
                </a:lnTo>
                <a:lnTo>
                  <a:pt x="101897" y="12414"/>
                </a:lnTo>
                <a:lnTo>
                  <a:pt x="9754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23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4" name="object 12"/>
          <p:cNvSpPr txBox="1"/>
          <p:nvPr/>
        </p:nvSpPr>
        <p:spPr>
          <a:xfrm>
            <a:off x="2396212" y="4813989"/>
            <a:ext cx="1549774" cy="714705"/>
          </a:xfrm>
          <a:prstGeom prst="rect">
            <a:avLst/>
          </a:prstGeom>
        </p:spPr>
        <p:txBody>
          <a:bodyPr vert="horz" wrap="square" lIns="0" tIns="36979" rIns="0" bIns="0" rtlCol="0">
            <a:spAutoFit/>
          </a:bodyPr>
          <a:lstStyle/>
          <a:p>
            <a:pPr marL="100858" marR="0" lvl="0" indent="0" algn="l" defTabSz="914400" rtl="0" eaLnBrk="1" fontAlgn="base" latinLnBrk="0" hangingPunct="1">
              <a:lnSpc>
                <a:spcPct val="100000"/>
              </a:lnSpc>
              <a:spcBef>
                <a:spcPts val="291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sz="1941" b="0" i="0" u="none" strike="noStrike" kern="1200" cap="none" spc="-4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posterior</a:t>
            </a:r>
            <a:endParaRPr kumimoji="0" sz="1941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11206" marR="0" lvl="0" indent="0" algn="l" defTabSz="914400" rtl="0" eaLnBrk="1" fontAlgn="base" latinLnBrk="0" hangingPunct="1">
              <a:lnSpc>
                <a:spcPct val="100000"/>
              </a:lnSpc>
              <a:spcBef>
                <a:spcPts val="238"/>
              </a:spcBef>
              <a:spcAft>
                <a:spcPct val="0"/>
              </a:spcAft>
              <a:buClrTx/>
              <a:buSzTx/>
              <a:buFontTx/>
              <a:buNone/>
              <a:tabLst>
                <a:tab pos="314902" algn="l"/>
                <a:tab pos="1320123" algn="l"/>
              </a:tabLst>
              <a:defRPr/>
            </a:pPr>
            <a:r>
              <a:rPr kumimoji="0" sz="2294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𝑃	𝜃 </a:t>
            </a:r>
            <a:r>
              <a:rPr kumimoji="0" sz="2294" b="0" i="0" u="none" strike="noStrike" kern="1200" cap="none" spc="-251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sz="2294" b="0" i="0" u="none" strike="noStrike" kern="120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d</a:t>
            </a:r>
            <a:r>
              <a:rPr kumimoji="0" sz="2294" b="0" i="0" u="none" strike="noStrike" kern="1200" cap="none" spc="-4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at</a:t>
            </a:r>
            <a:r>
              <a:rPr kumimoji="0" sz="2294" b="0" i="0" u="none" strike="noStrike" kern="1200" cap="none" spc="-31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</a:t>
            </a:r>
            <a:r>
              <a:rPr kumimoji="0" sz="2294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	=</a:t>
            </a:r>
          </a:p>
        </p:txBody>
      </p:sp>
      <p:sp>
        <p:nvSpPr>
          <p:cNvPr id="35" name="object 13"/>
          <p:cNvSpPr/>
          <p:nvPr/>
        </p:nvSpPr>
        <p:spPr>
          <a:xfrm>
            <a:off x="4283924" y="5033755"/>
            <a:ext cx="995082" cy="270062"/>
          </a:xfrm>
          <a:custGeom>
            <a:avLst/>
            <a:gdLst/>
            <a:ahLst/>
            <a:cxnLst/>
            <a:rect l="l" t="t" r="r" b="b"/>
            <a:pathLst>
              <a:path w="1127760" h="306070">
                <a:moveTo>
                  <a:pt x="789047" y="2866"/>
                </a:moveTo>
                <a:lnTo>
                  <a:pt x="764217" y="2866"/>
                </a:lnTo>
                <a:lnTo>
                  <a:pt x="764217" y="302916"/>
                </a:lnTo>
                <a:lnTo>
                  <a:pt x="789047" y="302916"/>
                </a:lnTo>
                <a:lnTo>
                  <a:pt x="789047" y="2866"/>
                </a:lnTo>
                <a:close/>
              </a:path>
              <a:path w="1127760" h="306070">
                <a:moveTo>
                  <a:pt x="97544" y="0"/>
                </a:moveTo>
                <a:lnTo>
                  <a:pt x="55926" y="19609"/>
                </a:lnTo>
                <a:lnTo>
                  <a:pt x="25232" y="53609"/>
                </a:lnTo>
                <a:lnTo>
                  <a:pt x="6308" y="99055"/>
                </a:lnTo>
                <a:lnTo>
                  <a:pt x="0" y="153007"/>
                </a:lnTo>
                <a:lnTo>
                  <a:pt x="1572" y="181106"/>
                </a:lnTo>
                <a:lnTo>
                  <a:pt x="14148" y="230806"/>
                </a:lnTo>
                <a:lnTo>
                  <a:pt x="39108" y="271134"/>
                </a:lnTo>
                <a:lnTo>
                  <a:pt x="75304" y="297858"/>
                </a:lnTo>
                <a:lnTo>
                  <a:pt x="97544" y="305854"/>
                </a:lnTo>
                <a:lnTo>
                  <a:pt x="101413" y="293439"/>
                </a:lnTo>
                <a:lnTo>
                  <a:pt x="83985" y="285720"/>
                </a:lnTo>
                <a:lnTo>
                  <a:pt x="68946" y="274978"/>
                </a:lnTo>
                <a:lnTo>
                  <a:pt x="46031" y="244425"/>
                </a:lnTo>
                <a:lnTo>
                  <a:pt x="32427" y="202868"/>
                </a:lnTo>
                <a:lnTo>
                  <a:pt x="27893" y="151395"/>
                </a:lnTo>
                <a:lnTo>
                  <a:pt x="29026" y="125301"/>
                </a:lnTo>
                <a:lnTo>
                  <a:pt x="38095" y="80035"/>
                </a:lnTo>
                <a:lnTo>
                  <a:pt x="56325" y="44323"/>
                </a:lnTo>
                <a:lnTo>
                  <a:pt x="101897" y="12414"/>
                </a:lnTo>
                <a:lnTo>
                  <a:pt x="97544" y="0"/>
                </a:lnTo>
                <a:close/>
              </a:path>
              <a:path w="1127760" h="306070">
                <a:moveTo>
                  <a:pt x="1030173" y="0"/>
                </a:moveTo>
                <a:lnTo>
                  <a:pt x="1025820" y="12414"/>
                </a:lnTo>
                <a:lnTo>
                  <a:pt x="1043525" y="20098"/>
                </a:lnTo>
                <a:lnTo>
                  <a:pt x="1058751" y="30734"/>
                </a:lnTo>
                <a:lnTo>
                  <a:pt x="1089667" y="80035"/>
                </a:lnTo>
                <a:lnTo>
                  <a:pt x="1098696" y="125301"/>
                </a:lnTo>
                <a:lnTo>
                  <a:pt x="1099825" y="151395"/>
                </a:lnTo>
                <a:lnTo>
                  <a:pt x="1098691" y="178371"/>
                </a:lnTo>
                <a:lnTo>
                  <a:pt x="1089622" y="224886"/>
                </a:lnTo>
                <a:lnTo>
                  <a:pt x="1071423" y="261213"/>
                </a:lnTo>
                <a:lnTo>
                  <a:pt x="1026304" y="293439"/>
                </a:lnTo>
                <a:lnTo>
                  <a:pt x="1030173" y="305854"/>
                </a:lnTo>
                <a:lnTo>
                  <a:pt x="1071892" y="286284"/>
                </a:lnTo>
                <a:lnTo>
                  <a:pt x="1102565" y="252406"/>
                </a:lnTo>
                <a:lnTo>
                  <a:pt x="1121429" y="207039"/>
                </a:lnTo>
                <a:lnTo>
                  <a:pt x="1127718" y="153007"/>
                </a:lnTo>
                <a:lnTo>
                  <a:pt x="1126141" y="124968"/>
                </a:lnTo>
                <a:lnTo>
                  <a:pt x="1113524" y="75269"/>
                </a:lnTo>
                <a:lnTo>
                  <a:pt x="1088504" y="34810"/>
                </a:lnTo>
                <a:lnTo>
                  <a:pt x="1052347" y="8006"/>
                </a:lnTo>
                <a:lnTo>
                  <a:pt x="103017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23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6" name="object 14"/>
          <p:cNvSpPr/>
          <p:nvPr/>
        </p:nvSpPr>
        <p:spPr>
          <a:xfrm>
            <a:off x="5513478" y="5033755"/>
            <a:ext cx="358588" cy="270062"/>
          </a:xfrm>
          <a:custGeom>
            <a:avLst/>
            <a:gdLst/>
            <a:ahLst/>
            <a:cxnLst/>
            <a:rect l="l" t="t" r="r" b="b"/>
            <a:pathLst>
              <a:path w="406400" h="306070">
                <a:moveTo>
                  <a:pt x="308813" y="0"/>
                </a:moveTo>
                <a:lnTo>
                  <a:pt x="304460" y="12414"/>
                </a:lnTo>
                <a:lnTo>
                  <a:pt x="322165" y="20098"/>
                </a:lnTo>
                <a:lnTo>
                  <a:pt x="337391" y="30734"/>
                </a:lnTo>
                <a:lnTo>
                  <a:pt x="368307" y="80035"/>
                </a:lnTo>
                <a:lnTo>
                  <a:pt x="377336" y="125301"/>
                </a:lnTo>
                <a:lnTo>
                  <a:pt x="378465" y="151395"/>
                </a:lnTo>
                <a:lnTo>
                  <a:pt x="377331" y="178371"/>
                </a:lnTo>
                <a:lnTo>
                  <a:pt x="368262" y="224886"/>
                </a:lnTo>
                <a:lnTo>
                  <a:pt x="350063" y="261213"/>
                </a:lnTo>
                <a:lnTo>
                  <a:pt x="304944" y="293439"/>
                </a:lnTo>
                <a:lnTo>
                  <a:pt x="308813" y="305854"/>
                </a:lnTo>
                <a:lnTo>
                  <a:pt x="350531" y="286284"/>
                </a:lnTo>
                <a:lnTo>
                  <a:pt x="381205" y="252406"/>
                </a:lnTo>
                <a:lnTo>
                  <a:pt x="400070" y="207039"/>
                </a:lnTo>
                <a:lnTo>
                  <a:pt x="406358" y="153007"/>
                </a:lnTo>
                <a:lnTo>
                  <a:pt x="404781" y="124968"/>
                </a:lnTo>
                <a:lnTo>
                  <a:pt x="392164" y="75269"/>
                </a:lnTo>
                <a:lnTo>
                  <a:pt x="367143" y="34810"/>
                </a:lnTo>
                <a:lnTo>
                  <a:pt x="330987" y="8006"/>
                </a:lnTo>
                <a:lnTo>
                  <a:pt x="308813" y="0"/>
                </a:lnTo>
                <a:close/>
              </a:path>
              <a:path w="406400" h="306070">
                <a:moveTo>
                  <a:pt x="97544" y="0"/>
                </a:moveTo>
                <a:lnTo>
                  <a:pt x="55926" y="19609"/>
                </a:lnTo>
                <a:lnTo>
                  <a:pt x="25232" y="53609"/>
                </a:lnTo>
                <a:lnTo>
                  <a:pt x="6308" y="99055"/>
                </a:lnTo>
                <a:lnTo>
                  <a:pt x="0" y="153007"/>
                </a:lnTo>
                <a:lnTo>
                  <a:pt x="1572" y="181106"/>
                </a:lnTo>
                <a:lnTo>
                  <a:pt x="14148" y="230806"/>
                </a:lnTo>
                <a:lnTo>
                  <a:pt x="39108" y="271134"/>
                </a:lnTo>
                <a:lnTo>
                  <a:pt x="75304" y="297858"/>
                </a:lnTo>
                <a:lnTo>
                  <a:pt x="97544" y="305854"/>
                </a:lnTo>
                <a:lnTo>
                  <a:pt x="101414" y="293439"/>
                </a:lnTo>
                <a:lnTo>
                  <a:pt x="83986" y="285720"/>
                </a:lnTo>
                <a:lnTo>
                  <a:pt x="68946" y="274978"/>
                </a:lnTo>
                <a:lnTo>
                  <a:pt x="46031" y="244425"/>
                </a:lnTo>
                <a:lnTo>
                  <a:pt x="32427" y="202868"/>
                </a:lnTo>
                <a:lnTo>
                  <a:pt x="27893" y="151395"/>
                </a:lnTo>
                <a:lnTo>
                  <a:pt x="29026" y="125301"/>
                </a:lnTo>
                <a:lnTo>
                  <a:pt x="38095" y="80035"/>
                </a:lnTo>
                <a:lnTo>
                  <a:pt x="56325" y="44323"/>
                </a:lnTo>
                <a:lnTo>
                  <a:pt x="101897" y="12414"/>
                </a:lnTo>
                <a:lnTo>
                  <a:pt x="9754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23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7" name="object 15"/>
          <p:cNvSpPr/>
          <p:nvPr/>
        </p:nvSpPr>
        <p:spPr>
          <a:xfrm>
            <a:off x="4023304" y="5382492"/>
            <a:ext cx="1961029" cy="330574"/>
          </a:xfrm>
          <a:custGeom>
            <a:avLst/>
            <a:gdLst/>
            <a:ahLst/>
            <a:cxnLst/>
            <a:rect l="l" t="t" r="r" b="b"/>
            <a:pathLst>
              <a:path w="2222500" h="374650">
                <a:moveTo>
                  <a:pt x="880973" y="80733"/>
                </a:moveTo>
                <a:lnTo>
                  <a:pt x="876630" y="68326"/>
                </a:lnTo>
                <a:lnTo>
                  <a:pt x="854456" y="76327"/>
                </a:lnTo>
                <a:lnTo>
                  <a:pt x="835012" y="87934"/>
                </a:lnTo>
                <a:lnTo>
                  <a:pt x="804316" y="121932"/>
                </a:lnTo>
                <a:lnTo>
                  <a:pt x="785393" y="167373"/>
                </a:lnTo>
                <a:lnTo>
                  <a:pt x="779081" y="221322"/>
                </a:lnTo>
                <a:lnTo>
                  <a:pt x="780656" y="249428"/>
                </a:lnTo>
                <a:lnTo>
                  <a:pt x="793229" y="299123"/>
                </a:lnTo>
                <a:lnTo>
                  <a:pt x="818184" y="339458"/>
                </a:lnTo>
                <a:lnTo>
                  <a:pt x="854379" y="366179"/>
                </a:lnTo>
                <a:lnTo>
                  <a:pt x="876630" y="374180"/>
                </a:lnTo>
                <a:lnTo>
                  <a:pt x="880491" y="361759"/>
                </a:lnTo>
                <a:lnTo>
                  <a:pt x="863066" y="354037"/>
                </a:lnTo>
                <a:lnTo>
                  <a:pt x="848029" y="343293"/>
                </a:lnTo>
                <a:lnTo>
                  <a:pt x="825106" y="312750"/>
                </a:lnTo>
                <a:lnTo>
                  <a:pt x="811504" y="271183"/>
                </a:lnTo>
                <a:lnTo>
                  <a:pt x="806970" y="219710"/>
                </a:lnTo>
                <a:lnTo>
                  <a:pt x="808101" y="193624"/>
                </a:lnTo>
                <a:lnTo>
                  <a:pt x="817181" y="148361"/>
                </a:lnTo>
                <a:lnTo>
                  <a:pt x="835406" y="112649"/>
                </a:lnTo>
                <a:lnTo>
                  <a:pt x="863333" y="88417"/>
                </a:lnTo>
                <a:lnTo>
                  <a:pt x="880973" y="80733"/>
                </a:lnTo>
                <a:close/>
              </a:path>
              <a:path w="2222500" h="374650">
                <a:moveTo>
                  <a:pt x="1611503" y="221322"/>
                </a:moveTo>
                <a:lnTo>
                  <a:pt x="1605191" y="167373"/>
                </a:lnTo>
                <a:lnTo>
                  <a:pt x="1586268" y="121932"/>
                </a:lnTo>
                <a:lnTo>
                  <a:pt x="1555572" y="87934"/>
                </a:lnTo>
                <a:lnTo>
                  <a:pt x="1513954" y="68326"/>
                </a:lnTo>
                <a:lnTo>
                  <a:pt x="1509598" y="80733"/>
                </a:lnTo>
                <a:lnTo>
                  <a:pt x="1527302" y="88417"/>
                </a:lnTo>
                <a:lnTo>
                  <a:pt x="1542529" y="99060"/>
                </a:lnTo>
                <a:lnTo>
                  <a:pt x="1573453" y="148361"/>
                </a:lnTo>
                <a:lnTo>
                  <a:pt x="1582470" y="193624"/>
                </a:lnTo>
                <a:lnTo>
                  <a:pt x="1583601" y="219710"/>
                </a:lnTo>
                <a:lnTo>
                  <a:pt x="1582470" y="246697"/>
                </a:lnTo>
                <a:lnTo>
                  <a:pt x="1573403" y="293204"/>
                </a:lnTo>
                <a:lnTo>
                  <a:pt x="1555203" y="329539"/>
                </a:lnTo>
                <a:lnTo>
                  <a:pt x="1510080" y="361759"/>
                </a:lnTo>
                <a:lnTo>
                  <a:pt x="1513954" y="374180"/>
                </a:lnTo>
                <a:lnTo>
                  <a:pt x="1555673" y="354609"/>
                </a:lnTo>
                <a:lnTo>
                  <a:pt x="1586344" y="320725"/>
                </a:lnTo>
                <a:lnTo>
                  <a:pt x="1605203" y="275361"/>
                </a:lnTo>
                <a:lnTo>
                  <a:pt x="1609928" y="249428"/>
                </a:lnTo>
                <a:lnTo>
                  <a:pt x="1611503" y="221322"/>
                </a:lnTo>
                <a:close/>
              </a:path>
              <a:path w="2222500" h="374650">
                <a:moveTo>
                  <a:pt x="2222500" y="0"/>
                </a:moveTo>
                <a:lnTo>
                  <a:pt x="0" y="0"/>
                </a:lnTo>
                <a:lnTo>
                  <a:pt x="0" y="25400"/>
                </a:lnTo>
                <a:lnTo>
                  <a:pt x="2222500" y="25400"/>
                </a:lnTo>
                <a:lnTo>
                  <a:pt x="22225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23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8" name="object 16"/>
          <p:cNvSpPr txBox="1"/>
          <p:nvPr/>
        </p:nvSpPr>
        <p:spPr>
          <a:xfrm>
            <a:off x="4061944" y="4889087"/>
            <a:ext cx="1720103" cy="840932"/>
          </a:xfrm>
          <a:prstGeom prst="rect">
            <a:avLst/>
          </a:prstGeom>
        </p:spPr>
        <p:txBody>
          <a:bodyPr vert="horz" wrap="square" lIns="0" tIns="70037" rIns="0" bIns="0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552"/>
              </a:spcBef>
              <a:spcAft>
                <a:spcPct val="0"/>
              </a:spcAft>
              <a:buClrTx/>
              <a:buSzTx/>
              <a:buFontTx/>
              <a:buNone/>
              <a:tabLst>
                <a:tab pos="303696" algn="l"/>
                <a:tab pos="1229351" algn="l"/>
                <a:tab pos="1533607" algn="l"/>
              </a:tabLst>
              <a:defRPr/>
            </a:pPr>
            <a:r>
              <a:rPr kumimoji="0" sz="2294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𝑃	</a:t>
            </a:r>
            <a:r>
              <a:rPr kumimoji="0" sz="2294" b="0" i="0" u="none" strike="noStrike" kern="120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data</a:t>
            </a:r>
            <a:r>
              <a:rPr kumimoji="0" sz="2294" b="0" i="0" u="none" strike="noStrike" kern="1200" cap="none" spc="12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sz="2294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𝜃	𝑃	𝜃</a:t>
            </a:r>
            <a:endParaRPr kumimoji="0" sz="2294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8405" marR="0" lvl="0" indent="0" algn="ctr" defTabSz="914400" rtl="0" eaLnBrk="1" fontAlgn="base" latinLnBrk="0" hangingPunct="1">
              <a:lnSpc>
                <a:spcPct val="100000"/>
              </a:lnSpc>
              <a:spcBef>
                <a:spcPts val="468"/>
              </a:spcBef>
              <a:spcAft>
                <a:spcPct val="0"/>
              </a:spcAft>
              <a:buClrTx/>
              <a:buSzTx/>
              <a:buFontTx/>
              <a:buNone/>
              <a:tabLst>
                <a:tab pos="312661" algn="l"/>
              </a:tabLst>
              <a:defRPr/>
            </a:pPr>
            <a:r>
              <a:rPr kumimoji="0" sz="2294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𝑃	</a:t>
            </a:r>
            <a:r>
              <a:rPr kumimoji="0" sz="2294" b="0" i="0" u="none" strike="noStrike" kern="120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data</a:t>
            </a:r>
            <a:endParaRPr kumimoji="0" sz="2294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grpSp>
        <p:nvGrpSpPr>
          <p:cNvPr id="39" name="object 17"/>
          <p:cNvGrpSpPr/>
          <p:nvPr/>
        </p:nvGrpSpPr>
        <p:grpSpPr>
          <a:xfrm>
            <a:off x="4000959" y="3787116"/>
            <a:ext cx="2731434" cy="908237"/>
            <a:chOff x="4600599" y="3982992"/>
            <a:chExt cx="3095625" cy="1029335"/>
          </a:xfrm>
        </p:grpSpPr>
        <p:sp>
          <p:nvSpPr>
            <p:cNvPr id="40" name="object 18"/>
            <p:cNvSpPr/>
            <p:nvPr/>
          </p:nvSpPr>
          <p:spPr>
            <a:xfrm>
              <a:off x="4612029" y="3994422"/>
              <a:ext cx="3072765" cy="1006475"/>
            </a:xfrm>
            <a:custGeom>
              <a:avLst/>
              <a:gdLst/>
              <a:ahLst/>
              <a:cxnLst/>
              <a:rect l="l" t="t" r="r" b="b"/>
              <a:pathLst>
                <a:path w="3072765" h="1006475">
                  <a:moveTo>
                    <a:pt x="896254" y="1005932"/>
                  </a:moveTo>
                  <a:lnTo>
                    <a:pt x="781410" y="836455"/>
                  </a:lnTo>
                  <a:lnTo>
                    <a:pt x="711412" y="824247"/>
                  </a:lnTo>
                  <a:lnTo>
                    <a:pt x="644439" y="811136"/>
                  </a:lnTo>
                  <a:lnTo>
                    <a:pt x="580529" y="797165"/>
                  </a:lnTo>
                  <a:lnTo>
                    <a:pt x="519724" y="782374"/>
                  </a:lnTo>
                  <a:lnTo>
                    <a:pt x="462063" y="766808"/>
                  </a:lnTo>
                  <a:lnTo>
                    <a:pt x="407586" y="750506"/>
                  </a:lnTo>
                  <a:lnTo>
                    <a:pt x="356335" y="733512"/>
                  </a:lnTo>
                  <a:lnTo>
                    <a:pt x="308349" y="715868"/>
                  </a:lnTo>
                  <a:lnTo>
                    <a:pt x="263668" y="697616"/>
                  </a:lnTo>
                  <a:lnTo>
                    <a:pt x="222334" y="678798"/>
                  </a:lnTo>
                  <a:lnTo>
                    <a:pt x="184385" y="659455"/>
                  </a:lnTo>
                  <a:lnTo>
                    <a:pt x="149863" y="639631"/>
                  </a:lnTo>
                  <a:lnTo>
                    <a:pt x="91259" y="598705"/>
                  </a:lnTo>
                  <a:lnTo>
                    <a:pt x="46844" y="556356"/>
                  </a:lnTo>
                  <a:lnTo>
                    <a:pt x="16941" y="512922"/>
                  </a:lnTo>
                  <a:lnTo>
                    <a:pt x="1871" y="468738"/>
                  </a:lnTo>
                  <a:lnTo>
                    <a:pt x="0" y="446470"/>
                  </a:lnTo>
                  <a:lnTo>
                    <a:pt x="1957" y="424142"/>
                  </a:lnTo>
                  <a:lnTo>
                    <a:pt x="17521" y="379471"/>
                  </a:lnTo>
                  <a:lnTo>
                    <a:pt x="48886" y="335060"/>
                  </a:lnTo>
                  <a:lnTo>
                    <a:pt x="96373" y="291248"/>
                  </a:lnTo>
                  <a:lnTo>
                    <a:pt x="160305" y="248370"/>
                  </a:lnTo>
                  <a:lnTo>
                    <a:pt x="198538" y="227387"/>
                  </a:lnTo>
                  <a:lnTo>
                    <a:pt x="261551" y="197619"/>
                  </a:lnTo>
                  <a:lnTo>
                    <a:pt x="331174" y="169782"/>
                  </a:lnTo>
                  <a:lnTo>
                    <a:pt x="368319" y="156598"/>
                  </a:lnTo>
                  <a:lnTo>
                    <a:pt x="406941" y="143912"/>
                  </a:lnTo>
                  <a:lnTo>
                    <a:pt x="446983" y="131727"/>
                  </a:lnTo>
                  <a:lnTo>
                    <a:pt x="488386" y="120048"/>
                  </a:lnTo>
                  <a:lnTo>
                    <a:pt x="531093" y="108879"/>
                  </a:lnTo>
                  <a:lnTo>
                    <a:pt x="575046" y="98226"/>
                  </a:lnTo>
                  <a:lnTo>
                    <a:pt x="620185" y="88094"/>
                  </a:lnTo>
                  <a:lnTo>
                    <a:pt x="666454" y="78486"/>
                  </a:lnTo>
                  <a:lnTo>
                    <a:pt x="713793" y="69408"/>
                  </a:lnTo>
                  <a:lnTo>
                    <a:pt x="762145" y="60864"/>
                  </a:lnTo>
                  <a:lnTo>
                    <a:pt x="811451" y="52859"/>
                  </a:lnTo>
                  <a:lnTo>
                    <a:pt x="861654" y="45399"/>
                  </a:lnTo>
                  <a:lnTo>
                    <a:pt x="912695" y="38486"/>
                  </a:lnTo>
                  <a:lnTo>
                    <a:pt x="964516" y="32127"/>
                  </a:lnTo>
                  <a:lnTo>
                    <a:pt x="1017059" y="26326"/>
                  </a:lnTo>
                  <a:lnTo>
                    <a:pt x="1070265" y="21087"/>
                  </a:lnTo>
                  <a:lnTo>
                    <a:pt x="1124078" y="16416"/>
                  </a:lnTo>
                  <a:lnTo>
                    <a:pt x="1178437" y="12317"/>
                  </a:lnTo>
                  <a:lnTo>
                    <a:pt x="1233287" y="8794"/>
                  </a:lnTo>
                  <a:lnTo>
                    <a:pt x="1288567" y="5854"/>
                  </a:lnTo>
                  <a:lnTo>
                    <a:pt x="1344220" y="3499"/>
                  </a:lnTo>
                  <a:lnTo>
                    <a:pt x="1400188" y="1735"/>
                  </a:lnTo>
                  <a:lnTo>
                    <a:pt x="1456413" y="567"/>
                  </a:lnTo>
                  <a:lnTo>
                    <a:pt x="1512837" y="0"/>
                  </a:lnTo>
                  <a:lnTo>
                    <a:pt x="1569401" y="37"/>
                  </a:lnTo>
                  <a:lnTo>
                    <a:pt x="1626047" y="684"/>
                  </a:lnTo>
                  <a:lnTo>
                    <a:pt x="1682717" y="1946"/>
                  </a:lnTo>
                  <a:lnTo>
                    <a:pt x="1739353" y="3827"/>
                  </a:lnTo>
                  <a:lnTo>
                    <a:pt x="1795897" y="6331"/>
                  </a:lnTo>
                  <a:lnTo>
                    <a:pt x="1852291" y="9465"/>
                  </a:lnTo>
                  <a:lnTo>
                    <a:pt x="1908476" y="13232"/>
                  </a:lnTo>
                  <a:lnTo>
                    <a:pt x="1964395" y="17637"/>
                  </a:lnTo>
                  <a:lnTo>
                    <a:pt x="2019989" y="22684"/>
                  </a:lnTo>
                  <a:lnTo>
                    <a:pt x="2075200" y="28380"/>
                  </a:lnTo>
                  <a:lnTo>
                    <a:pt x="2129969" y="34727"/>
                  </a:lnTo>
                  <a:lnTo>
                    <a:pt x="2184240" y="41731"/>
                  </a:lnTo>
                  <a:lnTo>
                    <a:pt x="2237953" y="49397"/>
                  </a:lnTo>
                  <a:lnTo>
                    <a:pt x="2291051" y="57730"/>
                  </a:lnTo>
                  <a:lnTo>
                    <a:pt x="2361048" y="69938"/>
                  </a:lnTo>
                  <a:lnTo>
                    <a:pt x="2428021" y="83049"/>
                  </a:lnTo>
                  <a:lnTo>
                    <a:pt x="2491931" y="97021"/>
                  </a:lnTo>
                  <a:lnTo>
                    <a:pt x="2552736" y="111811"/>
                  </a:lnTo>
                  <a:lnTo>
                    <a:pt x="2610397" y="127378"/>
                  </a:lnTo>
                  <a:lnTo>
                    <a:pt x="2664874" y="143679"/>
                  </a:lnTo>
                  <a:lnTo>
                    <a:pt x="2716125" y="160673"/>
                  </a:lnTo>
                  <a:lnTo>
                    <a:pt x="2764111" y="178317"/>
                  </a:lnTo>
                  <a:lnTo>
                    <a:pt x="2808792" y="196569"/>
                  </a:lnTo>
                  <a:lnTo>
                    <a:pt x="2850126" y="215388"/>
                  </a:lnTo>
                  <a:lnTo>
                    <a:pt x="2888075" y="234730"/>
                  </a:lnTo>
                  <a:lnTo>
                    <a:pt x="2922597" y="254555"/>
                  </a:lnTo>
                  <a:lnTo>
                    <a:pt x="2981201" y="295481"/>
                  </a:lnTo>
                  <a:lnTo>
                    <a:pt x="3025616" y="337829"/>
                  </a:lnTo>
                  <a:lnTo>
                    <a:pt x="3055519" y="381264"/>
                  </a:lnTo>
                  <a:lnTo>
                    <a:pt x="3070589" y="425447"/>
                  </a:lnTo>
                  <a:lnTo>
                    <a:pt x="3072460" y="447715"/>
                  </a:lnTo>
                  <a:lnTo>
                    <a:pt x="3070503" y="470043"/>
                  </a:lnTo>
                  <a:lnTo>
                    <a:pt x="3054939" y="514715"/>
                  </a:lnTo>
                  <a:lnTo>
                    <a:pt x="3023574" y="559125"/>
                  </a:lnTo>
                  <a:lnTo>
                    <a:pt x="2976087" y="602938"/>
                  </a:lnTo>
                  <a:lnTo>
                    <a:pt x="2912155" y="645815"/>
                  </a:lnTo>
                  <a:lnTo>
                    <a:pt x="2873922" y="666799"/>
                  </a:lnTo>
                  <a:lnTo>
                    <a:pt x="2810697" y="696630"/>
                  </a:lnTo>
                  <a:lnTo>
                    <a:pt x="2740437" y="724640"/>
                  </a:lnTo>
                  <a:lnTo>
                    <a:pt x="2702814" y="737941"/>
                  </a:lnTo>
                  <a:lnTo>
                    <a:pt x="2663606" y="750761"/>
                  </a:lnTo>
                  <a:lnTo>
                    <a:pt x="2622871" y="763092"/>
                  </a:lnTo>
                  <a:lnTo>
                    <a:pt x="2580667" y="774925"/>
                  </a:lnTo>
                  <a:lnTo>
                    <a:pt x="2537051" y="786252"/>
                  </a:lnTo>
                  <a:lnTo>
                    <a:pt x="2492081" y="797065"/>
                  </a:lnTo>
                  <a:lnTo>
                    <a:pt x="2445816" y="807355"/>
                  </a:lnTo>
                  <a:lnTo>
                    <a:pt x="2398312" y="817114"/>
                  </a:lnTo>
                  <a:lnTo>
                    <a:pt x="2349629" y="826334"/>
                  </a:lnTo>
                  <a:lnTo>
                    <a:pt x="2299824" y="835005"/>
                  </a:lnTo>
                  <a:lnTo>
                    <a:pt x="2248954" y="843120"/>
                  </a:lnTo>
                  <a:lnTo>
                    <a:pt x="2197077" y="850670"/>
                  </a:lnTo>
                  <a:lnTo>
                    <a:pt x="2144252" y="857647"/>
                  </a:lnTo>
                  <a:lnTo>
                    <a:pt x="2090536" y="864041"/>
                  </a:lnTo>
                  <a:lnTo>
                    <a:pt x="2035987" y="869846"/>
                  </a:lnTo>
                  <a:lnTo>
                    <a:pt x="1980663" y="875052"/>
                  </a:lnTo>
                  <a:lnTo>
                    <a:pt x="1924622" y="879651"/>
                  </a:lnTo>
                  <a:lnTo>
                    <a:pt x="1867921" y="883635"/>
                  </a:lnTo>
                  <a:lnTo>
                    <a:pt x="1810618" y="886995"/>
                  </a:lnTo>
                  <a:lnTo>
                    <a:pt x="1752772" y="889723"/>
                  </a:lnTo>
                  <a:lnTo>
                    <a:pt x="1694440" y="891810"/>
                  </a:lnTo>
                  <a:lnTo>
                    <a:pt x="1635680" y="893248"/>
                  </a:lnTo>
                  <a:lnTo>
                    <a:pt x="1576549" y="894028"/>
                  </a:lnTo>
                  <a:lnTo>
                    <a:pt x="1517107" y="894143"/>
                  </a:lnTo>
                  <a:lnTo>
                    <a:pt x="1457409" y="893583"/>
                  </a:lnTo>
                  <a:lnTo>
                    <a:pt x="1397516" y="892340"/>
                  </a:lnTo>
                  <a:lnTo>
                    <a:pt x="1337483" y="890407"/>
                  </a:lnTo>
                  <a:lnTo>
                    <a:pt x="896254" y="1005932"/>
                  </a:lnTo>
                  <a:close/>
                </a:path>
              </a:pathLst>
            </a:custGeom>
            <a:ln w="22859">
              <a:solidFill>
                <a:srgbClr val="AB620E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235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41" name="object 19"/>
            <p:cNvSpPr/>
            <p:nvPr/>
          </p:nvSpPr>
          <p:spPr>
            <a:xfrm>
              <a:off x="5101280" y="4204548"/>
              <a:ext cx="303530" cy="223520"/>
            </a:xfrm>
            <a:custGeom>
              <a:avLst/>
              <a:gdLst/>
              <a:ahLst/>
              <a:cxnLst/>
              <a:rect l="l" t="t" r="r" b="b"/>
              <a:pathLst>
                <a:path w="303529" h="223520">
                  <a:moveTo>
                    <a:pt x="231966" y="0"/>
                  </a:moveTo>
                  <a:lnTo>
                    <a:pt x="228785" y="9072"/>
                  </a:lnTo>
                  <a:lnTo>
                    <a:pt x="241724" y="14687"/>
                  </a:lnTo>
                  <a:lnTo>
                    <a:pt x="252851" y="22460"/>
                  </a:lnTo>
                  <a:lnTo>
                    <a:pt x="275443" y="58487"/>
                  </a:lnTo>
                  <a:lnTo>
                    <a:pt x="282865" y="110634"/>
                  </a:lnTo>
                  <a:lnTo>
                    <a:pt x="282037" y="130347"/>
                  </a:lnTo>
                  <a:lnTo>
                    <a:pt x="269610" y="178619"/>
                  </a:lnTo>
                  <a:lnTo>
                    <a:pt x="241875" y="208795"/>
                  </a:lnTo>
                  <a:lnTo>
                    <a:pt x="229139" y="214436"/>
                  </a:lnTo>
                  <a:lnTo>
                    <a:pt x="231966" y="223508"/>
                  </a:lnTo>
                  <a:lnTo>
                    <a:pt x="274669" y="198136"/>
                  </a:lnTo>
                  <a:lnTo>
                    <a:pt x="298654" y="151298"/>
                  </a:lnTo>
                  <a:lnTo>
                    <a:pt x="303249" y="111813"/>
                  </a:lnTo>
                  <a:lnTo>
                    <a:pt x="302096" y="91323"/>
                  </a:lnTo>
                  <a:lnTo>
                    <a:pt x="284810" y="39175"/>
                  </a:lnTo>
                  <a:lnTo>
                    <a:pt x="248171" y="5850"/>
                  </a:lnTo>
                  <a:lnTo>
                    <a:pt x="231966" y="0"/>
                  </a:lnTo>
                  <a:close/>
                </a:path>
                <a:path w="303529" h="223520">
                  <a:moveTo>
                    <a:pt x="71282" y="0"/>
                  </a:moveTo>
                  <a:lnTo>
                    <a:pt x="28656" y="25438"/>
                  </a:lnTo>
                  <a:lnTo>
                    <a:pt x="4609" y="72387"/>
                  </a:lnTo>
                  <a:lnTo>
                    <a:pt x="0" y="111813"/>
                  </a:lnTo>
                  <a:lnTo>
                    <a:pt x="1148" y="132347"/>
                  </a:lnTo>
                  <a:lnTo>
                    <a:pt x="18380" y="184450"/>
                  </a:lnTo>
                  <a:lnTo>
                    <a:pt x="55030" y="217665"/>
                  </a:lnTo>
                  <a:lnTo>
                    <a:pt x="71282" y="223508"/>
                  </a:lnTo>
                  <a:lnTo>
                    <a:pt x="74110" y="214436"/>
                  </a:lnTo>
                  <a:lnTo>
                    <a:pt x="61374" y="208795"/>
                  </a:lnTo>
                  <a:lnTo>
                    <a:pt x="50383" y="200945"/>
                  </a:lnTo>
                  <a:lnTo>
                    <a:pt x="27839" y="164340"/>
                  </a:lnTo>
                  <a:lnTo>
                    <a:pt x="20383" y="110634"/>
                  </a:lnTo>
                  <a:lnTo>
                    <a:pt x="21211" y="91565"/>
                  </a:lnTo>
                  <a:lnTo>
                    <a:pt x="33638" y="44477"/>
                  </a:lnTo>
                  <a:lnTo>
                    <a:pt x="61573" y="14687"/>
                  </a:lnTo>
                  <a:lnTo>
                    <a:pt x="74463" y="9072"/>
                  </a:lnTo>
                  <a:lnTo>
                    <a:pt x="7128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235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</p:grpSp>
      <p:sp>
        <p:nvSpPr>
          <p:cNvPr id="42" name="object 20"/>
          <p:cNvSpPr txBox="1"/>
          <p:nvPr/>
        </p:nvSpPr>
        <p:spPr>
          <a:xfrm>
            <a:off x="4294124" y="3918657"/>
            <a:ext cx="2195232" cy="490349"/>
          </a:xfrm>
          <a:prstGeom prst="rect">
            <a:avLst/>
          </a:prstGeom>
        </p:spPr>
        <p:txBody>
          <a:bodyPr vert="horz" wrap="square" lIns="0" tIns="8404" rIns="0" bIns="0" rtlCol="0">
            <a:spAutoFit/>
          </a:bodyPr>
          <a:lstStyle/>
          <a:p>
            <a:pPr marL="265594" marR="4483" lvl="0" indent="-254947" algn="l" defTabSz="914400" rtl="0" eaLnBrk="1" fontAlgn="base" latinLnBrk="0" hangingPunct="1">
              <a:lnSpc>
                <a:spcPct val="101099"/>
              </a:lnSpc>
              <a:spcBef>
                <a:spcPts val="66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𝐿</a:t>
            </a:r>
            <a:r>
              <a:rPr kumimoji="0" sz="1600" b="0" i="0" u="none" strike="noStrike" kern="1200" cap="none" spc="361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𝜃</a:t>
            </a:r>
            <a:r>
              <a:rPr kumimoji="0" sz="1600" b="0" i="0" u="none" strike="noStrike" kern="1200" cap="none" spc="1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,</a:t>
            </a: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sz="1600" b="0" i="0" u="none" strike="noStrike" kern="1200" cap="none" spc="-18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probability</a:t>
            </a:r>
            <a:r>
              <a:rPr kumimoji="0" sz="1600" b="0" i="0" u="none" strike="noStrike" kern="1200" cap="none" spc="4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sz="1600" b="0" i="0" u="none" strike="noStrike" kern="1200" cap="none" spc="-18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of</a:t>
            </a:r>
            <a:r>
              <a:rPr kumimoji="0" sz="1600" b="0" i="0" u="none" strike="noStrike" kern="1200" cap="none" spc="9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sz="1600" b="0" i="0" u="none" strike="noStrike" kern="1200" cap="none" spc="-1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data </a:t>
            </a:r>
            <a:r>
              <a:rPr kumimoji="0" sz="1600" b="0" i="0" u="none" strike="noStrike" kern="1200" cap="none" spc="-40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sz="1600" b="0" i="0" u="none" strike="noStrike" kern="1200" cap="none" spc="-1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given</a:t>
            </a: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sz="1600" b="0" i="0" u="none" strike="noStrike" kern="1200" cap="none" spc="-1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parameter</a:t>
            </a:r>
            <a:r>
              <a:rPr kumimoji="0" sz="1600" b="0" i="0" u="none" strike="noStrike" kern="1200" cap="none" spc="-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𝜃</a:t>
            </a:r>
          </a:p>
        </p:txBody>
      </p:sp>
      <p:sp>
        <p:nvSpPr>
          <p:cNvPr id="43" name="object 21"/>
          <p:cNvSpPr/>
          <p:nvPr/>
        </p:nvSpPr>
        <p:spPr>
          <a:xfrm>
            <a:off x="5935522" y="4648200"/>
            <a:ext cx="2827478" cy="1120312"/>
          </a:xfrm>
          <a:custGeom>
            <a:avLst/>
            <a:gdLst/>
            <a:ahLst/>
            <a:cxnLst/>
            <a:rect l="l" t="t" r="r" b="b"/>
            <a:pathLst>
              <a:path w="3025140" h="894714">
                <a:moveTo>
                  <a:pt x="0" y="410984"/>
                </a:moveTo>
                <a:lnTo>
                  <a:pt x="436327" y="334736"/>
                </a:lnTo>
                <a:lnTo>
                  <a:pt x="453816" y="313900"/>
                </a:lnTo>
                <a:lnTo>
                  <a:pt x="473999" y="293577"/>
                </a:lnTo>
                <a:lnTo>
                  <a:pt x="522115" y="254536"/>
                </a:lnTo>
                <a:lnTo>
                  <a:pt x="580004" y="217748"/>
                </a:lnTo>
                <a:lnTo>
                  <a:pt x="646992" y="183346"/>
                </a:lnTo>
                <a:lnTo>
                  <a:pt x="683689" y="167082"/>
                </a:lnTo>
                <a:lnTo>
                  <a:pt x="722408" y="151466"/>
                </a:lnTo>
                <a:lnTo>
                  <a:pt x="763067" y="136513"/>
                </a:lnTo>
                <a:lnTo>
                  <a:pt x="805580" y="122240"/>
                </a:lnTo>
                <a:lnTo>
                  <a:pt x="849865" y="108665"/>
                </a:lnTo>
                <a:lnTo>
                  <a:pt x="895836" y="95804"/>
                </a:lnTo>
                <a:lnTo>
                  <a:pt x="943411" y="83674"/>
                </a:lnTo>
                <a:lnTo>
                  <a:pt x="992504" y="72292"/>
                </a:lnTo>
                <a:lnTo>
                  <a:pt x="1043032" y="61674"/>
                </a:lnTo>
                <a:lnTo>
                  <a:pt x="1094911" y="51838"/>
                </a:lnTo>
                <a:lnTo>
                  <a:pt x="1148057" y="42800"/>
                </a:lnTo>
                <a:lnTo>
                  <a:pt x="1202385" y="34576"/>
                </a:lnTo>
                <a:lnTo>
                  <a:pt x="1257813" y="27184"/>
                </a:lnTo>
                <a:lnTo>
                  <a:pt x="1314255" y="20640"/>
                </a:lnTo>
                <a:lnTo>
                  <a:pt x="1371628" y="14962"/>
                </a:lnTo>
                <a:lnTo>
                  <a:pt x="1429848" y="10165"/>
                </a:lnTo>
                <a:lnTo>
                  <a:pt x="1488831" y="6268"/>
                </a:lnTo>
                <a:lnTo>
                  <a:pt x="1548492" y="3285"/>
                </a:lnTo>
                <a:lnTo>
                  <a:pt x="1608748" y="1235"/>
                </a:lnTo>
                <a:lnTo>
                  <a:pt x="1669515" y="135"/>
                </a:lnTo>
                <a:lnTo>
                  <a:pt x="1730709" y="0"/>
                </a:lnTo>
                <a:lnTo>
                  <a:pt x="1792245" y="847"/>
                </a:lnTo>
                <a:lnTo>
                  <a:pt x="1854040" y="2694"/>
                </a:lnTo>
                <a:lnTo>
                  <a:pt x="1916010" y="5557"/>
                </a:lnTo>
                <a:lnTo>
                  <a:pt x="1978070" y="9453"/>
                </a:lnTo>
                <a:lnTo>
                  <a:pt x="2040137" y="14399"/>
                </a:lnTo>
                <a:lnTo>
                  <a:pt x="2111860" y="21461"/>
                </a:lnTo>
                <a:lnTo>
                  <a:pt x="2181498" y="29776"/>
                </a:lnTo>
                <a:lnTo>
                  <a:pt x="2248970" y="39297"/>
                </a:lnTo>
                <a:lnTo>
                  <a:pt x="2314198" y="49978"/>
                </a:lnTo>
                <a:lnTo>
                  <a:pt x="2377102" y="61773"/>
                </a:lnTo>
                <a:lnTo>
                  <a:pt x="2437601" y="74636"/>
                </a:lnTo>
                <a:lnTo>
                  <a:pt x="2495618" y="88522"/>
                </a:lnTo>
                <a:lnTo>
                  <a:pt x="2551071" y="103384"/>
                </a:lnTo>
                <a:lnTo>
                  <a:pt x="2603882" y="119176"/>
                </a:lnTo>
                <a:lnTo>
                  <a:pt x="2653971" y="135852"/>
                </a:lnTo>
                <a:lnTo>
                  <a:pt x="2701258" y="153367"/>
                </a:lnTo>
                <a:lnTo>
                  <a:pt x="2745664" y="171673"/>
                </a:lnTo>
                <a:lnTo>
                  <a:pt x="2787110" y="190726"/>
                </a:lnTo>
                <a:lnTo>
                  <a:pt x="2825515" y="210479"/>
                </a:lnTo>
                <a:lnTo>
                  <a:pt x="2860800" y="230886"/>
                </a:lnTo>
                <a:lnTo>
                  <a:pt x="2892886" y="251901"/>
                </a:lnTo>
                <a:lnTo>
                  <a:pt x="2947140" y="295571"/>
                </a:lnTo>
                <a:lnTo>
                  <a:pt x="2987643" y="341122"/>
                </a:lnTo>
                <a:lnTo>
                  <a:pt x="3013756" y="388184"/>
                </a:lnTo>
                <a:lnTo>
                  <a:pt x="3024843" y="436391"/>
                </a:lnTo>
                <a:lnTo>
                  <a:pt x="3024553" y="460808"/>
                </a:lnTo>
                <a:lnTo>
                  <a:pt x="3011909" y="510040"/>
                </a:lnTo>
                <a:lnTo>
                  <a:pt x="2982648" y="559496"/>
                </a:lnTo>
                <a:lnTo>
                  <a:pt x="2944976" y="600655"/>
                </a:lnTo>
                <a:lnTo>
                  <a:pt x="2896859" y="639695"/>
                </a:lnTo>
                <a:lnTo>
                  <a:pt x="2838971" y="676484"/>
                </a:lnTo>
                <a:lnTo>
                  <a:pt x="2771983" y="710885"/>
                </a:lnTo>
                <a:lnTo>
                  <a:pt x="2735286" y="727149"/>
                </a:lnTo>
                <a:lnTo>
                  <a:pt x="2696566" y="742766"/>
                </a:lnTo>
                <a:lnTo>
                  <a:pt x="2655908" y="757719"/>
                </a:lnTo>
                <a:lnTo>
                  <a:pt x="2613394" y="771991"/>
                </a:lnTo>
                <a:lnTo>
                  <a:pt x="2569110" y="785566"/>
                </a:lnTo>
                <a:lnTo>
                  <a:pt x="2523138" y="798427"/>
                </a:lnTo>
                <a:lnTo>
                  <a:pt x="2475564" y="810557"/>
                </a:lnTo>
                <a:lnTo>
                  <a:pt x="2426471" y="821939"/>
                </a:lnTo>
                <a:lnTo>
                  <a:pt x="2375943" y="832557"/>
                </a:lnTo>
                <a:lnTo>
                  <a:pt x="2324064" y="842393"/>
                </a:lnTo>
                <a:lnTo>
                  <a:pt x="2270918" y="851432"/>
                </a:lnTo>
                <a:lnTo>
                  <a:pt x="2216589" y="859656"/>
                </a:lnTo>
                <a:lnTo>
                  <a:pt x="2161162" y="867048"/>
                </a:lnTo>
                <a:lnTo>
                  <a:pt x="2104720" y="873591"/>
                </a:lnTo>
                <a:lnTo>
                  <a:pt x="2047347" y="879270"/>
                </a:lnTo>
                <a:lnTo>
                  <a:pt x="1989127" y="884066"/>
                </a:lnTo>
                <a:lnTo>
                  <a:pt x="1930144" y="887964"/>
                </a:lnTo>
                <a:lnTo>
                  <a:pt x="1870483" y="890946"/>
                </a:lnTo>
                <a:lnTo>
                  <a:pt x="1810226" y="892996"/>
                </a:lnTo>
                <a:lnTo>
                  <a:pt x="1749460" y="894097"/>
                </a:lnTo>
                <a:lnTo>
                  <a:pt x="1688266" y="894232"/>
                </a:lnTo>
                <a:lnTo>
                  <a:pt x="1626730" y="893384"/>
                </a:lnTo>
                <a:lnTo>
                  <a:pt x="1564934" y="891537"/>
                </a:lnTo>
                <a:lnTo>
                  <a:pt x="1502965" y="888674"/>
                </a:lnTo>
                <a:lnTo>
                  <a:pt x="1440904" y="884778"/>
                </a:lnTo>
                <a:lnTo>
                  <a:pt x="1378837" y="879832"/>
                </a:lnTo>
                <a:lnTo>
                  <a:pt x="1308912" y="872957"/>
                </a:lnTo>
                <a:lnTo>
                  <a:pt x="1240747" y="864850"/>
                </a:lnTo>
                <a:lnTo>
                  <a:pt x="1174446" y="855552"/>
                </a:lnTo>
                <a:lnTo>
                  <a:pt x="1110111" y="845102"/>
                </a:lnTo>
                <a:lnTo>
                  <a:pt x="1047844" y="833539"/>
                </a:lnTo>
                <a:lnTo>
                  <a:pt x="987748" y="820904"/>
                </a:lnTo>
                <a:lnTo>
                  <a:pt x="929926" y="807234"/>
                </a:lnTo>
                <a:lnTo>
                  <a:pt x="874480" y="792571"/>
                </a:lnTo>
                <a:lnTo>
                  <a:pt x="821512" y="776953"/>
                </a:lnTo>
                <a:lnTo>
                  <a:pt x="771126" y="760420"/>
                </a:lnTo>
                <a:lnTo>
                  <a:pt x="723424" y="743012"/>
                </a:lnTo>
                <a:lnTo>
                  <a:pt x="678508" y="724767"/>
                </a:lnTo>
                <a:lnTo>
                  <a:pt x="636482" y="705725"/>
                </a:lnTo>
                <a:lnTo>
                  <a:pt x="597447" y="685927"/>
                </a:lnTo>
                <a:lnTo>
                  <a:pt x="561506" y="665411"/>
                </a:lnTo>
                <a:lnTo>
                  <a:pt x="528761" y="644216"/>
                </a:lnTo>
                <a:lnTo>
                  <a:pt x="473273" y="599950"/>
                </a:lnTo>
                <a:lnTo>
                  <a:pt x="431803" y="553445"/>
                </a:lnTo>
                <a:lnTo>
                  <a:pt x="405170" y="505017"/>
                </a:lnTo>
                <a:lnTo>
                  <a:pt x="0" y="410984"/>
                </a:lnTo>
                <a:close/>
              </a:path>
            </a:pathLst>
          </a:custGeom>
          <a:ln w="22859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23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4" name="object 22"/>
          <p:cNvSpPr txBox="1"/>
          <p:nvPr/>
        </p:nvSpPr>
        <p:spPr>
          <a:xfrm>
            <a:off x="6371739" y="4825546"/>
            <a:ext cx="2391261" cy="904629"/>
          </a:xfrm>
          <a:prstGeom prst="rect">
            <a:avLst/>
          </a:prstGeom>
        </p:spPr>
        <p:txBody>
          <a:bodyPr vert="horz" wrap="square" lIns="0" tIns="8404" rIns="0" bIns="0" rtlCol="0">
            <a:spAutoFit/>
          </a:bodyPr>
          <a:lstStyle/>
          <a:p>
            <a:pPr marL="198915" marR="4483" lvl="0" indent="-188269" algn="ctr" defTabSz="914400" rtl="0" eaLnBrk="1" fontAlgn="base" latinLnBrk="0" hangingPunct="1">
              <a:lnSpc>
                <a:spcPct val="101099"/>
              </a:lnSpc>
              <a:spcBef>
                <a:spcPts val="66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-1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Before </a:t>
            </a:r>
            <a:r>
              <a:rPr kumimoji="0" sz="1400" b="0" i="0" u="none" strike="noStrike" kern="1200" cap="none" spc="-9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seeing </a:t>
            </a:r>
            <a:r>
              <a:rPr kumimoji="0" sz="1400" b="0" i="0" u="none" strike="noStrike" kern="1200" cap="none" spc="-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data, </a:t>
            </a:r>
            <a:r>
              <a:rPr kumimoji="0" sz="1400" b="0" i="0" u="none" strike="noStrike" kern="1200" cap="none" spc="-40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 </a:t>
            </a:r>
            <a:endParaRPr kumimoji="0" lang="en-IN" sz="1400" b="0" i="0" u="none" strike="noStrike" kern="1200" cap="none" spc="-405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Cambria" panose="02040503050406030204" pitchFamily="18" charset="0"/>
              <a:cs typeface="Arial" panose="020B0604020202020204" pitchFamily="34" charset="0"/>
            </a:endParaRPr>
          </a:p>
          <a:p>
            <a:pPr marL="198915" marR="4483" lvl="0" indent="-188269" algn="ctr" defTabSz="914400" rtl="0" eaLnBrk="1" fontAlgn="base" latinLnBrk="0" hangingPunct="1">
              <a:lnSpc>
                <a:spcPct val="101099"/>
              </a:lnSpc>
              <a:spcBef>
                <a:spcPts val="66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-9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prior </a:t>
            </a:r>
            <a:r>
              <a:rPr kumimoji="0" sz="1400" b="0" i="0" u="none" strike="noStrike" kern="1200" cap="none" spc="-1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belief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 </a:t>
            </a:r>
            <a:r>
              <a:rPr kumimoji="0" sz="1400" b="0" i="0" u="none" strike="noStrike" kern="1200" cap="none" spc="-18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of</a:t>
            </a:r>
            <a:r>
              <a:rPr kumimoji="0" sz="1400" b="0" i="0" u="none" strike="noStrike" kern="1200" cap="none" spc="1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 </a:t>
            </a:r>
            <a:r>
              <a:rPr kumimoji="0" sz="14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𝜃</a:t>
            </a:r>
            <a:endParaRPr kumimoji="0" lang="en-US" sz="1400" b="0" i="0" u="none" strike="noStrike" kern="120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Cambria" panose="02040503050406030204" pitchFamily="18" charset="0"/>
              <a:cs typeface="Arial" panose="020B0604020202020204" pitchFamily="34" charset="0"/>
            </a:endParaRPr>
          </a:p>
          <a:p>
            <a:pPr marL="198915" marR="4483" lvl="0" indent="-188269" algn="ctr" defTabSz="914400" rtl="0" eaLnBrk="1" fontAlgn="base" latinLnBrk="0" hangingPunct="1">
              <a:lnSpc>
                <a:spcPct val="101099"/>
              </a:lnSpc>
              <a:spcBef>
                <a:spcPts val="66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e.g. what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is distribution over parameters θ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Cambria" panose="02040503050406030204" pitchFamily="18" charset="0"/>
              <a:cs typeface="Arial" panose="020B0604020202020204" pitchFamily="34" charset="0"/>
            </a:endParaRPr>
          </a:p>
        </p:txBody>
      </p:sp>
      <p:sp>
        <p:nvSpPr>
          <p:cNvPr id="45" name="object 23"/>
          <p:cNvSpPr/>
          <p:nvPr/>
        </p:nvSpPr>
        <p:spPr>
          <a:xfrm>
            <a:off x="228600" y="4621937"/>
            <a:ext cx="2136962" cy="972945"/>
          </a:xfrm>
          <a:custGeom>
            <a:avLst/>
            <a:gdLst/>
            <a:ahLst/>
            <a:cxnLst/>
            <a:rect l="l" t="t" r="r" b="b"/>
            <a:pathLst>
              <a:path w="2162810" h="1257935">
                <a:moveTo>
                  <a:pt x="2162546" y="931378"/>
                </a:moveTo>
                <a:lnTo>
                  <a:pt x="1809380" y="970054"/>
                </a:lnTo>
                <a:lnTo>
                  <a:pt x="1778877" y="998528"/>
                </a:lnTo>
                <a:lnTo>
                  <a:pt x="1746385" y="1025602"/>
                </a:lnTo>
                <a:lnTo>
                  <a:pt x="1712007" y="1051260"/>
                </a:lnTo>
                <a:lnTo>
                  <a:pt x="1675845" y="1075490"/>
                </a:lnTo>
                <a:lnTo>
                  <a:pt x="1638005" y="1098275"/>
                </a:lnTo>
                <a:lnTo>
                  <a:pt x="1598590" y="1119603"/>
                </a:lnTo>
                <a:lnTo>
                  <a:pt x="1557703" y="1139458"/>
                </a:lnTo>
                <a:lnTo>
                  <a:pt x="1515449" y="1157827"/>
                </a:lnTo>
                <a:lnTo>
                  <a:pt x="1471930" y="1174695"/>
                </a:lnTo>
                <a:lnTo>
                  <a:pt x="1427251" y="1190049"/>
                </a:lnTo>
                <a:lnTo>
                  <a:pt x="1381515" y="1203873"/>
                </a:lnTo>
                <a:lnTo>
                  <a:pt x="1334826" y="1216153"/>
                </a:lnTo>
                <a:lnTo>
                  <a:pt x="1287287" y="1226877"/>
                </a:lnTo>
                <a:lnTo>
                  <a:pt x="1239003" y="1236028"/>
                </a:lnTo>
                <a:lnTo>
                  <a:pt x="1190077" y="1243592"/>
                </a:lnTo>
                <a:lnTo>
                  <a:pt x="1140612" y="1249557"/>
                </a:lnTo>
                <a:lnTo>
                  <a:pt x="1090713" y="1253906"/>
                </a:lnTo>
                <a:lnTo>
                  <a:pt x="1040483" y="1256627"/>
                </a:lnTo>
                <a:lnTo>
                  <a:pt x="990025" y="1257705"/>
                </a:lnTo>
                <a:lnTo>
                  <a:pt x="939444" y="1257124"/>
                </a:lnTo>
                <a:lnTo>
                  <a:pt x="888843" y="1254873"/>
                </a:lnTo>
                <a:lnTo>
                  <a:pt x="838326" y="1250935"/>
                </a:lnTo>
                <a:lnTo>
                  <a:pt x="787996" y="1245297"/>
                </a:lnTo>
                <a:lnTo>
                  <a:pt x="737958" y="1237944"/>
                </a:lnTo>
                <a:lnTo>
                  <a:pt x="688314" y="1228862"/>
                </a:lnTo>
                <a:lnTo>
                  <a:pt x="639169" y="1218038"/>
                </a:lnTo>
                <a:lnTo>
                  <a:pt x="590625" y="1205456"/>
                </a:lnTo>
                <a:lnTo>
                  <a:pt x="542788" y="1191103"/>
                </a:lnTo>
                <a:lnTo>
                  <a:pt x="495761" y="1174964"/>
                </a:lnTo>
                <a:lnTo>
                  <a:pt x="449646" y="1157024"/>
                </a:lnTo>
                <a:lnTo>
                  <a:pt x="398453" y="1134407"/>
                </a:lnTo>
                <a:lnTo>
                  <a:pt x="350182" y="1110109"/>
                </a:lnTo>
                <a:lnTo>
                  <a:pt x="304867" y="1084233"/>
                </a:lnTo>
                <a:lnTo>
                  <a:pt x="262542" y="1056881"/>
                </a:lnTo>
                <a:lnTo>
                  <a:pt x="223241" y="1028153"/>
                </a:lnTo>
                <a:lnTo>
                  <a:pt x="186998" y="998152"/>
                </a:lnTo>
                <a:lnTo>
                  <a:pt x="153849" y="966981"/>
                </a:lnTo>
                <a:lnTo>
                  <a:pt x="123827" y="934740"/>
                </a:lnTo>
                <a:lnTo>
                  <a:pt x="96966" y="901531"/>
                </a:lnTo>
                <a:lnTo>
                  <a:pt x="73301" y="867457"/>
                </a:lnTo>
                <a:lnTo>
                  <a:pt x="52865" y="832620"/>
                </a:lnTo>
                <a:lnTo>
                  <a:pt x="35694" y="797120"/>
                </a:lnTo>
                <a:lnTo>
                  <a:pt x="21821" y="761060"/>
                </a:lnTo>
                <a:lnTo>
                  <a:pt x="4108" y="687667"/>
                </a:lnTo>
                <a:lnTo>
                  <a:pt x="0" y="613257"/>
                </a:lnTo>
                <a:lnTo>
                  <a:pt x="3133" y="575924"/>
                </a:lnTo>
                <a:lnTo>
                  <a:pt x="19945" y="501513"/>
                </a:lnTo>
                <a:lnTo>
                  <a:pt x="33693" y="464639"/>
                </a:lnTo>
                <a:lnTo>
                  <a:pt x="51047" y="428121"/>
                </a:lnTo>
                <a:lnTo>
                  <a:pt x="72042" y="392061"/>
                </a:lnTo>
                <a:lnTo>
                  <a:pt x="96713" y="356562"/>
                </a:lnTo>
                <a:lnTo>
                  <a:pt x="125093" y="321724"/>
                </a:lnTo>
                <a:lnTo>
                  <a:pt x="157217" y="287650"/>
                </a:lnTo>
                <a:lnTo>
                  <a:pt x="187719" y="259176"/>
                </a:lnTo>
                <a:lnTo>
                  <a:pt x="220212" y="232102"/>
                </a:lnTo>
                <a:lnTo>
                  <a:pt x="254590" y="206444"/>
                </a:lnTo>
                <a:lnTo>
                  <a:pt x="290751" y="182215"/>
                </a:lnTo>
                <a:lnTo>
                  <a:pt x="328591" y="159429"/>
                </a:lnTo>
                <a:lnTo>
                  <a:pt x="368007" y="138102"/>
                </a:lnTo>
                <a:lnTo>
                  <a:pt x="408893" y="118246"/>
                </a:lnTo>
                <a:lnTo>
                  <a:pt x="451148" y="99877"/>
                </a:lnTo>
                <a:lnTo>
                  <a:pt x="494667" y="83009"/>
                </a:lnTo>
                <a:lnTo>
                  <a:pt x="539346" y="67656"/>
                </a:lnTo>
                <a:lnTo>
                  <a:pt x="585082" y="53831"/>
                </a:lnTo>
                <a:lnTo>
                  <a:pt x="631771" y="41551"/>
                </a:lnTo>
                <a:lnTo>
                  <a:pt x="679310" y="30828"/>
                </a:lnTo>
                <a:lnTo>
                  <a:pt x="727594" y="21677"/>
                </a:lnTo>
                <a:lnTo>
                  <a:pt x="776520" y="14112"/>
                </a:lnTo>
                <a:lnTo>
                  <a:pt x="825985" y="8147"/>
                </a:lnTo>
                <a:lnTo>
                  <a:pt x="875884" y="3798"/>
                </a:lnTo>
                <a:lnTo>
                  <a:pt x="926114" y="1077"/>
                </a:lnTo>
                <a:lnTo>
                  <a:pt x="976572" y="0"/>
                </a:lnTo>
                <a:lnTo>
                  <a:pt x="1027153" y="580"/>
                </a:lnTo>
                <a:lnTo>
                  <a:pt x="1077754" y="2831"/>
                </a:lnTo>
                <a:lnTo>
                  <a:pt x="1128271" y="6769"/>
                </a:lnTo>
                <a:lnTo>
                  <a:pt x="1178601" y="12407"/>
                </a:lnTo>
                <a:lnTo>
                  <a:pt x="1228639" y="19760"/>
                </a:lnTo>
                <a:lnTo>
                  <a:pt x="1278283" y="28841"/>
                </a:lnTo>
                <a:lnTo>
                  <a:pt x="1327429" y="39666"/>
                </a:lnTo>
                <a:lnTo>
                  <a:pt x="1375972" y="52248"/>
                </a:lnTo>
                <a:lnTo>
                  <a:pt x="1423809" y="66601"/>
                </a:lnTo>
                <a:lnTo>
                  <a:pt x="1470837" y="82740"/>
                </a:lnTo>
                <a:lnTo>
                  <a:pt x="1516951" y="100680"/>
                </a:lnTo>
                <a:lnTo>
                  <a:pt x="1571527" y="124921"/>
                </a:lnTo>
                <a:lnTo>
                  <a:pt x="1622949" y="151201"/>
                </a:lnTo>
                <a:lnTo>
                  <a:pt x="1671137" y="179394"/>
                </a:lnTo>
                <a:lnTo>
                  <a:pt x="1716005" y="209377"/>
                </a:lnTo>
                <a:lnTo>
                  <a:pt x="1757472" y="241024"/>
                </a:lnTo>
                <a:lnTo>
                  <a:pt x="1795453" y="274212"/>
                </a:lnTo>
                <a:lnTo>
                  <a:pt x="1829866" y="308816"/>
                </a:lnTo>
                <a:lnTo>
                  <a:pt x="1860628" y="344712"/>
                </a:lnTo>
                <a:lnTo>
                  <a:pt x="1887655" y="381775"/>
                </a:lnTo>
                <a:lnTo>
                  <a:pt x="1910865" y="419881"/>
                </a:lnTo>
                <a:lnTo>
                  <a:pt x="1930174" y="458906"/>
                </a:lnTo>
                <a:lnTo>
                  <a:pt x="1945500" y="498725"/>
                </a:lnTo>
                <a:lnTo>
                  <a:pt x="1956758" y="539213"/>
                </a:lnTo>
                <a:lnTo>
                  <a:pt x="1963867" y="580248"/>
                </a:lnTo>
                <a:lnTo>
                  <a:pt x="1966742" y="621703"/>
                </a:lnTo>
                <a:lnTo>
                  <a:pt x="1965301" y="663455"/>
                </a:lnTo>
                <a:lnTo>
                  <a:pt x="1959460" y="705380"/>
                </a:lnTo>
                <a:lnTo>
                  <a:pt x="1949137" y="747352"/>
                </a:lnTo>
                <a:lnTo>
                  <a:pt x="2162546" y="931378"/>
                </a:lnTo>
                <a:close/>
              </a:path>
            </a:pathLst>
          </a:custGeom>
          <a:ln w="22859">
            <a:solidFill>
              <a:srgbClr val="0070C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23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6" name="object 24"/>
          <p:cNvSpPr txBox="1"/>
          <p:nvPr/>
        </p:nvSpPr>
        <p:spPr>
          <a:xfrm>
            <a:off x="656747" y="4644799"/>
            <a:ext cx="1347507" cy="748282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1206" marR="4483" lvl="0" indent="0" algn="ctr" defTabSz="914400" rtl="0" eaLnBrk="1" fontAlgn="base" latinLnBrk="0" hangingPunct="1">
              <a:lnSpc>
                <a:spcPct val="100499"/>
              </a:lnSpc>
              <a:spcBef>
                <a:spcPts val="75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1200" cap="none" spc="-31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After</a:t>
            </a:r>
            <a:r>
              <a:rPr kumimoji="0" sz="1600" b="0" i="0" u="none" strike="noStrike" kern="1200" cap="none" spc="-9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seeing </a:t>
            </a:r>
            <a:r>
              <a:rPr kumimoji="0" sz="1600" b="0" i="0" u="none" strike="noStrike" kern="1200" cap="none" spc="-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data,</a:t>
            </a:r>
            <a:r>
              <a:rPr kumimoji="0" sz="1600" b="0" i="0" u="none" strike="noStrike" kern="120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sz="1600" b="0" i="0" u="none" strike="noStrike" kern="1200" cap="none" spc="-9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posterior </a:t>
            </a:r>
            <a:r>
              <a:rPr kumimoji="0" sz="1600" b="0" i="0" u="none" strike="noStrike" kern="1200" cap="none" spc="-40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sz="1600" b="0" i="0" u="none" strike="noStrike" kern="1200" cap="none" spc="-1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belief</a:t>
            </a:r>
            <a:r>
              <a:rPr kumimoji="0" sz="1600" b="0" i="0" u="none" strike="noStrike" kern="1200" cap="none" spc="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sz="1600" b="0" i="0" u="none" strike="noStrike" kern="1200" cap="none" spc="-18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of</a:t>
            </a: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𝜃</a:t>
            </a:r>
          </a:p>
        </p:txBody>
      </p:sp>
    </p:spTree>
    <p:extLst>
      <p:ext uri="{BB962C8B-B14F-4D97-AF65-F5344CB8AC3E}">
        <p14:creationId xmlns:p14="http://schemas.microsoft.com/office/powerpoint/2010/main" val="6364315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304800" y="1493837"/>
            <a:ext cx="4038600" cy="4525963"/>
          </a:xfrm>
        </p:spPr>
        <p:txBody>
          <a:bodyPr>
            <a:normAutofit/>
          </a:bodyPr>
          <a:lstStyle/>
          <a:p>
            <a:pPr marL="571500" indent="-342900">
              <a:lnSpc>
                <a:spcPct val="300000"/>
              </a:lnSpc>
              <a:buSzPct val="100000"/>
              <a:buFont typeface="+mj-lt"/>
              <a:buAutoNum type="arabicPeriod"/>
            </a:pPr>
            <a:r>
              <a:rPr lang="en-IN" sz="1800" dirty="0" smtClean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Determine formula </a:t>
            </a:r>
            <a:r>
              <a:rPr lang="en-IN" sz="18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 </a:t>
            </a:r>
            <a:r>
              <a:rPr lang="en-IN" sz="1800" dirty="0" smtClean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𝐿𝐿(𝜃)</a:t>
            </a:r>
          </a:p>
          <a:p>
            <a:pPr marL="571500" indent="-342900">
              <a:lnSpc>
                <a:spcPct val="300000"/>
              </a:lnSpc>
              <a:buSzPct val="100000"/>
              <a:buFont typeface="+mj-lt"/>
              <a:buAutoNum type="arabicPeriod"/>
            </a:pPr>
            <a:r>
              <a:rPr lang="en-IN" sz="1800" dirty="0" smtClean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Differentiate 𝐿𝐿(𝜃) w.r.t</a:t>
            </a:r>
            <a:r>
              <a:rPr lang="en-IN" sz="18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(each) </a:t>
            </a:r>
            <a:r>
              <a:rPr lang="en-IN" sz="1800" dirty="0" smtClean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𝜃</a:t>
            </a:r>
          </a:p>
          <a:p>
            <a:pPr marL="571500" indent="-342900">
              <a:lnSpc>
                <a:spcPct val="300000"/>
              </a:lnSpc>
              <a:buSzPct val="100000"/>
              <a:buFont typeface="+mj-lt"/>
              <a:buAutoNum type="arabicPeriod"/>
            </a:pPr>
            <a:r>
              <a:rPr lang="en-IN" sz="1800" dirty="0" smtClean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Solve</a:t>
            </a:r>
            <a:endParaRPr lang="en-IN" sz="1800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152400" y="152400"/>
            <a:ext cx="6324600" cy="1143000"/>
          </a:xfrm>
        </p:spPr>
        <p:txBody>
          <a:bodyPr>
            <a:normAutofit/>
          </a:bodyPr>
          <a:lstStyle/>
          <a:p>
            <a:pPr marL="271463" indent="-42863"/>
            <a:r>
              <a:rPr lang="en-IN" sz="2400" dirty="0">
                <a:latin typeface="+mj-lt"/>
              </a:rPr>
              <a:t>Maximum Likelihood Estimation (MLE) </a:t>
            </a:r>
          </a:p>
        </p:txBody>
      </p:sp>
    </p:spTree>
    <p:extLst>
      <p:ext uri="{BB962C8B-B14F-4D97-AF65-F5344CB8AC3E}">
        <p14:creationId xmlns:p14="http://schemas.microsoft.com/office/powerpoint/2010/main" val="1775164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309519" y="477065"/>
            <a:ext cx="8556712" cy="553998"/>
          </a:xfrm>
          <a:noFill/>
          <a:ln w="9525">
            <a:noFill/>
            <a:miter lim="800000"/>
            <a:headEnd/>
            <a:tailEnd/>
          </a:ln>
          <a:effectLst/>
        </p:spPr>
        <p:txBody>
          <a:bodyPr spcFirstLastPara="1" vert="horz" wrap="square" lIns="91440" tIns="45720" rIns="91440" bIns="45720" rtlCol="0" anchor="ctr" anchorCtr="0">
            <a:spAutoFit/>
          </a:bodyPr>
          <a:lstStyle/>
          <a:p>
            <a:pPr marL="85725" indent="28575" fontAlgn="base">
              <a:lnSpc>
                <a:spcPts val="3600"/>
              </a:lnSpc>
              <a:spcAft>
                <a:spcPct val="0"/>
              </a:spcAft>
              <a:buClr>
                <a:schemeClr val="dk1"/>
              </a:buClr>
              <a:buSzPts val="3600"/>
              <a:buFont typeface="Arial" pitchFamily="34" charset="0"/>
            </a:pPr>
            <a:r>
              <a:rPr lang="en-US" altLang="en-US" sz="2400" b="1" spc="-150" dirty="0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MLE – Linear Regression Model</a:t>
            </a:r>
          </a:p>
        </p:txBody>
      </p:sp>
      <p:sp>
        <p:nvSpPr>
          <p:cNvPr id="12292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8DA68F0-60D7-4838-B086-D99AF27DBD91}" type="slidenum">
              <a:rPr kumimoji="0" lang="en-US" altLang="en-US" sz="1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altLang="en-US" sz="16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+mn-cs"/>
            </a:endParaRP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/>
          </p:nvPr>
        </p:nvGraphicFramePr>
        <p:xfrm>
          <a:off x="152400" y="1525136"/>
          <a:ext cx="2245750" cy="234703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11631146"/>
                    </a:ext>
                  </a:extLst>
                </a:gridCol>
                <a:gridCol w="11027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860783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Mileage</a:t>
                      </a:r>
                    </a:p>
                    <a:p>
                      <a:pPr algn="ctr"/>
                      <a:r>
                        <a:rPr lang="en-US" sz="1600" b="1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(in </a:t>
                      </a:r>
                      <a:r>
                        <a:rPr lang="en-IN" sz="1600" b="1" i="0" kern="1200" dirty="0" err="1" smtClean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kmpl</a:t>
                      </a:r>
                      <a:r>
                        <a:rPr lang="en-IN" sz="1600" b="0" i="0" kern="1200" dirty="0" smtClean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)</a:t>
                      </a:r>
                      <a:endParaRPr lang="en-US" sz="16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i="1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Car Price</a:t>
                      </a:r>
                    </a:p>
                    <a:p>
                      <a:pPr algn="ctr"/>
                      <a:r>
                        <a:rPr lang="en-US" sz="1600" b="1" i="1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(in </a:t>
                      </a:r>
                      <a:r>
                        <a:rPr lang="en-US" sz="1600" b="1" i="1" dirty="0" err="1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cr</a:t>
                      </a:r>
                      <a:r>
                        <a:rPr lang="en-US" sz="1600" b="1" i="1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  <a:endParaRPr lang="en-US" sz="1600" b="1" i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564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9.8</a:t>
                      </a:r>
                      <a:endParaRPr 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10.48</a:t>
                      </a:r>
                      <a:endParaRPr 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1564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9.12</a:t>
                      </a:r>
                      <a:endParaRPr 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1.75</a:t>
                      </a:r>
                      <a:endParaRPr 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1564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9.5</a:t>
                      </a:r>
                      <a:endParaRPr 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6.95</a:t>
                      </a:r>
                      <a:endParaRPr 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1564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  <a:endParaRPr 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2.51</a:t>
                      </a:r>
                      <a:endParaRPr 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2971800" y="1828800"/>
            <a:ext cx="42614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CarPrice</a:t>
            </a:r>
            <a:r>
              <a:rPr kumimoji="0" lang="en-IN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  = 8.5 + 0.5 Mileage – 1.5 Mileage</a:t>
            </a:r>
            <a:r>
              <a:rPr kumimoji="0" lang="en-IN" sz="1600" b="0" i="0" u="none" strike="noStrike" kern="1200" cap="none" spc="0" normalizeH="0" baseline="3000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2</a:t>
            </a:r>
            <a:endParaRPr kumimoji="0" lang="en-IN" sz="16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2994601" y="3226368"/>
                <a:ext cx="2256452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Cambria" panose="02040503050406030204" pitchFamily="18" charset="0"/>
                    <a:cs typeface="+mn-cs"/>
                  </a:rPr>
                  <a:t>Parameters : (</a:t>
                </a:r>
                <a14:m>
                  <m:oMath xmlns:m="http://schemas.openxmlformats.org/officeDocument/2006/math">
                    <m:r>
                      <a:rPr kumimoji="0" lang="en-US" sz="16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𝜃</m:t>
                    </m:r>
                  </m:oMath>
                </a14:m>
                <a:r>
                  <a:rPr kumimoji="0" lang="en-US" sz="1600" b="0" i="0" u="none" strike="noStrike" kern="1200" cap="none" spc="0" normalizeH="0" baseline="-2500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Cambria" panose="02040503050406030204" pitchFamily="18" charset="0"/>
                    <a:cs typeface="+mn-cs"/>
                  </a:rPr>
                  <a:t>0</a:t>
                </a:r>
                <a:r>
                  <a:rPr kumimoji="0" lang="en-US" sz="16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Cambria" panose="02040503050406030204" pitchFamily="18" charset="0"/>
                    <a:cs typeface="+mn-cs"/>
                  </a:rPr>
                  <a:t>, </a:t>
                </a:r>
                <a14:m>
                  <m:oMath xmlns:m="http://schemas.openxmlformats.org/officeDocument/2006/math">
                    <m:r>
                      <a:rPr kumimoji="0" lang="en-US" sz="16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𝜃</m:t>
                    </m:r>
                  </m:oMath>
                </a14:m>
                <a:r>
                  <a:rPr kumimoji="0" lang="en-US" sz="1600" b="0" i="0" u="none" strike="noStrike" kern="1200" cap="none" spc="0" normalizeH="0" baseline="-2500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Cambria" panose="02040503050406030204" pitchFamily="18" charset="0"/>
                    <a:cs typeface="+mn-cs"/>
                  </a:rPr>
                  <a:t>1</a:t>
                </a:r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Cambria" panose="02040503050406030204" pitchFamily="18" charset="0"/>
                    <a:cs typeface="+mn-cs"/>
                  </a:rPr>
                  <a:t>, </a:t>
                </a:r>
                <a14:m>
                  <m:oMath xmlns:m="http://schemas.openxmlformats.org/officeDocument/2006/math">
                    <m:r>
                      <a:rPr kumimoji="0" lang="en-US" sz="16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𝜃</m:t>
                    </m:r>
                  </m:oMath>
                </a14:m>
                <a:r>
                  <a:rPr kumimoji="0" lang="en-US" sz="1600" b="0" i="0" u="none" strike="noStrike" kern="1200" cap="none" spc="0" normalizeH="0" baseline="-2500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Cambria" panose="02040503050406030204" pitchFamily="18" charset="0"/>
                    <a:cs typeface="+mn-cs"/>
                  </a:rPr>
                  <a:t>2</a:t>
                </a:r>
                <a:r>
                  <a:rPr kumimoji="0" lang="en-US" sz="16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Cambria" panose="02040503050406030204" pitchFamily="18" charset="0"/>
                    <a:cs typeface="+mn-cs"/>
                  </a:rPr>
                  <a:t>)</a:t>
                </a:r>
                <a:endParaRPr kumimoji="0" lang="en-IN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charset="0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94601" y="3226368"/>
                <a:ext cx="2256452" cy="338554"/>
              </a:xfrm>
              <a:prstGeom prst="rect">
                <a:avLst/>
              </a:prstGeom>
              <a:blipFill>
                <a:blip r:embed="rId3"/>
                <a:stretch>
                  <a:fillRect l="-1351" t="-5357" r="-811" b="-2142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/>
              <p:cNvSpPr/>
              <p:nvPr/>
            </p:nvSpPr>
            <p:spPr>
              <a:xfrm>
                <a:off x="2971800" y="3564922"/>
                <a:ext cx="3657893" cy="83099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IN" sz="16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charset="0"/>
                    <a:ea typeface="+mn-ea"/>
                    <a:cs typeface="+mn-cs"/>
                  </a:rPr>
                  <a:t>Find </a:t>
                </a:r>
                <a14:m>
                  <m:oMath xmlns:m="http://schemas.openxmlformats.org/officeDocument/2006/math">
                    <m:r>
                      <a:rPr kumimoji="0" lang="en-US" sz="16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𝛉</m:t>
                    </m:r>
                    <m:r>
                      <a:rPr kumimoji="0" lang="en-IN" sz="1600" b="1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=(</m:t>
                    </m:r>
                    <m:r>
                      <a:rPr kumimoji="0" lang="en-US" sz="1600" b="1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𝜽</m:t>
                    </m:r>
                    <m:r>
                      <m:rPr>
                        <m:nor/>
                      </m:rPr>
                      <a:rPr kumimoji="0" lang="en-US" sz="1600" b="1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rPr>
                      <m:t>0</m:t>
                    </m:r>
                    <m:r>
                      <m:rPr>
                        <m:nor/>
                      </m:rPr>
                      <a:rPr kumimoji="0" lang="en-US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rPr>
                      <m:t>, </m:t>
                    </m:r>
                    <m:r>
                      <a:rPr kumimoji="0" lang="en-US" sz="1600" b="1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𝜽</m:t>
                    </m:r>
                    <m:r>
                      <m:rPr>
                        <m:nor/>
                      </m:rPr>
                      <a:rPr kumimoji="0" lang="en-US" sz="1600" b="1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rPr>
                      <m:t>1</m:t>
                    </m:r>
                    <m:r>
                      <m:rPr>
                        <m:nor/>
                      </m:rPr>
                      <a:rPr kumimoji="0" lang="en-US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rPr>
                      <m:t>, </m:t>
                    </m:r>
                    <m:r>
                      <a:rPr kumimoji="0" lang="en-US" sz="1600" b="1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𝜽</m:t>
                    </m:r>
                    <m:r>
                      <m:rPr>
                        <m:nor/>
                      </m:rPr>
                      <a:rPr kumimoji="0" lang="en-US" sz="1600" b="1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rPr>
                      <m:t>2</m:t>
                    </m:r>
                    <m:r>
                      <a:rPr kumimoji="0" lang="en-IN" sz="1600" b="1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)</m:t>
                    </m:r>
                  </m:oMath>
                </a14:m>
                <a:r>
                  <a:rPr kumimoji="0" lang="en-IN" sz="1600" b="1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charset="0"/>
                    <a:ea typeface="+mn-ea"/>
                    <a:cs typeface="+mn-cs"/>
                  </a:rPr>
                  <a:t> </a:t>
                </a:r>
                <a:r>
                  <a:rPr kumimoji="0" lang="en-IN" sz="16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charset="0"/>
                    <a:ea typeface="+mn-ea"/>
                    <a:cs typeface="+mn-cs"/>
                  </a:rPr>
                  <a:t>from the data </a:t>
                </a:r>
                <a:r>
                  <a:rPr kumimoji="0" lang="en-IN" sz="1600" b="1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charset="0"/>
                    <a:ea typeface="+mn-ea"/>
                    <a:cs typeface="+mn-cs"/>
                  </a:rPr>
                  <a:t>X</a:t>
                </a:r>
                <a:r>
                  <a:rPr kumimoji="0" lang="en-IN" sz="1600" b="1" i="0" u="none" strike="noStrike" kern="1200" cap="none" spc="0" normalizeH="0" baseline="-2500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charset="0"/>
                    <a:ea typeface="+mn-ea"/>
                    <a:cs typeface="+mn-cs"/>
                  </a:rPr>
                  <a:t>i</a:t>
                </a:r>
                <a:endParaRPr kumimoji="0" lang="en-IN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charset="0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base" latinLnBrk="0" hangingPunct="1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IN" sz="16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charset="0"/>
                    <a:ea typeface="+mn-ea"/>
                    <a:cs typeface="+mn-cs"/>
                  </a:rPr>
                  <a:t>i</a:t>
                </a:r>
                <a:r>
                  <a:rPr kumimoji="0" lang="en-IN" sz="1600" b="0" i="0" u="none" strike="noStrike" kern="1200" cap="none" spc="0" normalizeH="0" baseline="0" noProof="0" dirty="0" err="1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charset="0"/>
                    <a:ea typeface="+mn-ea"/>
                    <a:cs typeface="+mn-cs"/>
                  </a:rPr>
                  <a:t>e</a:t>
                </a:r>
                <a:r>
                  <a:rPr kumimoji="0" lang="en-IN" sz="16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charset="0"/>
                    <a:ea typeface="+mn-ea"/>
                    <a:cs typeface="+mn-cs"/>
                  </a:rPr>
                  <a:t>., (</a:t>
                </a:r>
                <a:r>
                  <a:rPr kumimoji="0" lang="en-IN" sz="1600" b="0" i="0" u="none" strike="noStrike" kern="1200" cap="none" spc="0" normalizeH="0" baseline="0" noProof="0" dirty="0" err="1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charset="0"/>
                    <a:ea typeface="+mn-ea"/>
                    <a:cs typeface="+mn-cs"/>
                  </a:rPr>
                  <a:t>Mileage</a:t>
                </a:r>
                <a:r>
                  <a:rPr kumimoji="0" lang="en-IN" sz="1600" b="0" i="0" u="none" strike="noStrike" kern="1200" cap="none" spc="0" normalizeH="0" baseline="-2500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charset="0"/>
                    <a:ea typeface="+mn-ea"/>
                    <a:cs typeface="+mn-cs"/>
                  </a:rPr>
                  <a:t>i</a:t>
                </a:r>
                <a:r>
                  <a:rPr kumimoji="0" lang="en-IN" sz="16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charset="0"/>
                    <a:ea typeface="+mn-ea"/>
                    <a:cs typeface="+mn-cs"/>
                  </a:rPr>
                  <a:t>, </a:t>
                </a:r>
                <a:r>
                  <a:rPr kumimoji="0" lang="en-IN" sz="1600" b="0" i="0" u="none" strike="noStrike" kern="1200" cap="none" spc="0" normalizeH="0" baseline="0" noProof="0" dirty="0" err="1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charset="0"/>
                    <a:ea typeface="+mn-ea"/>
                    <a:cs typeface="+mn-cs"/>
                  </a:rPr>
                  <a:t>CarPrice</a:t>
                </a:r>
                <a:r>
                  <a:rPr kumimoji="0" lang="en-IN" sz="1600" b="0" i="0" u="none" strike="noStrike" kern="1200" cap="none" spc="0" normalizeH="0" baseline="-2500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charset="0"/>
                    <a:ea typeface="+mn-ea"/>
                    <a:cs typeface="+mn-cs"/>
                  </a:rPr>
                  <a:t>i</a:t>
                </a:r>
                <a:r>
                  <a:rPr kumimoji="0" lang="en-IN" sz="16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charset="0"/>
                    <a:ea typeface="+mn-ea"/>
                    <a:cs typeface="+mn-cs"/>
                  </a:rPr>
                  <a:t>)  </a:t>
                </a:r>
                <a:endParaRPr kumimoji="0" lang="en-IN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charset="0"/>
                  <a:ea typeface="+mn-ea"/>
                  <a:cs typeface="Cambria Math"/>
                </a:endParaRPr>
              </a:p>
            </p:txBody>
          </p:sp>
        </mc:Choice>
        <mc:Fallback xmlns="">
          <p:sp>
            <p:nvSpPr>
              <p:cNvPr id="10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71800" y="3564922"/>
                <a:ext cx="3657893" cy="830997"/>
              </a:xfrm>
              <a:prstGeom prst="rect">
                <a:avLst/>
              </a:prstGeom>
              <a:blipFill>
                <a:blip r:embed="rId4"/>
                <a:stretch>
                  <a:fillRect l="-1000" b="-294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6"/>
          <p:cNvSpPr/>
          <p:nvPr/>
        </p:nvSpPr>
        <p:spPr>
          <a:xfrm>
            <a:off x="-323851" y="4910977"/>
            <a:ext cx="48768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marR="0" lvl="1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Maximum Likelihood Estimation (MLE) </a:t>
            </a:r>
          </a:p>
          <a:p>
            <a:pPr marL="914400" marR="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select that parameters 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𝜃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that make the observed data the most 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likely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3" name="Elbow Connector 12"/>
          <p:cNvCxnSpPr>
            <a:stCxn id="10" idx="2"/>
            <a:endCxn id="7" idx="0"/>
          </p:cNvCxnSpPr>
          <p:nvPr/>
        </p:nvCxnSpPr>
        <p:spPr>
          <a:xfrm rot="5400000">
            <a:off x="3200119" y="3310349"/>
            <a:ext cx="515058" cy="2686198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/>
              <p:cNvSpPr/>
              <p:nvPr/>
            </p:nvSpPr>
            <p:spPr>
              <a:xfrm>
                <a:off x="1078554" y="5862007"/>
                <a:ext cx="1952779" cy="3385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IN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charset="0"/>
                    <a:ea typeface="+mn-ea"/>
                    <a:cs typeface="+mn-cs"/>
                  </a:rPr>
                  <a:t>f (</a:t>
                </a:r>
                <a:r>
                  <a:rPr kumimoji="0" lang="en-IN" sz="16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charset="0"/>
                    <a:ea typeface="+mn-ea"/>
                    <a:cs typeface="+mn-cs"/>
                  </a:rPr>
                  <a:t>X</a:t>
                </a:r>
                <a:r>
                  <a:rPr kumimoji="0" lang="en-IN" sz="1600" b="0" i="0" u="none" strike="noStrike" kern="1200" cap="none" spc="0" normalizeH="0" baseline="-2500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charset="0"/>
                    <a:ea typeface="+mn-ea"/>
                    <a:cs typeface="+mn-cs"/>
                  </a:rPr>
                  <a:t>1 </a:t>
                </a:r>
                <a:r>
                  <a:rPr kumimoji="0" lang="en-IN" sz="16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charset="0"/>
                    <a:ea typeface="+mn-ea"/>
                    <a:cs typeface="+mn-cs"/>
                  </a:rPr>
                  <a:t>, X</a:t>
                </a:r>
                <a:r>
                  <a:rPr kumimoji="0" lang="en-IN" sz="1600" b="0" i="0" u="none" strike="noStrike" kern="1200" cap="none" spc="0" normalizeH="0" baseline="-2500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charset="0"/>
                    <a:ea typeface="+mn-ea"/>
                    <a:cs typeface="+mn-cs"/>
                  </a:rPr>
                  <a:t>2 </a:t>
                </a:r>
                <a:r>
                  <a:rPr kumimoji="0" lang="en-IN" sz="16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charset="0"/>
                    <a:ea typeface="+mn-ea"/>
                    <a:cs typeface="+mn-cs"/>
                  </a:rPr>
                  <a:t> .....</a:t>
                </a:r>
                <a:r>
                  <a:rPr kumimoji="0" lang="en-IN" sz="1600" b="0" i="0" u="none" strike="noStrike" kern="1200" cap="none" spc="0" normalizeH="0" baseline="0" noProof="0" dirty="0" err="1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charset="0"/>
                    <a:ea typeface="+mn-ea"/>
                    <a:cs typeface="+mn-cs"/>
                  </a:rPr>
                  <a:t>X</a:t>
                </a:r>
                <a:r>
                  <a:rPr kumimoji="0" lang="en-IN" sz="1600" b="0" i="0" u="none" strike="noStrike" kern="1200" cap="none" spc="0" normalizeH="0" baseline="-25000" noProof="0" dirty="0" err="1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charset="0"/>
                    <a:ea typeface="+mn-ea"/>
                    <a:cs typeface="+mn-cs"/>
                  </a:rPr>
                  <a:t>n</a:t>
                </a:r>
                <a:r>
                  <a:rPr kumimoji="0" lang="en-IN" sz="1600" b="0" i="0" u="none" strike="noStrike" kern="1200" cap="none" spc="0" normalizeH="0" baseline="-2500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charset="0"/>
                    <a:ea typeface="+mn-ea"/>
                    <a:cs typeface="+mn-cs"/>
                  </a:rPr>
                  <a:t> </a:t>
                </a:r>
                <a:r>
                  <a:rPr kumimoji="0" lang="en-IN" sz="16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charset="0"/>
                    <a:ea typeface="+mn-ea"/>
                    <a:cs typeface="+mn-cs"/>
                  </a:rPr>
                  <a:t>| </a:t>
                </a:r>
                <a14:m>
                  <m:oMath xmlns:m="http://schemas.openxmlformats.org/officeDocument/2006/math">
                    <m:r>
                      <a:rPr kumimoji="0" lang="en-US" sz="16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𝛉</m:t>
                    </m:r>
                  </m:oMath>
                </a14:m>
                <a:r>
                  <a:rPr kumimoji="0" lang="en-IN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charset="0"/>
                    <a:ea typeface="+mn-ea"/>
                    <a:cs typeface="+mn-cs"/>
                  </a:rPr>
                  <a:t>)</a:t>
                </a:r>
              </a:p>
            </p:txBody>
          </p:sp>
        </mc:Choice>
        <mc:Fallback xmlns="">
          <p:sp>
            <p:nvSpPr>
              <p:cNvPr id="16" name="Rectangle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8554" y="5862007"/>
                <a:ext cx="1952779" cy="338554"/>
              </a:xfrm>
              <a:prstGeom prst="rect">
                <a:avLst/>
              </a:prstGeom>
              <a:blipFill>
                <a:blip r:embed="rId5"/>
                <a:stretch>
                  <a:fillRect l="-1875" t="-5455" r="-938" b="-2363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Rectangle 20"/>
          <p:cNvSpPr/>
          <p:nvPr/>
        </p:nvSpPr>
        <p:spPr>
          <a:xfrm>
            <a:off x="3029219" y="2513718"/>
            <a:ext cx="1571969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y</a:t>
            </a:r>
            <a:r>
              <a:rPr kumimoji="0" lang="en-IN" sz="16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(</a:t>
            </a:r>
            <a:r>
              <a:rPr kumimoji="0" lang="en-IN" sz="1600" b="0" i="0" u="none" strike="noStrike" kern="1200" cap="none" spc="0" normalizeH="0" baseline="3000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</a:t>
            </a:r>
            <a:r>
              <a:rPr kumimoji="0" lang="en-IN" sz="16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)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= </a:t>
            </a:r>
            <a:r>
              <a:rPr kumimoji="0" lang="el-G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θ</a:t>
            </a:r>
            <a:r>
              <a:rPr kumimoji="0" lang="en-IN" sz="16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x</a:t>
            </a:r>
            <a:r>
              <a:rPr kumimoji="0" lang="en-IN" sz="16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(</a:t>
            </a:r>
            <a:r>
              <a:rPr kumimoji="0" lang="en-IN" sz="1600" b="0" i="0" u="none" strike="noStrike" kern="1200" cap="none" spc="0" normalizeH="0" baseline="3000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</a:t>
            </a:r>
            <a:r>
              <a:rPr kumimoji="0" lang="en-IN" sz="16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)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+ </a:t>
            </a:r>
            <a:r>
              <a:rPr kumimoji="0" lang="en-IN" sz="1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Symbol" panose="05050102010706020507" pitchFamily="18" charset="2"/>
              </a:rPr>
              <a:t></a:t>
            </a:r>
            <a:r>
              <a:rPr kumimoji="0" lang="en-IN" sz="1600" b="1" i="0" u="none" strike="noStrike" kern="1200" cap="none" spc="0" normalizeH="0" baseline="3000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(</a:t>
            </a:r>
            <a:r>
              <a:rPr kumimoji="0" lang="en-IN" sz="1600" b="1" i="0" u="none" strike="noStrike" kern="1200" cap="none" spc="0" normalizeH="0" baseline="3000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</a:t>
            </a:r>
            <a:r>
              <a:rPr kumimoji="0" lang="en-IN" sz="1600" b="1" i="0" u="none" strike="noStrike" kern="1200" cap="none" spc="0" normalizeH="0" baseline="3000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)</a:t>
            </a:r>
            <a:endParaRPr kumimoji="0" lang="en-IN" sz="1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3057794" y="2818462"/>
            <a:ext cx="1410964" cy="3877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ahoma" charset="0"/>
                <a:ea typeface="+mn-ea"/>
                <a:cs typeface="+mn-cs"/>
                <a:sym typeface="Symbol" panose="05050102010706020507" pitchFamily="18" charset="2"/>
              </a:rPr>
              <a:t></a:t>
            </a:r>
            <a:r>
              <a:rPr kumimoji="0" lang="en-IN" sz="1600" b="0" i="0" u="none" strike="noStrike" kern="1200" cap="none" spc="0" normalizeH="0" baseline="3000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(</a:t>
            </a:r>
            <a:r>
              <a:rPr kumimoji="0" lang="en-IN" sz="1600" b="0" i="0" u="none" strike="noStrike" kern="1200" cap="none" spc="0" normalizeH="0" baseline="3000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i</a:t>
            </a:r>
            <a:r>
              <a:rPr kumimoji="0" lang="en-IN" sz="1600" b="0" i="0" u="none" strike="noStrike" kern="1200" cap="none" spc="0" normalizeH="0" baseline="3000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)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 ∼ N(0, σ</a:t>
            </a:r>
            <a:r>
              <a:rPr kumimoji="0" lang="en-US" sz="1600" b="0" i="0" u="none" strike="noStrike" kern="1200" cap="none" spc="0" normalizeH="0" baseline="3000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2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)</a:t>
            </a: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25740" y="2513718"/>
            <a:ext cx="3384922" cy="855716"/>
          </a:xfrm>
          <a:prstGeom prst="rect">
            <a:avLst/>
          </a:prstGeom>
        </p:spPr>
      </p:pic>
      <p:cxnSp>
        <p:nvCxnSpPr>
          <p:cNvPr id="5" name="Straight Arrow Connector 4"/>
          <p:cNvCxnSpPr/>
          <p:nvPr/>
        </p:nvCxnSpPr>
        <p:spPr>
          <a:xfrm>
            <a:off x="4601188" y="3012361"/>
            <a:ext cx="112455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6033404" y="4155273"/>
            <a:ext cx="283282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 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C0504D">
                    <a:lumMod val="75000"/>
                  </a:srgbClr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y</a:t>
            </a:r>
            <a:r>
              <a:rPr kumimoji="0" lang="en-US" sz="1600" b="1" i="0" u="none" strike="noStrike" kern="1200" cap="none" spc="0" normalizeH="0" baseline="30000" noProof="0" dirty="0">
                <a:ln>
                  <a:noFill/>
                </a:ln>
                <a:solidFill>
                  <a:srgbClr val="C0504D">
                    <a:lumMod val="75000"/>
                  </a:srgbClr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(</a:t>
            </a:r>
            <a:r>
              <a:rPr kumimoji="0" lang="en-US" sz="1600" b="1" i="0" u="none" strike="noStrike" kern="1200" cap="none" spc="0" normalizeH="0" baseline="30000" noProof="0" dirty="0" err="1">
                <a:ln>
                  <a:noFill/>
                </a:ln>
                <a:solidFill>
                  <a:srgbClr val="C0504D">
                    <a:lumMod val="75000"/>
                  </a:srgbClr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i</a:t>
            </a:r>
            <a:r>
              <a:rPr kumimoji="0" lang="en-US" sz="1600" b="1" i="0" u="none" strike="noStrike" kern="1200" cap="none" spc="0" normalizeH="0" baseline="30000" noProof="0" dirty="0">
                <a:ln>
                  <a:noFill/>
                </a:ln>
                <a:solidFill>
                  <a:srgbClr val="C0504D">
                    <a:lumMod val="75000"/>
                  </a:srgbClr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)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C0504D">
                    <a:lumMod val="75000"/>
                  </a:srgbClr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 | x</a:t>
            </a:r>
            <a:r>
              <a:rPr kumimoji="0" lang="en-US" sz="1600" b="1" i="0" u="none" strike="noStrike" kern="1200" cap="none" spc="0" normalizeH="0" baseline="30000" noProof="0" dirty="0">
                <a:ln>
                  <a:noFill/>
                </a:ln>
                <a:solidFill>
                  <a:srgbClr val="C0504D">
                    <a:lumMod val="75000"/>
                  </a:srgbClr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(</a:t>
            </a:r>
            <a:r>
              <a:rPr kumimoji="0" lang="en-US" sz="1600" b="1" i="0" u="none" strike="noStrike" kern="1200" cap="none" spc="0" normalizeH="0" baseline="30000" noProof="0" dirty="0" err="1">
                <a:ln>
                  <a:noFill/>
                </a:ln>
                <a:solidFill>
                  <a:srgbClr val="C0504D">
                    <a:lumMod val="75000"/>
                  </a:srgbClr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i</a:t>
            </a:r>
            <a:r>
              <a:rPr kumimoji="0" lang="en-US" sz="1600" b="1" i="0" u="none" strike="noStrike" kern="1200" cap="none" spc="0" normalizeH="0" baseline="30000" noProof="0" dirty="0">
                <a:ln>
                  <a:noFill/>
                </a:ln>
                <a:solidFill>
                  <a:srgbClr val="C0504D">
                    <a:lumMod val="75000"/>
                  </a:srgbClr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)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C0504D">
                    <a:lumMod val="75000"/>
                  </a:srgbClr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; θ 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C0504D">
                    <a:lumMod val="75000"/>
                  </a:srgbClr>
                </a:solidFill>
                <a:effectLst/>
                <a:uLnTx/>
                <a:uFillTx/>
                <a:latin typeface="Tahoma" charset="0"/>
                <a:ea typeface="+mn-ea"/>
                <a:cs typeface="+mn-cs"/>
                <a:sym typeface="Symbol" panose="05050102010706020507" pitchFamily="18" charset="2"/>
              </a:rPr>
              <a:t>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C0504D">
                    <a:lumMod val="75000"/>
                  </a:srgbClr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 N(</a:t>
            </a:r>
            <a:r>
              <a:rPr kumimoji="0" 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C0504D">
                    <a:lumMod val="75000"/>
                  </a:srgbClr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θ</a:t>
            </a:r>
            <a:r>
              <a:rPr kumimoji="0" lang="en-US" sz="1600" b="1" i="0" u="none" strike="noStrike" kern="1200" cap="none" spc="0" normalizeH="0" baseline="30000" noProof="0" dirty="0" err="1">
                <a:ln>
                  <a:noFill/>
                </a:ln>
                <a:solidFill>
                  <a:srgbClr val="C0504D">
                    <a:lumMod val="75000"/>
                  </a:srgbClr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T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C0504D">
                    <a:lumMod val="75000"/>
                  </a:srgbClr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 x</a:t>
            </a:r>
            <a:r>
              <a:rPr kumimoji="0" lang="en-US" sz="1600" b="1" i="0" u="none" strike="noStrike" kern="1200" cap="none" spc="0" normalizeH="0" baseline="30000" noProof="0" dirty="0">
                <a:ln>
                  <a:noFill/>
                </a:ln>
                <a:solidFill>
                  <a:srgbClr val="C0504D">
                    <a:lumMod val="75000"/>
                  </a:srgbClr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(</a:t>
            </a:r>
            <a:r>
              <a:rPr kumimoji="0" lang="en-US" sz="1600" b="1" i="0" u="none" strike="noStrike" kern="1200" cap="none" spc="0" normalizeH="0" baseline="30000" noProof="0" dirty="0" err="1">
                <a:ln>
                  <a:noFill/>
                </a:ln>
                <a:solidFill>
                  <a:srgbClr val="C0504D">
                    <a:lumMod val="75000"/>
                  </a:srgbClr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i</a:t>
            </a:r>
            <a:r>
              <a:rPr kumimoji="0" lang="en-US" sz="1600" b="1" i="0" u="none" strike="noStrike" kern="1200" cap="none" spc="0" normalizeH="0" baseline="30000" noProof="0" dirty="0">
                <a:ln>
                  <a:noFill/>
                </a:ln>
                <a:solidFill>
                  <a:srgbClr val="C0504D">
                    <a:lumMod val="75000"/>
                  </a:srgbClr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)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C0504D">
                    <a:lumMod val="75000"/>
                  </a:srgbClr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, σ</a:t>
            </a:r>
            <a:r>
              <a:rPr kumimoji="0" lang="en-US" sz="1600" b="1" i="0" u="none" strike="noStrike" kern="1200" cap="none" spc="0" normalizeH="0" baseline="30000" noProof="0" dirty="0">
                <a:ln>
                  <a:noFill/>
                </a:ln>
                <a:solidFill>
                  <a:srgbClr val="C0504D">
                    <a:lumMod val="75000"/>
                  </a:srgbClr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2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C0504D">
                    <a:lumMod val="75000"/>
                  </a:srgbClr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)</a:t>
            </a: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cxnSp>
        <p:nvCxnSpPr>
          <p:cNvPr id="12" name="Straight Arrow Connector 11"/>
          <p:cNvCxnSpPr>
            <a:stCxn id="18" idx="2"/>
          </p:cNvCxnSpPr>
          <p:nvPr/>
        </p:nvCxnSpPr>
        <p:spPr>
          <a:xfrm>
            <a:off x="7418201" y="3369434"/>
            <a:ext cx="0" cy="6109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" name="Picture 1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90550" y="5372642"/>
            <a:ext cx="4237087" cy="560881"/>
          </a:xfrm>
          <a:prstGeom prst="rect">
            <a:avLst/>
          </a:prstGeom>
          <a:ln>
            <a:solidFill>
              <a:srgbClr val="0070C0"/>
            </a:solidFill>
          </a:ln>
        </p:spPr>
      </p:pic>
      <p:cxnSp>
        <p:nvCxnSpPr>
          <p:cNvPr id="26" name="Straight Arrow Connector 25"/>
          <p:cNvCxnSpPr>
            <a:stCxn id="6" idx="2"/>
          </p:cNvCxnSpPr>
          <p:nvPr/>
        </p:nvCxnSpPr>
        <p:spPr>
          <a:xfrm flipH="1">
            <a:off x="7449817" y="4493827"/>
            <a:ext cx="1" cy="6879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4800746" y="692836"/>
            <a:ext cx="4190854" cy="86793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Given the noise 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Symbol" panose="05050102010706020507" pitchFamily="18" charset="2"/>
              </a:rPr>
              <a:t></a:t>
            </a:r>
            <a:r>
              <a:rPr kumimoji="0" lang="en-IN" sz="14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(</a:t>
            </a:r>
            <a:r>
              <a:rPr kumimoji="0" lang="en-IN" sz="1400" b="0" i="0" u="none" strike="noStrike" kern="1200" cap="none" spc="0" normalizeH="0" baseline="3000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</a:t>
            </a:r>
            <a:r>
              <a:rPr kumimoji="0" lang="en-IN" sz="14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)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obeys a Normal distribution each 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y</a:t>
            </a:r>
            <a:r>
              <a:rPr kumimoji="0" lang="en-IN" sz="14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(</a:t>
            </a:r>
            <a:r>
              <a:rPr kumimoji="0" lang="en-IN" sz="1400" b="0" i="0" u="none" strike="noStrike" kern="1200" cap="none" spc="0" normalizeH="0" baseline="3000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</a:t>
            </a:r>
            <a:r>
              <a:rPr kumimoji="0" lang="en-IN" sz="14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)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must also obey </a:t>
            </a:r>
            <a:r>
              <a:rPr kumimoji="0" 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 Normal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distribution around the true target value </a:t>
            </a:r>
            <a:endParaRPr kumimoji="0" lang="en-IN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86697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304800" y="1493837"/>
            <a:ext cx="4038600" cy="4525963"/>
          </a:xfrm>
        </p:spPr>
        <p:txBody>
          <a:bodyPr>
            <a:normAutofit/>
          </a:bodyPr>
          <a:lstStyle/>
          <a:p>
            <a:pPr marL="571500" indent="-342900">
              <a:lnSpc>
                <a:spcPct val="300000"/>
              </a:lnSpc>
              <a:buSzPct val="100000"/>
              <a:buFont typeface="+mj-lt"/>
              <a:buAutoNum type="arabicPeriod"/>
            </a:pPr>
            <a:r>
              <a:rPr lang="en-IN" sz="1800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Determine formula </a:t>
            </a:r>
            <a:r>
              <a:rPr lang="en-IN" sz="1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 </a:t>
            </a:r>
            <a:r>
              <a:rPr lang="en-IN" sz="1800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𝐿𝐿(𝜃)</a:t>
            </a:r>
          </a:p>
          <a:p>
            <a:pPr marL="571500" indent="-342900">
              <a:lnSpc>
                <a:spcPct val="300000"/>
              </a:lnSpc>
              <a:buSzPct val="100000"/>
              <a:buFont typeface="+mj-lt"/>
              <a:buAutoNum type="arabicPeriod"/>
            </a:pPr>
            <a:r>
              <a:rPr lang="en-IN" sz="1800" dirty="0" smtClean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Differentiate 𝐿𝐿(𝜃) w.r.t</a:t>
            </a:r>
            <a:r>
              <a:rPr lang="en-IN" sz="18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(each) </a:t>
            </a:r>
            <a:r>
              <a:rPr lang="en-IN" sz="1800" dirty="0" smtClean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𝜃</a:t>
            </a:r>
          </a:p>
          <a:p>
            <a:pPr marL="571500" indent="-342900">
              <a:lnSpc>
                <a:spcPct val="300000"/>
              </a:lnSpc>
              <a:buSzPct val="100000"/>
              <a:buFont typeface="+mj-lt"/>
              <a:buAutoNum type="arabicPeriod"/>
            </a:pPr>
            <a:r>
              <a:rPr lang="en-IN" sz="1800" dirty="0" smtClean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Solve</a:t>
            </a:r>
            <a:endParaRPr lang="en-IN" sz="1800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152400" y="152400"/>
            <a:ext cx="6324600" cy="1143000"/>
          </a:xfrm>
        </p:spPr>
        <p:txBody>
          <a:bodyPr>
            <a:normAutofit/>
          </a:bodyPr>
          <a:lstStyle/>
          <a:p>
            <a:pPr marL="271463" indent="-42863"/>
            <a:r>
              <a:rPr lang="en-IN" sz="2400" dirty="0" smtClean="0">
                <a:latin typeface="+mj-lt"/>
              </a:rPr>
              <a:t>MLE – Linear Regression Model</a:t>
            </a:r>
            <a:endParaRPr lang="en-IN" sz="2400" dirty="0">
              <a:latin typeface="+mj-lt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2150" y="932956"/>
            <a:ext cx="4237087" cy="560881"/>
          </a:xfrm>
          <a:prstGeom prst="rect">
            <a:avLst/>
          </a:prstGeom>
          <a:ln>
            <a:solidFill>
              <a:srgbClr val="0070C0"/>
            </a:solidFill>
          </a:ln>
        </p:spPr>
      </p:pic>
      <p:grpSp>
        <p:nvGrpSpPr>
          <p:cNvPr id="9" name="Group 8"/>
          <p:cNvGrpSpPr/>
          <p:nvPr/>
        </p:nvGrpSpPr>
        <p:grpSpPr>
          <a:xfrm>
            <a:off x="4898266" y="1752600"/>
            <a:ext cx="4398134" cy="1558344"/>
            <a:chOff x="1791707" y="3362964"/>
            <a:chExt cx="6437893" cy="2244782"/>
          </a:xfrm>
        </p:grpSpPr>
        <p:pic>
          <p:nvPicPr>
            <p:cNvPr id="10" name="Picture 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791707" y="3362964"/>
              <a:ext cx="4286851" cy="1157127"/>
            </a:xfrm>
            <a:prstGeom prst="rect">
              <a:avLst/>
            </a:prstGeom>
          </p:spPr>
        </p:pic>
        <p:pic>
          <p:nvPicPr>
            <p:cNvPr id="11" name="Picture 10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735106" y="4520091"/>
              <a:ext cx="5494494" cy="1087655"/>
            </a:xfrm>
            <a:prstGeom prst="rect">
              <a:avLst/>
            </a:prstGeom>
          </p:spPr>
        </p:pic>
      </p:grpSp>
      <p:graphicFrame>
        <p:nvGraphicFramePr>
          <p:cNvPr id="12" name="Table 11"/>
          <p:cNvGraphicFramePr>
            <a:graphicFrameLocks noGrp="1"/>
          </p:cNvGraphicFramePr>
          <p:nvPr>
            <p:extLst/>
          </p:nvPr>
        </p:nvGraphicFramePr>
        <p:xfrm>
          <a:off x="152400" y="4572000"/>
          <a:ext cx="2005013" cy="196603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20474">
                  <a:extLst>
                    <a:ext uri="{9D8B030D-6E8A-4147-A177-3AD203B41FA5}">
                      <a16:colId xmlns:a16="http://schemas.microsoft.com/office/drawing/2014/main" val="211631146"/>
                    </a:ext>
                  </a:extLst>
                </a:gridCol>
                <a:gridCol w="98453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72105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Mileage</a:t>
                      </a:r>
                    </a:p>
                    <a:p>
                      <a:pPr algn="ctr"/>
                      <a:r>
                        <a:rPr lang="en-US" sz="1400" b="1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(in </a:t>
                      </a:r>
                      <a:r>
                        <a:rPr lang="en-IN" sz="1400" b="1" i="0" kern="1200" dirty="0" err="1" smtClean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kmpl</a:t>
                      </a:r>
                      <a:r>
                        <a:rPr lang="en-IN" sz="1400" b="0" i="0" kern="1200" dirty="0" smtClean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)</a:t>
                      </a:r>
                      <a:endParaRPr lang="en-US" sz="14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i="1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Car Price</a:t>
                      </a:r>
                    </a:p>
                    <a:p>
                      <a:pPr algn="ctr"/>
                      <a:r>
                        <a:rPr lang="en-US" sz="1400" b="1" i="1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(in </a:t>
                      </a:r>
                      <a:r>
                        <a:rPr lang="en-US" sz="1400" b="1" i="1" dirty="0" err="1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cr</a:t>
                      </a:r>
                      <a:r>
                        <a:rPr lang="en-US" sz="1400" b="1" i="1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  <a:endParaRPr lang="en-US" sz="1400" b="1" i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1247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9.8</a:t>
                      </a:r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10.48</a:t>
                      </a:r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1247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9.12</a:t>
                      </a:r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1.75</a:t>
                      </a:r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1247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9.5</a:t>
                      </a:r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6.95</a:t>
                      </a:r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1247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2.51</a:t>
                      </a:r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3" name="Rectangle 12"/>
          <p:cNvSpPr/>
          <p:nvPr/>
        </p:nvSpPr>
        <p:spPr>
          <a:xfrm>
            <a:off x="2261819" y="5912834"/>
            <a:ext cx="6515494" cy="58477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838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MLE answers the question: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For which parameter value does the observed data have the 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largest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probability?</a:t>
            </a: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8266" y="3206465"/>
            <a:ext cx="2149135" cy="822939"/>
          </a:xfrm>
          <a:prstGeom prst="rect">
            <a:avLst/>
          </a:prstGeom>
          <a:ln>
            <a:noFill/>
          </a:ln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57288" y="3743736"/>
            <a:ext cx="2113179" cy="1481670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19566" y="4507213"/>
            <a:ext cx="1900015" cy="1436387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33719" y="3274240"/>
            <a:ext cx="1813177" cy="603125"/>
          </a:xfrm>
          <a:prstGeom prst="rect">
            <a:avLst/>
          </a:prstGeom>
          <a:ln>
            <a:noFill/>
          </a:ln>
        </p:spPr>
      </p:pic>
      <p:cxnSp>
        <p:nvCxnSpPr>
          <p:cNvPr id="19" name="Curved Connector 18"/>
          <p:cNvCxnSpPr/>
          <p:nvPr/>
        </p:nvCxnSpPr>
        <p:spPr>
          <a:xfrm flipV="1">
            <a:off x="6590026" y="3471012"/>
            <a:ext cx="543693" cy="209580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358097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304800" y="1493837"/>
            <a:ext cx="4038600" cy="4525963"/>
          </a:xfrm>
        </p:spPr>
        <p:txBody>
          <a:bodyPr>
            <a:normAutofit/>
          </a:bodyPr>
          <a:lstStyle/>
          <a:p>
            <a:pPr marL="571500" indent="-342900">
              <a:lnSpc>
                <a:spcPct val="300000"/>
              </a:lnSpc>
              <a:buSzPct val="100000"/>
              <a:buFont typeface="+mj-lt"/>
              <a:buAutoNum type="arabicPeriod"/>
            </a:pPr>
            <a:r>
              <a:rPr lang="en-IN" sz="1800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Determine formula </a:t>
            </a:r>
            <a:r>
              <a:rPr lang="en-IN" sz="1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 </a:t>
            </a:r>
            <a:r>
              <a:rPr lang="en-IN" sz="1800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𝐿𝐿(𝜃)</a:t>
            </a:r>
          </a:p>
          <a:p>
            <a:pPr marL="571500" indent="-342900">
              <a:lnSpc>
                <a:spcPct val="300000"/>
              </a:lnSpc>
              <a:buSzPct val="100000"/>
              <a:buFont typeface="+mj-lt"/>
              <a:buAutoNum type="arabicPeriod"/>
            </a:pPr>
            <a:r>
              <a:rPr lang="en-IN" sz="1800" dirty="0" smtClean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Differentiate 𝐿𝐿(𝜃) w.r.t</a:t>
            </a:r>
            <a:r>
              <a:rPr lang="en-IN" sz="18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(each) </a:t>
            </a:r>
            <a:r>
              <a:rPr lang="en-IN" sz="1800" dirty="0" smtClean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𝜃</a:t>
            </a:r>
          </a:p>
          <a:p>
            <a:pPr marL="571500" indent="-342900">
              <a:lnSpc>
                <a:spcPct val="300000"/>
              </a:lnSpc>
              <a:buSzPct val="100000"/>
              <a:buFont typeface="+mj-lt"/>
              <a:buAutoNum type="arabicPeriod"/>
            </a:pPr>
            <a:r>
              <a:rPr lang="en-IN" sz="1800" dirty="0" smtClean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Solve</a:t>
            </a:r>
            <a:endParaRPr lang="en-IN" sz="1800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152400" y="152400"/>
            <a:ext cx="6324600" cy="1143000"/>
          </a:xfrm>
        </p:spPr>
        <p:txBody>
          <a:bodyPr>
            <a:normAutofit/>
          </a:bodyPr>
          <a:lstStyle/>
          <a:p>
            <a:pPr marL="271463" indent="-42863"/>
            <a:r>
              <a:rPr lang="en-IN" sz="2400" dirty="0" smtClean="0">
                <a:latin typeface="+mj-lt"/>
              </a:rPr>
              <a:t>MLE – Linear Regression Model</a:t>
            </a:r>
            <a:endParaRPr lang="en-IN" sz="2400" dirty="0">
              <a:latin typeface="+mj-lt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2150" y="932956"/>
            <a:ext cx="4237087" cy="560881"/>
          </a:xfrm>
          <a:prstGeom prst="rect">
            <a:avLst/>
          </a:prstGeom>
          <a:ln>
            <a:solidFill>
              <a:srgbClr val="0070C0"/>
            </a:solidFill>
          </a:ln>
        </p:spPr>
      </p:pic>
      <p:grpSp>
        <p:nvGrpSpPr>
          <p:cNvPr id="9" name="Group 8"/>
          <p:cNvGrpSpPr/>
          <p:nvPr/>
        </p:nvGrpSpPr>
        <p:grpSpPr>
          <a:xfrm>
            <a:off x="4898266" y="1752600"/>
            <a:ext cx="4398134" cy="1558344"/>
            <a:chOff x="1791707" y="3362964"/>
            <a:chExt cx="6437893" cy="2244782"/>
          </a:xfrm>
        </p:grpSpPr>
        <p:pic>
          <p:nvPicPr>
            <p:cNvPr id="10" name="Picture 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791707" y="3362964"/>
              <a:ext cx="4286851" cy="1157127"/>
            </a:xfrm>
            <a:prstGeom prst="rect">
              <a:avLst/>
            </a:prstGeom>
          </p:spPr>
        </p:pic>
        <p:pic>
          <p:nvPicPr>
            <p:cNvPr id="11" name="Picture 10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735106" y="4520091"/>
              <a:ext cx="5494494" cy="1087655"/>
            </a:xfrm>
            <a:prstGeom prst="rect">
              <a:avLst/>
            </a:prstGeom>
          </p:spPr>
        </p:pic>
      </p:grpSp>
      <p:graphicFrame>
        <p:nvGraphicFramePr>
          <p:cNvPr id="12" name="Table 11"/>
          <p:cNvGraphicFramePr>
            <a:graphicFrameLocks noGrp="1"/>
          </p:cNvGraphicFramePr>
          <p:nvPr>
            <p:extLst/>
          </p:nvPr>
        </p:nvGraphicFramePr>
        <p:xfrm>
          <a:off x="152400" y="4572000"/>
          <a:ext cx="2005013" cy="196603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20474">
                  <a:extLst>
                    <a:ext uri="{9D8B030D-6E8A-4147-A177-3AD203B41FA5}">
                      <a16:colId xmlns:a16="http://schemas.microsoft.com/office/drawing/2014/main" val="211631146"/>
                    </a:ext>
                  </a:extLst>
                </a:gridCol>
                <a:gridCol w="98453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72105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Mileage</a:t>
                      </a:r>
                    </a:p>
                    <a:p>
                      <a:pPr algn="ctr"/>
                      <a:r>
                        <a:rPr lang="en-US" sz="1400" b="1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(in </a:t>
                      </a:r>
                      <a:r>
                        <a:rPr lang="en-IN" sz="1400" b="1" i="0" kern="1200" dirty="0" err="1" smtClean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kmpl</a:t>
                      </a:r>
                      <a:r>
                        <a:rPr lang="en-IN" sz="1400" b="0" i="0" kern="1200" dirty="0" smtClean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)</a:t>
                      </a:r>
                      <a:endParaRPr lang="en-US" sz="14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i="1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Car Price</a:t>
                      </a:r>
                    </a:p>
                    <a:p>
                      <a:pPr algn="ctr"/>
                      <a:r>
                        <a:rPr lang="en-US" sz="1400" b="1" i="1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(in </a:t>
                      </a:r>
                      <a:r>
                        <a:rPr lang="en-US" sz="1400" b="1" i="1" dirty="0" err="1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cr</a:t>
                      </a:r>
                      <a:r>
                        <a:rPr lang="en-US" sz="1400" b="1" i="1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  <a:endParaRPr lang="en-US" sz="1400" b="1" i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1247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9.8</a:t>
                      </a:r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10.48</a:t>
                      </a:r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1247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9.12</a:t>
                      </a:r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1.75</a:t>
                      </a:r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1247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9.5</a:t>
                      </a:r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6.95</a:t>
                      </a:r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1247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2.51</a:t>
                      </a:r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14" name="Picture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8266" y="3206465"/>
            <a:ext cx="2149135" cy="822939"/>
          </a:xfrm>
          <a:prstGeom prst="rect">
            <a:avLst/>
          </a:prstGeom>
          <a:ln>
            <a:noFill/>
          </a:ln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33719" y="3274240"/>
            <a:ext cx="1813177" cy="603125"/>
          </a:xfrm>
          <a:prstGeom prst="rect">
            <a:avLst/>
          </a:prstGeom>
          <a:ln>
            <a:noFill/>
          </a:ln>
        </p:spPr>
      </p:pic>
      <p:cxnSp>
        <p:nvCxnSpPr>
          <p:cNvPr id="19" name="Curved Connector 18"/>
          <p:cNvCxnSpPr/>
          <p:nvPr/>
        </p:nvCxnSpPr>
        <p:spPr>
          <a:xfrm flipV="1">
            <a:off x="6590026" y="3471012"/>
            <a:ext cx="543693" cy="209580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4" name="Picture 2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61203" y="3929439"/>
            <a:ext cx="4572396" cy="2597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40933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304800" y="1493837"/>
            <a:ext cx="4038600" cy="4525963"/>
          </a:xfrm>
        </p:spPr>
        <p:txBody>
          <a:bodyPr>
            <a:normAutofit/>
          </a:bodyPr>
          <a:lstStyle/>
          <a:p>
            <a:pPr marL="571500" indent="-342900">
              <a:lnSpc>
                <a:spcPct val="300000"/>
              </a:lnSpc>
              <a:buSzPct val="100000"/>
              <a:buFont typeface="+mj-lt"/>
              <a:buAutoNum type="arabicPeriod"/>
            </a:pPr>
            <a:r>
              <a:rPr lang="en-IN" sz="1800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Determine formula </a:t>
            </a:r>
            <a:r>
              <a:rPr lang="en-IN" sz="1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 </a:t>
            </a:r>
            <a:r>
              <a:rPr lang="en-IN" sz="1800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𝐿𝐿(𝜃)</a:t>
            </a:r>
          </a:p>
          <a:p>
            <a:pPr marL="571500" indent="-342900">
              <a:lnSpc>
                <a:spcPct val="300000"/>
              </a:lnSpc>
              <a:buSzPct val="100000"/>
              <a:buFont typeface="+mj-lt"/>
              <a:buAutoNum type="arabicPeriod"/>
            </a:pPr>
            <a:r>
              <a:rPr lang="en-IN" sz="1800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Differentiate 𝐿𝐿(𝜃) w.r.t</a:t>
            </a:r>
            <a:r>
              <a:rPr lang="en-IN" sz="1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(each) </a:t>
            </a:r>
            <a:r>
              <a:rPr lang="en-IN" sz="1800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𝜃</a:t>
            </a:r>
          </a:p>
          <a:p>
            <a:pPr marL="571500" indent="-342900">
              <a:lnSpc>
                <a:spcPct val="300000"/>
              </a:lnSpc>
              <a:buSzPct val="100000"/>
              <a:buFont typeface="+mj-lt"/>
              <a:buAutoNum type="arabicPeriod"/>
            </a:pPr>
            <a:r>
              <a:rPr lang="en-IN" sz="1800" dirty="0" smtClean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Solve</a:t>
            </a:r>
            <a:endParaRPr lang="en-IN" sz="1800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152400" y="152400"/>
            <a:ext cx="6324600" cy="1143000"/>
          </a:xfrm>
        </p:spPr>
        <p:txBody>
          <a:bodyPr>
            <a:normAutofit/>
          </a:bodyPr>
          <a:lstStyle/>
          <a:p>
            <a:pPr marL="271463" indent="-42863"/>
            <a:r>
              <a:rPr lang="en-IN" sz="2400" dirty="0" smtClean="0">
                <a:latin typeface="+mj-lt"/>
              </a:rPr>
              <a:t>MLE – Linear Regression Model</a:t>
            </a:r>
            <a:endParaRPr lang="en-IN" sz="2400" dirty="0">
              <a:latin typeface="+mj-lt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2150" y="932956"/>
            <a:ext cx="4237087" cy="560881"/>
          </a:xfrm>
          <a:prstGeom prst="rect">
            <a:avLst/>
          </a:prstGeom>
          <a:ln>
            <a:solidFill>
              <a:srgbClr val="0070C0"/>
            </a:solidFill>
          </a:ln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1400" y="2293601"/>
            <a:ext cx="4188315" cy="38408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8200" y="2149540"/>
            <a:ext cx="4340728" cy="63403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4382268" y="2843511"/>
                <a:ext cx="2667000" cy="39260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pt-BR" sz="18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charset="0"/>
                    <a:ea typeface="+mn-ea"/>
                    <a:cs typeface="+mn-cs"/>
                  </a:rPr>
                  <a:t>=</a:t>
                </a:r>
                <a14:m>
                  <m:oMath xmlns:m="http://schemas.openxmlformats.org/officeDocument/2006/math">
                    <m:r>
                      <a:rPr kumimoji="0" lang="en-IN" sz="1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− </m:t>
                    </m:r>
                    <m:f>
                      <m:fPr>
                        <m:ctrlPr>
                          <a:rPr kumimoji="0" lang="en-IN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fPr>
                      <m:num>
                        <m:r>
                          <a:rPr kumimoji="0" lang="en-IN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kumimoji="0" lang="en-IN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pPr>
                          <m:e>
                            <m:r>
                              <a:rPr kumimoji="0" lang="en-IN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2</m:t>
                            </m:r>
                            <m:r>
                              <a:rPr kumimoji="0" lang="en-IN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+mn-cs"/>
                              </a:rPr>
                              <m:t>𝜎</m:t>
                            </m:r>
                          </m:e>
                          <m:sup>
                            <m:r>
                              <a:rPr kumimoji="0" lang="en-IN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2</m:t>
                            </m:r>
                          </m:sup>
                        </m:sSup>
                      </m:den>
                    </m:f>
                    <m:nary>
                      <m:naryPr>
                        <m:chr m:val="∑"/>
                        <m:ctrlPr>
                          <a:rPr kumimoji="0" lang="pt-BR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kumimoji="0" lang="en-IN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𝑖</m:t>
                        </m:r>
                        <m:r>
                          <a:rPr kumimoji="0" lang="pt-BR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=</m:t>
                        </m:r>
                        <m:r>
                          <a:rPr kumimoji="0" lang="en-IN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1</m:t>
                        </m:r>
                      </m:sub>
                      <m:sup>
                        <m:r>
                          <a:rPr kumimoji="0" lang="pt-BR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𝑛</m:t>
                        </m:r>
                      </m:sup>
                      <m:e>
                        <m:sSup>
                          <m:sSupPr>
                            <m:ctrlPr>
                              <a:rPr kumimoji="0" lang="pt-BR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pPr>
                          <m:e>
                            <m:sSup>
                              <m:sSupPr>
                                <m:ctrlPr>
                                  <a:rPr kumimoji="0" lang="pt-BR" sz="18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</m:ctrlPr>
                              </m:sSupPr>
                              <m:e>
                                <m:r>
                                  <a:rPr kumimoji="0" lang="en-IN" sz="18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(</m:t>
                                </m:r>
                                <m:r>
                                  <a:rPr kumimoji="0" lang="en-IN" sz="18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kumimoji="0" lang="en-IN" sz="18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(</m:t>
                                </m:r>
                                <m:r>
                                  <a:rPr kumimoji="0" lang="en-IN" sz="18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𝑖</m:t>
                                </m:r>
                                <m:r>
                                  <a:rPr kumimoji="0" lang="en-IN" sz="18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)</m:t>
                                </m:r>
                              </m:sup>
                            </m:sSup>
                            <m:sSup>
                              <m:sSupPr>
                                <m:ctrlPr>
                                  <a:rPr kumimoji="0" lang="pt-BR" sz="18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</m:ctrlPr>
                              </m:sSupPr>
                              <m:e>
                                <m:r>
                                  <a:rPr kumimoji="0" lang="en-IN" sz="18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−</m:t>
                                </m:r>
                                <m:sSup>
                                  <m:sSupPr>
                                    <m:ctrlPr>
                                      <a:rPr kumimoji="0" lang="pt-BR" sz="18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pPr>
                                  <m:e>
                                    <m:r>
                                      <a:rPr kumimoji="0" lang="en-IN" sz="18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ɵ</m:t>
                                    </m:r>
                                  </m:e>
                                  <m:sup>
                                    <m:r>
                                      <a:rPr kumimoji="0" lang="en-IN" sz="18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𝑇</m:t>
                                    </m:r>
                                  </m:sup>
                                </m:sSup>
                                <m:r>
                                  <a:rPr kumimoji="0" lang="en-IN" sz="18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kumimoji="0" lang="en-IN" sz="18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(</m:t>
                                </m:r>
                                <m:r>
                                  <a:rPr kumimoji="0" lang="en-IN" sz="18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𝑖</m:t>
                                </m:r>
                                <m:r>
                                  <a:rPr kumimoji="0" lang="en-IN" sz="18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)</m:t>
                                </m:r>
                              </m:sup>
                            </m:sSup>
                            <m:r>
                              <a:rPr kumimoji="0" lang="en-IN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)</m:t>
                            </m:r>
                          </m:e>
                          <m:sup>
                            <m:r>
                              <a:rPr kumimoji="0" lang="en-IN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endParaRPr kumimoji="0" lang="en-I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charset="0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2268" y="2843511"/>
                <a:ext cx="2667000" cy="392608"/>
              </a:xfrm>
              <a:prstGeom prst="rect">
                <a:avLst/>
              </a:prstGeom>
              <a:blipFill>
                <a:blip r:embed="rId5"/>
                <a:stretch>
                  <a:fillRect l="-5492" t="-107692" r="-229" b="-17076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/>
              <p:cNvSpPr txBox="1"/>
              <p:nvPr/>
            </p:nvSpPr>
            <p:spPr>
              <a:xfrm>
                <a:off x="4353693" y="3281142"/>
                <a:ext cx="2667000" cy="39260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pt-BR" sz="18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charset="0"/>
                    <a:ea typeface="+mn-ea"/>
                    <a:cs typeface="+mn-cs"/>
                  </a:rPr>
                  <a:t>=</a:t>
                </a:r>
                <a14:m>
                  <m:oMath xmlns:m="http://schemas.openxmlformats.org/officeDocument/2006/math">
                    <m:r>
                      <a:rPr kumimoji="0" lang="en-IN" sz="1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− </m:t>
                    </m:r>
                    <m:f>
                      <m:fPr>
                        <m:ctrlPr>
                          <a:rPr kumimoji="0" lang="en-IN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fPr>
                      <m:num>
                        <m:r>
                          <a:rPr kumimoji="0" lang="en-IN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1</m:t>
                        </m:r>
                      </m:num>
                      <m:den>
                        <m:r>
                          <a:rPr kumimoji="0" lang="en-IN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2</m:t>
                        </m:r>
                      </m:den>
                    </m:f>
                    <m:nary>
                      <m:naryPr>
                        <m:chr m:val="∑"/>
                        <m:ctrlPr>
                          <a:rPr kumimoji="0" lang="pt-BR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kumimoji="0" lang="en-IN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𝑖</m:t>
                        </m:r>
                        <m:r>
                          <a:rPr kumimoji="0" lang="pt-BR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=</m:t>
                        </m:r>
                        <m:r>
                          <a:rPr kumimoji="0" lang="en-IN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1</m:t>
                        </m:r>
                      </m:sub>
                      <m:sup>
                        <m:r>
                          <a:rPr kumimoji="0" lang="pt-BR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𝑛</m:t>
                        </m:r>
                      </m:sup>
                      <m:e>
                        <m:sSup>
                          <m:sSupPr>
                            <m:ctrlPr>
                              <a:rPr kumimoji="0" lang="pt-BR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pPr>
                          <m:e>
                            <m:sSup>
                              <m:sSupPr>
                                <m:ctrlPr>
                                  <a:rPr kumimoji="0" lang="pt-BR" sz="18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</m:ctrlPr>
                              </m:sSupPr>
                              <m:e>
                                <m:r>
                                  <a:rPr kumimoji="0" lang="en-IN" sz="18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(</m:t>
                                </m:r>
                                <m:r>
                                  <a:rPr kumimoji="0" lang="en-IN" sz="18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kumimoji="0" lang="en-IN" sz="18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(</m:t>
                                </m:r>
                                <m:r>
                                  <a:rPr kumimoji="0" lang="en-IN" sz="18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𝑖</m:t>
                                </m:r>
                                <m:r>
                                  <a:rPr kumimoji="0" lang="en-IN" sz="18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)</m:t>
                                </m:r>
                              </m:sup>
                            </m:sSup>
                            <m:sSup>
                              <m:sSupPr>
                                <m:ctrlPr>
                                  <a:rPr kumimoji="0" lang="pt-BR" sz="18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</m:ctrlPr>
                              </m:sSupPr>
                              <m:e>
                                <m:r>
                                  <a:rPr kumimoji="0" lang="en-IN" sz="18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−</m:t>
                                </m:r>
                                <m:sSup>
                                  <m:sSupPr>
                                    <m:ctrlPr>
                                      <a:rPr kumimoji="0" lang="pt-BR" sz="18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pPr>
                                  <m:e>
                                    <m:r>
                                      <a:rPr kumimoji="0" lang="en-IN" sz="18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ɵ</m:t>
                                    </m:r>
                                  </m:e>
                                  <m:sup>
                                    <m:r>
                                      <a:rPr kumimoji="0" lang="en-IN" sz="18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𝑇</m:t>
                                    </m:r>
                                  </m:sup>
                                </m:sSup>
                                <m:r>
                                  <a:rPr kumimoji="0" lang="en-IN" sz="18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kumimoji="0" lang="en-IN" sz="18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(</m:t>
                                </m:r>
                                <m:r>
                                  <a:rPr kumimoji="0" lang="en-IN" sz="18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𝑖</m:t>
                                </m:r>
                                <m:r>
                                  <a:rPr kumimoji="0" lang="en-IN" sz="18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)</m:t>
                                </m:r>
                              </m:sup>
                            </m:sSup>
                            <m:r>
                              <a:rPr kumimoji="0" lang="en-IN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)</m:t>
                            </m:r>
                          </m:e>
                          <m:sup>
                            <m:r>
                              <a:rPr kumimoji="0" lang="en-IN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endParaRPr kumimoji="0" lang="en-I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charset="0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53693" y="3281142"/>
                <a:ext cx="2667000" cy="392608"/>
              </a:xfrm>
              <a:prstGeom prst="rect">
                <a:avLst/>
              </a:prstGeom>
              <a:blipFill>
                <a:blip r:embed="rId6"/>
                <a:stretch>
                  <a:fillRect l="-5251" t="-107692" b="-17076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73738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304800" y="1493837"/>
            <a:ext cx="4038600" cy="4525963"/>
          </a:xfrm>
        </p:spPr>
        <p:txBody>
          <a:bodyPr>
            <a:normAutofit/>
          </a:bodyPr>
          <a:lstStyle/>
          <a:p>
            <a:pPr marL="571500" indent="-342900">
              <a:lnSpc>
                <a:spcPct val="300000"/>
              </a:lnSpc>
              <a:buSzPct val="100000"/>
              <a:buFont typeface="+mj-lt"/>
              <a:buAutoNum type="arabicPeriod"/>
            </a:pPr>
            <a:r>
              <a:rPr lang="en-IN" sz="1800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Determine formula </a:t>
            </a:r>
            <a:r>
              <a:rPr lang="en-IN" sz="1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 </a:t>
            </a:r>
            <a:r>
              <a:rPr lang="en-IN" sz="1800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𝐿𝐿(𝜃)</a:t>
            </a:r>
          </a:p>
          <a:p>
            <a:pPr marL="571500" indent="-342900">
              <a:lnSpc>
                <a:spcPct val="300000"/>
              </a:lnSpc>
              <a:buSzPct val="100000"/>
              <a:buFont typeface="+mj-lt"/>
              <a:buAutoNum type="arabicPeriod"/>
            </a:pPr>
            <a:r>
              <a:rPr lang="en-IN" sz="1800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Differentiate 𝐿𝐿(𝜃) w.r.t</a:t>
            </a:r>
            <a:r>
              <a:rPr lang="en-IN" sz="1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(each) </a:t>
            </a:r>
            <a:r>
              <a:rPr lang="en-IN" sz="1800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𝜃</a:t>
            </a:r>
          </a:p>
          <a:p>
            <a:pPr marL="571500" indent="-342900">
              <a:lnSpc>
                <a:spcPct val="300000"/>
              </a:lnSpc>
              <a:buSzPct val="100000"/>
              <a:buFont typeface="+mj-lt"/>
              <a:buAutoNum type="arabicPeriod"/>
            </a:pPr>
            <a:r>
              <a:rPr lang="en-IN" sz="1800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Solve</a:t>
            </a:r>
            <a:endParaRPr lang="en-IN" sz="18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152400" y="152400"/>
            <a:ext cx="6324600" cy="1143000"/>
          </a:xfrm>
        </p:spPr>
        <p:txBody>
          <a:bodyPr>
            <a:normAutofit/>
          </a:bodyPr>
          <a:lstStyle/>
          <a:p>
            <a:pPr marL="271463" indent="-42863"/>
            <a:r>
              <a:rPr lang="en-IN" sz="2400" dirty="0" smtClean="0">
                <a:latin typeface="+mj-lt"/>
              </a:rPr>
              <a:t>MLE – Linear Regression Model</a:t>
            </a:r>
            <a:endParaRPr lang="en-IN" sz="2400" dirty="0">
              <a:latin typeface="+mj-lt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2150" y="932956"/>
            <a:ext cx="4237087" cy="560881"/>
          </a:xfrm>
          <a:prstGeom prst="rect">
            <a:avLst/>
          </a:prstGeom>
          <a:ln>
            <a:solidFill>
              <a:srgbClr val="0070C0"/>
            </a:solidFill>
          </a:ln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1400" y="2293601"/>
            <a:ext cx="4188315" cy="38408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8200" y="2149540"/>
            <a:ext cx="4340728" cy="634039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95600" y="3937271"/>
            <a:ext cx="2149135" cy="822939"/>
          </a:xfrm>
          <a:prstGeom prst="rect">
            <a:avLst/>
          </a:prstGeom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4382268" y="2843511"/>
                <a:ext cx="2667000" cy="39260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pt-BR" sz="18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charset="0"/>
                    <a:ea typeface="+mn-ea"/>
                    <a:cs typeface="+mn-cs"/>
                  </a:rPr>
                  <a:t>=</a:t>
                </a:r>
                <a14:m>
                  <m:oMath xmlns:m="http://schemas.openxmlformats.org/officeDocument/2006/math">
                    <m:r>
                      <a:rPr kumimoji="0" lang="en-IN" sz="1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− </m:t>
                    </m:r>
                    <m:f>
                      <m:fPr>
                        <m:ctrlPr>
                          <a:rPr kumimoji="0" lang="en-IN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fPr>
                      <m:num>
                        <m:r>
                          <a:rPr kumimoji="0" lang="en-IN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kumimoji="0" lang="en-IN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pPr>
                          <m:e>
                            <m:r>
                              <a:rPr kumimoji="0" lang="en-IN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2</m:t>
                            </m:r>
                            <m:r>
                              <a:rPr kumimoji="0" lang="en-IN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+mn-cs"/>
                              </a:rPr>
                              <m:t>𝜎</m:t>
                            </m:r>
                          </m:e>
                          <m:sup>
                            <m:r>
                              <a:rPr kumimoji="0" lang="en-IN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2</m:t>
                            </m:r>
                          </m:sup>
                        </m:sSup>
                      </m:den>
                    </m:f>
                    <m:nary>
                      <m:naryPr>
                        <m:chr m:val="∑"/>
                        <m:ctrlPr>
                          <a:rPr kumimoji="0" lang="pt-BR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kumimoji="0" lang="en-IN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𝑖</m:t>
                        </m:r>
                        <m:r>
                          <a:rPr kumimoji="0" lang="pt-BR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=</m:t>
                        </m:r>
                        <m:r>
                          <a:rPr kumimoji="0" lang="en-IN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1</m:t>
                        </m:r>
                      </m:sub>
                      <m:sup>
                        <m:r>
                          <a:rPr kumimoji="0" lang="pt-BR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𝑛</m:t>
                        </m:r>
                      </m:sup>
                      <m:e>
                        <m:sSup>
                          <m:sSupPr>
                            <m:ctrlPr>
                              <a:rPr kumimoji="0" lang="pt-BR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pPr>
                          <m:e>
                            <m:sSup>
                              <m:sSupPr>
                                <m:ctrlPr>
                                  <a:rPr kumimoji="0" lang="pt-BR" sz="18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</m:ctrlPr>
                              </m:sSupPr>
                              <m:e>
                                <m:r>
                                  <a:rPr kumimoji="0" lang="en-IN" sz="18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(</m:t>
                                </m:r>
                                <m:r>
                                  <a:rPr kumimoji="0" lang="en-IN" sz="18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kumimoji="0" lang="en-IN" sz="18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(</m:t>
                                </m:r>
                                <m:r>
                                  <a:rPr kumimoji="0" lang="en-IN" sz="18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𝑖</m:t>
                                </m:r>
                                <m:r>
                                  <a:rPr kumimoji="0" lang="en-IN" sz="18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)</m:t>
                                </m:r>
                              </m:sup>
                            </m:sSup>
                            <m:sSup>
                              <m:sSupPr>
                                <m:ctrlPr>
                                  <a:rPr kumimoji="0" lang="pt-BR" sz="18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</m:ctrlPr>
                              </m:sSupPr>
                              <m:e>
                                <m:r>
                                  <a:rPr kumimoji="0" lang="en-IN" sz="18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−</m:t>
                                </m:r>
                                <m:sSup>
                                  <m:sSupPr>
                                    <m:ctrlPr>
                                      <a:rPr kumimoji="0" lang="pt-BR" sz="18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pPr>
                                  <m:e>
                                    <m:r>
                                      <a:rPr kumimoji="0" lang="en-IN" sz="18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ɵ</m:t>
                                    </m:r>
                                  </m:e>
                                  <m:sup>
                                    <m:r>
                                      <a:rPr kumimoji="0" lang="en-IN" sz="18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𝑇</m:t>
                                    </m:r>
                                  </m:sup>
                                </m:sSup>
                                <m:r>
                                  <a:rPr kumimoji="0" lang="en-IN" sz="18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kumimoji="0" lang="en-IN" sz="18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(</m:t>
                                </m:r>
                                <m:r>
                                  <a:rPr kumimoji="0" lang="en-IN" sz="18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𝑖</m:t>
                                </m:r>
                                <m:r>
                                  <a:rPr kumimoji="0" lang="en-IN" sz="18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)</m:t>
                                </m:r>
                              </m:sup>
                            </m:sSup>
                            <m:r>
                              <a:rPr kumimoji="0" lang="en-IN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)</m:t>
                            </m:r>
                          </m:e>
                          <m:sup>
                            <m:r>
                              <a:rPr kumimoji="0" lang="en-IN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endParaRPr kumimoji="0" lang="en-I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charset="0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2268" y="2843511"/>
                <a:ext cx="2667000" cy="392608"/>
              </a:xfrm>
              <a:prstGeom prst="rect">
                <a:avLst/>
              </a:prstGeom>
              <a:blipFill>
                <a:blip r:embed="rId6"/>
                <a:stretch>
                  <a:fillRect l="-5492" t="-107692" r="-229" b="-17076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/>
              <p:cNvSpPr txBox="1"/>
              <p:nvPr/>
            </p:nvSpPr>
            <p:spPr>
              <a:xfrm>
                <a:off x="4353693" y="3281142"/>
                <a:ext cx="2667000" cy="39260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pt-BR" sz="18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charset="0"/>
                    <a:ea typeface="+mn-ea"/>
                    <a:cs typeface="+mn-cs"/>
                  </a:rPr>
                  <a:t>=</a:t>
                </a:r>
                <a14:m>
                  <m:oMath xmlns:m="http://schemas.openxmlformats.org/officeDocument/2006/math">
                    <m:r>
                      <a:rPr kumimoji="0" lang="en-IN" sz="1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− </m:t>
                    </m:r>
                    <m:f>
                      <m:fPr>
                        <m:ctrlPr>
                          <a:rPr kumimoji="0" lang="en-IN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fPr>
                      <m:num>
                        <m:r>
                          <a:rPr kumimoji="0" lang="en-IN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1</m:t>
                        </m:r>
                      </m:num>
                      <m:den>
                        <m:r>
                          <a:rPr kumimoji="0" lang="en-IN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2</m:t>
                        </m:r>
                      </m:den>
                    </m:f>
                    <m:nary>
                      <m:naryPr>
                        <m:chr m:val="∑"/>
                        <m:ctrlPr>
                          <a:rPr kumimoji="0" lang="pt-BR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kumimoji="0" lang="en-IN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𝑖</m:t>
                        </m:r>
                        <m:r>
                          <a:rPr kumimoji="0" lang="pt-BR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=</m:t>
                        </m:r>
                        <m:r>
                          <a:rPr kumimoji="0" lang="en-IN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1</m:t>
                        </m:r>
                      </m:sub>
                      <m:sup>
                        <m:r>
                          <a:rPr kumimoji="0" lang="pt-BR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𝑛</m:t>
                        </m:r>
                      </m:sup>
                      <m:e>
                        <m:sSup>
                          <m:sSupPr>
                            <m:ctrlPr>
                              <a:rPr kumimoji="0" lang="pt-BR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pPr>
                          <m:e>
                            <m:sSup>
                              <m:sSupPr>
                                <m:ctrlPr>
                                  <a:rPr kumimoji="0" lang="pt-BR" sz="18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</m:ctrlPr>
                              </m:sSupPr>
                              <m:e>
                                <m:r>
                                  <a:rPr kumimoji="0" lang="en-IN" sz="18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(</m:t>
                                </m:r>
                                <m:r>
                                  <a:rPr kumimoji="0" lang="en-IN" sz="18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kumimoji="0" lang="en-IN" sz="18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(</m:t>
                                </m:r>
                                <m:r>
                                  <a:rPr kumimoji="0" lang="en-IN" sz="18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𝑖</m:t>
                                </m:r>
                                <m:r>
                                  <a:rPr kumimoji="0" lang="en-IN" sz="18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)</m:t>
                                </m:r>
                              </m:sup>
                            </m:sSup>
                            <m:sSup>
                              <m:sSupPr>
                                <m:ctrlPr>
                                  <a:rPr kumimoji="0" lang="pt-BR" sz="18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</m:ctrlPr>
                              </m:sSupPr>
                              <m:e>
                                <m:r>
                                  <a:rPr kumimoji="0" lang="en-IN" sz="18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−</m:t>
                                </m:r>
                                <m:sSup>
                                  <m:sSupPr>
                                    <m:ctrlPr>
                                      <a:rPr kumimoji="0" lang="pt-BR" sz="18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pPr>
                                  <m:e>
                                    <m:r>
                                      <a:rPr kumimoji="0" lang="en-IN" sz="18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ɵ</m:t>
                                    </m:r>
                                  </m:e>
                                  <m:sup>
                                    <m:r>
                                      <a:rPr kumimoji="0" lang="en-IN" sz="18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𝑇</m:t>
                                    </m:r>
                                  </m:sup>
                                </m:sSup>
                                <m:r>
                                  <a:rPr kumimoji="0" lang="en-IN" sz="18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kumimoji="0" lang="en-IN" sz="18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(</m:t>
                                </m:r>
                                <m:r>
                                  <a:rPr kumimoji="0" lang="en-IN" sz="18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𝑖</m:t>
                                </m:r>
                                <m:r>
                                  <a:rPr kumimoji="0" lang="en-IN" sz="18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)</m:t>
                                </m:r>
                              </m:sup>
                            </m:sSup>
                            <m:r>
                              <a:rPr kumimoji="0" lang="en-IN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)</m:t>
                            </m:r>
                          </m:e>
                          <m:sup>
                            <m:r>
                              <a:rPr kumimoji="0" lang="en-IN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endParaRPr kumimoji="0" lang="en-I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charset="0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53693" y="3281142"/>
                <a:ext cx="2667000" cy="392608"/>
              </a:xfrm>
              <a:prstGeom prst="rect">
                <a:avLst/>
              </a:prstGeom>
              <a:blipFill>
                <a:blip r:embed="rId7"/>
                <a:stretch>
                  <a:fillRect l="-5251" t="-107692" b="-17076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/>
              <p:cNvSpPr txBox="1"/>
              <p:nvPr/>
            </p:nvSpPr>
            <p:spPr>
              <a:xfrm>
                <a:off x="3162299" y="4631123"/>
                <a:ext cx="4607415" cy="39113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pt-BR" sz="18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charset="0"/>
                    <a:ea typeface="+mn-ea"/>
                    <a:cs typeface="+mn-cs"/>
                  </a:rPr>
                  <a:t>=argmax</a:t>
                </a:r>
                <a14:m>
                  <m:oMath xmlns:m="http://schemas.openxmlformats.org/officeDocument/2006/math">
                    <m:r>
                      <a:rPr kumimoji="0" lang="en-IN" sz="18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  (</m:t>
                    </m:r>
                    <m:r>
                      <a:rPr kumimoji="0" lang="en-IN" sz="1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− </m:t>
                    </m:r>
                    <m:f>
                      <m:fPr>
                        <m:ctrlPr>
                          <a:rPr kumimoji="0" lang="en-IN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fPr>
                      <m:num>
                        <m:r>
                          <a:rPr kumimoji="0" lang="en-IN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1</m:t>
                        </m:r>
                      </m:num>
                      <m:den>
                        <m:r>
                          <a:rPr kumimoji="0" lang="en-IN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2</m:t>
                        </m:r>
                      </m:den>
                    </m:f>
                    <m:nary>
                      <m:naryPr>
                        <m:chr m:val="∑"/>
                        <m:ctrlPr>
                          <a:rPr kumimoji="0" lang="pt-BR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kumimoji="0" lang="en-IN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𝑖</m:t>
                        </m:r>
                        <m:r>
                          <a:rPr kumimoji="0" lang="pt-BR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=</m:t>
                        </m:r>
                        <m:r>
                          <a:rPr kumimoji="0" lang="en-IN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1</m:t>
                        </m:r>
                      </m:sub>
                      <m:sup>
                        <m:r>
                          <a:rPr kumimoji="0" lang="pt-BR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𝑛</m:t>
                        </m:r>
                      </m:sup>
                      <m:e>
                        <m:sSup>
                          <m:sSupPr>
                            <m:ctrlPr>
                              <a:rPr kumimoji="0" lang="pt-BR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pPr>
                          <m:e>
                            <m:sSup>
                              <m:sSupPr>
                                <m:ctrlPr>
                                  <a:rPr kumimoji="0" lang="pt-BR" sz="18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</m:ctrlPr>
                              </m:sSupPr>
                              <m:e>
                                <m:r>
                                  <a:rPr kumimoji="0" lang="en-IN" sz="18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(</m:t>
                                </m:r>
                                <m:r>
                                  <a:rPr kumimoji="0" lang="en-IN" sz="18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𝑦</m:t>
                                </m:r>
                              </m:e>
                              <m:sup>
                                <m:d>
                                  <m:dPr>
                                    <m:ctrlPr>
                                      <a:rPr kumimoji="0" lang="en-IN" sz="18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dPr>
                                  <m:e>
                                    <m:r>
                                      <a:rPr kumimoji="0" lang="en-IN" sz="18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𝑖</m:t>
                                    </m:r>
                                  </m:e>
                                </m:d>
                              </m:sup>
                            </m:sSup>
                            <m:sSup>
                              <m:sSupPr>
                                <m:ctrlPr>
                                  <a:rPr kumimoji="0" lang="pt-BR" sz="18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</m:ctrlPr>
                              </m:sSupPr>
                              <m:e>
                                <m:r>
                                  <a:rPr kumimoji="0" lang="en-IN" sz="18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−</m:t>
                                </m:r>
                                <m:sSup>
                                  <m:sSupPr>
                                    <m:ctrlPr>
                                      <a:rPr kumimoji="0" lang="pt-BR" sz="18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pPr>
                                  <m:e>
                                    <m:r>
                                      <a:rPr kumimoji="0" lang="en-IN" sz="18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ɵ</m:t>
                                    </m:r>
                                  </m:e>
                                  <m:sup>
                                    <m:r>
                                      <a:rPr kumimoji="0" lang="en-IN" sz="18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𝑇</m:t>
                                    </m:r>
                                  </m:sup>
                                </m:sSup>
                                <m:r>
                                  <a:rPr kumimoji="0" lang="en-IN" sz="18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𝑥</m:t>
                                </m:r>
                              </m:e>
                              <m:sup>
                                <m:d>
                                  <m:dPr>
                                    <m:ctrlPr>
                                      <a:rPr kumimoji="0" lang="en-IN" sz="18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dPr>
                                  <m:e>
                                    <m:r>
                                      <a:rPr kumimoji="0" lang="en-IN" sz="18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𝑖</m:t>
                                    </m:r>
                                  </m:e>
                                </m:d>
                              </m:sup>
                            </m:sSup>
                            <m:r>
                              <a:rPr kumimoji="0" lang="en-IN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)</m:t>
                            </m:r>
                          </m:e>
                          <m:sup>
                            <m:r>
                              <a:rPr kumimoji="0" lang="en-IN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2</m:t>
                            </m:r>
                          </m:sup>
                        </m:sSup>
                      </m:e>
                    </m:nary>
                    <m:r>
                      <a:rPr kumimoji="0" lang="en-IN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  )</m:t>
                    </m:r>
                  </m:oMath>
                </a14:m>
                <a:endParaRPr kumimoji="0" lang="en-I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charset="0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2299" y="4631123"/>
                <a:ext cx="4607415" cy="391133"/>
              </a:xfrm>
              <a:prstGeom prst="rect">
                <a:avLst/>
              </a:prstGeom>
              <a:blipFill>
                <a:blip r:embed="rId8"/>
                <a:stretch>
                  <a:fillRect l="-3175" t="-110938" b="-17343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/>
              <p:cNvSpPr txBox="1"/>
              <p:nvPr/>
            </p:nvSpPr>
            <p:spPr>
              <a:xfrm>
                <a:off x="3162299" y="5095013"/>
                <a:ext cx="4607415" cy="39113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pt-BR" sz="18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charset="0"/>
                    <a:ea typeface="+mn-ea"/>
                    <a:cs typeface="+mn-cs"/>
                  </a:rPr>
                  <a:t>=argmin</a:t>
                </a:r>
                <a14:m>
                  <m:oMath xmlns:m="http://schemas.openxmlformats.org/officeDocument/2006/math">
                    <m:r>
                      <a:rPr kumimoji="0" lang="en-IN" sz="18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  ( </m:t>
                    </m:r>
                    <m:r>
                      <a:rPr kumimoji="0" lang="en-IN" sz="1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 </m:t>
                    </m:r>
                    <m:r>
                      <a:rPr kumimoji="0" lang="en-IN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    </m:t>
                    </m:r>
                    <m:f>
                      <m:fPr>
                        <m:ctrlPr>
                          <a:rPr kumimoji="0" lang="en-IN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fPr>
                      <m:num>
                        <m:r>
                          <a:rPr kumimoji="0" lang="en-IN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1</m:t>
                        </m:r>
                      </m:num>
                      <m:den>
                        <m:r>
                          <a:rPr kumimoji="0" lang="en-IN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2</m:t>
                        </m:r>
                      </m:den>
                    </m:f>
                    <m:nary>
                      <m:naryPr>
                        <m:chr m:val="∑"/>
                        <m:ctrlPr>
                          <a:rPr kumimoji="0" lang="pt-BR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kumimoji="0" lang="en-IN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𝑖</m:t>
                        </m:r>
                        <m:r>
                          <a:rPr kumimoji="0" lang="pt-BR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=</m:t>
                        </m:r>
                        <m:r>
                          <a:rPr kumimoji="0" lang="en-IN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1</m:t>
                        </m:r>
                      </m:sub>
                      <m:sup>
                        <m:r>
                          <a:rPr kumimoji="0" lang="pt-BR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𝑛</m:t>
                        </m:r>
                      </m:sup>
                      <m:e>
                        <m:sSup>
                          <m:sSupPr>
                            <m:ctrlPr>
                              <a:rPr kumimoji="0" lang="pt-BR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pPr>
                          <m:e>
                            <m:sSup>
                              <m:sSupPr>
                                <m:ctrlPr>
                                  <a:rPr kumimoji="0" lang="pt-BR" sz="18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</m:ctrlPr>
                              </m:sSupPr>
                              <m:e>
                                <m:r>
                                  <a:rPr kumimoji="0" lang="en-IN" sz="18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(</m:t>
                                </m:r>
                                <m:r>
                                  <a:rPr kumimoji="0" lang="en-IN" sz="18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𝑦</m:t>
                                </m:r>
                              </m:e>
                              <m:sup>
                                <m:d>
                                  <m:dPr>
                                    <m:ctrlPr>
                                      <a:rPr kumimoji="0" lang="en-IN" sz="18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dPr>
                                  <m:e>
                                    <m:r>
                                      <a:rPr kumimoji="0" lang="en-IN" sz="18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𝑖</m:t>
                                    </m:r>
                                  </m:e>
                                </m:d>
                              </m:sup>
                            </m:sSup>
                            <m:sSup>
                              <m:sSupPr>
                                <m:ctrlPr>
                                  <a:rPr kumimoji="0" lang="pt-BR" sz="18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</m:ctrlPr>
                              </m:sSupPr>
                              <m:e>
                                <m:r>
                                  <a:rPr kumimoji="0" lang="en-IN" sz="18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−</m:t>
                                </m:r>
                                <m:sSup>
                                  <m:sSupPr>
                                    <m:ctrlPr>
                                      <a:rPr kumimoji="0" lang="pt-BR" sz="18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pPr>
                                  <m:e>
                                    <m:r>
                                      <a:rPr kumimoji="0" lang="en-IN" sz="18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ɵ</m:t>
                                    </m:r>
                                  </m:e>
                                  <m:sup>
                                    <m:r>
                                      <a:rPr kumimoji="0" lang="en-IN" sz="18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𝑇</m:t>
                                    </m:r>
                                  </m:sup>
                                </m:sSup>
                                <m:r>
                                  <a:rPr kumimoji="0" lang="en-IN" sz="18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𝑥</m:t>
                                </m:r>
                              </m:e>
                              <m:sup>
                                <m:d>
                                  <m:dPr>
                                    <m:ctrlPr>
                                      <a:rPr kumimoji="0" lang="en-IN" sz="18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dPr>
                                  <m:e>
                                    <m:r>
                                      <a:rPr kumimoji="0" lang="en-IN" sz="18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𝑖</m:t>
                                    </m:r>
                                  </m:e>
                                </m:d>
                              </m:sup>
                            </m:sSup>
                            <m:r>
                              <a:rPr kumimoji="0" lang="en-IN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)</m:t>
                            </m:r>
                          </m:e>
                          <m:sup>
                            <m:r>
                              <a:rPr kumimoji="0" lang="en-IN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2</m:t>
                            </m:r>
                          </m:sup>
                        </m:sSup>
                      </m:e>
                    </m:nary>
                    <m:r>
                      <a:rPr kumimoji="0" lang="en-IN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  )</m:t>
                    </m:r>
                  </m:oMath>
                </a14:m>
                <a:endParaRPr kumimoji="0" lang="en-I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charset="0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27" name="Text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2299" y="5095013"/>
                <a:ext cx="4607415" cy="391133"/>
              </a:xfrm>
              <a:prstGeom prst="rect">
                <a:avLst/>
              </a:prstGeom>
              <a:blipFill>
                <a:blip r:embed="rId9"/>
                <a:stretch>
                  <a:fillRect l="-3175" t="-110938" b="-17343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7"/>
          <p:cNvSpPr/>
          <p:nvPr/>
        </p:nvSpPr>
        <p:spPr>
          <a:xfrm>
            <a:off x="671896" y="5852155"/>
            <a:ext cx="764780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With probabilistic assumptions on the data, least-squares regression corresponds to finding the MLE of θ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780477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304800" y="1493837"/>
            <a:ext cx="4038600" cy="4525963"/>
          </a:xfrm>
        </p:spPr>
        <p:txBody>
          <a:bodyPr>
            <a:normAutofit/>
          </a:bodyPr>
          <a:lstStyle/>
          <a:p>
            <a:pPr marL="571500" indent="-342900">
              <a:lnSpc>
                <a:spcPct val="300000"/>
              </a:lnSpc>
              <a:buSzPct val="100000"/>
              <a:buFont typeface="+mj-lt"/>
              <a:buAutoNum type="arabicPeriod"/>
            </a:pPr>
            <a:r>
              <a:rPr lang="en-IN" sz="1800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Determine formula </a:t>
            </a:r>
            <a:r>
              <a:rPr lang="en-IN" sz="1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 </a:t>
            </a:r>
            <a:r>
              <a:rPr lang="en-IN" sz="1800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𝐿𝐿(𝜃)</a:t>
            </a:r>
          </a:p>
          <a:p>
            <a:pPr marL="571500" indent="-342900">
              <a:lnSpc>
                <a:spcPct val="300000"/>
              </a:lnSpc>
              <a:buSzPct val="100000"/>
              <a:buFont typeface="+mj-lt"/>
              <a:buAutoNum type="arabicPeriod"/>
            </a:pPr>
            <a:r>
              <a:rPr lang="en-IN" sz="1800" dirty="0" smtClean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Differentiate 𝐿𝐿(𝜃) w.r.t</a:t>
            </a:r>
            <a:r>
              <a:rPr lang="en-IN" sz="18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(each) </a:t>
            </a:r>
            <a:r>
              <a:rPr lang="en-IN" sz="1800" dirty="0" smtClean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𝜃</a:t>
            </a:r>
          </a:p>
          <a:p>
            <a:pPr marL="571500" indent="-342900">
              <a:lnSpc>
                <a:spcPct val="300000"/>
              </a:lnSpc>
              <a:buSzPct val="100000"/>
              <a:buFont typeface="+mj-lt"/>
              <a:buAutoNum type="arabicPeriod"/>
            </a:pPr>
            <a:r>
              <a:rPr lang="en-IN" sz="1800" dirty="0" smtClean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Solve</a:t>
            </a:r>
            <a:endParaRPr lang="en-IN" sz="1800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152400" y="152400"/>
            <a:ext cx="6324600" cy="1143000"/>
          </a:xfrm>
        </p:spPr>
        <p:txBody>
          <a:bodyPr>
            <a:normAutofit/>
          </a:bodyPr>
          <a:lstStyle/>
          <a:p>
            <a:pPr marL="271463" indent="-42863"/>
            <a:r>
              <a:rPr lang="en-IN" sz="2400" dirty="0" smtClean="0">
                <a:latin typeface="+mj-lt"/>
              </a:rPr>
              <a:t>MLE – Logistic Regression</a:t>
            </a:r>
            <a:endParaRPr lang="en-IN" sz="2400" dirty="0">
              <a:latin typeface="+mj-lt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2604693" y="5892225"/>
            <a:ext cx="6515494" cy="58477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838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MLE answers the question: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For which parameter value does the observed data have the 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largest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probability?</a:t>
            </a: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graphicFrame>
        <p:nvGraphicFramePr>
          <p:cNvPr id="18" name="Table 17"/>
          <p:cNvGraphicFramePr>
            <a:graphicFrameLocks noGrp="1"/>
          </p:cNvGraphicFramePr>
          <p:nvPr>
            <p:extLst/>
          </p:nvPr>
        </p:nvGraphicFramePr>
        <p:xfrm>
          <a:off x="152400" y="4183390"/>
          <a:ext cx="2245750" cy="234703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11631146"/>
                    </a:ext>
                  </a:extLst>
                </a:gridCol>
                <a:gridCol w="11027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860783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Mileage</a:t>
                      </a:r>
                    </a:p>
                    <a:p>
                      <a:pPr algn="ctr"/>
                      <a:r>
                        <a:rPr lang="en-US" sz="1600" b="1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(in </a:t>
                      </a:r>
                      <a:r>
                        <a:rPr lang="en-IN" sz="1600" b="1" i="0" kern="1200" dirty="0" err="1" smtClean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kmpl</a:t>
                      </a:r>
                      <a:r>
                        <a:rPr lang="en-IN" sz="1600" b="0" i="0" kern="1200" dirty="0" smtClean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)</a:t>
                      </a:r>
                      <a:endParaRPr lang="en-US" sz="16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i="1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Car Price</a:t>
                      </a:r>
                    </a:p>
                    <a:p>
                      <a:pPr algn="ctr"/>
                      <a:r>
                        <a:rPr lang="en-US" sz="1600" b="1" i="1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(in </a:t>
                      </a:r>
                      <a:r>
                        <a:rPr lang="en-US" sz="1600" b="1" i="1" dirty="0" err="1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cr</a:t>
                      </a:r>
                      <a:r>
                        <a:rPr lang="en-US" sz="1600" b="1" i="1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  <a:endParaRPr lang="en-US" sz="1600" b="1" i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564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9.8</a:t>
                      </a:r>
                      <a:endParaRPr 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High</a:t>
                      </a:r>
                      <a:endParaRPr 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1564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9.12</a:t>
                      </a:r>
                      <a:endParaRPr 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Low</a:t>
                      </a:r>
                      <a:endParaRPr 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1564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9.5</a:t>
                      </a:r>
                      <a:endParaRPr 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High</a:t>
                      </a:r>
                      <a:endParaRPr 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1564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  <a:endParaRPr 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Low</a:t>
                      </a:r>
                      <a:endParaRPr 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2398150" y="4173865"/>
            <a:ext cx="2416239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Bernoulli MLE Estimation</a:t>
            </a: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398150" y="4521944"/>
            <a:ext cx="529805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X</a:t>
            </a:r>
            <a:r>
              <a:rPr kumimoji="0" lang="en-US" sz="16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1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,X</a:t>
            </a:r>
            <a:r>
              <a:rPr kumimoji="0" lang="en-US" sz="16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2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,….,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X</a:t>
            </a:r>
            <a:r>
              <a:rPr kumimoji="0" lang="en-US" sz="1600" b="0" i="0" u="none" strike="noStrike" kern="1200" cap="none" spc="0" normalizeH="0" baseline="-2500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n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 where X</a:t>
            </a:r>
            <a:r>
              <a:rPr kumimoji="0" lang="en-US" sz="16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i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  ~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Ber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(p). PMF of a Bernoulli</a:t>
            </a: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6600" y="4495800"/>
            <a:ext cx="1371600" cy="443568"/>
          </a:xfrm>
          <a:prstGeom prst="rect">
            <a:avLst/>
          </a:prstGeom>
          <a:ln>
            <a:noFill/>
          </a:ln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0" y="907211"/>
            <a:ext cx="2304405" cy="586626"/>
          </a:xfrm>
          <a:prstGeom prst="rect">
            <a:avLst/>
          </a:prstGeom>
          <a:ln>
            <a:solidFill>
              <a:srgbClr val="0070C0"/>
            </a:solidFill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3200400" y="1761059"/>
                <a:ext cx="6172200" cy="76450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6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𝐿𝐿</m:t>
                      </m:r>
                      <m:d>
                        <m:dPr>
                          <m:ctrlPr>
                            <a:rPr kumimoji="0" lang="en-US" sz="16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sz="16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𝜃</m:t>
                          </m:r>
                        </m:e>
                      </m:d>
                      <m:r>
                        <a:rPr kumimoji="0" lang="en-US" sz="16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func>
                        <m:funcPr>
                          <m:ctrlPr>
                            <a:rPr kumimoji="0" lang="en-US" sz="16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0" lang="en-US" sz="16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log</m:t>
                          </m:r>
                        </m:fName>
                        <m:e>
                          <m:nary>
                            <m:naryPr>
                              <m:chr m:val="∏"/>
                              <m:ctrlPr>
                                <a:rPr kumimoji="0" lang="en-US" sz="16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kumimoji="0" lang="en-US" sz="16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𝑖</m:t>
                              </m:r>
                              <m:r>
                                <a:rPr kumimoji="0" lang="en-US" sz="16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=1</m:t>
                              </m:r>
                            </m:sub>
                            <m:sup>
                              <m:r>
                                <a:rPr kumimoji="0" lang="en-IN" sz="16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𝑛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kumimoji="0" lang="en-US" sz="16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kumimoji="0" lang="en-US" sz="16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kumimoji="0" lang="en-US" sz="16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𝜃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kumimoji="0" lang="en-US" sz="16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kumimoji="0" lang="en-US" sz="16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kumimoji="0" lang="en-US" sz="16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𝑦</m:t>
                                      </m:r>
                                    </m:e>
                                    <m:sup>
                                      <m:r>
                                        <a:rPr kumimoji="0" lang="en-US" sz="16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(</m:t>
                                      </m:r>
                                      <m:r>
                                        <a:rPr kumimoji="0" lang="en-US" sz="16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𝑖</m:t>
                                      </m:r>
                                      <m:r>
                                        <a:rPr kumimoji="0" lang="en-US" sz="16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)</m:t>
                                      </m:r>
                                    </m:sup>
                                  </m:sSup>
                                  <m:r>
                                    <a:rPr kumimoji="0" lang="en-US" sz="16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|</m:t>
                                  </m:r>
                                  <m:sSup>
                                    <m:sSupPr>
                                      <m:ctrlPr>
                                        <a:rPr kumimoji="0" lang="en-US" sz="16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kumimoji="0" lang="en-US" sz="16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d>
                                        <m:dPr>
                                          <m:ctrlPr>
                                            <a:rPr kumimoji="0" lang="en-US" sz="1600" b="0" i="1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ea typeface="+mn-ea"/>
                                              <a:cs typeface="+mn-cs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kumimoji="0" lang="en-US" sz="1600" b="0" i="1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ea typeface="+mn-ea"/>
                                              <a:cs typeface="+mn-cs"/>
                                            </a:rPr>
                                            <m:t>𝑖</m:t>
                                          </m:r>
                                        </m:e>
                                      </m:d>
                                    </m:sup>
                                  </m:sSup>
                                </m:e>
                              </m:d>
                            </m:e>
                          </m:nary>
                        </m:e>
                      </m:func>
                      <m:r>
                        <a:rPr kumimoji="0" lang="en-US" sz="16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 </m:t>
                      </m:r>
                      <m:nary>
                        <m:naryPr>
                          <m:chr m:val="∑"/>
                          <m:ctrlPr>
                            <a:rPr kumimoji="0" lang="en-US" sz="16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kumimoji="0" lang="en-US" sz="16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𝑖</m:t>
                          </m:r>
                          <m:r>
                            <a:rPr kumimoji="0" lang="en-US" sz="16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=1</m:t>
                          </m:r>
                        </m:sub>
                        <m:sup>
                          <m:r>
                            <a:rPr kumimoji="0" lang="en-IN" sz="16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𝑛</m:t>
                          </m:r>
                        </m:sup>
                        <m:e>
                          <m:func>
                            <m:funcPr>
                              <m:ctrlPr>
                                <a:rPr kumimoji="0" lang="en-US" sz="1600" b="0" i="1" u="none" strike="noStrike" kern="120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kumimoji="0" lang="en-US" sz="1600" b="0" i="0" u="none" strike="noStrike" kern="120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log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kumimoji="0" lang="en-US" sz="16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kumimoji="0" lang="en-US" sz="16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kumimoji="0" lang="en-US" sz="16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𝜃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kumimoji="0" lang="en-US" sz="16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kumimoji="0" lang="en-US" sz="16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kumimoji="0" lang="en-US" sz="16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𝑦</m:t>
                                      </m:r>
                                    </m:e>
                                    <m:sup>
                                      <m:r>
                                        <a:rPr kumimoji="0" lang="en-US" sz="16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(</m:t>
                                      </m:r>
                                      <m:r>
                                        <a:rPr kumimoji="0" lang="en-US" sz="16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𝑖</m:t>
                                      </m:r>
                                      <m:r>
                                        <a:rPr kumimoji="0" lang="en-US" sz="16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)</m:t>
                                      </m:r>
                                    </m:sup>
                                  </m:sSup>
                                  <m:r>
                                    <a:rPr kumimoji="0" lang="en-US" sz="16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|</m:t>
                                  </m:r>
                                  <m:sSup>
                                    <m:sSupPr>
                                      <m:ctrlPr>
                                        <a:rPr kumimoji="0" lang="en-US" sz="16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kumimoji="0" lang="en-US" sz="16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d>
                                        <m:dPr>
                                          <m:ctrlPr>
                                            <a:rPr kumimoji="0" lang="en-US" sz="1600" b="0" i="1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ea typeface="+mn-ea"/>
                                              <a:cs typeface="+mn-cs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kumimoji="0" lang="en-US" sz="1600" b="0" i="1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ea typeface="+mn-ea"/>
                                              <a:cs typeface="+mn-cs"/>
                                            </a:rPr>
                                            <m:t>𝑖</m:t>
                                          </m:r>
                                        </m:e>
                                      </m:d>
                                    </m:sup>
                                  </m:sSup>
                                </m:e>
                              </m:d>
                            </m:e>
                          </m:func>
                        </m:e>
                      </m:nary>
                    </m:oMath>
                  </m:oMathPara>
                </a14:m>
                <a:endParaRPr kumimoji="0" lang="en-IN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charset="0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0400" y="1761059"/>
                <a:ext cx="6172200" cy="76450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4629150" y="4788099"/>
                <a:ext cx="4457700" cy="113761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57200" marR="0" lvl="1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16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16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+mn-cs"/>
                            </a:rPr>
                            <m:t>𝑃</m:t>
                          </m:r>
                        </m:e>
                        <m:sub>
                          <m:r>
                            <a:rPr kumimoji="0" lang="en-US" sz="16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+mn-cs"/>
                            </a:rPr>
                            <m:t>𝜃</m:t>
                          </m:r>
                        </m:sub>
                      </m:sSub>
                      <m:d>
                        <m:dPr>
                          <m:ctrlPr>
                            <a:rPr kumimoji="0" lang="en-US" sz="16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sz="16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+mn-cs"/>
                            </a:rPr>
                            <m:t>𝑌</m:t>
                          </m:r>
                          <m:r>
                            <a:rPr kumimoji="0" lang="en-US" sz="16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+mn-cs"/>
                            </a:rPr>
                            <m:t>=1</m:t>
                          </m:r>
                        </m:e>
                        <m:e>
                          <m:r>
                            <a:rPr kumimoji="0" lang="en-US" sz="16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+mn-cs"/>
                            </a:rPr>
                            <m:t>𝑋</m:t>
                          </m:r>
                          <m:r>
                            <a:rPr kumimoji="0" lang="en-US" sz="16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+mn-cs"/>
                            </a:rPr>
                            <m:t>=</m:t>
                          </m:r>
                          <m:r>
                            <a:rPr kumimoji="0" lang="en-US" sz="16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+mn-cs"/>
                            </a:rPr>
                            <m:t>𝑥</m:t>
                          </m:r>
                        </m:e>
                      </m:d>
                      <m:r>
                        <a:rPr kumimoji="0" lang="en-US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m:t>=</m:t>
                      </m:r>
                      <m:sSub>
                        <m:sSubPr>
                          <m:ctrlPr>
                            <a:rPr kumimoji="0" lang="en-US" sz="16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16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+mn-cs"/>
                            </a:rPr>
                            <m:t>h</m:t>
                          </m:r>
                        </m:e>
                        <m:sub>
                          <m:r>
                            <a:rPr kumimoji="0" lang="en-US" sz="16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+mn-cs"/>
                            </a:rPr>
                            <m:t>𝜃</m:t>
                          </m:r>
                        </m:sub>
                      </m:sSub>
                      <m:d>
                        <m:dPr>
                          <m:ctrlPr>
                            <a:rPr kumimoji="0" lang="en-US" sz="16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sz="16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+mn-cs"/>
                            </a:rPr>
                            <m:t>𝑥</m:t>
                          </m:r>
                        </m:e>
                      </m:d>
                      <m:r>
                        <a:rPr kumimoji="0" lang="en-US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m:t>=</m:t>
                      </m:r>
                      <m:f>
                        <m:fPr>
                          <m:ctrlPr>
                            <a:rPr kumimoji="0" lang="en-US" sz="16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+mn-cs"/>
                            </a:rPr>
                          </m:ctrlPr>
                        </m:fPr>
                        <m:num>
                          <m:r>
                            <a:rPr kumimoji="0" lang="en-US" sz="16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+mn-cs"/>
                            </a:rPr>
                            <m:t>1</m:t>
                          </m:r>
                        </m:num>
                        <m:den>
                          <m:r>
                            <a:rPr kumimoji="0" lang="en-US" sz="16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+mn-cs"/>
                            </a:rPr>
                            <m:t>1+</m:t>
                          </m:r>
                          <m:sSup>
                            <m:sSupPr>
                              <m:ctrlPr>
                                <a:rPr kumimoji="0" lang="en-US" sz="16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  <a:cs typeface="+mn-cs"/>
                                </a:rPr>
                              </m:ctrlPr>
                            </m:sSupPr>
                            <m:e>
                              <m:r>
                                <a:rPr kumimoji="0" lang="en-US" sz="160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  <a:cs typeface="+mn-cs"/>
                                </a:rPr>
                                <m:t>𝑒</m:t>
                              </m:r>
                            </m:e>
                            <m:sup>
                              <m:sSup>
                                <m:sSupPr>
                                  <m:ctrlPr>
                                    <a:rPr kumimoji="0" lang="en-US" sz="16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Cambria" panose="02040503050406030204" pitchFamily="18" charset="0"/>
                                      <a:cs typeface="+mn-cs"/>
                                    </a:rPr>
                                  </m:ctrlPr>
                                </m:sSupPr>
                                <m:e>
                                  <m:r>
                                    <a:rPr kumimoji="0" lang="en-US" sz="1600" b="0" i="0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Cambria" panose="02040503050406030204" pitchFamily="18" charset="0"/>
                                      <a:cs typeface="+mn-cs"/>
                                    </a:rPr>
                                    <m:t>−</m:t>
                                  </m:r>
                                  <m:r>
                                    <a:rPr kumimoji="0" lang="en-US" sz="1600" b="0" i="0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Cambria" panose="02040503050406030204" pitchFamily="18" charset="0"/>
                                      <a:cs typeface="+mn-cs"/>
                                    </a:rPr>
                                    <m:t>𝜃</m:t>
                                  </m:r>
                                </m:e>
                                <m:sup>
                                  <m:r>
                                    <a:rPr kumimoji="0" lang="en-US" sz="1600" b="0" i="0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Cambria" panose="02040503050406030204" pitchFamily="18" charset="0"/>
                                      <a:cs typeface="+mn-cs"/>
                                    </a:rPr>
                                    <m:t>⊤</m:t>
                                  </m:r>
                                </m:sup>
                              </m:sSup>
                              <m:r>
                                <a:rPr kumimoji="0" lang="en-US" sz="160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  <a:cs typeface="+mn-cs"/>
                                </a:rPr>
                                <m:t>𝑥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  <a:ea typeface="Cambria" panose="02040503050406030204" pitchFamily="18" charset="0"/>
                  <a:cs typeface="+mn-cs"/>
                </a:endParaRPr>
              </a:p>
              <a:p>
                <a:pPr marL="457200" marR="0" lvl="1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16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16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+mn-cs"/>
                            </a:rPr>
                            <m:t>𝑃</m:t>
                          </m:r>
                        </m:e>
                        <m:sub>
                          <m:r>
                            <a:rPr kumimoji="0" lang="en-US" sz="16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+mn-cs"/>
                            </a:rPr>
                            <m:t>𝜃</m:t>
                          </m:r>
                        </m:sub>
                      </m:sSub>
                      <m:d>
                        <m:dPr>
                          <m:ctrlPr>
                            <a:rPr kumimoji="0" lang="en-US" sz="16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sz="16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+mn-cs"/>
                            </a:rPr>
                            <m:t>𝑌</m:t>
                          </m:r>
                          <m:r>
                            <a:rPr kumimoji="0" lang="en-US" sz="16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+mn-cs"/>
                            </a:rPr>
                            <m:t>=0</m:t>
                          </m:r>
                        </m:e>
                        <m:e>
                          <m:r>
                            <a:rPr kumimoji="0" lang="en-US" sz="16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+mn-cs"/>
                            </a:rPr>
                            <m:t>𝑋</m:t>
                          </m:r>
                          <m:r>
                            <a:rPr kumimoji="0" lang="en-US" sz="16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+mn-cs"/>
                            </a:rPr>
                            <m:t>=</m:t>
                          </m:r>
                          <m:r>
                            <a:rPr kumimoji="0" lang="en-US" sz="16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+mn-cs"/>
                            </a:rPr>
                            <m:t>𝑥</m:t>
                          </m:r>
                        </m:e>
                      </m:d>
                      <m:r>
                        <a:rPr kumimoji="0" lang="en-US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m:t>=1−</m:t>
                      </m:r>
                      <m:sSub>
                        <m:sSubPr>
                          <m:ctrlPr>
                            <a:rPr kumimoji="0" lang="en-US" sz="16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16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+mn-cs"/>
                            </a:rPr>
                            <m:t>h</m:t>
                          </m:r>
                        </m:e>
                        <m:sub>
                          <m:r>
                            <a:rPr kumimoji="0" lang="en-US" sz="16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+mn-cs"/>
                            </a:rPr>
                            <m:t>𝜃</m:t>
                          </m:r>
                        </m:sub>
                      </m:sSub>
                      <m:d>
                        <m:dPr>
                          <m:ctrlPr>
                            <a:rPr kumimoji="0" lang="en-US" sz="16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sz="16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+mn-cs"/>
                            </a:rPr>
                            <m:t>𝑥</m:t>
                          </m:r>
                        </m:e>
                      </m:d>
                      <m:r>
                        <a:rPr kumimoji="0" lang="en-US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m:t>=</m:t>
                      </m:r>
                      <m:f>
                        <m:fPr>
                          <m:ctrlPr>
                            <a:rPr kumimoji="0" lang="en-US" sz="16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+mn-cs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kumimoji="0" lang="en-US" sz="16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  <a:cs typeface="+mn-cs"/>
                                </a:rPr>
                              </m:ctrlPr>
                            </m:sSupPr>
                            <m:e>
                              <m:r>
                                <a:rPr kumimoji="0" lang="en-US" sz="160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  <a:cs typeface="+mn-cs"/>
                                </a:rPr>
                                <m:t>𝑒</m:t>
                              </m:r>
                            </m:e>
                            <m:sup>
                              <m:sSup>
                                <m:sSupPr>
                                  <m:ctrlPr>
                                    <a:rPr kumimoji="0" lang="en-US" sz="16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Cambria" panose="02040503050406030204" pitchFamily="18" charset="0"/>
                                      <a:cs typeface="+mn-cs"/>
                                    </a:rPr>
                                  </m:ctrlPr>
                                </m:sSupPr>
                                <m:e>
                                  <m:r>
                                    <a:rPr kumimoji="0" lang="en-US" sz="1600" b="0" i="0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Cambria" panose="02040503050406030204" pitchFamily="18" charset="0"/>
                                      <a:cs typeface="+mn-cs"/>
                                    </a:rPr>
                                    <m:t>−</m:t>
                                  </m:r>
                                  <m:r>
                                    <a:rPr kumimoji="0" lang="en-US" sz="1600" b="0" i="0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Cambria" panose="02040503050406030204" pitchFamily="18" charset="0"/>
                                      <a:cs typeface="+mn-cs"/>
                                    </a:rPr>
                                    <m:t>𝜃</m:t>
                                  </m:r>
                                </m:e>
                                <m:sup>
                                  <m:r>
                                    <a:rPr kumimoji="0" lang="en-US" sz="1600" b="0" i="0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Cambria" panose="02040503050406030204" pitchFamily="18" charset="0"/>
                                      <a:cs typeface="+mn-cs"/>
                                    </a:rPr>
                                    <m:t>⊤</m:t>
                                  </m:r>
                                </m:sup>
                              </m:sSup>
                              <m:r>
                                <a:rPr kumimoji="0" lang="en-US" sz="160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  <a:cs typeface="+mn-cs"/>
                                </a:rPr>
                                <m:t>𝑥</m:t>
                              </m:r>
                            </m:sup>
                          </m:sSup>
                        </m:num>
                        <m:den>
                          <m:r>
                            <a:rPr kumimoji="0" lang="en-US" sz="16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+mn-cs"/>
                            </a:rPr>
                            <m:t>1+</m:t>
                          </m:r>
                          <m:sSup>
                            <m:sSupPr>
                              <m:ctrlPr>
                                <a:rPr kumimoji="0" lang="en-US" sz="16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  <a:cs typeface="+mn-cs"/>
                                </a:rPr>
                              </m:ctrlPr>
                            </m:sSupPr>
                            <m:e>
                              <m:r>
                                <a:rPr kumimoji="0" lang="en-US" sz="160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  <a:cs typeface="+mn-cs"/>
                                </a:rPr>
                                <m:t>𝑒</m:t>
                              </m:r>
                            </m:e>
                            <m:sup>
                              <m:sSup>
                                <m:sSupPr>
                                  <m:ctrlPr>
                                    <a:rPr kumimoji="0" lang="en-US" sz="16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Cambria" panose="02040503050406030204" pitchFamily="18" charset="0"/>
                                      <a:cs typeface="+mn-cs"/>
                                    </a:rPr>
                                  </m:ctrlPr>
                                </m:sSupPr>
                                <m:e>
                                  <m:r>
                                    <a:rPr kumimoji="0" lang="en-US" sz="1600" b="0" i="0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Cambria" panose="02040503050406030204" pitchFamily="18" charset="0"/>
                                      <a:cs typeface="+mn-cs"/>
                                    </a:rPr>
                                    <m:t>−</m:t>
                                  </m:r>
                                  <m:r>
                                    <a:rPr kumimoji="0" lang="en-US" sz="1600" b="0" i="0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Cambria" panose="02040503050406030204" pitchFamily="18" charset="0"/>
                                      <a:cs typeface="+mn-cs"/>
                                    </a:rPr>
                                    <m:t>𝜃</m:t>
                                  </m:r>
                                </m:e>
                                <m:sup>
                                  <m:r>
                                    <a:rPr kumimoji="0" lang="en-US" sz="1600" b="0" i="0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Cambria" panose="02040503050406030204" pitchFamily="18" charset="0"/>
                                      <a:cs typeface="+mn-cs"/>
                                    </a:rPr>
                                    <m:t>⊤</m:t>
                                  </m:r>
                                </m:sup>
                              </m:sSup>
                              <m:r>
                                <a:rPr kumimoji="0" lang="en-US" sz="160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  <a:cs typeface="+mn-cs"/>
                                </a:rPr>
                                <m:t>𝑥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kumimoji="0" lang="en-IN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charset="0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29150" y="4788099"/>
                <a:ext cx="4457700" cy="113761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3" name="Picture 2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81391" y="2676704"/>
            <a:ext cx="3700026" cy="564700"/>
          </a:xfrm>
          <a:prstGeom prst="rect">
            <a:avLst/>
          </a:prstGeom>
        </p:spPr>
      </p:pic>
      <p:cxnSp>
        <p:nvCxnSpPr>
          <p:cNvPr id="28" name="Curved Connector 27"/>
          <p:cNvCxnSpPr/>
          <p:nvPr/>
        </p:nvCxnSpPr>
        <p:spPr>
          <a:xfrm rot="5400000">
            <a:off x="7264830" y="2251594"/>
            <a:ext cx="472538" cy="390201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550616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304800" y="1493837"/>
            <a:ext cx="4038600" cy="4525963"/>
          </a:xfrm>
        </p:spPr>
        <p:txBody>
          <a:bodyPr>
            <a:normAutofit/>
          </a:bodyPr>
          <a:lstStyle/>
          <a:p>
            <a:pPr marL="571500" indent="-342900">
              <a:lnSpc>
                <a:spcPct val="300000"/>
              </a:lnSpc>
              <a:buSzPct val="100000"/>
              <a:buFont typeface="+mj-lt"/>
              <a:buAutoNum type="arabicPeriod"/>
            </a:pPr>
            <a:r>
              <a:rPr lang="en-IN" sz="1800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Determine formula </a:t>
            </a:r>
            <a:r>
              <a:rPr lang="en-IN" sz="1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 </a:t>
            </a:r>
            <a:r>
              <a:rPr lang="en-IN" sz="1800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𝐿𝐿(𝜃)</a:t>
            </a:r>
          </a:p>
          <a:p>
            <a:pPr marL="571500" indent="-342900">
              <a:lnSpc>
                <a:spcPct val="300000"/>
              </a:lnSpc>
              <a:buSzPct val="100000"/>
              <a:buFont typeface="+mj-lt"/>
              <a:buAutoNum type="arabicPeriod"/>
            </a:pPr>
            <a:endParaRPr lang="en-IN" sz="1800" dirty="0" smtClean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71500" indent="-342900">
              <a:lnSpc>
                <a:spcPct val="300000"/>
              </a:lnSpc>
              <a:buSzPct val="100000"/>
              <a:buFont typeface="+mj-lt"/>
              <a:buAutoNum type="arabicPeriod"/>
            </a:pPr>
            <a:r>
              <a:rPr lang="en-IN" sz="1800" dirty="0" smtClean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Differentiate 𝐿𝐿(𝜃) w.r.t</a:t>
            </a:r>
            <a:r>
              <a:rPr lang="en-IN" sz="18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(each) </a:t>
            </a:r>
            <a:r>
              <a:rPr lang="en-IN" sz="1800" dirty="0" smtClean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𝜃</a:t>
            </a:r>
          </a:p>
          <a:p>
            <a:pPr marL="571500" indent="-342900">
              <a:lnSpc>
                <a:spcPct val="300000"/>
              </a:lnSpc>
              <a:buSzPct val="100000"/>
              <a:buFont typeface="+mj-lt"/>
              <a:buAutoNum type="arabicPeriod"/>
            </a:pPr>
            <a:r>
              <a:rPr lang="en-IN" sz="1800" dirty="0" smtClean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Solve</a:t>
            </a:r>
            <a:endParaRPr lang="en-IN" sz="1800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152400" y="152400"/>
            <a:ext cx="6324600" cy="1143000"/>
          </a:xfrm>
        </p:spPr>
        <p:txBody>
          <a:bodyPr>
            <a:normAutofit/>
          </a:bodyPr>
          <a:lstStyle/>
          <a:p>
            <a:pPr marL="271463" indent="-42863"/>
            <a:r>
              <a:rPr lang="en-IN" sz="2400" dirty="0" smtClean="0">
                <a:latin typeface="+mj-lt"/>
              </a:rPr>
              <a:t>MLE – Logistic Regression</a:t>
            </a:r>
            <a:endParaRPr lang="en-IN" sz="2400" dirty="0">
              <a:latin typeface="+mj-lt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2604693" y="5892225"/>
            <a:ext cx="6515494" cy="58477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838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MLE answers the question: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For which parameter value does the observed data have the 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largest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probability?</a:t>
            </a: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0" y="907211"/>
            <a:ext cx="2304405" cy="586626"/>
          </a:xfrm>
          <a:prstGeom prst="rect">
            <a:avLst/>
          </a:prstGeom>
          <a:ln>
            <a:solidFill>
              <a:srgbClr val="0070C0"/>
            </a:solidFill>
          </a:ln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19856" y="2861839"/>
            <a:ext cx="5675868" cy="743776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59129" y="1721298"/>
            <a:ext cx="4157832" cy="1054699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53158" y="3476110"/>
            <a:ext cx="4842566" cy="2447602"/>
          </a:xfrm>
          <a:prstGeom prst="rect">
            <a:avLst/>
          </a:prstGeom>
        </p:spPr>
      </p:pic>
      <p:pic>
        <p:nvPicPr>
          <p:cNvPr id="31" name="Picture 3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8602" y="5186917"/>
            <a:ext cx="1616091" cy="248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99905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304800" y="1493837"/>
            <a:ext cx="4038600" cy="4525963"/>
          </a:xfrm>
        </p:spPr>
        <p:txBody>
          <a:bodyPr>
            <a:normAutofit/>
          </a:bodyPr>
          <a:lstStyle/>
          <a:p>
            <a:pPr marL="571500" indent="-342900">
              <a:lnSpc>
                <a:spcPct val="300000"/>
              </a:lnSpc>
              <a:buSzPct val="100000"/>
              <a:buFont typeface="+mj-lt"/>
              <a:buAutoNum type="arabicPeriod"/>
            </a:pPr>
            <a:r>
              <a:rPr lang="en-IN" sz="1800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Determine formula </a:t>
            </a:r>
            <a:r>
              <a:rPr lang="en-IN" sz="1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 </a:t>
            </a:r>
            <a:r>
              <a:rPr lang="en-IN" sz="1800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𝐿𝐿(𝜃)</a:t>
            </a:r>
          </a:p>
          <a:p>
            <a:pPr marL="571500" indent="-342900">
              <a:lnSpc>
                <a:spcPct val="300000"/>
              </a:lnSpc>
              <a:buSzPct val="100000"/>
              <a:buFont typeface="+mj-lt"/>
              <a:buAutoNum type="arabicPeriod"/>
            </a:pPr>
            <a:endParaRPr lang="en-IN" sz="1800" dirty="0" smtClean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71500" indent="-342900">
              <a:lnSpc>
                <a:spcPct val="300000"/>
              </a:lnSpc>
              <a:buSzPct val="100000"/>
              <a:buFont typeface="+mj-lt"/>
              <a:buAutoNum type="arabicPeriod"/>
            </a:pPr>
            <a:r>
              <a:rPr lang="en-IN" sz="1800" dirty="0" smtClean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Differentiate 𝐿𝐿(𝜃) w.r.t</a:t>
            </a:r>
            <a:r>
              <a:rPr lang="en-IN" sz="18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(each) </a:t>
            </a:r>
            <a:r>
              <a:rPr lang="en-IN" sz="1800" dirty="0" smtClean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𝜃</a:t>
            </a:r>
          </a:p>
          <a:p>
            <a:pPr marL="571500" indent="-342900">
              <a:lnSpc>
                <a:spcPct val="300000"/>
              </a:lnSpc>
              <a:buSzPct val="100000"/>
              <a:buFont typeface="+mj-lt"/>
              <a:buAutoNum type="arabicPeriod"/>
            </a:pPr>
            <a:r>
              <a:rPr lang="en-IN" sz="1800" dirty="0" smtClean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Solve</a:t>
            </a:r>
            <a:endParaRPr lang="en-IN" sz="1800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152400" y="152400"/>
            <a:ext cx="6324600" cy="1143000"/>
          </a:xfrm>
        </p:spPr>
        <p:txBody>
          <a:bodyPr>
            <a:normAutofit/>
          </a:bodyPr>
          <a:lstStyle/>
          <a:p>
            <a:pPr marL="271463" indent="-42863"/>
            <a:r>
              <a:rPr lang="en-IN" sz="2400" dirty="0" smtClean="0">
                <a:latin typeface="+mj-lt"/>
              </a:rPr>
              <a:t>MLE – Logistic Regression</a:t>
            </a:r>
            <a:endParaRPr lang="en-IN" sz="2400" dirty="0">
              <a:latin typeface="+mj-lt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2604693" y="5892225"/>
            <a:ext cx="6515494" cy="58477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838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MLE answers the question: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For which parameter value does the observed data have the biggest probability?</a:t>
            </a: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0" y="907211"/>
            <a:ext cx="2304405" cy="586626"/>
          </a:xfrm>
          <a:prstGeom prst="rect">
            <a:avLst/>
          </a:prstGeom>
          <a:ln>
            <a:solidFill>
              <a:srgbClr val="0070C0"/>
            </a:solidFill>
          </a:ln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04852" y="3687626"/>
            <a:ext cx="3644845" cy="654810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19856" y="2861839"/>
            <a:ext cx="5675868" cy="743776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59129" y="1721298"/>
            <a:ext cx="4157832" cy="1054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31662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0" y="1416564"/>
            <a:ext cx="8963696" cy="4525963"/>
          </a:xfrm>
        </p:spPr>
        <p:txBody>
          <a:bodyPr>
            <a:normAutofit/>
          </a:bodyPr>
          <a:lstStyle/>
          <a:p>
            <a:pPr marL="571500" indent="-3429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Consider a sample of 𝑛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i.i.d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random variables 𝑋</a:t>
            </a:r>
            <a:r>
              <a:rPr lang="en-US" sz="1800" baseline="-25000" dirty="0" smtClean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, 𝑋</a:t>
            </a:r>
            <a:r>
              <a:rPr lang="en-US" sz="1800" baseline="-25000" dirty="0" smtClean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,…, 𝑋</a:t>
            </a:r>
            <a:r>
              <a:rPr lang="en-US" sz="1800" baseline="-25000" dirty="0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drawn from 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a </a:t>
            </a:r>
            <a:r>
              <a:rPr lang="en-IN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distribution 𝑓(𝑋</a:t>
            </a:r>
            <a:r>
              <a:rPr lang="en-IN" sz="1800" baseline="-25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IN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|𝜃)</a:t>
            </a:r>
            <a:endParaRPr lang="en-IN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71500" indent="-342900"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en-US" sz="18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71500" indent="-3429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𝜃</a:t>
            </a:r>
            <a:r>
              <a:rPr lang="en-US" sz="1800" baseline="-25000" dirty="0" smtClean="0">
                <a:latin typeface="Arial" panose="020B0604020202020204" pitchFamily="34" charset="0"/>
                <a:cs typeface="Arial" panose="020B0604020202020204" pitchFamily="34" charset="0"/>
              </a:rPr>
              <a:t>MLE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maximizes the likelihood of 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data</a:t>
            </a:r>
            <a:r>
              <a:rPr lang="en-IN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  <a:t>𝐿 </a:t>
            </a:r>
            <a:r>
              <a:rPr lang="en-IN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(𝜃) and </a:t>
            </a:r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  <a:t>𝐿𝐿 </a:t>
            </a:r>
            <a:r>
              <a:rPr lang="en-IN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(𝜃) </a:t>
            </a:r>
            <a:endParaRPr lang="en-IN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/>
        <p:txBody>
          <a:bodyPr>
            <a:normAutofit/>
          </a:bodyPr>
          <a:lstStyle/>
          <a:p>
            <a:r>
              <a:rPr lang="en-US" sz="2400" dirty="0" smtClean="0">
                <a:latin typeface="+mj-lt"/>
              </a:rPr>
              <a:t>MLE-Summary</a:t>
            </a:r>
            <a:endParaRPr lang="en-IN" sz="2400" dirty="0">
              <a:latin typeface="+mj-lt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8848" y="2611095"/>
            <a:ext cx="2149135" cy="822939"/>
          </a:xfrm>
          <a:prstGeom prst="rect">
            <a:avLst/>
          </a:prstGeom>
          <a:ln>
            <a:solidFill>
              <a:schemeClr val="bg1"/>
            </a:solidFill>
          </a:ln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637" y="3536549"/>
            <a:ext cx="5414963" cy="757515"/>
          </a:xfrm>
          <a:prstGeom prst="rect">
            <a:avLst/>
          </a:prstGeom>
          <a:ln>
            <a:noFill/>
          </a:ln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2611956"/>
            <a:ext cx="1964075" cy="839981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4415228"/>
            <a:ext cx="2667000" cy="54522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</p:pic>
    </p:spTree>
    <p:extLst>
      <p:ext uri="{BB962C8B-B14F-4D97-AF65-F5344CB8AC3E}">
        <p14:creationId xmlns:p14="http://schemas.microsoft.com/office/powerpoint/2010/main" val="27607564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Google Shape;695;p88"/>
          <p:cNvSpPr txBox="1">
            <a:spLocks noGrp="1"/>
          </p:cNvSpPr>
          <p:nvPr>
            <p:ph type="title" idx="4294967295"/>
          </p:nvPr>
        </p:nvSpPr>
        <p:spPr>
          <a:xfrm>
            <a:off x="152400" y="2895600"/>
            <a:ext cx="9144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3200" b="1" dirty="0" smtClean="0">
                <a:solidFill>
                  <a:srgbClr val="C00000"/>
                </a:solidFill>
                <a:ea typeface="Cambria" panose="02040503050406030204" pitchFamily="18" charset="0"/>
              </a:rPr>
              <a:t>Additional Problems in MLE</a:t>
            </a:r>
            <a:endParaRPr sz="3200" b="1" dirty="0">
              <a:solidFill>
                <a:srgbClr val="C00000"/>
              </a:solidFill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80231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47800"/>
            <a:ext cx="8001000" cy="2518016"/>
          </a:xfrm>
          <a:prstGeom prst="rect">
            <a:avLst/>
          </a:prstGeom>
        </p:spPr>
      </p:pic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/>
        <p:txBody>
          <a:bodyPr>
            <a:normAutofit/>
          </a:bodyPr>
          <a:lstStyle/>
          <a:p>
            <a:pPr marL="271463" indent="-42863"/>
            <a:r>
              <a:rPr lang="en-IN" sz="2400" dirty="0">
                <a:latin typeface="+mj-lt"/>
              </a:rPr>
              <a:t>MLE – </a:t>
            </a:r>
            <a:r>
              <a:rPr lang="en-IN" sz="2400" dirty="0" smtClean="0">
                <a:latin typeface="+mj-lt"/>
              </a:rPr>
              <a:t>Discrete - PMF</a:t>
            </a:r>
            <a:endParaRPr lang="en-IN" sz="2400" dirty="0">
              <a:latin typeface="+mj-lt"/>
            </a:endParaRPr>
          </a:p>
        </p:txBody>
      </p:sp>
      <p:sp>
        <p:nvSpPr>
          <p:cNvPr id="7" name="Text Placeholder 1"/>
          <p:cNvSpPr>
            <a:spLocks noGrp="1"/>
          </p:cNvSpPr>
          <p:nvPr>
            <p:ph type="body" idx="1"/>
          </p:nvPr>
        </p:nvSpPr>
        <p:spPr>
          <a:xfrm>
            <a:off x="76200" y="3733800"/>
            <a:ext cx="4038600" cy="2671763"/>
          </a:xfrm>
        </p:spPr>
        <p:txBody>
          <a:bodyPr>
            <a:normAutofit lnSpcReduction="10000"/>
          </a:bodyPr>
          <a:lstStyle/>
          <a:p>
            <a:pPr marL="571500" indent="-342900">
              <a:lnSpc>
                <a:spcPct val="300000"/>
              </a:lnSpc>
              <a:buSzPct val="100000"/>
              <a:buFont typeface="+mj-lt"/>
              <a:buAutoNum type="arabicPeriod"/>
            </a:pPr>
            <a:r>
              <a:rPr lang="en-IN" sz="1800" dirty="0" smtClean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Determine formula </a:t>
            </a:r>
            <a:r>
              <a:rPr lang="en-IN" sz="1800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 </a:t>
            </a:r>
            <a:r>
              <a:rPr lang="en-IN" sz="1800" dirty="0" smtClean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𝐿𝐿(𝜃)</a:t>
            </a:r>
          </a:p>
          <a:p>
            <a:pPr marL="571500" indent="-342900">
              <a:lnSpc>
                <a:spcPct val="300000"/>
              </a:lnSpc>
              <a:buSzPct val="100000"/>
              <a:buFont typeface="+mj-lt"/>
              <a:buAutoNum type="arabicPeriod"/>
            </a:pPr>
            <a:r>
              <a:rPr lang="en-IN" sz="1800" dirty="0" smtClean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Differentiate 𝐿𝐿(𝜃) w.r.t</a:t>
            </a:r>
            <a:r>
              <a:rPr lang="en-IN" sz="1800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(each) </a:t>
            </a:r>
            <a:r>
              <a:rPr lang="en-IN" sz="1800" dirty="0" smtClean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𝜃</a:t>
            </a:r>
          </a:p>
          <a:p>
            <a:pPr marL="571500" indent="-342900">
              <a:lnSpc>
                <a:spcPct val="300000"/>
              </a:lnSpc>
              <a:buSzPct val="100000"/>
              <a:buFont typeface="+mj-lt"/>
              <a:buAutoNum type="arabicPeriod"/>
            </a:pPr>
            <a:r>
              <a:rPr lang="en-IN" sz="1800" dirty="0" smtClean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Solve</a:t>
            </a:r>
            <a:endParaRPr lang="en-IN" sz="1800" dirty="0">
              <a:solidFill>
                <a:schemeClr val="bg1">
                  <a:lumMod val="8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51541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/>
        <p:txBody>
          <a:bodyPr>
            <a:normAutofit/>
          </a:bodyPr>
          <a:lstStyle/>
          <a:p>
            <a:pPr marL="271463" indent="-42863"/>
            <a:r>
              <a:rPr lang="en-IN" sz="2400" dirty="0">
                <a:latin typeface="+mj-lt"/>
              </a:rPr>
              <a:t>MLE – </a:t>
            </a:r>
            <a:r>
              <a:rPr lang="en-IN" sz="2400" dirty="0" smtClean="0">
                <a:latin typeface="+mj-lt"/>
              </a:rPr>
              <a:t>Discrete - PMF</a:t>
            </a:r>
            <a:endParaRPr lang="en-IN" sz="2400" dirty="0">
              <a:latin typeface="+mj-lt"/>
            </a:endParaRPr>
          </a:p>
        </p:txBody>
      </p:sp>
      <p:sp>
        <p:nvSpPr>
          <p:cNvPr id="7" name="Text Placeholder 1"/>
          <p:cNvSpPr>
            <a:spLocks noGrp="1"/>
          </p:cNvSpPr>
          <p:nvPr>
            <p:ph type="body" idx="1"/>
          </p:nvPr>
        </p:nvSpPr>
        <p:spPr>
          <a:xfrm>
            <a:off x="152400" y="1446453"/>
            <a:ext cx="4038600" cy="4711383"/>
          </a:xfrm>
        </p:spPr>
        <p:txBody>
          <a:bodyPr>
            <a:normAutofit/>
          </a:bodyPr>
          <a:lstStyle/>
          <a:p>
            <a:pPr marL="571500" indent="-342900">
              <a:lnSpc>
                <a:spcPct val="300000"/>
              </a:lnSpc>
              <a:buSzPct val="100000"/>
              <a:buFont typeface="+mj-lt"/>
              <a:buAutoNum type="arabicPeriod"/>
            </a:pPr>
            <a:r>
              <a:rPr lang="en-IN" sz="1800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Determine formula </a:t>
            </a:r>
            <a:r>
              <a:rPr lang="en-IN" sz="1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 </a:t>
            </a:r>
            <a:r>
              <a:rPr lang="en-IN" sz="1800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𝐿𝐿(𝜃)</a:t>
            </a:r>
          </a:p>
          <a:p>
            <a:pPr marL="571500" indent="-342900">
              <a:lnSpc>
                <a:spcPct val="300000"/>
              </a:lnSpc>
              <a:buSzPct val="100000"/>
              <a:buFont typeface="+mj-lt"/>
              <a:buAutoNum type="arabicPeriod"/>
            </a:pPr>
            <a:r>
              <a:rPr lang="en-IN" sz="1800" dirty="0" smtClean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Differentiate 𝐿𝐿(𝜃) w.r.t</a:t>
            </a:r>
            <a:r>
              <a:rPr lang="en-IN" sz="1800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(each) </a:t>
            </a:r>
            <a:r>
              <a:rPr lang="en-IN" sz="1800" dirty="0" smtClean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𝜃</a:t>
            </a:r>
          </a:p>
          <a:p>
            <a:pPr marL="571500" indent="-342900">
              <a:lnSpc>
                <a:spcPct val="300000"/>
              </a:lnSpc>
              <a:buSzPct val="100000"/>
              <a:buFont typeface="+mj-lt"/>
              <a:buAutoNum type="arabicPeriod"/>
            </a:pPr>
            <a:r>
              <a:rPr lang="en-IN" sz="1800" dirty="0" smtClean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Solve</a:t>
            </a:r>
            <a:endParaRPr lang="en-IN" sz="1800" dirty="0">
              <a:solidFill>
                <a:schemeClr val="bg1">
                  <a:lumMod val="8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/>
          </p:nvPr>
        </p:nvGraphicFramePr>
        <p:xfrm>
          <a:off x="6662735" y="2078596"/>
          <a:ext cx="2024064" cy="4079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12032">
                  <a:extLst>
                    <a:ext uri="{9D8B030D-6E8A-4147-A177-3AD203B41FA5}">
                      <a16:colId xmlns:a16="http://schemas.microsoft.com/office/drawing/2014/main" val="3270568220"/>
                    </a:ext>
                  </a:extLst>
                </a:gridCol>
                <a:gridCol w="1012032">
                  <a:extLst>
                    <a:ext uri="{9D8B030D-6E8A-4147-A177-3AD203B41FA5}">
                      <a16:colId xmlns:a16="http://schemas.microsoft.com/office/drawing/2014/main" val="291631144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X</a:t>
                      </a:r>
                      <a:endParaRPr lang="en-IN" b="1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P(X)</a:t>
                      </a:r>
                      <a:endParaRPr lang="en-IN" b="1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79082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3</a:t>
                      </a:r>
                      <a:endParaRPr lang="en-IN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1400" dirty="0" smtClean="0"/>
                        <a:t>(1-</a:t>
                      </a:r>
                      <a:r>
                        <a:rPr lang="en-IN" sz="1800" dirty="0" smtClean="0"/>
                        <a:t>ɵ)</a:t>
                      </a:r>
                      <a:r>
                        <a:rPr lang="en-IN" dirty="0" smtClean="0"/>
                        <a:t> / 3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24506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0</a:t>
                      </a:r>
                      <a:endParaRPr lang="en-IN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dirty="0" smtClean="0"/>
                        <a:t>2</a:t>
                      </a:r>
                      <a:r>
                        <a:rPr lang="en-IN" sz="1800" dirty="0" smtClean="0"/>
                        <a:t>ɵ</a:t>
                      </a:r>
                      <a:r>
                        <a:rPr lang="en-IN" dirty="0" smtClean="0"/>
                        <a:t> / 3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50234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2</a:t>
                      </a:r>
                      <a:endParaRPr lang="en-IN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1400" dirty="0" smtClean="0"/>
                        <a:t>2(1-</a:t>
                      </a:r>
                      <a:r>
                        <a:rPr lang="en-IN" sz="1800" dirty="0" smtClean="0"/>
                        <a:t>ɵ)</a:t>
                      </a:r>
                      <a:r>
                        <a:rPr lang="en-IN" dirty="0" smtClean="0"/>
                        <a:t> / 3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05544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1</a:t>
                      </a:r>
                      <a:endParaRPr lang="en-IN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1800" dirty="0" smtClean="0"/>
                        <a:t>ɵ</a:t>
                      </a:r>
                      <a:r>
                        <a:rPr lang="en-IN" dirty="0" smtClean="0"/>
                        <a:t>/ 3</a:t>
                      </a:r>
                      <a:endParaRPr lang="en-IN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00192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3</a:t>
                      </a:r>
                      <a:endParaRPr lang="en-IN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1400" dirty="0" smtClean="0"/>
                        <a:t>(1-</a:t>
                      </a:r>
                      <a:r>
                        <a:rPr lang="en-IN" sz="1800" dirty="0" smtClean="0"/>
                        <a:t>ɵ)</a:t>
                      </a:r>
                      <a:r>
                        <a:rPr lang="en-IN" dirty="0" smtClean="0"/>
                        <a:t> / 3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52620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2</a:t>
                      </a:r>
                      <a:endParaRPr lang="en-IN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1400" dirty="0" smtClean="0"/>
                        <a:t>2(1-</a:t>
                      </a:r>
                      <a:r>
                        <a:rPr lang="en-IN" sz="1800" dirty="0" smtClean="0"/>
                        <a:t>ɵ)</a:t>
                      </a:r>
                      <a:r>
                        <a:rPr lang="en-IN" dirty="0" smtClean="0"/>
                        <a:t> / 3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506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1</a:t>
                      </a:r>
                      <a:endParaRPr lang="en-IN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1800" dirty="0" smtClean="0"/>
                        <a:t>ɵ</a:t>
                      </a:r>
                      <a:r>
                        <a:rPr lang="en-IN" dirty="0" smtClean="0"/>
                        <a:t>/ 3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96997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0</a:t>
                      </a:r>
                      <a:endParaRPr lang="en-IN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dirty="0" smtClean="0"/>
                        <a:t>2</a:t>
                      </a:r>
                      <a:r>
                        <a:rPr lang="en-IN" sz="1800" dirty="0" smtClean="0"/>
                        <a:t>ɵ</a:t>
                      </a:r>
                      <a:r>
                        <a:rPr lang="en-IN" dirty="0" smtClean="0"/>
                        <a:t> / 3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74475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2</a:t>
                      </a:r>
                      <a:endParaRPr lang="en-IN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1400" dirty="0" smtClean="0"/>
                        <a:t>2(1-</a:t>
                      </a:r>
                      <a:r>
                        <a:rPr lang="en-IN" sz="1800" dirty="0" smtClean="0"/>
                        <a:t>ɵ)</a:t>
                      </a:r>
                      <a:r>
                        <a:rPr lang="en-IN" dirty="0" smtClean="0"/>
                        <a:t> / 3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60889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1</a:t>
                      </a:r>
                      <a:endParaRPr lang="en-IN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1800" dirty="0" smtClean="0"/>
                        <a:t>ɵ</a:t>
                      </a:r>
                      <a:r>
                        <a:rPr lang="en-IN" dirty="0" smtClean="0"/>
                        <a:t>/ 3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0004675"/>
                  </a:ext>
                </a:extLst>
              </a:tr>
            </a:tbl>
          </a:graphicData>
        </a:graphic>
      </p:graphicFrame>
      <p:sp>
        <p:nvSpPr>
          <p:cNvPr id="8" name="Text Placeholder 1"/>
          <p:cNvSpPr txBox="1">
            <a:spLocks/>
          </p:cNvSpPr>
          <p:nvPr/>
        </p:nvSpPr>
        <p:spPr>
          <a:xfrm>
            <a:off x="457200" y="2078597"/>
            <a:ext cx="8686800" cy="27220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10114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  <a:sym typeface="Arial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228600" marR="0" lvl="0" indent="0" algn="l" defTabSz="914400" rtl="0" eaLnBrk="1" fontAlgn="auto" latinLnBrk="0" hangingPunct="1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101141"/>
              </a:buClr>
              <a:buSzPct val="100000"/>
              <a:buFont typeface="Arial"/>
              <a:buNone/>
              <a:tabLst/>
              <a:defRPr/>
            </a:pPr>
            <a:r>
              <a:rPr kumimoji="0" lang="en-IN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Arial"/>
              </a:rPr>
              <a:t>L(ɵ)   = P(X=3)*P(X=0)*P(X=2)*……..*P(X=1)</a:t>
            </a:r>
          </a:p>
          <a:p>
            <a:pPr marL="228600" marR="0" lvl="0" indent="0" algn="l" defTabSz="914400" rtl="0" eaLnBrk="1" fontAlgn="auto" latinLnBrk="0" hangingPunct="1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101141"/>
              </a:buClr>
              <a:buSzPct val="100000"/>
              <a:buFont typeface="Arial"/>
              <a:buNone/>
              <a:tabLst/>
              <a:defRPr/>
            </a:pPr>
            <a:r>
              <a:rPr kumimoji="0" lang="en-IN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Arial"/>
              </a:rPr>
              <a:t> </a:t>
            </a:r>
            <a:r>
              <a:rPr kumimoji="0" lang="en-IN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Arial"/>
              </a:rPr>
              <a:t>        = (</a:t>
            </a:r>
            <a:r>
              <a:rPr kumimoji="0" lang="en-IN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Arial"/>
                <a:sym typeface="Arial"/>
              </a:rPr>
              <a:t>(1-</a:t>
            </a:r>
            <a:r>
              <a:rPr kumimoji="0" lang="en-IN" sz="24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Arial"/>
                <a:sym typeface="Arial"/>
              </a:rPr>
              <a:t>ɵ</a:t>
            </a:r>
            <a:r>
              <a: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Arial"/>
                <a:sym typeface="Arial"/>
              </a:rPr>
              <a:t>)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Arial"/>
                <a:sym typeface="Arial"/>
              </a:rPr>
              <a:t> / </a:t>
            </a:r>
            <a:r>
              <a:rPr kumimoji="0" lang="en-IN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Arial"/>
                <a:sym typeface="Arial"/>
              </a:rPr>
              <a:t>3)</a:t>
            </a:r>
            <a:r>
              <a:rPr kumimoji="0" lang="en-IN" sz="1800" b="0" i="0" u="none" strike="noStrike" kern="1200" cap="none" spc="0" normalizeH="0" baseline="3000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Arial"/>
                <a:sym typeface="Arial"/>
              </a:rPr>
              <a:t>2 </a:t>
            </a:r>
            <a:r>
              <a:rPr kumimoji="0" lang="en-IN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Arial"/>
                <a:sym typeface="Arial"/>
              </a:rPr>
              <a:t>* (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Arial"/>
                <a:sym typeface="Arial"/>
              </a:rPr>
              <a:t>2</a:t>
            </a:r>
            <a:r>
              <a: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Arial"/>
                <a:sym typeface="Arial"/>
              </a:rPr>
              <a:t>ɵ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Arial"/>
                <a:sym typeface="Arial"/>
              </a:rPr>
              <a:t> / </a:t>
            </a:r>
            <a:r>
              <a:rPr kumimoji="0" lang="en-IN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Arial"/>
                <a:sym typeface="Arial"/>
              </a:rPr>
              <a:t>3)</a:t>
            </a:r>
            <a:r>
              <a:rPr kumimoji="0" lang="en-IN" sz="1800" b="0" i="0" u="none" strike="noStrike" kern="1200" cap="none" spc="0" normalizeH="0" baseline="3000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Arial"/>
                <a:sym typeface="Arial"/>
              </a:rPr>
              <a:t>2</a:t>
            </a:r>
            <a:r>
              <a:rPr kumimoji="0" lang="en-IN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Arial"/>
                <a:sym typeface="Arial"/>
              </a:rPr>
              <a:t> * (2(1-</a:t>
            </a:r>
            <a:r>
              <a:rPr kumimoji="0" lang="en-IN" sz="24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Arial"/>
                <a:sym typeface="Arial"/>
              </a:rPr>
              <a:t>ɵ</a:t>
            </a:r>
            <a:r>
              <a: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Arial"/>
                <a:sym typeface="Arial"/>
              </a:rPr>
              <a:t>)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Arial"/>
                <a:sym typeface="Arial"/>
              </a:rPr>
              <a:t> / </a:t>
            </a:r>
            <a:r>
              <a:rPr kumimoji="0" lang="en-IN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Arial"/>
                <a:sym typeface="Arial"/>
              </a:rPr>
              <a:t>3)</a:t>
            </a:r>
            <a:r>
              <a:rPr kumimoji="0" lang="en-IN" sz="1800" b="0" i="0" u="none" strike="noStrike" kern="1200" cap="none" spc="0" normalizeH="0" baseline="3000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Arial"/>
                <a:sym typeface="Arial"/>
              </a:rPr>
              <a:t>3 </a:t>
            </a:r>
            <a:r>
              <a:rPr kumimoji="0" lang="en-IN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Arial"/>
                <a:sym typeface="Arial"/>
              </a:rPr>
              <a:t>* (</a:t>
            </a:r>
            <a:r>
              <a:rPr kumimoji="0" lang="en-IN" sz="24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Arial"/>
                <a:sym typeface="Arial"/>
              </a:rPr>
              <a:t>ɵ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Arial"/>
                <a:sym typeface="Arial"/>
              </a:rPr>
              <a:t>/ </a:t>
            </a:r>
            <a:r>
              <a:rPr kumimoji="0" lang="en-IN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Arial"/>
                <a:sym typeface="Arial"/>
              </a:rPr>
              <a:t>3)</a:t>
            </a:r>
            <a:r>
              <a:rPr kumimoji="0" lang="en-IN" sz="1800" b="0" i="0" u="none" strike="noStrike" kern="1200" cap="none" spc="0" normalizeH="0" baseline="3000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Arial"/>
                <a:sym typeface="Arial"/>
              </a:rPr>
              <a:t>3</a:t>
            </a:r>
            <a:endParaRPr kumimoji="0" lang="en-IN" sz="18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" panose="02040503050406030204" pitchFamily="18" charset="0"/>
              <a:ea typeface="Cambria" panose="02040503050406030204" pitchFamily="18" charset="0"/>
              <a:cs typeface="Arial"/>
              <a:sym typeface="Arial"/>
            </a:endParaRPr>
          </a:p>
          <a:p>
            <a:pPr marL="228600" marR="0" lvl="0" indent="0" algn="l" defTabSz="914400" rtl="0" eaLnBrk="1" fontAlgn="auto" latinLnBrk="0" hangingPunct="1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101141"/>
              </a:buClr>
              <a:buSzPct val="100000"/>
              <a:buFont typeface="Arial"/>
              <a:buNone/>
              <a:tabLst/>
              <a:defRPr/>
            </a:pPr>
            <a:endParaRPr kumimoji="0" lang="en-IN" sz="1800" b="0" i="0" u="none" strike="noStrike" kern="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Cambria" panose="02040503050406030204" pitchFamily="18" charset="0"/>
              <a:cs typeface="Arial" panose="020B0604020202020204" pitchFamily="34" charset="0"/>
              <a:sym typeface="Arial"/>
            </a:endParaRPr>
          </a:p>
          <a:p>
            <a:pPr marL="228600" marR="0" lvl="0" indent="0" algn="l" defTabSz="914400" rtl="0" eaLnBrk="1" fontAlgn="auto" latinLnBrk="0" hangingPunct="1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101141"/>
              </a:buClr>
              <a:buSzPct val="100000"/>
              <a:buFont typeface="Arial"/>
              <a:buNone/>
              <a:tabLst/>
              <a:defRPr/>
            </a:pPr>
            <a:endParaRPr kumimoji="0" lang="en-IN" sz="1800" b="0" i="0" u="none" strike="noStrike" kern="1200" cap="none" spc="0" normalizeH="0" baseline="3000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" panose="02040503050406030204" pitchFamily="18" charset="0"/>
              <a:ea typeface="Cambria" panose="02040503050406030204" pitchFamily="18" charset="0"/>
              <a:cs typeface="Arial"/>
              <a:sym typeface="Arial"/>
            </a:endParaRPr>
          </a:p>
          <a:p>
            <a:pPr marL="228600" marR="0" lvl="0" indent="0" algn="l" defTabSz="914400" rtl="0" eaLnBrk="1" fontAlgn="auto" latinLnBrk="0" hangingPunct="1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101141"/>
              </a:buClr>
              <a:buSzPct val="100000"/>
              <a:buFont typeface="Arial"/>
              <a:buNone/>
              <a:tabLst/>
              <a:defRPr/>
            </a:pPr>
            <a:r>
              <a:rPr kumimoji="0" lang="en-IN" sz="18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Arial"/>
                <a:sym typeface="Arial"/>
              </a:rPr>
              <a:t> </a:t>
            </a:r>
            <a:r>
              <a:rPr kumimoji="0" lang="en-IN" sz="1800" b="0" i="0" u="none" strike="noStrike" kern="1200" cap="none" spc="0" normalizeH="0" baseline="3000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Arial"/>
                <a:sym typeface="Arial"/>
              </a:rPr>
              <a:t>                   </a:t>
            </a:r>
            <a:endParaRPr kumimoji="0" lang="en-IN" sz="18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" panose="02040503050406030204" pitchFamily="18" charset="0"/>
              <a:ea typeface="Cambria" panose="02040503050406030204" pitchFamily="18" charset="0"/>
              <a:cs typeface="Arial"/>
              <a:sym typeface="Arial"/>
            </a:endParaRPr>
          </a:p>
          <a:p>
            <a:pPr marL="228600" marR="0" lvl="0" indent="0" algn="l" defTabSz="914400" rtl="0" eaLnBrk="1" fontAlgn="auto" latinLnBrk="0" hangingPunct="1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101141"/>
              </a:buClr>
              <a:buSzPct val="100000"/>
              <a:buFont typeface="Arial"/>
              <a:buNone/>
              <a:tabLst/>
              <a:defRPr/>
            </a:pPr>
            <a:endParaRPr kumimoji="0" lang="en-IN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Cambria" panose="02040503050406030204" pitchFamily="18" charset="0"/>
              <a:cs typeface="Arial" panose="020B0604020202020204" pitchFamily="34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151928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/>
        <p:txBody>
          <a:bodyPr>
            <a:normAutofit/>
          </a:bodyPr>
          <a:lstStyle/>
          <a:p>
            <a:pPr marL="271463" indent="-42863"/>
            <a:r>
              <a:rPr lang="en-IN" sz="2400" dirty="0">
                <a:latin typeface="+mj-lt"/>
              </a:rPr>
              <a:t>MLE – </a:t>
            </a:r>
            <a:r>
              <a:rPr lang="en-IN" sz="2400" dirty="0" smtClean="0">
                <a:latin typeface="+mj-lt"/>
              </a:rPr>
              <a:t>Discrete - PMF</a:t>
            </a:r>
            <a:endParaRPr lang="en-IN" sz="2400" dirty="0">
              <a:latin typeface="+mj-lt"/>
            </a:endParaRPr>
          </a:p>
        </p:txBody>
      </p:sp>
      <p:sp>
        <p:nvSpPr>
          <p:cNvPr id="7" name="Text Placeholder 1"/>
          <p:cNvSpPr>
            <a:spLocks noGrp="1"/>
          </p:cNvSpPr>
          <p:nvPr>
            <p:ph type="body" idx="1"/>
          </p:nvPr>
        </p:nvSpPr>
        <p:spPr>
          <a:xfrm>
            <a:off x="152400" y="1446453"/>
            <a:ext cx="4038600" cy="4711383"/>
          </a:xfrm>
        </p:spPr>
        <p:txBody>
          <a:bodyPr>
            <a:normAutofit/>
          </a:bodyPr>
          <a:lstStyle/>
          <a:p>
            <a:pPr marL="571500" indent="-342900">
              <a:lnSpc>
                <a:spcPct val="300000"/>
              </a:lnSpc>
              <a:buSzPct val="100000"/>
              <a:buFont typeface="+mj-lt"/>
              <a:buAutoNum type="arabicPeriod"/>
            </a:pPr>
            <a:r>
              <a:rPr lang="en-IN" sz="1800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Determine formula </a:t>
            </a:r>
            <a:r>
              <a:rPr lang="en-IN" sz="1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 </a:t>
            </a:r>
            <a:r>
              <a:rPr lang="en-IN" sz="1800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𝐿𝐿(𝜃)</a:t>
            </a:r>
          </a:p>
          <a:p>
            <a:pPr marL="571500" indent="-342900">
              <a:lnSpc>
                <a:spcPct val="300000"/>
              </a:lnSpc>
              <a:buSzPct val="100000"/>
              <a:buFont typeface="+mj-lt"/>
              <a:buAutoNum type="arabicPeriod"/>
            </a:pPr>
            <a:r>
              <a:rPr lang="en-IN" sz="1800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Differentiate 𝐿𝐿(𝜃) w.r.t</a:t>
            </a:r>
            <a:r>
              <a:rPr lang="en-IN" sz="1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(each) </a:t>
            </a:r>
            <a:r>
              <a:rPr lang="en-IN" sz="1800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𝜃</a:t>
            </a:r>
          </a:p>
          <a:p>
            <a:pPr marL="571500" indent="-342900">
              <a:lnSpc>
                <a:spcPct val="300000"/>
              </a:lnSpc>
              <a:buSzPct val="100000"/>
              <a:buFont typeface="+mj-lt"/>
              <a:buAutoNum type="arabicPeriod"/>
            </a:pPr>
            <a:endParaRPr lang="en-IN" sz="1800" dirty="0" smtClean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71500" indent="-342900">
              <a:lnSpc>
                <a:spcPct val="300000"/>
              </a:lnSpc>
              <a:buSzPct val="100000"/>
              <a:buFont typeface="+mj-lt"/>
              <a:buAutoNum type="arabicPeriod"/>
            </a:pPr>
            <a:endParaRPr lang="en-IN" sz="1800" dirty="0" smtClean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71500" indent="-342900">
              <a:lnSpc>
                <a:spcPct val="300000"/>
              </a:lnSpc>
              <a:buSzPct val="100000"/>
              <a:buFont typeface="+mj-lt"/>
              <a:buAutoNum type="arabicPeriod"/>
            </a:pPr>
            <a:r>
              <a:rPr lang="en-IN" sz="1800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Solve</a:t>
            </a:r>
            <a:endParaRPr lang="en-IN" sz="18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 Placeholder 1"/>
              <p:cNvSpPr txBox="1">
                <a:spLocks/>
              </p:cNvSpPr>
              <p:nvPr/>
            </p:nvSpPr>
            <p:spPr>
              <a:xfrm>
                <a:off x="471487" y="2057400"/>
                <a:ext cx="8686800" cy="471138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228600" algn="l" rtl="0">
                  <a:lnSpc>
                    <a:spcPct val="100000"/>
                  </a:lnSpc>
                  <a:spcBef>
                    <a:spcPts val="480"/>
                  </a:spcBef>
                  <a:spcAft>
                    <a:spcPts val="0"/>
                  </a:spcAft>
                  <a:buClr>
                    <a:srgbClr val="101141"/>
                  </a:buClr>
                  <a:buSzPts val="2400"/>
                  <a:buFont typeface="Arial"/>
                  <a:buNone/>
                  <a:defRPr sz="2400" b="0" i="0" u="none" strike="noStrike" cap="none">
                    <a:solidFill>
                      <a:schemeClr val="dk1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Arial"/>
                    <a:sym typeface="Arial"/>
                  </a:defRPr>
                </a:lvl1pPr>
                <a:lvl2pPr marL="914400" marR="0" lvl="1" indent="-330200" algn="l" rtl="0">
                  <a:lnSpc>
                    <a:spcPct val="100000"/>
                  </a:lnSpc>
                  <a:spcBef>
                    <a:spcPts val="32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Arial"/>
                  <a:buChar char="–"/>
                  <a:defRPr sz="16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L="1371600" marR="0" lvl="2" indent="-342900" algn="l" rtl="0">
                  <a:lnSpc>
                    <a:spcPct val="100000"/>
                  </a:lnSpc>
                  <a:spcBef>
                    <a:spcPts val="36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24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3pPr>
                <a:lvl4pPr marL="1828800" marR="0" lvl="3" indent="-342900" algn="l" rtl="0">
                  <a:lnSpc>
                    <a:spcPct val="100000"/>
                  </a:lnSpc>
                  <a:spcBef>
                    <a:spcPts val="36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–"/>
                  <a:defRPr sz="20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4pPr>
                <a:lvl5pPr marL="2286000" marR="0" lvl="4" indent="-342900" algn="l" rtl="0">
                  <a:lnSpc>
                    <a:spcPct val="100000"/>
                  </a:lnSpc>
                  <a:spcBef>
                    <a:spcPts val="36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»"/>
                  <a:defRPr sz="20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5pPr>
                <a:lvl6pPr marL="2743200" marR="0" lvl="5" indent="-342900" algn="l" rtl="0">
                  <a:lnSpc>
                    <a:spcPct val="100000"/>
                  </a:lnSpc>
                  <a:spcBef>
                    <a:spcPts val="36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20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6pPr>
                <a:lvl7pPr marL="3200400" marR="0" lvl="6" indent="-342900" algn="l" rtl="0">
                  <a:lnSpc>
                    <a:spcPct val="100000"/>
                  </a:lnSpc>
                  <a:spcBef>
                    <a:spcPts val="36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20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7pPr>
                <a:lvl8pPr marL="3657600" marR="0" lvl="7" indent="-342900" algn="l" rtl="0">
                  <a:lnSpc>
                    <a:spcPct val="100000"/>
                  </a:lnSpc>
                  <a:spcBef>
                    <a:spcPts val="36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20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8pPr>
                <a:lvl9pPr marL="4114800" marR="0" lvl="8" indent="-342900" algn="l" rtl="0">
                  <a:lnSpc>
                    <a:spcPct val="100000"/>
                  </a:lnSpc>
                  <a:spcBef>
                    <a:spcPts val="36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20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9pPr>
              </a:lstStyle>
              <a:p>
                <a:pPr marL="22860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480"/>
                  </a:spcBef>
                  <a:spcAft>
                    <a:spcPts val="0"/>
                  </a:spcAft>
                  <a:buClr>
                    <a:srgbClr val="101141"/>
                  </a:buClr>
                  <a:buSzPct val="100000"/>
                  <a:buFont typeface="Arial"/>
                  <a:buNone/>
                  <a:tabLst/>
                  <a:defRPr/>
                </a:pPr>
                <a:r>
                  <a:rPr kumimoji="0" lang="en-IN" sz="1800" b="0" i="0" u="none" strike="noStrike" kern="0" cap="none" spc="0" normalizeH="0" baseline="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Cambria" panose="02040503050406030204" pitchFamily="18" charset="0"/>
                    <a:cs typeface="Arial" panose="020B0604020202020204" pitchFamily="34" charset="0"/>
                    <a:sym typeface="Arial"/>
                  </a:rPr>
                  <a:t>L(ɵ)   = P(X=3)*P(X=0)*P(X=2)*……..*P(X=1)</a:t>
                </a:r>
              </a:p>
              <a:p>
                <a:pPr marL="22860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480"/>
                  </a:spcBef>
                  <a:spcAft>
                    <a:spcPts val="0"/>
                  </a:spcAft>
                  <a:buClr>
                    <a:srgbClr val="101141"/>
                  </a:buClr>
                  <a:buSzPct val="100000"/>
                  <a:buFont typeface="Arial"/>
                  <a:buNone/>
                  <a:tabLst/>
                  <a:defRPr/>
                </a:pPr>
                <a:r>
                  <a:rPr kumimoji="0" lang="en-IN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Cambria" panose="02040503050406030204" pitchFamily="18" charset="0"/>
                    <a:cs typeface="Arial" panose="020B0604020202020204" pitchFamily="34" charset="0"/>
                    <a:sym typeface="Arial"/>
                  </a:rPr>
                  <a:t> </a:t>
                </a:r>
                <a:r>
                  <a:rPr kumimoji="0" lang="en-IN" sz="1800" b="0" i="0" u="none" strike="noStrike" kern="0" cap="none" spc="0" normalizeH="0" baseline="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Cambria" panose="02040503050406030204" pitchFamily="18" charset="0"/>
                    <a:cs typeface="Arial" panose="020B0604020202020204" pitchFamily="34" charset="0"/>
                    <a:sym typeface="Arial"/>
                  </a:rPr>
                  <a:t>        = (</a:t>
                </a:r>
                <a:r>
                  <a:rPr kumimoji="0" lang="en-IN" sz="18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Cambria" panose="02040503050406030204" pitchFamily="18" charset="0"/>
                    <a:cs typeface="Arial"/>
                    <a:sym typeface="Arial"/>
                  </a:rPr>
                  <a:t>(1-</a:t>
                </a:r>
                <a:r>
                  <a:rPr kumimoji="0" lang="en-IN" sz="24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Cambria" panose="02040503050406030204" pitchFamily="18" charset="0"/>
                    <a:cs typeface="Arial"/>
                    <a:sym typeface="Arial"/>
                  </a:rPr>
                  <a:t>ɵ</a:t>
                </a:r>
                <a:r>
                  <a:rPr kumimoji="0" lang="en-I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Cambria" panose="02040503050406030204" pitchFamily="18" charset="0"/>
                    <a:cs typeface="Arial"/>
                    <a:sym typeface="Arial"/>
                  </a:rPr>
                  <a:t>)</a:t>
                </a:r>
                <a:r>
                  <a:rPr kumimoji="0" lang="en-I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Cambria" panose="02040503050406030204" pitchFamily="18" charset="0"/>
                    <a:cs typeface="Arial"/>
                    <a:sym typeface="Arial"/>
                  </a:rPr>
                  <a:t> / </a:t>
                </a:r>
                <a:r>
                  <a:rPr kumimoji="0" lang="en-IN" sz="18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Cambria" panose="02040503050406030204" pitchFamily="18" charset="0"/>
                    <a:cs typeface="Arial"/>
                    <a:sym typeface="Arial"/>
                  </a:rPr>
                  <a:t>3)</a:t>
                </a:r>
                <a:r>
                  <a:rPr kumimoji="0" lang="en-IN" sz="1800" b="0" i="0" u="none" strike="noStrike" kern="1200" cap="none" spc="0" normalizeH="0" baseline="3000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Cambria" panose="02040503050406030204" pitchFamily="18" charset="0"/>
                    <a:cs typeface="Arial"/>
                    <a:sym typeface="Arial"/>
                  </a:rPr>
                  <a:t>2 </a:t>
                </a:r>
                <a:r>
                  <a:rPr kumimoji="0" lang="en-IN" sz="18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Cambria" panose="02040503050406030204" pitchFamily="18" charset="0"/>
                    <a:cs typeface="Arial"/>
                    <a:sym typeface="Arial"/>
                  </a:rPr>
                  <a:t>* (</a:t>
                </a:r>
                <a:r>
                  <a:rPr kumimoji="0" lang="en-I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Cambria" panose="02040503050406030204" pitchFamily="18" charset="0"/>
                    <a:cs typeface="Arial"/>
                    <a:sym typeface="Arial"/>
                  </a:rPr>
                  <a:t>2</a:t>
                </a:r>
                <a:r>
                  <a:rPr kumimoji="0" lang="en-I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Cambria" panose="02040503050406030204" pitchFamily="18" charset="0"/>
                    <a:cs typeface="Arial"/>
                    <a:sym typeface="Arial"/>
                  </a:rPr>
                  <a:t>ɵ</a:t>
                </a:r>
                <a:r>
                  <a:rPr kumimoji="0" lang="en-I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Cambria" panose="02040503050406030204" pitchFamily="18" charset="0"/>
                    <a:cs typeface="Arial"/>
                    <a:sym typeface="Arial"/>
                  </a:rPr>
                  <a:t> / </a:t>
                </a:r>
                <a:r>
                  <a:rPr kumimoji="0" lang="en-IN" sz="18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Cambria" panose="02040503050406030204" pitchFamily="18" charset="0"/>
                    <a:cs typeface="Arial"/>
                    <a:sym typeface="Arial"/>
                  </a:rPr>
                  <a:t>3)</a:t>
                </a:r>
                <a:r>
                  <a:rPr kumimoji="0" lang="en-IN" sz="1800" b="0" i="0" u="none" strike="noStrike" kern="1200" cap="none" spc="0" normalizeH="0" baseline="3000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Cambria" panose="02040503050406030204" pitchFamily="18" charset="0"/>
                    <a:cs typeface="Arial"/>
                    <a:sym typeface="Arial"/>
                  </a:rPr>
                  <a:t>2</a:t>
                </a:r>
                <a:r>
                  <a:rPr kumimoji="0" lang="en-IN" sz="18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Cambria" panose="02040503050406030204" pitchFamily="18" charset="0"/>
                    <a:cs typeface="Arial"/>
                    <a:sym typeface="Arial"/>
                  </a:rPr>
                  <a:t> * (2(1-</a:t>
                </a:r>
                <a:r>
                  <a:rPr kumimoji="0" lang="en-IN" sz="24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Cambria" panose="02040503050406030204" pitchFamily="18" charset="0"/>
                    <a:cs typeface="Arial"/>
                    <a:sym typeface="Arial"/>
                  </a:rPr>
                  <a:t>ɵ</a:t>
                </a:r>
                <a:r>
                  <a:rPr kumimoji="0" lang="en-I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Cambria" panose="02040503050406030204" pitchFamily="18" charset="0"/>
                    <a:cs typeface="Arial"/>
                    <a:sym typeface="Arial"/>
                  </a:rPr>
                  <a:t>)</a:t>
                </a:r>
                <a:r>
                  <a:rPr kumimoji="0" lang="en-I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Cambria" panose="02040503050406030204" pitchFamily="18" charset="0"/>
                    <a:cs typeface="Arial"/>
                    <a:sym typeface="Arial"/>
                  </a:rPr>
                  <a:t> / </a:t>
                </a:r>
                <a:r>
                  <a:rPr kumimoji="0" lang="en-IN" sz="18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Cambria" panose="02040503050406030204" pitchFamily="18" charset="0"/>
                    <a:cs typeface="Arial"/>
                    <a:sym typeface="Arial"/>
                  </a:rPr>
                  <a:t>3)</a:t>
                </a:r>
                <a:r>
                  <a:rPr kumimoji="0" lang="en-IN" sz="1800" b="0" i="0" u="none" strike="noStrike" kern="1200" cap="none" spc="0" normalizeH="0" baseline="3000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Cambria" panose="02040503050406030204" pitchFamily="18" charset="0"/>
                    <a:cs typeface="Arial"/>
                    <a:sym typeface="Arial"/>
                  </a:rPr>
                  <a:t>3 </a:t>
                </a:r>
                <a:r>
                  <a:rPr kumimoji="0" lang="en-IN" sz="18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Cambria" panose="02040503050406030204" pitchFamily="18" charset="0"/>
                    <a:cs typeface="Arial"/>
                    <a:sym typeface="Arial"/>
                  </a:rPr>
                  <a:t>* (</a:t>
                </a:r>
                <a:r>
                  <a:rPr kumimoji="0" lang="en-IN" sz="24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Cambria" panose="02040503050406030204" pitchFamily="18" charset="0"/>
                    <a:cs typeface="Arial"/>
                    <a:sym typeface="Arial"/>
                  </a:rPr>
                  <a:t>ɵ</a:t>
                </a:r>
                <a:r>
                  <a:rPr kumimoji="0" lang="en-I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Cambria" panose="02040503050406030204" pitchFamily="18" charset="0"/>
                    <a:cs typeface="Arial"/>
                    <a:sym typeface="Arial"/>
                  </a:rPr>
                  <a:t>/ </a:t>
                </a:r>
                <a:r>
                  <a:rPr kumimoji="0" lang="en-IN" sz="18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Cambria" panose="02040503050406030204" pitchFamily="18" charset="0"/>
                    <a:cs typeface="Arial"/>
                    <a:sym typeface="Arial"/>
                  </a:rPr>
                  <a:t>3)</a:t>
                </a:r>
                <a:r>
                  <a:rPr kumimoji="0" lang="en-IN" sz="1800" b="0" i="0" u="none" strike="noStrike" kern="1200" cap="none" spc="0" normalizeH="0" baseline="3000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Cambria" panose="02040503050406030204" pitchFamily="18" charset="0"/>
                    <a:cs typeface="Arial"/>
                    <a:sym typeface="Arial"/>
                  </a:rPr>
                  <a:t>3</a:t>
                </a:r>
                <a:endParaRPr kumimoji="0" lang="en-IN" sz="1800" b="0" i="0" u="none" strike="noStrike" kern="1200" cap="none" spc="0" normalizeH="0" baseline="30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  <a:ea typeface="Cambria" panose="02040503050406030204" pitchFamily="18" charset="0"/>
                  <a:cs typeface="Arial"/>
                  <a:sym typeface="Arial"/>
                </a:endParaRPr>
              </a:p>
              <a:p>
                <a:pPr marL="22860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480"/>
                  </a:spcBef>
                  <a:spcAft>
                    <a:spcPts val="0"/>
                  </a:spcAft>
                  <a:buClr>
                    <a:srgbClr val="101141"/>
                  </a:buClr>
                  <a:buSzPct val="100000"/>
                  <a:buFont typeface="Arial"/>
                  <a:buNone/>
                  <a:tabLst/>
                  <a:defRPr/>
                </a:pPr>
                <a:endParaRPr kumimoji="0" lang="en-IN" sz="18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Cambria" panose="02040503050406030204" pitchFamily="18" charset="0"/>
                  <a:cs typeface="Arial" panose="020B0604020202020204" pitchFamily="34" charset="0"/>
                  <a:sym typeface="Arial"/>
                </a:endParaRPr>
              </a:p>
              <a:p>
                <a:pPr marL="22860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480"/>
                  </a:spcBef>
                  <a:spcAft>
                    <a:spcPts val="0"/>
                  </a:spcAft>
                  <a:buClr>
                    <a:srgbClr val="101141"/>
                  </a:buClr>
                  <a:buSzPct val="100000"/>
                  <a:buFont typeface="Arial"/>
                  <a:buNone/>
                  <a:tabLst/>
                  <a:defRPr/>
                </a:pPr>
                <a:r>
                  <a:rPr kumimoji="0" lang="en-IN" sz="1800" b="0" i="0" u="none" strike="noStrike" kern="0" cap="none" spc="0" normalizeH="0" baseline="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Cambria" panose="02040503050406030204" pitchFamily="18" charset="0"/>
                    <a:cs typeface="Arial" panose="020B0604020202020204" pitchFamily="34" charset="0"/>
                    <a:sym typeface="Arial"/>
                  </a:rPr>
                  <a:t>LL(ɵ)  = log [</a:t>
                </a:r>
                <a:r>
                  <a:rPr kumimoji="0" lang="en-IN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Cambria" panose="02040503050406030204" pitchFamily="18" charset="0"/>
                    <a:cs typeface="Arial" panose="020B0604020202020204" pitchFamily="34" charset="0"/>
                    <a:sym typeface="Arial"/>
                  </a:rPr>
                  <a:t>(</a:t>
                </a:r>
                <a:r>
                  <a:rPr kumimoji="0" lang="en-I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Cambria" panose="02040503050406030204" pitchFamily="18" charset="0"/>
                    <a:cs typeface="Arial"/>
                    <a:sym typeface="Arial"/>
                  </a:rPr>
                  <a:t>(1-ɵ) / 3)</a:t>
                </a:r>
                <a:r>
                  <a:rPr kumimoji="0" lang="en-IN" sz="1800" b="0" i="0" u="none" strike="noStrike" kern="1200" cap="none" spc="0" normalizeH="0" baseline="3000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Cambria" panose="02040503050406030204" pitchFamily="18" charset="0"/>
                    <a:cs typeface="Arial"/>
                    <a:sym typeface="Arial"/>
                  </a:rPr>
                  <a:t>2 </a:t>
                </a:r>
                <a:r>
                  <a:rPr kumimoji="0" lang="en-I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Cambria" panose="02040503050406030204" pitchFamily="18" charset="0"/>
                    <a:cs typeface="Arial"/>
                    <a:sym typeface="Arial"/>
                  </a:rPr>
                  <a:t>* (2ɵ / 3)</a:t>
                </a:r>
                <a:r>
                  <a:rPr kumimoji="0" lang="en-IN" sz="1800" b="0" i="0" u="none" strike="noStrike" kern="1200" cap="none" spc="0" normalizeH="0" baseline="3000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Cambria" panose="02040503050406030204" pitchFamily="18" charset="0"/>
                    <a:cs typeface="Arial"/>
                    <a:sym typeface="Arial"/>
                  </a:rPr>
                  <a:t>2</a:t>
                </a:r>
                <a:r>
                  <a:rPr kumimoji="0" lang="en-I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Cambria" panose="02040503050406030204" pitchFamily="18" charset="0"/>
                    <a:cs typeface="Arial"/>
                    <a:sym typeface="Arial"/>
                  </a:rPr>
                  <a:t> * (2(1-ɵ) / 3)</a:t>
                </a:r>
                <a:r>
                  <a:rPr kumimoji="0" lang="en-IN" sz="1800" b="0" i="0" u="none" strike="noStrike" kern="1200" cap="none" spc="0" normalizeH="0" baseline="3000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Cambria" panose="02040503050406030204" pitchFamily="18" charset="0"/>
                    <a:cs typeface="Arial"/>
                    <a:sym typeface="Arial"/>
                  </a:rPr>
                  <a:t>3 </a:t>
                </a:r>
                <a:r>
                  <a:rPr kumimoji="0" lang="en-I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Cambria" panose="02040503050406030204" pitchFamily="18" charset="0"/>
                    <a:cs typeface="Arial"/>
                    <a:sym typeface="Arial"/>
                  </a:rPr>
                  <a:t>* (ɵ/ </a:t>
                </a:r>
                <a:r>
                  <a:rPr kumimoji="0" lang="en-IN" sz="18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Cambria" panose="02040503050406030204" pitchFamily="18" charset="0"/>
                    <a:cs typeface="Arial"/>
                    <a:sym typeface="Arial"/>
                  </a:rPr>
                  <a:t>3)</a:t>
                </a:r>
                <a:r>
                  <a:rPr kumimoji="0" lang="en-IN" sz="1800" b="0" i="0" u="none" strike="noStrike" kern="1200" cap="none" spc="0" normalizeH="0" baseline="3000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Cambria" panose="02040503050406030204" pitchFamily="18" charset="0"/>
                    <a:cs typeface="Arial"/>
                    <a:sym typeface="Arial"/>
                  </a:rPr>
                  <a:t>3</a:t>
                </a:r>
                <a:r>
                  <a:rPr kumimoji="0" lang="en-IN" sz="1800" b="0" i="0" u="none" strike="noStrike" kern="0" cap="none" spc="0" normalizeH="0" baseline="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Cambria" panose="02040503050406030204" pitchFamily="18" charset="0"/>
                    <a:cs typeface="Arial" panose="020B0604020202020204" pitchFamily="34" charset="0"/>
                    <a:sym typeface="Arial"/>
                  </a:rPr>
                  <a:t>]</a:t>
                </a:r>
              </a:p>
              <a:p>
                <a:pPr marL="22860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480"/>
                  </a:spcBef>
                  <a:spcAft>
                    <a:spcPts val="0"/>
                  </a:spcAft>
                  <a:buClr>
                    <a:srgbClr val="101141"/>
                  </a:buClr>
                  <a:buSzPct val="100000"/>
                  <a:buFont typeface="Arial"/>
                  <a:buNone/>
                  <a:tabLst/>
                  <a:defRPr/>
                </a:pPr>
                <a:r>
                  <a:rPr kumimoji="0" lang="en-IN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Cambria" panose="02040503050406030204" pitchFamily="18" charset="0"/>
                    <a:cs typeface="Arial" panose="020B0604020202020204" pitchFamily="34" charset="0"/>
                    <a:sym typeface="Arial"/>
                  </a:rPr>
                  <a:t> </a:t>
                </a:r>
                <a:r>
                  <a:rPr kumimoji="0" lang="en-IN" sz="1800" b="0" i="0" u="none" strike="noStrike" kern="0" cap="none" spc="0" normalizeH="0" baseline="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Cambria" panose="02040503050406030204" pitchFamily="18" charset="0"/>
                    <a:cs typeface="Arial" panose="020B0604020202020204" pitchFamily="34" charset="0"/>
                    <a:sym typeface="Arial"/>
                  </a:rPr>
                  <a:t>          = log (</a:t>
                </a:r>
                <a:r>
                  <a:rPr kumimoji="0" lang="en-IN" sz="18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Cambria" panose="02040503050406030204" pitchFamily="18" charset="0"/>
                    <a:cs typeface="Arial"/>
                    <a:sym typeface="Arial"/>
                  </a:rPr>
                  <a:t>(</a:t>
                </a:r>
                <a:r>
                  <a:rPr kumimoji="0" lang="en-I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Cambria" panose="02040503050406030204" pitchFamily="18" charset="0"/>
                    <a:cs typeface="Arial"/>
                    <a:sym typeface="Arial"/>
                  </a:rPr>
                  <a:t>1-ɵ) / 3)</a:t>
                </a:r>
                <a:r>
                  <a:rPr kumimoji="0" lang="en-IN" sz="1800" b="0" i="0" u="none" strike="noStrike" kern="1200" cap="none" spc="0" normalizeH="0" baseline="3000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Cambria" panose="02040503050406030204" pitchFamily="18" charset="0"/>
                    <a:cs typeface="Arial"/>
                    <a:sym typeface="Arial"/>
                  </a:rPr>
                  <a:t>2 </a:t>
                </a:r>
                <a:r>
                  <a:rPr kumimoji="0" lang="en-IN" sz="18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Cambria" panose="02040503050406030204" pitchFamily="18" charset="0"/>
                    <a:cs typeface="Arial"/>
                    <a:sym typeface="Arial"/>
                  </a:rPr>
                  <a:t>+ log (2ɵ </a:t>
                </a:r>
                <a:r>
                  <a:rPr kumimoji="0" lang="en-I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Cambria" panose="02040503050406030204" pitchFamily="18" charset="0"/>
                    <a:cs typeface="Arial"/>
                    <a:sym typeface="Arial"/>
                  </a:rPr>
                  <a:t>/ </a:t>
                </a:r>
                <a:r>
                  <a:rPr kumimoji="0" lang="en-IN" sz="18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Cambria" panose="02040503050406030204" pitchFamily="18" charset="0"/>
                    <a:cs typeface="Arial"/>
                    <a:sym typeface="Arial"/>
                  </a:rPr>
                  <a:t>3)</a:t>
                </a:r>
                <a:r>
                  <a:rPr kumimoji="0" lang="en-IN" sz="1800" b="0" i="0" u="none" strike="noStrike" kern="1200" cap="none" spc="0" normalizeH="0" baseline="3000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Cambria" panose="02040503050406030204" pitchFamily="18" charset="0"/>
                    <a:cs typeface="Arial"/>
                    <a:sym typeface="Arial"/>
                  </a:rPr>
                  <a:t>2</a:t>
                </a:r>
                <a:r>
                  <a:rPr kumimoji="0" lang="en-IN" sz="18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Cambria" panose="02040503050406030204" pitchFamily="18" charset="0"/>
                    <a:cs typeface="Arial"/>
                    <a:sym typeface="Arial"/>
                  </a:rPr>
                  <a:t> + log (2(1-ɵ</a:t>
                </a:r>
                <a:r>
                  <a:rPr kumimoji="0" lang="en-I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Cambria" panose="02040503050406030204" pitchFamily="18" charset="0"/>
                    <a:cs typeface="Arial"/>
                    <a:sym typeface="Arial"/>
                  </a:rPr>
                  <a:t>) / 3)</a:t>
                </a:r>
                <a:r>
                  <a:rPr kumimoji="0" lang="en-IN" sz="1800" b="0" i="0" u="none" strike="noStrike" kern="1200" cap="none" spc="0" normalizeH="0" baseline="3000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Cambria" panose="02040503050406030204" pitchFamily="18" charset="0"/>
                    <a:cs typeface="Arial"/>
                    <a:sym typeface="Arial"/>
                  </a:rPr>
                  <a:t>3 </a:t>
                </a:r>
                <a:r>
                  <a:rPr kumimoji="0" lang="en-I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Cambria" panose="02040503050406030204" pitchFamily="18" charset="0"/>
                    <a:cs typeface="Arial"/>
                    <a:sym typeface="Arial"/>
                  </a:rPr>
                  <a:t>* </a:t>
                </a:r>
                <a:r>
                  <a:rPr kumimoji="0" lang="en-IN" sz="18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Cambria" panose="02040503050406030204" pitchFamily="18" charset="0"/>
                    <a:cs typeface="Arial"/>
                    <a:sym typeface="Arial"/>
                  </a:rPr>
                  <a:t>log(ɵ</a:t>
                </a:r>
                <a:r>
                  <a:rPr kumimoji="0" lang="en-I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Cambria" panose="02040503050406030204" pitchFamily="18" charset="0"/>
                    <a:cs typeface="Arial"/>
                    <a:sym typeface="Arial"/>
                  </a:rPr>
                  <a:t>/ </a:t>
                </a:r>
                <a:r>
                  <a:rPr kumimoji="0" lang="en-IN" sz="18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Cambria" panose="02040503050406030204" pitchFamily="18" charset="0"/>
                    <a:cs typeface="Arial"/>
                    <a:sym typeface="Arial"/>
                  </a:rPr>
                  <a:t>3)</a:t>
                </a:r>
                <a:r>
                  <a:rPr kumimoji="0" lang="en-IN" sz="1800" b="0" i="0" u="none" strike="noStrike" kern="1200" cap="none" spc="0" normalizeH="0" baseline="3000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Cambria" panose="02040503050406030204" pitchFamily="18" charset="0"/>
                    <a:cs typeface="Arial"/>
                    <a:sym typeface="Arial"/>
                  </a:rPr>
                  <a:t>3</a:t>
                </a:r>
              </a:p>
              <a:p>
                <a:pPr marL="22860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480"/>
                  </a:spcBef>
                  <a:spcAft>
                    <a:spcPts val="0"/>
                  </a:spcAft>
                  <a:buClr>
                    <a:srgbClr val="101141"/>
                  </a:buClr>
                  <a:buSzPct val="100000"/>
                  <a:buFont typeface="Arial"/>
                  <a:buNone/>
                  <a:tabLst/>
                  <a:defRPr/>
                </a:pPr>
                <a:r>
                  <a:rPr kumimoji="0" lang="en-IN" sz="1800" b="0" i="0" u="none" strike="noStrike" kern="0" cap="none" spc="0" normalizeH="0" baseline="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Cambria" panose="02040503050406030204" pitchFamily="18" charset="0"/>
                    <a:cs typeface="Arial" panose="020B0604020202020204" pitchFamily="34" charset="0"/>
                    <a:sym typeface="Arial"/>
                  </a:rPr>
                  <a:t>           = 2log </a:t>
                </a:r>
                <a:r>
                  <a:rPr kumimoji="0" lang="en-IN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Cambria" panose="02040503050406030204" pitchFamily="18" charset="0"/>
                    <a:cs typeface="Arial" panose="020B0604020202020204" pitchFamily="34" charset="0"/>
                    <a:sym typeface="Arial"/>
                  </a:rPr>
                  <a:t>(</a:t>
                </a:r>
                <a:r>
                  <a:rPr kumimoji="0" lang="en-I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Cambria" panose="02040503050406030204" pitchFamily="18" charset="0"/>
                    <a:cs typeface="Arial"/>
                    <a:sym typeface="Arial"/>
                  </a:rPr>
                  <a:t>(1-ɵ) / 3</a:t>
                </a:r>
                <a:r>
                  <a:rPr kumimoji="0" lang="en-IN" sz="18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Cambria" panose="02040503050406030204" pitchFamily="18" charset="0"/>
                    <a:cs typeface="Arial"/>
                    <a:sym typeface="Arial"/>
                  </a:rPr>
                  <a:t>)</a:t>
                </a:r>
                <a:r>
                  <a:rPr kumimoji="0" lang="en-IN" sz="1800" b="0" i="0" u="none" strike="noStrike" kern="1200" cap="none" spc="0" normalizeH="0" baseline="3000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Cambria" panose="02040503050406030204" pitchFamily="18" charset="0"/>
                    <a:cs typeface="Arial"/>
                    <a:sym typeface="Arial"/>
                  </a:rPr>
                  <a:t> </a:t>
                </a:r>
                <a:r>
                  <a:rPr kumimoji="0" lang="en-I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Cambria" panose="02040503050406030204" pitchFamily="18" charset="0"/>
                    <a:cs typeface="Arial"/>
                    <a:sym typeface="Arial"/>
                  </a:rPr>
                  <a:t>+ </a:t>
                </a:r>
                <a:r>
                  <a:rPr kumimoji="0" lang="en-IN" sz="18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Cambria" panose="02040503050406030204" pitchFamily="18" charset="0"/>
                    <a:cs typeface="Arial"/>
                    <a:sym typeface="Arial"/>
                  </a:rPr>
                  <a:t>2log </a:t>
                </a:r>
                <a:r>
                  <a:rPr kumimoji="0" lang="en-I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Cambria" panose="02040503050406030204" pitchFamily="18" charset="0"/>
                    <a:cs typeface="Arial"/>
                    <a:sym typeface="Arial"/>
                  </a:rPr>
                  <a:t>(2ɵ / 3</a:t>
                </a:r>
                <a:r>
                  <a:rPr kumimoji="0" lang="en-IN" sz="18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Cambria" panose="02040503050406030204" pitchFamily="18" charset="0"/>
                    <a:cs typeface="Arial"/>
                    <a:sym typeface="Arial"/>
                  </a:rPr>
                  <a:t>) </a:t>
                </a:r>
                <a:r>
                  <a:rPr kumimoji="0" lang="en-I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Cambria" panose="02040503050406030204" pitchFamily="18" charset="0"/>
                    <a:cs typeface="Arial"/>
                    <a:sym typeface="Arial"/>
                  </a:rPr>
                  <a:t>+ </a:t>
                </a:r>
                <a:r>
                  <a:rPr kumimoji="0" lang="en-IN" sz="18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Cambria" panose="02040503050406030204" pitchFamily="18" charset="0"/>
                    <a:cs typeface="Arial"/>
                    <a:sym typeface="Arial"/>
                  </a:rPr>
                  <a:t>3 log </a:t>
                </a:r>
                <a:r>
                  <a:rPr kumimoji="0" lang="en-I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Cambria" panose="02040503050406030204" pitchFamily="18" charset="0"/>
                    <a:cs typeface="Arial"/>
                    <a:sym typeface="Arial"/>
                  </a:rPr>
                  <a:t>(2(1-ɵ) / 3</a:t>
                </a:r>
                <a:r>
                  <a:rPr kumimoji="0" lang="en-IN" sz="18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Cambria" panose="02040503050406030204" pitchFamily="18" charset="0"/>
                    <a:cs typeface="Arial"/>
                    <a:sym typeface="Arial"/>
                  </a:rPr>
                  <a:t>)</a:t>
                </a:r>
                <a:r>
                  <a:rPr kumimoji="0" lang="en-IN" sz="1800" b="0" i="0" u="none" strike="noStrike" kern="1200" cap="none" spc="0" normalizeH="0" baseline="3000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Cambria" panose="02040503050406030204" pitchFamily="18" charset="0"/>
                    <a:cs typeface="Arial"/>
                    <a:sym typeface="Arial"/>
                  </a:rPr>
                  <a:t> </a:t>
                </a:r>
                <a:r>
                  <a:rPr kumimoji="0" lang="en-IN" sz="18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Cambria" panose="02040503050406030204" pitchFamily="18" charset="0"/>
                    <a:cs typeface="Arial"/>
                    <a:sym typeface="Arial"/>
                  </a:rPr>
                  <a:t>+ 3log(ɵ</a:t>
                </a:r>
                <a:r>
                  <a:rPr kumimoji="0" lang="en-I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Cambria" panose="02040503050406030204" pitchFamily="18" charset="0"/>
                    <a:cs typeface="Arial"/>
                    <a:sym typeface="Arial"/>
                  </a:rPr>
                  <a:t>/ 3</a:t>
                </a:r>
                <a:r>
                  <a:rPr kumimoji="0" lang="en-IN" sz="18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Cambria" panose="02040503050406030204" pitchFamily="18" charset="0"/>
                    <a:cs typeface="Arial"/>
                    <a:sym typeface="Arial"/>
                  </a:rPr>
                  <a:t>)</a:t>
                </a:r>
              </a:p>
              <a:p>
                <a:pPr marL="228600" indent="0" fontAlgn="auto">
                  <a:buSzPct val="100000"/>
                  <a:defRPr/>
                </a:pPr>
                <a:r>
                  <a:rPr kumimoji="0" lang="en-IN" sz="1800" b="0" i="0" u="none" strike="noStrike" kern="0" cap="none" spc="0" normalizeH="0" baseline="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Cambria" panose="02040503050406030204" pitchFamily="18" charset="0"/>
                    <a:cs typeface="Arial" panose="020B0604020202020204" pitchFamily="34" charset="0"/>
                    <a:sym typeface="Arial"/>
                  </a:rPr>
                  <a:t>=2(log (</a:t>
                </a:r>
                <a:r>
                  <a:rPr kumimoji="0" lang="en-IN" sz="18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Cambria" panose="02040503050406030204" pitchFamily="18" charset="0"/>
                    <a:cs typeface="Arial"/>
                    <a:sym typeface="Arial"/>
                  </a:rPr>
                  <a:t>(1-ɵ) -log </a:t>
                </a:r>
                <a:r>
                  <a:rPr kumimoji="0" lang="en-I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Cambria" panose="02040503050406030204" pitchFamily="18" charset="0"/>
                    <a:cs typeface="Arial"/>
                    <a:sym typeface="Arial"/>
                  </a:rPr>
                  <a:t>3)</a:t>
                </a:r>
                <a:r>
                  <a:rPr kumimoji="0" lang="en-IN" sz="1800" b="0" i="0" u="none" strike="noStrike" kern="1200" cap="none" spc="0" normalizeH="0" baseline="3000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Cambria" panose="02040503050406030204" pitchFamily="18" charset="0"/>
                    <a:cs typeface="Arial"/>
                    <a:sym typeface="Arial"/>
                  </a:rPr>
                  <a:t> </a:t>
                </a:r>
                <a:r>
                  <a:rPr kumimoji="0" lang="en-I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Cambria" panose="02040503050406030204" pitchFamily="18" charset="0"/>
                    <a:cs typeface="Arial"/>
                    <a:sym typeface="Arial"/>
                  </a:rPr>
                  <a:t>+ </a:t>
                </a:r>
                <a:r>
                  <a:rPr kumimoji="0" lang="en-IN" sz="18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Cambria" panose="02040503050406030204" pitchFamily="18" charset="0"/>
                    <a:cs typeface="Arial"/>
                    <a:sym typeface="Arial"/>
                  </a:rPr>
                  <a:t>2(log </a:t>
                </a:r>
                <a:r>
                  <a:rPr kumimoji="0" lang="en-I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Cambria" panose="02040503050406030204" pitchFamily="18" charset="0"/>
                    <a:cs typeface="Arial"/>
                    <a:sym typeface="Arial"/>
                  </a:rPr>
                  <a:t>(</a:t>
                </a:r>
                <a:r>
                  <a:rPr kumimoji="0" lang="en-IN" sz="18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Cambria" panose="02040503050406030204" pitchFamily="18" charset="0"/>
                    <a:cs typeface="Arial"/>
                    <a:sym typeface="Arial"/>
                  </a:rPr>
                  <a:t>2ɵ)-log3</a:t>
                </a:r>
                <a:r>
                  <a:rPr kumimoji="0" lang="en-I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Cambria" panose="02040503050406030204" pitchFamily="18" charset="0"/>
                    <a:cs typeface="Arial"/>
                    <a:sym typeface="Arial"/>
                  </a:rPr>
                  <a:t>) + </a:t>
                </a:r>
                <a:r>
                  <a:rPr kumimoji="0" lang="en-IN" sz="18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Cambria" panose="02040503050406030204" pitchFamily="18" charset="0"/>
                    <a:cs typeface="Arial"/>
                    <a:sym typeface="Arial"/>
                  </a:rPr>
                  <a:t>3( </a:t>
                </a:r>
                <a:r>
                  <a:rPr kumimoji="0" lang="en-I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Cambria" panose="02040503050406030204" pitchFamily="18" charset="0"/>
                    <a:cs typeface="Arial"/>
                    <a:sym typeface="Arial"/>
                  </a:rPr>
                  <a:t>log (2(1-ɵ</a:t>
                </a:r>
                <a:r>
                  <a:rPr kumimoji="0" lang="en-IN" sz="18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Cambria" panose="02040503050406030204" pitchFamily="18" charset="0"/>
                    <a:cs typeface="Arial"/>
                    <a:sym typeface="Arial"/>
                  </a:rPr>
                  <a:t>)) – log3</a:t>
                </a:r>
                <a:r>
                  <a:rPr kumimoji="0" lang="en-I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Cambria" panose="02040503050406030204" pitchFamily="18" charset="0"/>
                    <a:cs typeface="Arial"/>
                    <a:sym typeface="Arial"/>
                  </a:rPr>
                  <a:t>)</a:t>
                </a:r>
                <a:r>
                  <a:rPr kumimoji="0" lang="en-IN" sz="1800" b="0" i="0" u="none" strike="noStrike" kern="1200" cap="none" spc="0" normalizeH="0" baseline="3000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Cambria" panose="02040503050406030204" pitchFamily="18" charset="0"/>
                    <a:cs typeface="Arial"/>
                    <a:sym typeface="Arial"/>
                  </a:rPr>
                  <a:t> </a:t>
                </a:r>
                <a:r>
                  <a:rPr kumimoji="0" lang="en-IN" sz="18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Cambria" panose="02040503050406030204" pitchFamily="18" charset="0"/>
                    <a:cs typeface="Arial"/>
                    <a:sym typeface="Arial"/>
                  </a:rPr>
                  <a:t>+ 3(log(ɵ)-log </a:t>
                </a:r>
                <a:r>
                  <a:rPr kumimoji="0" lang="en-I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Cambria" panose="02040503050406030204" pitchFamily="18" charset="0"/>
                    <a:cs typeface="Arial"/>
                    <a:sym typeface="Arial"/>
                  </a:rPr>
                  <a:t>3</a:t>
                </a:r>
                <a:r>
                  <a:rPr kumimoji="0" lang="en-IN" sz="18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Cambria" panose="02040503050406030204" pitchFamily="18" charset="0"/>
                    <a:cs typeface="Arial"/>
                    <a:sym typeface="Arial"/>
                  </a:rPr>
                  <a:t>)</a:t>
                </a:r>
                <a:br>
                  <a:rPr kumimoji="0" lang="en-IN" sz="18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Cambria" panose="02040503050406030204" pitchFamily="18" charset="0"/>
                    <a:cs typeface="Arial"/>
                    <a:sym typeface="Arial"/>
                  </a:rPr>
                </a:br>
                <a:r>
                  <a:rPr kumimoji="0" lang="en-IN" sz="18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Cambria" panose="02040503050406030204" pitchFamily="18" charset="0"/>
                    <a:cs typeface="Arial"/>
                    <a:sym typeface="Arial"/>
                  </a:rPr>
                  <a:t/>
                </a:r>
                <a:br>
                  <a:rPr kumimoji="0" lang="en-IN" sz="18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Cambria" panose="02040503050406030204" pitchFamily="18" charset="0"/>
                    <a:cs typeface="Arial"/>
                    <a:sym typeface="Arial"/>
                  </a:rPr>
                </a:br>
                <a:r>
                  <a:rPr lang="en-IN" sz="1800" kern="0" dirty="0" smtClean="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Gradient </a:t>
                </a:r>
                <a:r>
                  <a:rPr lang="en-IN" sz="1800" kern="0" dirty="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( LL(ɵ) )  = -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1800" i="1" ker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r>
                          <a:rPr lang="en-US" sz="1800" i="1" ker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2</m:t>
                        </m:r>
                      </m:num>
                      <m:den>
                        <m:r>
                          <m:rPr>
                            <m:nor/>
                          </m:rPr>
                          <a:rPr lang="en-IN" sz="1800" dirty="0">
                            <a:solidFill>
                              <a:prstClr val="black"/>
                            </a:solidFill>
                          </a:rPr>
                          <m:t>(1−ɵ)</m:t>
                        </m:r>
                      </m:den>
                    </m:f>
                    <m:r>
                      <a:rPr lang="en-IN" sz="1800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+ </m:t>
                    </m:r>
                    <m:f>
                      <m:fPr>
                        <m:ctrlPr>
                          <a:rPr lang="en-IN" sz="1800" i="1" ker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r>
                          <a:rPr lang="en-US" sz="1800" i="1" ker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2</m:t>
                        </m:r>
                      </m:num>
                      <m:den>
                        <m:r>
                          <m:rPr>
                            <m:nor/>
                          </m:rPr>
                          <a:rPr lang="en-IN" sz="1800" dirty="0">
                            <a:solidFill>
                              <a:prstClr val="black"/>
                            </a:solidFill>
                          </a:rPr>
                          <m:t>ɵ</m:t>
                        </m:r>
                      </m:den>
                    </m:f>
                    <m:r>
                      <a:rPr lang="en-IN" sz="1800" i="1" ker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−</m:t>
                    </m:r>
                    <m:f>
                      <m:fPr>
                        <m:ctrlPr>
                          <a:rPr lang="en-IN" sz="1800" i="1" ker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r>
                          <a:rPr lang="en-IN" sz="1800" i="1" ker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3</m:t>
                        </m:r>
                      </m:num>
                      <m:den>
                        <m:r>
                          <m:rPr>
                            <m:nor/>
                          </m:rPr>
                          <a:rPr lang="en-IN" sz="1800" dirty="0">
                            <a:solidFill>
                              <a:prstClr val="black"/>
                            </a:solidFill>
                          </a:rPr>
                          <m:t>(1−ɵ)</m:t>
                        </m:r>
                      </m:den>
                    </m:f>
                    <m:r>
                      <a:rPr lang="en-IN" sz="1800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+ </m:t>
                    </m:r>
                    <m:f>
                      <m:fPr>
                        <m:ctrlPr>
                          <a:rPr lang="en-IN" sz="1800" i="1" ker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r>
                          <a:rPr lang="en-IN" sz="1800" i="1" ker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3</m:t>
                        </m:r>
                      </m:num>
                      <m:den>
                        <m:r>
                          <m:rPr>
                            <m:nor/>
                          </m:rPr>
                          <a:rPr lang="en-IN" sz="1800" dirty="0">
                            <a:solidFill>
                              <a:prstClr val="black"/>
                            </a:solidFill>
                          </a:rPr>
                          <m:t>ɵ</m:t>
                        </m:r>
                      </m:den>
                    </m:f>
                  </m:oMath>
                </a14:m>
                <a:endParaRPr lang="en-IN" sz="1800" baseline="30000" dirty="0">
                  <a:solidFill>
                    <a:prstClr val="black"/>
                  </a:solidFill>
                </a:endParaRPr>
              </a:p>
              <a:p>
                <a:pPr marL="22860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480"/>
                  </a:spcBef>
                  <a:spcAft>
                    <a:spcPts val="0"/>
                  </a:spcAft>
                  <a:buClr>
                    <a:srgbClr val="101141"/>
                  </a:buClr>
                  <a:buSzPct val="100000"/>
                  <a:buFont typeface="Arial"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  <a:ea typeface="Cambria" panose="02040503050406030204" pitchFamily="18" charset="0"/>
                  <a:cs typeface="Arial"/>
                  <a:sym typeface="Arial"/>
                </a:endParaRPr>
              </a:p>
              <a:p>
                <a:pPr marL="22860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480"/>
                  </a:spcBef>
                  <a:spcAft>
                    <a:spcPts val="0"/>
                  </a:spcAft>
                  <a:buClr>
                    <a:srgbClr val="101141"/>
                  </a:buClr>
                  <a:buSzPct val="100000"/>
                  <a:buFont typeface="Arial"/>
                  <a:buNone/>
                  <a:tabLst/>
                  <a:defRPr/>
                </a:pPr>
                <a:endParaRPr kumimoji="0" lang="en-IN" sz="1800" b="0" i="0" u="none" strike="noStrike" kern="1200" cap="none" spc="0" normalizeH="0" baseline="30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  <a:ea typeface="Cambria" panose="02040503050406030204" pitchFamily="18" charset="0"/>
                  <a:cs typeface="Arial"/>
                  <a:sym typeface="Arial"/>
                </a:endParaRPr>
              </a:p>
              <a:p>
                <a:pPr marL="22860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480"/>
                  </a:spcBef>
                  <a:spcAft>
                    <a:spcPts val="0"/>
                  </a:spcAft>
                  <a:buClr>
                    <a:srgbClr val="101141"/>
                  </a:buClr>
                  <a:buSzPct val="100000"/>
                  <a:buFont typeface="Arial"/>
                  <a:buNone/>
                  <a:tabLst/>
                  <a:defRPr/>
                </a:pPr>
                <a:r>
                  <a:rPr kumimoji="0" lang="en-IN" sz="1800" b="0" i="0" u="none" strike="noStrike" kern="0" cap="none" spc="0" normalizeH="0" baseline="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Cambria" panose="02040503050406030204" pitchFamily="18" charset="0"/>
                    <a:cs typeface="Arial" panose="020B0604020202020204" pitchFamily="34" charset="0"/>
                    <a:sym typeface="Arial"/>
                  </a:rPr>
                  <a:t>                             = </a:t>
                </a:r>
                <a14:m>
                  <m:oMath xmlns:m="http://schemas.openxmlformats.org/officeDocument/2006/math">
                    <m:f>
                      <m:fPr>
                        <m:ctrlPr>
                          <a:rPr kumimoji="0" lang="en-IN" sz="18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Arial"/>
                          </a:rPr>
                        </m:ctrlPr>
                      </m:fPr>
                      <m:num>
                        <m:r>
                          <a:rPr kumimoji="0" lang="en-IN" sz="18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Arial"/>
                          </a:rPr>
                          <m:t>−</m:t>
                        </m:r>
                        <m:r>
                          <m:rPr>
                            <m:nor/>
                          </m:rPr>
                          <a:rPr kumimoji="0" lang="en-US" sz="1800" b="0" i="0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Arial" panose="020B0604020202020204" pitchFamily="34" charset="0"/>
                            <a:sym typeface="Arial"/>
                          </a:rPr>
                          <m:t>5</m:t>
                        </m:r>
                        <m:r>
                          <m:rPr>
                            <m:nor/>
                          </m:rPr>
                          <a:rPr kumimoji="0" lang="en-IN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" panose="02040503050406030204" pitchFamily="18" charset="0"/>
                            <a:ea typeface="Cambria" panose="02040503050406030204" pitchFamily="18" charset="0"/>
                            <a:cs typeface="Arial"/>
                            <a:sym typeface="Arial"/>
                          </a:rPr>
                          <m:t>ɵ</m:t>
                        </m:r>
                        <m:r>
                          <m:rPr>
                            <m:nor/>
                          </m:rPr>
                          <a:rPr kumimoji="0" lang="en-IN" sz="1800" b="0" i="0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" panose="02040503050406030204" pitchFamily="18" charset="0"/>
                            <a:ea typeface="Cambria" panose="02040503050406030204" pitchFamily="18" charset="0"/>
                            <a:cs typeface="Arial"/>
                            <a:sym typeface="Arial"/>
                          </a:rPr>
                          <m:t> + </m:t>
                        </m:r>
                        <m:r>
                          <a:rPr kumimoji="0" lang="en-US" sz="18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sym typeface="Arial"/>
                          </a:rPr>
                          <m:t>5</m:t>
                        </m:r>
                        <m:r>
                          <a:rPr kumimoji="0" lang="en-IN" sz="18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Arial"/>
                          </a:rPr>
                          <m:t>−</m:t>
                        </m:r>
                        <m:r>
                          <m:rPr>
                            <m:nor/>
                          </m:rPr>
                          <a:rPr kumimoji="0" lang="en-US" sz="1800" b="0" i="0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Arial" panose="020B0604020202020204" pitchFamily="34" charset="0"/>
                            <a:sym typeface="Arial"/>
                          </a:rPr>
                          <m:t>5</m:t>
                        </m:r>
                        <m:r>
                          <m:rPr>
                            <m:nor/>
                          </m:rPr>
                          <a:rPr kumimoji="0" lang="en-IN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" panose="02040503050406030204" pitchFamily="18" charset="0"/>
                            <a:ea typeface="Cambria" panose="02040503050406030204" pitchFamily="18" charset="0"/>
                            <a:cs typeface="Arial"/>
                            <a:sym typeface="Arial"/>
                          </a:rPr>
                          <m:t>ɵ</m:t>
                        </m:r>
                      </m:num>
                      <m:den>
                        <m:r>
                          <m:rPr>
                            <m:nor/>
                          </m:rPr>
                          <a:rPr kumimoji="0" lang="en-IN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" panose="02040503050406030204" pitchFamily="18" charset="0"/>
                            <a:ea typeface="Cambria" panose="02040503050406030204" pitchFamily="18" charset="0"/>
                            <a:cs typeface="Arial"/>
                            <a:sym typeface="Arial"/>
                          </a:rPr>
                          <m:t>(1−ɵ)ɵ</m:t>
                        </m:r>
                      </m:den>
                    </m:f>
                    <m:r>
                      <a:rPr kumimoji="0" lang="en-IN" sz="18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sym typeface="Arial"/>
                      </a:rPr>
                      <m:t> </m:t>
                    </m:r>
                  </m:oMath>
                </a14:m>
                <a:r>
                  <a:rPr kumimoji="0" lang="en-IN" sz="1800" b="0" i="0" u="none" strike="noStrike" kern="0" cap="none" spc="0" normalizeH="0" baseline="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Cambria" panose="02040503050406030204" pitchFamily="18" charset="0"/>
                    <a:cs typeface="Arial" panose="020B0604020202020204" pitchFamily="34" charset="0"/>
                    <a:sym typeface="Arial"/>
                  </a:rPr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kumimoji="0" lang="en-IN" sz="18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Arial"/>
                          </a:rPr>
                        </m:ctrlPr>
                      </m:fPr>
                      <m:num>
                        <m:r>
                          <a:rPr kumimoji="0" lang="en-IN" sz="18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Arial"/>
                          </a:rPr>
                          <m:t>−</m:t>
                        </m:r>
                        <m:r>
                          <a:rPr kumimoji="0" lang="en-US" sz="18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Arial"/>
                          </a:rPr>
                          <m:t>10</m:t>
                        </m:r>
                        <m:r>
                          <m:rPr>
                            <m:nor/>
                          </m:rPr>
                          <a:rPr kumimoji="0" lang="en-IN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" panose="02040503050406030204" pitchFamily="18" charset="0"/>
                            <a:ea typeface="Cambria" panose="02040503050406030204" pitchFamily="18" charset="0"/>
                            <a:cs typeface="Arial"/>
                            <a:sym typeface="Arial"/>
                          </a:rPr>
                          <m:t>ɵ + </m:t>
                        </m:r>
                        <m:r>
                          <a:rPr kumimoji="0" lang="en-US" sz="18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sym typeface="Arial"/>
                          </a:rPr>
                          <m:t>5</m:t>
                        </m:r>
                      </m:num>
                      <m:den>
                        <m:r>
                          <m:rPr>
                            <m:nor/>
                          </m:rPr>
                          <a:rPr kumimoji="0" lang="en-IN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" panose="02040503050406030204" pitchFamily="18" charset="0"/>
                            <a:ea typeface="Cambria" panose="02040503050406030204" pitchFamily="18" charset="0"/>
                            <a:cs typeface="Arial"/>
                            <a:sym typeface="Arial"/>
                          </a:rPr>
                          <m:t>(1−ɵ)ɵ</m:t>
                        </m:r>
                      </m:den>
                    </m:f>
                  </m:oMath>
                </a14:m>
                <a:r>
                  <a:rPr kumimoji="0" lang="en-IN" sz="1800" b="0" i="0" u="none" strike="noStrike" kern="1200" cap="none" spc="0" normalizeH="0" baseline="3000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Cambria" panose="02040503050406030204" pitchFamily="18" charset="0"/>
                    <a:cs typeface="Arial"/>
                    <a:sym typeface="Arial"/>
                  </a:rPr>
                  <a:t> </a:t>
                </a:r>
                <a:r>
                  <a:rPr kumimoji="0" lang="en-IN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Cambria" panose="02040503050406030204" pitchFamily="18" charset="0"/>
                    <a:cs typeface="Arial" panose="020B0604020202020204" pitchFamily="34" charset="0"/>
                    <a:sym typeface="Arial"/>
                  </a:rPr>
                  <a:t>= </a:t>
                </a:r>
                <a14:m>
                  <m:oMath xmlns:m="http://schemas.openxmlformats.org/officeDocument/2006/math">
                    <m:r>
                      <a:rPr kumimoji="0" lang="en-IN" sz="1800" b="0" i="1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Arial" panose="020B0604020202020204" pitchFamily="34" charset="0"/>
                        <a:sym typeface="Arial"/>
                      </a:rPr>
                      <m:t>0</m:t>
                    </m:r>
                    <m:r>
                      <a:rPr kumimoji="0" lang="en-IN" sz="1800" b="0" i="1" u="none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Arial" panose="020B0604020202020204" pitchFamily="34" charset="0"/>
                        <a:sym typeface="Arial"/>
                      </a:rPr>
                      <m:t> </m:t>
                    </m:r>
                  </m:oMath>
                </a14:m>
                <a:r>
                  <a:rPr kumimoji="0" lang="en-IN" sz="1800" b="0" i="0" u="none" strike="noStrike" kern="1200" cap="none" spc="0" normalizeH="0" baseline="3000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Cambria" panose="02040503050406030204" pitchFamily="18" charset="0"/>
                    <a:cs typeface="Arial"/>
                    <a:sym typeface="Wingdings" panose="05000000000000000000" pitchFamily="2" charset="2"/>
                  </a:rPr>
                  <a:t>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kumimoji="0" lang="en-I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" panose="02040503050406030204" pitchFamily="18" charset="0"/>
                        <a:ea typeface="Cambria" panose="02040503050406030204" pitchFamily="18" charset="0"/>
                        <a:cs typeface="Arial"/>
                        <a:sym typeface="Arial"/>
                      </a:rPr>
                      <m:t>ɵ</m:t>
                    </m:r>
                  </m:oMath>
                </a14:m>
                <a:r>
                  <a:rPr kumimoji="0" lang="en-IN" sz="18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Cambria" panose="02040503050406030204" pitchFamily="18" charset="0"/>
                    <a:cs typeface="Arial"/>
                    <a:sym typeface="Arial"/>
                  </a:rPr>
                  <a:t> = 0.5</a:t>
                </a:r>
                <a:r>
                  <a:rPr kumimoji="0" lang="en-IN" sz="1800" b="0" i="0" u="none" strike="noStrike" kern="1200" cap="none" spc="0" normalizeH="0" baseline="3000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Cambria" panose="02040503050406030204" pitchFamily="18" charset="0"/>
                    <a:cs typeface="Arial"/>
                    <a:sym typeface="Arial"/>
                  </a:rPr>
                  <a:t>                   </a:t>
                </a:r>
                <a:endParaRPr kumimoji="0" lang="en-IN" sz="1800" b="0" i="0" u="none" strike="noStrike" kern="1200" cap="none" spc="0" normalizeH="0" baseline="30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  <a:ea typeface="Cambria" panose="02040503050406030204" pitchFamily="18" charset="0"/>
                  <a:cs typeface="Arial"/>
                  <a:sym typeface="Arial"/>
                </a:endParaRPr>
              </a:p>
              <a:p>
                <a:pPr marL="22860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480"/>
                  </a:spcBef>
                  <a:spcAft>
                    <a:spcPts val="0"/>
                  </a:spcAft>
                  <a:buClr>
                    <a:srgbClr val="101141"/>
                  </a:buClr>
                  <a:buSzPct val="100000"/>
                  <a:buFont typeface="Arial"/>
                  <a:buNone/>
                  <a:tabLst/>
                  <a:defRPr/>
                </a:pPr>
                <a:endParaRPr kumimoji="0" lang="en-IN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Cambria" panose="02040503050406030204" pitchFamily="18" charset="0"/>
                  <a:cs typeface="Arial" panose="020B0604020202020204" pitchFamily="34" charset="0"/>
                  <a:sym typeface="Arial"/>
                </a:endParaRPr>
              </a:p>
            </p:txBody>
          </p:sp>
        </mc:Choice>
        <mc:Fallback xmlns="">
          <p:sp>
            <p:nvSpPr>
              <p:cNvPr id="8" name="Text Placeholder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487" y="2057400"/>
                <a:ext cx="8686800" cy="471138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893000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304800" y="152400"/>
            <a:ext cx="7772400" cy="1143000"/>
          </a:xfrm>
        </p:spPr>
        <p:txBody>
          <a:bodyPr>
            <a:normAutofit/>
          </a:bodyPr>
          <a:lstStyle/>
          <a:p>
            <a:pPr marL="271463" indent="-42863"/>
            <a:r>
              <a:rPr lang="en-IN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Additional Exercise for Student’s Practice</a:t>
            </a: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19" name="Object 18"/>
          <p:cNvGraphicFramePr>
            <a:graphicFrameLocks noChangeAspect="1"/>
          </p:cNvGraphicFramePr>
          <p:nvPr>
            <p:extLst/>
          </p:nvPr>
        </p:nvGraphicFramePr>
        <p:xfrm>
          <a:off x="2005268" y="1599858"/>
          <a:ext cx="1271332" cy="3316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74" r:id="rId3" imgW="876300" imgH="228600" progId="Equation.DSMT4">
                  <p:embed/>
                </p:oleObj>
              </mc:Choice>
              <mc:Fallback>
                <p:oleObj r:id="rId3" imgW="876300" imgH="228600" progId="Equation.DSMT4">
                  <p:embed/>
                  <p:pic>
                    <p:nvPicPr>
                      <p:cNvPr id="19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05268" y="1599858"/>
                        <a:ext cx="1271332" cy="33165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19"/>
          <p:cNvGraphicFramePr>
            <a:graphicFrameLocks noChangeAspect="1"/>
          </p:cNvGraphicFramePr>
          <p:nvPr>
            <p:extLst/>
          </p:nvPr>
        </p:nvGraphicFramePr>
        <p:xfrm>
          <a:off x="2612203" y="2204709"/>
          <a:ext cx="2252752" cy="73094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75" r:id="rId5" imgW="1384300" imgH="444500" progId="Equation.DSMT4">
                  <p:embed/>
                </p:oleObj>
              </mc:Choice>
              <mc:Fallback>
                <p:oleObj r:id="rId5" imgW="1384300" imgH="444500" progId="Equation.DSMT4">
                  <p:embed/>
                  <p:pic>
                    <p:nvPicPr>
                      <p:cNvPr id="2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12203" y="2204709"/>
                        <a:ext cx="2252752" cy="730946"/>
                      </a:xfrm>
                      <a:prstGeom prst="rect">
                        <a:avLst/>
                      </a:prstGeom>
                      <a:noFill/>
                      <a:ln>
                        <a:solidFill>
                          <a:schemeClr val="accent1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20"/>
          <p:cNvGraphicFramePr>
            <a:graphicFrameLocks noChangeAspect="1"/>
          </p:cNvGraphicFramePr>
          <p:nvPr>
            <p:extLst/>
          </p:nvPr>
        </p:nvGraphicFramePr>
        <p:xfrm>
          <a:off x="5775940" y="2736978"/>
          <a:ext cx="1386860" cy="6433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76" r:id="rId7" imgW="927100" imgH="431800" progId="Equation.DSMT4">
                  <p:embed/>
                </p:oleObj>
              </mc:Choice>
              <mc:Fallback>
                <p:oleObj r:id="rId7" imgW="927100" imgH="431800" progId="Equation.DSMT4">
                  <p:embed/>
                  <p:pic>
                    <p:nvPicPr>
                      <p:cNvPr id="21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75940" y="2736978"/>
                        <a:ext cx="1386860" cy="64338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21"/>
          <p:cNvGraphicFramePr>
            <a:graphicFrameLocks noChangeAspect="1"/>
          </p:cNvGraphicFramePr>
          <p:nvPr>
            <p:extLst/>
          </p:nvPr>
        </p:nvGraphicFramePr>
        <p:xfrm>
          <a:off x="7928834" y="2935655"/>
          <a:ext cx="846049" cy="3409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77" r:id="rId9" imgW="634725" imgH="253890" progId="Equation.DSMT4">
                  <p:embed/>
                </p:oleObj>
              </mc:Choice>
              <mc:Fallback>
                <p:oleObj r:id="rId9" imgW="634725" imgH="253890" progId="Equation.DSMT4">
                  <p:embed/>
                  <p:pic>
                    <p:nvPicPr>
                      <p:cNvPr id="22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28834" y="2935655"/>
                        <a:ext cx="846049" cy="34094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Rectangle 14"/>
          <p:cNvSpPr>
            <a:spLocks noChangeArrowheads="1"/>
          </p:cNvSpPr>
          <p:nvPr/>
        </p:nvSpPr>
        <p:spPr bwMode="auto">
          <a:xfrm>
            <a:off x="0" y="1314891"/>
            <a:ext cx="9107774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Times New Roman" panose="02020603050405020304" pitchFamily="18" charset="0"/>
                <a:cs typeface="+mn-cs"/>
              </a:rPr>
              <a:t>Consider inputs x</a:t>
            </a:r>
            <a:r>
              <a:rPr kumimoji="0" lang="en-US" altLang="en-US" sz="1800" b="0" i="0" u="none" strike="noStrike" kern="1200" cap="none" spc="0" normalizeH="0" baseline="-3000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Times New Roman" panose="02020603050405020304" pitchFamily="18" charset="0"/>
                <a:cs typeface="+mn-cs"/>
              </a:rPr>
              <a:t>i</a:t>
            </a:r>
            <a:r>
              <a:rPr kumimoji="0" lang="en-US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Times New Roman" panose="02020603050405020304" pitchFamily="18" charset="0"/>
                <a:cs typeface="+mn-cs"/>
              </a:rPr>
              <a:t> which are real valued attributes and the outputs </a:t>
            </a:r>
            <a:r>
              <a:rPr kumimoji="0" lang="en-US" alt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Times New Roman" panose="02020603050405020304" pitchFamily="18" charset="0"/>
                <a:cs typeface="+mn-cs"/>
              </a:rPr>
              <a:t>y</a:t>
            </a:r>
            <a:r>
              <a:rPr kumimoji="0" lang="en-US" altLang="en-US" sz="1800" b="0" i="0" u="none" strike="noStrike" kern="1200" cap="none" spc="0" normalizeH="0" baseline="-3000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Times New Roman" panose="02020603050405020304" pitchFamily="18" charset="0"/>
                <a:cs typeface="+mn-cs"/>
              </a:rPr>
              <a:t>i</a:t>
            </a:r>
            <a:r>
              <a:rPr kumimoji="0" lang="en-US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Times New Roman" panose="02020603050405020304" pitchFamily="18" charset="0"/>
                <a:cs typeface="+mn-cs"/>
              </a:rPr>
              <a:t> which are real  </a:t>
            </a:r>
            <a:endParaRPr kumimoji="0" lang="en-US" altLang="en-US" sz="1800" b="0" i="0" u="none" strike="noStrike" kern="120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Times New Roman" panose="02020603050405020304" pitchFamily="18" charset="0"/>
                <a:cs typeface="+mn-cs"/>
              </a:rPr>
              <a:t> valued of the form                     ,  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Times New Roman" panose="02020603050405020304" pitchFamily="18" charset="0"/>
                <a:cs typeface="+mn-cs"/>
              </a:rPr>
              <a:t>where f(x</a:t>
            </a:r>
            <a:r>
              <a:rPr kumimoji="0" lang="en-US" altLang="en-US" sz="1800" b="0" i="0" u="none" strike="noStrike" kern="1200" cap="none" spc="0" normalizeH="0" baseline="-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Times New Roman" panose="02020603050405020304" pitchFamily="18" charset="0"/>
                <a:cs typeface="+mn-cs"/>
              </a:rPr>
              <a:t>i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Times New Roman" panose="02020603050405020304" pitchFamily="18" charset="0"/>
                <a:cs typeface="+mn-cs"/>
              </a:rPr>
              <a:t>) is the true function and </a:t>
            </a:r>
            <a:r>
              <a:rPr kumimoji="0" lang="en-US" alt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Times New Roman" panose="02020603050405020304" pitchFamily="18" charset="0"/>
                <a:cs typeface="+mn-cs"/>
              </a:rPr>
              <a:t>e</a:t>
            </a:r>
            <a:r>
              <a:rPr kumimoji="0" lang="en-US" altLang="en-US" sz="1800" b="0" i="0" u="none" strike="noStrike" kern="1200" cap="none" spc="0" normalizeH="0" baseline="-30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Times New Roman" panose="02020603050405020304" pitchFamily="18" charset="0"/>
                <a:cs typeface="+mn-cs"/>
              </a:rPr>
              <a:t>i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Times New Roman" panose="02020603050405020304" pitchFamily="18" charset="0"/>
                <a:cs typeface="+mn-cs"/>
              </a:rPr>
              <a:t> is a random variable representing laplacian noise with PDF given by </a:t>
            </a:r>
            <a:endParaRPr kumimoji="0" lang="en-US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25" name="Rectangle 16"/>
          <p:cNvSpPr>
            <a:spLocks noChangeArrowheads="1"/>
          </p:cNvSpPr>
          <p:nvPr/>
        </p:nvSpPr>
        <p:spPr bwMode="auto">
          <a:xfrm>
            <a:off x="0" y="2933608"/>
            <a:ext cx="9107774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Times New Roman" panose="02020603050405020304" pitchFamily="18" charset="0"/>
                <a:cs typeface="+mn-cs"/>
              </a:rPr>
              <a:t>      Implementing a linear regression model of the form ,                        and           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Times New Roman" panose="02020603050405020304" pitchFamily="18" charset="0"/>
                <a:cs typeface="+mn-cs"/>
              </a:rPr>
              <a:t>,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Times New Roman" panose="02020603050405020304" pitchFamily="18" charset="0"/>
                <a:cs typeface="+mn-cs"/>
              </a:rPr>
              <a:t>      find the maximum likelihood estimator of 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Symbol" panose="05050102010706020507" pitchFamily="18" charset="2"/>
                <a:cs typeface="Symbol" panose="05050102010706020507" pitchFamily="18" charset="2"/>
              </a:rPr>
              <a:t>è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Times New Roman" panose="02020603050405020304" pitchFamily="18" charset="0"/>
                <a:cs typeface="+mn-cs"/>
              </a:rPr>
              <a:t>. Comment on the loss function.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080045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304800" y="152400"/>
            <a:ext cx="7772400" cy="1143000"/>
          </a:xfrm>
        </p:spPr>
        <p:txBody>
          <a:bodyPr>
            <a:normAutofit/>
          </a:bodyPr>
          <a:lstStyle/>
          <a:p>
            <a:pPr marL="271463" indent="-42863"/>
            <a:r>
              <a:rPr lang="en-IN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Additional Exercise for Student’s Practice</a:t>
            </a: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Placeholder 1"/>
          <p:cNvSpPr>
            <a:spLocks noGrp="1"/>
          </p:cNvSpPr>
          <p:nvPr>
            <p:ph type="body" idx="1"/>
          </p:nvPr>
        </p:nvSpPr>
        <p:spPr>
          <a:xfrm>
            <a:off x="152400" y="1066800"/>
            <a:ext cx="4038600" cy="4711383"/>
          </a:xfrm>
        </p:spPr>
        <p:txBody>
          <a:bodyPr>
            <a:normAutofit/>
          </a:bodyPr>
          <a:lstStyle/>
          <a:p>
            <a:pPr marL="571500" indent="-342900">
              <a:lnSpc>
                <a:spcPct val="250000"/>
              </a:lnSpc>
              <a:buSzPct val="100000"/>
              <a:buFont typeface="+mj-lt"/>
              <a:buAutoNum type="arabicPeriod"/>
            </a:pPr>
            <a:r>
              <a:rPr lang="en-IN" sz="1800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Determine formula </a:t>
            </a:r>
            <a:r>
              <a:rPr lang="en-IN" sz="1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 </a:t>
            </a:r>
            <a:r>
              <a:rPr lang="en-IN" sz="1800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𝐿𝐿(𝜃)</a:t>
            </a:r>
          </a:p>
          <a:p>
            <a:pPr marL="571500" indent="-342900">
              <a:lnSpc>
                <a:spcPct val="250000"/>
              </a:lnSpc>
              <a:buSzPct val="100000"/>
              <a:buFont typeface="+mj-lt"/>
              <a:buAutoNum type="arabicPeriod"/>
            </a:pPr>
            <a:endParaRPr lang="en-IN" sz="1800" dirty="0" smtClean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71500" indent="-342900">
              <a:lnSpc>
                <a:spcPct val="250000"/>
              </a:lnSpc>
              <a:buSzPct val="100000"/>
              <a:buFont typeface="+mj-lt"/>
              <a:buAutoNum type="arabicPeriod"/>
            </a:pPr>
            <a:r>
              <a:rPr lang="en-IN" sz="1800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Differentiate 𝐿𝐿(𝜃) w.r.t</a:t>
            </a:r>
            <a:r>
              <a:rPr lang="en-IN" sz="1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(each) </a:t>
            </a:r>
            <a:r>
              <a:rPr lang="en-IN" sz="1800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𝜃</a:t>
            </a:r>
          </a:p>
          <a:p>
            <a:pPr marL="571500" indent="-342900">
              <a:lnSpc>
                <a:spcPct val="250000"/>
              </a:lnSpc>
              <a:buSzPct val="100000"/>
              <a:buFont typeface="+mj-lt"/>
              <a:buAutoNum type="arabicPeriod"/>
            </a:pPr>
            <a:endParaRPr lang="en-IN" sz="1800" dirty="0" smtClean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71500" indent="-342900">
              <a:lnSpc>
                <a:spcPct val="250000"/>
              </a:lnSpc>
              <a:buSzPct val="100000"/>
              <a:buFont typeface="+mj-lt"/>
              <a:buAutoNum type="arabicPeriod"/>
            </a:pPr>
            <a:r>
              <a:rPr lang="en-IN" sz="1800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Solve</a:t>
            </a:r>
            <a:endParaRPr lang="en-IN" sz="18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 Placeholder 1"/>
              <p:cNvSpPr txBox="1">
                <a:spLocks/>
              </p:cNvSpPr>
              <p:nvPr/>
            </p:nvSpPr>
            <p:spPr>
              <a:xfrm>
                <a:off x="533400" y="1828800"/>
                <a:ext cx="8291514" cy="471138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 fontScale="92500" lnSpcReduction="20000"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228600" algn="l" rtl="0">
                  <a:lnSpc>
                    <a:spcPct val="100000"/>
                  </a:lnSpc>
                  <a:spcBef>
                    <a:spcPts val="480"/>
                  </a:spcBef>
                  <a:spcAft>
                    <a:spcPts val="0"/>
                  </a:spcAft>
                  <a:buClr>
                    <a:srgbClr val="101141"/>
                  </a:buClr>
                  <a:buSzPts val="2400"/>
                  <a:buFont typeface="Arial"/>
                  <a:buNone/>
                  <a:defRPr sz="2400" b="0" i="0" u="none" strike="noStrike" cap="none">
                    <a:solidFill>
                      <a:schemeClr val="dk1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Arial"/>
                    <a:sym typeface="Arial"/>
                  </a:defRPr>
                </a:lvl1pPr>
                <a:lvl2pPr marL="914400" marR="0" lvl="1" indent="-330200" algn="l" rtl="0">
                  <a:lnSpc>
                    <a:spcPct val="100000"/>
                  </a:lnSpc>
                  <a:spcBef>
                    <a:spcPts val="32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Arial"/>
                  <a:buChar char="–"/>
                  <a:defRPr sz="16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L="1371600" marR="0" lvl="2" indent="-342900" algn="l" rtl="0">
                  <a:lnSpc>
                    <a:spcPct val="100000"/>
                  </a:lnSpc>
                  <a:spcBef>
                    <a:spcPts val="36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24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3pPr>
                <a:lvl4pPr marL="1828800" marR="0" lvl="3" indent="-342900" algn="l" rtl="0">
                  <a:lnSpc>
                    <a:spcPct val="100000"/>
                  </a:lnSpc>
                  <a:spcBef>
                    <a:spcPts val="36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–"/>
                  <a:defRPr sz="20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4pPr>
                <a:lvl5pPr marL="2286000" marR="0" lvl="4" indent="-342900" algn="l" rtl="0">
                  <a:lnSpc>
                    <a:spcPct val="100000"/>
                  </a:lnSpc>
                  <a:spcBef>
                    <a:spcPts val="36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»"/>
                  <a:defRPr sz="20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5pPr>
                <a:lvl6pPr marL="2743200" marR="0" lvl="5" indent="-342900" algn="l" rtl="0">
                  <a:lnSpc>
                    <a:spcPct val="100000"/>
                  </a:lnSpc>
                  <a:spcBef>
                    <a:spcPts val="36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20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6pPr>
                <a:lvl7pPr marL="3200400" marR="0" lvl="6" indent="-342900" algn="l" rtl="0">
                  <a:lnSpc>
                    <a:spcPct val="100000"/>
                  </a:lnSpc>
                  <a:spcBef>
                    <a:spcPts val="36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20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7pPr>
                <a:lvl8pPr marL="3657600" marR="0" lvl="7" indent="-342900" algn="l" rtl="0">
                  <a:lnSpc>
                    <a:spcPct val="100000"/>
                  </a:lnSpc>
                  <a:spcBef>
                    <a:spcPts val="36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20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8pPr>
                <a:lvl9pPr marL="4114800" marR="0" lvl="8" indent="-342900" algn="l" rtl="0">
                  <a:lnSpc>
                    <a:spcPct val="100000"/>
                  </a:lnSpc>
                  <a:spcBef>
                    <a:spcPts val="36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20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9pPr>
              </a:lstStyle>
              <a:p>
                <a:pPr marL="228600" lvl="0" indent="0" fontAlgn="auto">
                  <a:buSzPct val="100000"/>
                  <a:defRPr/>
                </a:pPr>
                <a:r>
                  <a:rPr kumimoji="0" lang="en-IN" sz="1800" b="0" i="0" u="none" strike="noStrike" kern="0" cap="none" spc="0" normalizeH="0" baseline="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Cambria" panose="02040503050406030204" pitchFamily="18" charset="0"/>
                    <a:cs typeface="Arial" panose="020B0604020202020204" pitchFamily="34" charset="0"/>
                    <a:sym typeface="Arial"/>
                  </a:rPr>
                  <a:t>L(ɵ)   = </a:t>
                </a:r>
                <a:r>
                  <a:rPr lang="en-IN" sz="1800" kern="0" dirty="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L(ɵ)  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sz="1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f>
                          <m:fPr>
                            <m:ctrlPr>
                              <a:rPr lang="en-IN" sz="18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18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m:rPr>
                                <m:nor/>
                              </m:rPr>
                              <a:rPr lang="en-IN" sz="180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nor/>
                              </m:rPr>
                              <a:rPr lang="en-IN" sz="1800" dirty="0">
                                <a:solidFill>
                                  <a:prstClr val="black"/>
                                </a:solidFill>
                              </a:rPr>
                              <m:t>ɵ</m:t>
                            </m:r>
                          </m:den>
                        </m:f>
                        <m:r>
                          <a:rPr lang="en-IN" sz="1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IN" sz="1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f>
                          <m:fPr>
                            <m:ctrlPr>
                              <a:rPr lang="en-IN" sz="18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nor/>
                              </m:rPr>
                              <a:rPr lang="en-IN" sz="1800" dirty="0">
                                <a:solidFill>
                                  <a:prstClr val="black"/>
                                </a:solidFill>
                              </a:rPr>
                              <m:t>−|</m:t>
                            </m:r>
                            <m:r>
                              <m:rPr>
                                <m:nor/>
                              </m:rPr>
                              <a:rPr lang="en-IN" sz="1800" b="1" dirty="0">
                                <a:solidFill>
                                  <a:prstClr val="black"/>
                                </a:solidFill>
                              </a:rPr>
                              <m:t>y</m:t>
                            </m:r>
                            <m:r>
                              <m:rPr>
                                <m:nor/>
                              </m:rPr>
                              <a:rPr lang="en-IN" sz="1800" b="1" baseline="-25000" dirty="0">
                                <a:solidFill>
                                  <a:prstClr val="black"/>
                                </a:solidFill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en-IN" sz="1800" baseline="-25000" dirty="0">
                                <a:solidFill>
                                  <a:prstClr val="black"/>
                                </a:solidFill>
                              </a:rPr>
                              <m:t>1 </m:t>
                            </m:r>
                            <m:r>
                              <m:rPr>
                                <m:nor/>
                              </m:rPr>
                              <a:rPr lang="en-IN" sz="1800" dirty="0">
                                <a:solidFill>
                                  <a:prstClr val="black"/>
                                </a:solidFill>
                              </a:rPr>
                              <m:t>− </m:t>
                            </m:r>
                            <m:r>
                              <m:rPr>
                                <m:sty m:val="p"/>
                              </m:rPr>
                              <a:rPr lang="el-GR" sz="1800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μ</m:t>
                            </m:r>
                            <m:r>
                              <m:rPr>
                                <m:nor/>
                              </m:rPr>
                              <a:rPr lang="en-IN" sz="1800" dirty="0">
                                <a:solidFill>
                                  <a:prstClr val="black"/>
                                </a:solidFill>
                              </a:rPr>
                              <m:t>|</m:t>
                            </m:r>
                          </m:num>
                          <m:den>
                            <m:r>
                              <m:rPr>
                                <m:nor/>
                              </m:rPr>
                              <a:rPr lang="en-IN" sz="1800" dirty="0">
                                <a:solidFill>
                                  <a:prstClr val="black"/>
                                </a:solidFill>
                              </a:rPr>
                              <m:t>ɵ</m:t>
                            </m:r>
                          </m:den>
                        </m:f>
                      </m:sup>
                    </m:sSup>
                  </m:oMath>
                </a14:m>
                <a:r>
                  <a:rPr lang="en-IN" sz="1800" kern="0" dirty="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*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sz="1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f>
                          <m:fPr>
                            <m:ctrlPr>
                              <a:rPr lang="en-IN" sz="18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18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m:rPr>
                                <m:nor/>
                              </m:rPr>
                              <a:rPr lang="en-IN" sz="180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nor/>
                              </m:rPr>
                              <a:rPr lang="en-IN" sz="1800" dirty="0">
                                <a:solidFill>
                                  <a:prstClr val="black"/>
                                </a:solidFill>
                              </a:rPr>
                              <m:t>ɵ</m:t>
                            </m:r>
                          </m:den>
                        </m:f>
                        <m:r>
                          <a:rPr lang="en-IN" sz="1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IN" sz="1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f>
                          <m:fPr>
                            <m:ctrlPr>
                              <a:rPr lang="en-IN" sz="18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nor/>
                              </m:rPr>
                              <a:rPr lang="en-IN" sz="1800" dirty="0">
                                <a:solidFill>
                                  <a:prstClr val="black"/>
                                </a:solidFill>
                              </a:rPr>
                              <m:t>−|</m:t>
                            </m:r>
                            <m:r>
                              <m:rPr>
                                <m:nor/>
                              </m:rPr>
                              <a:rPr lang="en-IN" sz="1800" b="1" dirty="0">
                                <a:solidFill>
                                  <a:prstClr val="black"/>
                                </a:solidFill>
                              </a:rPr>
                              <m:t>y</m:t>
                            </m:r>
                            <m:r>
                              <m:rPr>
                                <m:nor/>
                              </m:rPr>
                              <a:rPr lang="en-IN" sz="1800" b="1" baseline="-25000" dirty="0">
                                <a:solidFill>
                                  <a:prstClr val="black"/>
                                </a:solidFill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en-IN" sz="1800" baseline="-25000" dirty="0">
                                <a:solidFill>
                                  <a:prstClr val="black"/>
                                </a:solidFill>
                              </a:rPr>
                              <m:t>2 </m:t>
                            </m:r>
                            <m:r>
                              <m:rPr>
                                <m:nor/>
                              </m:rPr>
                              <a:rPr lang="en-IN" sz="1800" dirty="0">
                                <a:solidFill>
                                  <a:prstClr val="black"/>
                                </a:solidFill>
                              </a:rPr>
                              <m:t>− </m:t>
                            </m:r>
                            <m:r>
                              <m:rPr>
                                <m:sty m:val="p"/>
                              </m:rPr>
                              <a:rPr lang="el-GR" sz="1800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μ</m:t>
                            </m:r>
                            <m:r>
                              <m:rPr>
                                <m:nor/>
                              </m:rPr>
                              <a:rPr lang="en-IN" sz="1800" dirty="0">
                                <a:solidFill>
                                  <a:prstClr val="black"/>
                                </a:solidFill>
                              </a:rPr>
                              <m:t>|</m:t>
                            </m:r>
                          </m:num>
                          <m:den>
                            <m:r>
                              <m:rPr>
                                <m:nor/>
                              </m:rPr>
                              <a:rPr lang="en-IN" sz="1800" dirty="0">
                                <a:solidFill>
                                  <a:prstClr val="black"/>
                                </a:solidFill>
                              </a:rPr>
                              <m:t>ɵ</m:t>
                            </m:r>
                          </m:den>
                        </m:f>
                      </m:sup>
                    </m:sSup>
                  </m:oMath>
                </a14:m>
                <a:r>
                  <a:rPr lang="en-IN" sz="1800" kern="0" dirty="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*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sz="1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f>
                          <m:fPr>
                            <m:ctrlPr>
                              <a:rPr lang="en-IN" sz="18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18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m:rPr>
                                <m:nor/>
                              </m:rPr>
                              <a:rPr lang="en-IN" sz="180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nor/>
                              </m:rPr>
                              <a:rPr lang="en-IN" sz="1800" dirty="0">
                                <a:solidFill>
                                  <a:prstClr val="black"/>
                                </a:solidFill>
                              </a:rPr>
                              <m:t>ɵ</m:t>
                            </m:r>
                          </m:den>
                        </m:f>
                        <m:r>
                          <a:rPr lang="en-IN" sz="1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IN" sz="1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f>
                          <m:fPr>
                            <m:ctrlPr>
                              <a:rPr lang="en-IN" sz="18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nor/>
                              </m:rPr>
                              <a:rPr lang="en-IN" sz="1800" dirty="0">
                                <a:solidFill>
                                  <a:prstClr val="black"/>
                                </a:solidFill>
                              </a:rPr>
                              <m:t>−|</m:t>
                            </m:r>
                            <m:r>
                              <m:rPr>
                                <m:nor/>
                              </m:rPr>
                              <a:rPr lang="en-IN" sz="1800" b="1" dirty="0">
                                <a:solidFill>
                                  <a:prstClr val="black"/>
                                </a:solidFill>
                              </a:rPr>
                              <m:t>y</m:t>
                            </m:r>
                            <m:r>
                              <m:rPr>
                                <m:nor/>
                              </m:rPr>
                              <a:rPr lang="en-IN" sz="1800" b="1" baseline="-25000" dirty="0">
                                <a:solidFill>
                                  <a:prstClr val="black"/>
                                </a:solidFill>
                              </a:rPr>
                              <m:t> 3</m:t>
                            </m:r>
                            <m:r>
                              <m:rPr>
                                <m:nor/>
                              </m:rPr>
                              <a:rPr lang="en-IN" sz="1800" baseline="-25000" dirty="0">
                                <a:solidFill>
                                  <a:prstClr val="black"/>
                                </a:solidFill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en-IN" sz="1800" dirty="0">
                                <a:solidFill>
                                  <a:prstClr val="black"/>
                                </a:solidFill>
                              </a:rPr>
                              <m:t>− </m:t>
                            </m:r>
                            <m:r>
                              <m:rPr>
                                <m:sty m:val="p"/>
                              </m:rPr>
                              <a:rPr lang="el-GR" sz="1800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μ</m:t>
                            </m:r>
                            <m:r>
                              <m:rPr>
                                <m:nor/>
                              </m:rPr>
                              <a:rPr lang="en-IN" sz="1800" dirty="0">
                                <a:solidFill>
                                  <a:prstClr val="black"/>
                                </a:solidFill>
                              </a:rPr>
                              <m:t>|</m:t>
                            </m:r>
                          </m:num>
                          <m:den>
                            <m:r>
                              <m:rPr>
                                <m:nor/>
                              </m:rPr>
                              <a:rPr lang="en-IN" sz="1800" dirty="0">
                                <a:solidFill>
                                  <a:prstClr val="black"/>
                                </a:solidFill>
                              </a:rPr>
                              <m:t>ɵ</m:t>
                            </m:r>
                          </m:den>
                        </m:f>
                      </m:sup>
                    </m:sSup>
                  </m:oMath>
                </a14:m>
                <a:r>
                  <a:rPr lang="en-IN" sz="1800" kern="0" dirty="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*……..*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sz="1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f>
                          <m:fPr>
                            <m:ctrlPr>
                              <a:rPr lang="en-IN" sz="18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18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m:rPr>
                                <m:nor/>
                              </m:rPr>
                              <a:rPr lang="en-IN" sz="180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nor/>
                              </m:rPr>
                              <a:rPr lang="en-IN" sz="1800" dirty="0">
                                <a:solidFill>
                                  <a:prstClr val="black"/>
                                </a:solidFill>
                              </a:rPr>
                              <m:t>ɵ</m:t>
                            </m:r>
                          </m:den>
                        </m:f>
                        <m:r>
                          <a:rPr lang="en-IN" sz="1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IN" sz="1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f>
                          <m:fPr>
                            <m:ctrlPr>
                              <a:rPr lang="en-IN" sz="18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nor/>
                              </m:rPr>
                              <a:rPr lang="en-IN" sz="1800" dirty="0">
                                <a:solidFill>
                                  <a:prstClr val="black"/>
                                </a:solidFill>
                              </a:rPr>
                              <m:t>−|</m:t>
                            </m:r>
                            <m:r>
                              <m:rPr>
                                <m:nor/>
                              </m:rPr>
                              <a:rPr lang="en-IN" sz="1800" b="1" dirty="0">
                                <a:solidFill>
                                  <a:prstClr val="black"/>
                                </a:solidFill>
                              </a:rPr>
                              <m:t>y</m:t>
                            </m:r>
                            <m:r>
                              <m:rPr>
                                <m:nor/>
                              </m:rPr>
                              <a:rPr lang="en-IN" sz="1800" b="1" baseline="-25000" dirty="0">
                                <a:solidFill>
                                  <a:prstClr val="black"/>
                                </a:solidFill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en-IN" sz="1800" baseline="-25000" dirty="0">
                                <a:solidFill>
                                  <a:prstClr val="black"/>
                                </a:solidFill>
                              </a:rPr>
                              <m:t>n</m:t>
                            </m:r>
                            <m:r>
                              <m:rPr>
                                <m:nor/>
                              </m:rPr>
                              <a:rPr lang="en-IN" sz="1800" baseline="-25000" dirty="0">
                                <a:solidFill>
                                  <a:prstClr val="black"/>
                                </a:solidFill>
                              </a:rPr>
                              <m:t> − </m:t>
                            </m:r>
                            <m:r>
                              <m:rPr>
                                <m:sty m:val="p"/>
                              </m:rPr>
                              <a:rPr lang="el-GR" sz="1800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μ</m:t>
                            </m:r>
                            <m:r>
                              <m:rPr>
                                <m:nor/>
                              </m:rPr>
                              <a:rPr lang="en-IN" sz="1800" dirty="0">
                                <a:solidFill>
                                  <a:prstClr val="black"/>
                                </a:solidFill>
                              </a:rPr>
                              <m:t>|</m:t>
                            </m:r>
                          </m:num>
                          <m:den>
                            <m:r>
                              <m:rPr>
                                <m:nor/>
                              </m:rPr>
                              <a:rPr lang="en-IN" sz="1800" dirty="0">
                                <a:solidFill>
                                  <a:prstClr val="black"/>
                                </a:solidFill>
                              </a:rPr>
                              <m:t>ɵ</m:t>
                            </m:r>
                          </m:den>
                        </m:f>
                      </m:sup>
                    </m:sSup>
                  </m:oMath>
                </a14:m>
                <a:endParaRPr lang="en-US" sz="1800" i="1" dirty="0" smtClean="0">
                  <a:solidFill>
                    <a:prstClr val="black"/>
                  </a:solidFill>
                  <a:latin typeface="Cambria Math" panose="02040503050406030204" pitchFamily="18" charset="0"/>
                </a:endParaRPr>
              </a:p>
              <a:p>
                <a:pPr marL="228600" lvl="0" indent="0" fontAlgn="auto">
                  <a:buSzPct val="100000"/>
                  <a:defRPr/>
                </a:pPr>
                <a:r>
                  <a:rPr kumimoji="0" lang="en-IN" sz="1800" b="0" u="none" strike="noStrike" kern="0" cap="none" spc="0" normalizeH="0" baseline="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cs typeface="Arial" panose="020B0604020202020204" pitchFamily="34" charset="0"/>
                    <a:sym typeface="Arial"/>
                  </a:rPr>
                  <a:t>=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0" lang="en-IN" sz="18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Arial"/>
                          </a:rPr>
                        </m:ctrlPr>
                      </m:sSupPr>
                      <m:e>
                        <m:r>
                          <a:rPr kumimoji="0" lang="en-IN" sz="18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Arial"/>
                          </a:rPr>
                          <m:t>(</m:t>
                        </m:r>
                        <m:nary>
                          <m:naryPr>
                            <m:chr m:val="∏"/>
                            <m:ctrlPr>
                              <a:rPr kumimoji="0" lang="en-IN" sz="1800" b="0" i="1" u="none" strike="noStrike" kern="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Arial" panose="020B0604020202020204" pitchFamily="34" charset="0"/>
                                <a:sym typeface="Arial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kumimoji="0" lang="en-IN" sz="1800" b="0" i="1" u="none" strike="noStrike" kern="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Arial" panose="020B0604020202020204" pitchFamily="34" charset="0"/>
                                <a:sym typeface="Arial"/>
                              </a:rPr>
                              <m:t>𝑖</m:t>
                            </m:r>
                            <m:r>
                              <a:rPr kumimoji="0" lang="en-IN" sz="1800" b="0" i="1" u="none" strike="noStrike" kern="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Arial" panose="020B0604020202020204" pitchFamily="34" charset="0"/>
                                <a:sym typeface="Arial"/>
                              </a:rPr>
                              <m:t>=1</m:t>
                            </m:r>
                          </m:sub>
                          <m:sup>
                            <m:r>
                              <a:rPr kumimoji="0" lang="en-IN" sz="1800" b="0" i="1" u="none" strike="noStrike" kern="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Arial" panose="020B0604020202020204" pitchFamily="34" charset="0"/>
                                <a:sym typeface="Arial"/>
                              </a:rPr>
                              <m:t>𝑛</m:t>
                            </m:r>
                          </m:sup>
                          <m:e>
                            <m:sSup>
                              <m:sSupPr>
                                <m:ctrlPr>
                                  <a:rPr kumimoji="0" lang="en-IN" sz="18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sym typeface="Arial"/>
                                  </a:rPr>
                                </m:ctrlPr>
                              </m:sSupPr>
                              <m:e>
                                <m:f>
                                  <m:fPr>
                                    <m:ctrlPr>
                                      <a:rPr kumimoji="0" lang="en-IN" sz="18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sym typeface="Arial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IN" sz="18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sym typeface="Arial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m:rPr>
                                        <m:nor/>
                                      </m:rPr>
                                      <a:rPr kumimoji="0" lang="en-IN" sz="1800" b="0" i="0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Cambria" panose="02040503050406030204" pitchFamily="18" charset="0"/>
                                        <a:cs typeface="Arial"/>
                                        <a:sym typeface="Arial"/>
                                      </a:rPr>
                                      <m:t>2</m:t>
                                    </m:r>
                                    <m:r>
                                      <m:rPr>
                                        <m:nor/>
                                      </m:rPr>
                                      <a:rPr kumimoji="0" lang="en-IN" sz="1800" b="0" i="0" u="none" strike="noStrike" kern="1200" cap="none" spc="0" normalizeH="0" baseline="0" noProof="0" dirty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" panose="02040503050406030204" pitchFamily="18" charset="0"/>
                                        <a:ea typeface="Cambria" panose="02040503050406030204" pitchFamily="18" charset="0"/>
                                        <a:cs typeface="Arial"/>
                                        <a:sym typeface="Arial"/>
                                      </a:rPr>
                                      <m:t>ɵ</m:t>
                                    </m:r>
                                  </m:den>
                                </m:f>
                                <m:r>
                                  <a:rPr kumimoji="0" lang="en-IN" sz="18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sym typeface="Arial"/>
                                  </a:rPr>
                                  <m:t> </m:t>
                                </m:r>
                                <m:r>
                                  <a:rPr kumimoji="0" lang="en-IN" sz="18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sym typeface="Arial"/>
                                  </a:rPr>
                                  <m:t>𝑒</m:t>
                                </m:r>
                              </m:e>
                              <m:sup>
                                <m:f>
                                  <m:fPr>
                                    <m:ctrlPr>
                                      <a:rPr kumimoji="0" lang="en-IN" sz="18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sym typeface="Arial"/>
                                      </a:rPr>
                                    </m:ctrlPr>
                                  </m:fPr>
                                  <m:num>
                                    <m:r>
                                      <m:rPr>
                                        <m:nor/>
                                      </m:rPr>
                                      <a:rPr kumimoji="0" lang="en-IN" sz="1800" b="0" i="0" u="none" strike="noStrike" kern="1200" cap="none" spc="0" normalizeH="0" baseline="0" noProof="0" dirty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" panose="02040503050406030204" pitchFamily="18" charset="0"/>
                                        <a:ea typeface="Cambria" panose="02040503050406030204" pitchFamily="18" charset="0"/>
                                        <a:cs typeface="Arial"/>
                                        <a:sym typeface="Arial"/>
                                      </a:rPr>
                                      <m:t>−|</m:t>
                                    </m:r>
                                    <m:r>
                                      <m:rPr>
                                        <m:nor/>
                                      </m:rPr>
                                      <a:rPr kumimoji="0" lang="en-IN" sz="1800" b="1" i="0" u="none" strike="noStrike" kern="1200" cap="none" spc="0" normalizeH="0" baseline="0" noProof="0" dirty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" panose="02040503050406030204" pitchFamily="18" charset="0"/>
                                        <a:ea typeface="Cambria" panose="02040503050406030204" pitchFamily="18" charset="0"/>
                                        <a:cs typeface="Arial"/>
                                        <a:sym typeface="Arial"/>
                                      </a:rPr>
                                      <m:t>y</m:t>
                                    </m:r>
                                    <m:r>
                                      <m:rPr>
                                        <m:nor/>
                                      </m:rPr>
                                      <a:rPr kumimoji="0" lang="en-IN" sz="1800" b="1" i="0" u="none" strike="noStrike" kern="1200" cap="none" spc="0" normalizeH="0" baseline="-25000" noProof="0" dirty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" panose="02040503050406030204" pitchFamily="18" charset="0"/>
                                        <a:ea typeface="Cambria" panose="02040503050406030204" pitchFamily="18" charset="0"/>
                                        <a:cs typeface="Arial"/>
                                        <a:sym typeface="Arial"/>
                                      </a:rPr>
                                      <m:t> </m:t>
                                    </m:r>
                                    <m:r>
                                      <m:rPr>
                                        <m:nor/>
                                      </m:rPr>
                                      <a:rPr kumimoji="0" lang="en-IN" sz="1800" b="1" i="0" u="none" strike="noStrike" kern="1200" cap="none" spc="0" normalizeH="0" baseline="-25000" noProof="0" dirty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" panose="02040503050406030204" pitchFamily="18" charset="0"/>
                                        <a:ea typeface="Cambria" panose="02040503050406030204" pitchFamily="18" charset="0"/>
                                        <a:cs typeface="Arial"/>
                                        <a:sym typeface="Arial"/>
                                      </a:rPr>
                                      <m:t>i</m:t>
                                    </m:r>
                                    <m:r>
                                      <m:rPr>
                                        <m:nor/>
                                      </m:rPr>
                                      <a:rPr kumimoji="0" lang="en-IN" sz="1800" b="0" i="0" u="none" strike="noStrike" kern="1200" cap="none" spc="0" normalizeH="0" baseline="-25000" noProof="0" dirty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" panose="02040503050406030204" pitchFamily="18" charset="0"/>
                                        <a:ea typeface="Cambria" panose="02040503050406030204" pitchFamily="18" charset="0"/>
                                        <a:cs typeface="Arial"/>
                                        <a:sym typeface="Arial"/>
                                      </a:rPr>
                                      <m:t> </m:t>
                                    </m:r>
                                    <m:r>
                                      <m:rPr>
                                        <m:nor/>
                                      </m:rPr>
                                      <a:rPr kumimoji="0" lang="en-IN" sz="1800" b="0" i="0" u="none" strike="noStrike" kern="1200" cap="none" spc="0" normalizeH="0" baseline="0" noProof="0" dirty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" panose="02040503050406030204" pitchFamily="18" charset="0"/>
                                        <a:ea typeface="Cambria" panose="02040503050406030204" pitchFamily="18" charset="0"/>
                                        <a:cs typeface="Arial"/>
                                        <a:sym typeface="Arial"/>
                                      </a:rPr>
                                      <m:t>− 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kumimoji="0" lang="el-GR" sz="1800" b="0" i="1" u="none" strike="noStrike" kern="1200" cap="none" spc="0" normalizeH="0" baseline="0" noProof="0" dirty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sym typeface="Arial"/>
                                      </a:rPr>
                                      <m:t>μ</m:t>
                                    </m:r>
                                    <m:r>
                                      <m:rPr>
                                        <m:nor/>
                                      </m:rPr>
                                      <a:rPr kumimoji="0" lang="en-IN" sz="1800" b="0" i="0" u="none" strike="noStrike" kern="1200" cap="none" spc="0" normalizeH="0" baseline="0" noProof="0" dirty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" panose="02040503050406030204" pitchFamily="18" charset="0"/>
                                        <a:ea typeface="Cambria" panose="02040503050406030204" pitchFamily="18" charset="0"/>
                                        <a:cs typeface="Arial"/>
                                        <a:sym typeface="Arial"/>
                                      </a:rPr>
                                      <m:t>|</m:t>
                                    </m:r>
                                  </m:num>
                                  <m:den>
                                    <m:r>
                                      <m:rPr>
                                        <m:nor/>
                                      </m:rPr>
                                      <a:rPr kumimoji="0" lang="en-IN" sz="1800" b="0" i="0" u="none" strike="noStrike" kern="1200" cap="none" spc="0" normalizeH="0" baseline="0" noProof="0" dirty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" panose="02040503050406030204" pitchFamily="18" charset="0"/>
                                        <a:ea typeface="Cambria" panose="02040503050406030204" pitchFamily="18" charset="0"/>
                                        <a:cs typeface="Arial"/>
                                        <a:sym typeface="Arial"/>
                                      </a:rPr>
                                      <m:t>ɵ</m:t>
                                    </m:r>
                                  </m:den>
                                </m:f>
                              </m:sup>
                            </m:sSup>
                            <m:r>
                              <a:rPr kumimoji="0" lang="en-IN" sz="1800" b="0" i="1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sym typeface="Arial"/>
                              </a:rPr>
                              <m:t>)</m:t>
                            </m:r>
                          </m:e>
                        </m:nary>
                        <m:r>
                          <m:rPr>
                            <m:nor/>
                          </m:rPr>
                          <a:rPr kumimoji="0" lang="en-IN" sz="1800" b="0" i="0" u="none" strike="noStrike" kern="1200" cap="none" spc="0" normalizeH="0" baseline="3000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" panose="02040503050406030204" pitchFamily="18" charset="0"/>
                            <a:ea typeface="Cambria" panose="02040503050406030204" pitchFamily="18" charset="0"/>
                            <a:cs typeface="Arial"/>
                            <a:sym typeface="Arial"/>
                          </a:rPr>
                          <m:t> </m:t>
                        </m:r>
                      </m:e>
                      <m:sup/>
                    </m:sSup>
                  </m:oMath>
                </a14:m>
                <a:endParaRPr kumimoji="0" lang="en-IN" sz="1800" b="0" i="0" u="none" strike="noStrike" kern="1200" cap="none" spc="0" normalizeH="0" baseline="30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  <a:ea typeface="Cambria" panose="02040503050406030204" pitchFamily="18" charset="0"/>
                  <a:cs typeface="Arial"/>
                  <a:sym typeface="Arial"/>
                </a:endParaRPr>
              </a:p>
              <a:p>
                <a:pPr marL="22860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480"/>
                  </a:spcBef>
                  <a:spcAft>
                    <a:spcPts val="0"/>
                  </a:spcAft>
                  <a:buClr>
                    <a:srgbClr val="101141"/>
                  </a:buClr>
                  <a:buSzPct val="100000"/>
                  <a:buFont typeface="Arial"/>
                  <a:buNone/>
                  <a:tabLst/>
                  <a:defRPr/>
                </a:pPr>
                <a:endParaRPr kumimoji="0" lang="en-IN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Cambria" panose="02040503050406030204" pitchFamily="18" charset="0"/>
                  <a:cs typeface="Arial" panose="020B0604020202020204" pitchFamily="34" charset="0"/>
                  <a:sym typeface="Arial"/>
                </a:endParaRPr>
              </a:p>
              <a:p>
                <a:pPr marL="228600" lvl="0" indent="0" fontAlgn="auto">
                  <a:buSzPct val="100000"/>
                  <a:defRPr/>
                </a:pPr>
                <a:r>
                  <a:rPr kumimoji="0" lang="en-IN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Cambria" panose="02040503050406030204" pitchFamily="18" charset="0"/>
                    <a:cs typeface="Arial" panose="020B0604020202020204" pitchFamily="34" charset="0"/>
                    <a:sym typeface="Arial"/>
                  </a:rPr>
                  <a:t>LL(ɵ)  = ln </a:t>
                </a:r>
                <a14:m>
                  <m:oMath xmlns:m="http://schemas.openxmlformats.org/officeDocument/2006/math">
                    <m:r>
                      <a:rPr kumimoji="0" lang="en-IN" sz="1800" b="0" i="1" u="none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Arial" panose="020B0604020202020204" pitchFamily="34" charset="0"/>
                        <a:sym typeface="Arial"/>
                      </a:rPr>
                      <m:t>(</m:t>
                    </m:r>
                    <m:nary>
                      <m:naryPr>
                        <m:chr m:val="∏"/>
                        <m:ctrlPr>
                          <a:rPr kumimoji="0" lang="en-IN" sz="18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Arial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kumimoji="0" lang="en-IN" sz="18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Arial"/>
                          </a:rPr>
                          <m:t>𝑖</m:t>
                        </m:r>
                        <m:r>
                          <a:rPr kumimoji="0" lang="en-IN" sz="18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Arial"/>
                          </a:rPr>
                          <m:t>=1</m:t>
                        </m:r>
                      </m:sub>
                      <m:sup>
                        <m:r>
                          <a:rPr kumimoji="0" lang="en-IN" sz="18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Arial"/>
                          </a:rPr>
                          <m:t>𝑛</m:t>
                        </m:r>
                      </m:sup>
                      <m:e>
                        <m:sSup>
                          <m:sSupPr>
                            <m:ctrlPr>
                              <a:rPr kumimoji="0" lang="en-IN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sSupPr>
                          <m:e>
                            <m:f>
                              <m:fPr>
                                <m:ctrlPr>
                                  <a:rPr kumimoji="0" lang="en-IN" sz="18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sym typeface="Arial"/>
                                  </a:rPr>
                                </m:ctrlPr>
                              </m:fPr>
                              <m:num>
                                <m:r>
                                  <a:rPr kumimoji="0" lang="en-IN" sz="18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sym typeface="Arial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m:rPr>
                                    <m:nor/>
                                  </m:rPr>
                                  <a:rPr kumimoji="0" lang="en-IN" sz="1800" b="0" i="0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Arial"/>
                                    <a:sym typeface="Arial"/>
                                  </a:rPr>
                                  <m:t>2</m:t>
                                </m:r>
                                <m:r>
                                  <m:rPr>
                                    <m:nor/>
                                  </m:rPr>
                                  <a:rPr kumimoji="0" lang="en-IN" sz="1800" b="0" i="0" u="none" strike="noStrike" kern="1200" cap="none" spc="0" normalizeH="0" baseline="0" noProof="0" dirty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" panose="02040503050406030204" pitchFamily="18" charset="0"/>
                                    <a:ea typeface="Cambria" panose="02040503050406030204" pitchFamily="18" charset="0"/>
                                    <a:cs typeface="Arial"/>
                                    <a:sym typeface="Arial"/>
                                  </a:rPr>
                                  <m:t>ɵ</m:t>
                                </m:r>
                              </m:den>
                            </m:f>
                            <m:r>
                              <a:rPr kumimoji="0" lang="en-IN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sym typeface="Arial"/>
                              </a:rPr>
                              <m:t> </m:t>
                            </m:r>
                            <m:r>
                              <a:rPr kumimoji="0" lang="en-IN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sym typeface="Arial"/>
                              </a:rPr>
                              <m:t>𝑒</m:t>
                            </m:r>
                          </m:e>
                          <m:sup>
                            <m:f>
                              <m:fPr>
                                <m:ctrlPr>
                                  <a:rPr kumimoji="0" lang="en-IN" sz="18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sym typeface="Arial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nor/>
                                  </m:rPr>
                                  <a:rPr kumimoji="0" lang="en-IN" sz="1800" b="0" i="0" u="none" strike="noStrike" kern="1200" cap="none" spc="0" normalizeH="0" baseline="0" noProof="0" dirty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" panose="02040503050406030204" pitchFamily="18" charset="0"/>
                                    <a:ea typeface="Cambria" panose="02040503050406030204" pitchFamily="18" charset="0"/>
                                    <a:cs typeface="Arial"/>
                                    <a:sym typeface="Arial"/>
                                  </a:rPr>
                                  <m:t>−|</m:t>
                                </m:r>
                                <m:r>
                                  <m:rPr>
                                    <m:nor/>
                                  </m:rPr>
                                  <a:rPr kumimoji="0" lang="en-IN" sz="1800" b="1" i="0" u="none" strike="noStrike" kern="1200" cap="none" spc="0" normalizeH="0" baseline="0" noProof="0" dirty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" panose="02040503050406030204" pitchFamily="18" charset="0"/>
                                    <a:ea typeface="Cambria" panose="02040503050406030204" pitchFamily="18" charset="0"/>
                                    <a:cs typeface="Arial"/>
                                    <a:sym typeface="Arial"/>
                                  </a:rPr>
                                  <m:t>y</m:t>
                                </m:r>
                                <m:r>
                                  <m:rPr>
                                    <m:nor/>
                                  </m:rPr>
                                  <a:rPr kumimoji="0" lang="en-IN" sz="1800" b="1" i="0" u="none" strike="noStrike" kern="1200" cap="none" spc="0" normalizeH="0" baseline="-25000" noProof="0" dirty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" panose="02040503050406030204" pitchFamily="18" charset="0"/>
                                    <a:ea typeface="Cambria" panose="02040503050406030204" pitchFamily="18" charset="0"/>
                                    <a:cs typeface="Arial"/>
                                    <a:sym typeface="Arial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kumimoji="0" lang="en-IN" sz="1800" b="1" i="0" u="none" strike="noStrike" kern="1200" cap="none" spc="0" normalizeH="0" baseline="-25000" noProof="0" dirty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" panose="02040503050406030204" pitchFamily="18" charset="0"/>
                                    <a:ea typeface="Cambria" panose="02040503050406030204" pitchFamily="18" charset="0"/>
                                    <a:cs typeface="Arial"/>
                                    <a:sym typeface="Arial"/>
                                  </a:rPr>
                                  <m:t>i</m:t>
                                </m:r>
                                <m:r>
                                  <m:rPr>
                                    <m:nor/>
                                  </m:rPr>
                                  <a:rPr kumimoji="0" lang="en-IN" sz="1800" b="0" i="0" u="none" strike="noStrike" kern="1200" cap="none" spc="0" normalizeH="0" baseline="-25000" noProof="0" dirty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" panose="02040503050406030204" pitchFamily="18" charset="0"/>
                                    <a:ea typeface="Cambria" panose="02040503050406030204" pitchFamily="18" charset="0"/>
                                    <a:cs typeface="Arial"/>
                                    <a:sym typeface="Arial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kumimoji="0" lang="en-IN" sz="1800" b="0" i="0" u="none" strike="noStrike" kern="1200" cap="none" spc="0" normalizeH="0" baseline="0" noProof="0" dirty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" panose="02040503050406030204" pitchFamily="18" charset="0"/>
                                    <a:ea typeface="Cambria" panose="02040503050406030204" pitchFamily="18" charset="0"/>
                                    <a:cs typeface="Arial"/>
                                    <a:sym typeface="Arial"/>
                                  </a:rPr>
                                  <m:t>− </m:t>
                                </m:r>
                                <m:r>
                                  <m:rPr>
                                    <m:sty m:val="p"/>
                                  </m:rPr>
                                  <a:rPr kumimoji="0" lang="el-GR" sz="1800" b="0" i="1" u="none" strike="noStrike" kern="1200" cap="none" spc="0" normalizeH="0" baseline="0" noProof="0" dirty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sym typeface="Arial"/>
                                  </a:rPr>
                                  <m:t>μ</m:t>
                                </m:r>
                                <m:r>
                                  <m:rPr>
                                    <m:nor/>
                                  </m:rPr>
                                  <a:rPr kumimoji="0" lang="en-IN" sz="1800" b="0" i="0" u="none" strike="noStrike" kern="1200" cap="none" spc="0" normalizeH="0" baseline="0" noProof="0" dirty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" panose="02040503050406030204" pitchFamily="18" charset="0"/>
                                    <a:ea typeface="Cambria" panose="02040503050406030204" pitchFamily="18" charset="0"/>
                                    <a:cs typeface="Arial"/>
                                    <a:sym typeface="Arial"/>
                                  </a:rPr>
                                  <m:t>|</m:t>
                                </m:r>
                              </m:num>
                              <m:den>
                                <m:r>
                                  <m:rPr>
                                    <m:nor/>
                                  </m:rPr>
                                  <a:rPr kumimoji="0" lang="en-IN" sz="1800" b="0" i="0" u="none" strike="noStrike" kern="1200" cap="none" spc="0" normalizeH="0" baseline="0" noProof="0" dirty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" panose="02040503050406030204" pitchFamily="18" charset="0"/>
                                    <a:ea typeface="Cambria" panose="02040503050406030204" pitchFamily="18" charset="0"/>
                                    <a:cs typeface="Arial"/>
                                    <a:sym typeface="Arial"/>
                                  </a:rPr>
                                  <m:t>ɵ</m:t>
                                </m:r>
                              </m:den>
                            </m:f>
                          </m:sup>
                        </m:sSup>
                        <m:r>
                          <a:rPr kumimoji="0" lang="en-IN" sz="18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sym typeface="Arial"/>
                          </a:rPr>
                          <m:t>)</m:t>
                        </m:r>
                      </m:e>
                    </m:nary>
                  </m:oMath>
                </a14:m>
                <a:r>
                  <a:rPr lang="en-IN" sz="1800" kern="0" dirty="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 = -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IN" sz="1800" kern="0" dirty="0">
                        <a:solidFill>
                          <a:prstClr val="black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m:t>l</m:t>
                    </m:r>
                    <m:r>
                      <a:rPr lang="en-IN" sz="1800" i="1" kern="0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𝑛</m:t>
                    </m:r>
                    <m:r>
                      <a:rPr lang="en-IN" sz="1800" i="1" kern="0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(</m:t>
                    </m:r>
                    <m:r>
                      <m:rPr>
                        <m:nor/>
                      </m:rPr>
                      <a:rPr lang="en-IN" sz="180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nor/>
                      </m:rPr>
                      <a:rPr lang="en-IN" sz="1800" dirty="0">
                        <a:solidFill>
                          <a:prstClr val="black"/>
                        </a:solidFill>
                      </a:rPr>
                      <m:t>ɵ</m:t>
                    </m:r>
                    <m:r>
                      <a:rPr lang="en-IN" sz="1800" i="1" kern="0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) </m:t>
                    </m:r>
                    <m:nary>
                      <m:naryPr>
                        <m:chr m:val="∑"/>
                        <m:ctrlPr>
                          <a:rPr lang="en-IN" sz="1800" i="1" ker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IN" sz="1800" i="1" ker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𝑖</m:t>
                        </m:r>
                        <m:r>
                          <a:rPr lang="en-IN" sz="1800" i="1" ker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=1</m:t>
                        </m:r>
                      </m:sub>
                      <m:sup>
                        <m:r>
                          <a:rPr lang="en-IN" sz="1800" i="1" ker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𝑛</m:t>
                        </m:r>
                      </m:sup>
                      <m:e>
                        <m:r>
                          <a:rPr lang="en-IN" sz="1800" i="1" ker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1</m:t>
                        </m:r>
                      </m:e>
                    </m:nary>
                  </m:oMath>
                </a14:m>
                <a:r>
                  <a:rPr lang="en-IN" sz="1800" dirty="0">
                    <a:solidFill>
                      <a:prstClr val="black"/>
                    </a:solidFill>
                  </a:rPr>
                  <a:t>  +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IN" sz="1800" i="1" ker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IN" sz="1800" i="1" ker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𝑖</m:t>
                        </m:r>
                        <m:r>
                          <a:rPr lang="en-IN" sz="1800" i="1" ker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=1</m:t>
                        </m:r>
                      </m:sub>
                      <m:sup>
                        <m:r>
                          <a:rPr lang="en-IN" sz="1800" i="1" ker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𝑛</m:t>
                        </m:r>
                      </m:sup>
                      <m:e>
                        <m:r>
                          <m:rPr>
                            <m:nor/>
                          </m:rPr>
                          <a:rPr lang="en-IN" sz="1800" kern="0" dirty="0">
                            <a:solidFill>
                              <a:prstClr val="black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l</m:t>
                        </m:r>
                        <m:r>
                          <a:rPr lang="en-IN" sz="1800" i="1" kern="0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𝑛</m:t>
                        </m:r>
                        <m:r>
                          <a:rPr lang="en-IN" sz="1800" i="1" kern="0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 (</m:t>
                        </m:r>
                        <m:sSup>
                          <m:sSupPr>
                            <m:ctrlPr>
                              <a:rPr lang="en-IN" sz="18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IN" sz="18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f>
                              <m:fPr>
                                <m:ctrlPr>
                                  <a:rPr lang="en-IN" sz="18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nor/>
                                  </m:rPr>
                                  <a:rPr lang="en-IN" sz="1800" dirty="0">
                                    <a:solidFill>
                                      <a:prstClr val="black"/>
                                    </a:solidFill>
                                  </a:rPr>
                                  <m:t>−|</m:t>
                                </m:r>
                                <m:r>
                                  <m:rPr>
                                    <m:nor/>
                                  </m:rPr>
                                  <a:rPr lang="en-IN" sz="1800" b="1" dirty="0">
                                    <a:solidFill>
                                      <a:prstClr val="black"/>
                                    </a:solidFill>
                                  </a:rPr>
                                  <m:t>y</m:t>
                                </m:r>
                                <m:r>
                                  <m:rPr>
                                    <m:nor/>
                                  </m:rPr>
                                  <a:rPr lang="en-IN" sz="1800" b="1" baseline="-25000" dirty="0">
                                    <a:solidFill>
                                      <a:prstClr val="black"/>
                                    </a:solidFill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IN" sz="1800" b="1" baseline="-25000" dirty="0">
                                    <a:solidFill>
                                      <a:prstClr val="black"/>
                                    </a:solidFill>
                                  </a:rPr>
                                  <m:t>i</m:t>
                                </m:r>
                                <m:r>
                                  <m:rPr>
                                    <m:nor/>
                                  </m:rPr>
                                  <a:rPr lang="en-IN" sz="1800" baseline="-25000" dirty="0">
                                    <a:solidFill>
                                      <a:prstClr val="black"/>
                                    </a:solidFill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IN" sz="1800" dirty="0">
                                    <a:solidFill>
                                      <a:prstClr val="black"/>
                                    </a:solidFill>
                                  </a:rPr>
                                  <m:t>− </m:t>
                                </m:r>
                                <m:r>
                                  <m:rPr>
                                    <m:sty m:val="p"/>
                                  </m:rPr>
                                  <a:rPr lang="el-GR" sz="1800" i="1" dirty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μ</m:t>
                                </m:r>
                                <m:r>
                                  <m:rPr>
                                    <m:nor/>
                                  </m:rPr>
                                  <a:rPr lang="en-IN" sz="1800" dirty="0">
                                    <a:solidFill>
                                      <a:prstClr val="black"/>
                                    </a:solidFill>
                                  </a:rPr>
                                  <m:t>|</m:t>
                                </m:r>
                              </m:num>
                              <m:den>
                                <m:r>
                                  <m:rPr>
                                    <m:nor/>
                                  </m:rPr>
                                  <a:rPr lang="en-IN" sz="1800" dirty="0">
                                    <a:solidFill>
                                      <a:prstClr val="black"/>
                                    </a:solidFill>
                                  </a:rPr>
                                  <m:t>ɵ</m:t>
                                </m:r>
                              </m:den>
                            </m:f>
                          </m:sup>
                        </m:sSup>
                        <m:r>
                          <a:rPr lang="en-IN" sz="18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endParaRPr kumimoji="0" lang="en-IN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Cambria" panose="02040503050406030204" pitchFamily="18" charset="0"/>
                  <a:cs typeface="Arial" panose="020B0604020202020204" pitchFamily="34" charset="0"/>
                  <a:sym typeface="Arial"/>
                </a:endParaRPr>
              </a:p>
              <a:p>
                <a:pPr marL="228600" lvl="0" indent="0" fontAlgn="auto">
                  <a:buSzPct val="100000"/>
                  <a:defRPr/>
                </a:pPr>
                <a:r>
                  <a:rPr kumimoji="0" lang="en-IN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Cambria" panose="02040503050406030204" pitchFamily="18" charset="0"/>
                    <a:cs typeface="Arial" panose="020B0604020202020204" pitchFamily="34" charset="0"/>
                    <a:sym typeface="Arial"/>
                  </a:rPr>
                  <a:t>          </a:t>
                </a:r>
                <a:r>
                  <a:rPr kumimoji="0" lang="en-IN" sz="1800" b="0" i="0" u="none" strike="noStrike" kern="0" cap="none" spc="0" normalizeH="0" baseline="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Cambria" panose="02040503050406030204" pitchFamily="18" charset="0"/>
                    <a:cs typeface="Arial" panose="020B0604020202020204" pitchFamily="34" charset="0"/>
                    <a:sym typeface="Arial"/>
                  </a:rPr>
                  <a:t> </a:t>
                </a:r>
                <a:r>
                  <a:rPr lang="en-IN" sz="1800" kern="0" dirty="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=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IN" sz="1800" i="1" ker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SupPr>
                      <m:e/>
                      <m:sub>
                        <m:r>
                          <m:rPr>
                            <m:nor/>
                          </m:rPr>
                          <a:rPr lang="en-IN" sz="1800" dirty="0">
                            <a:solidFill>
                              <a:prstClr val="black"/>
                            </a:solidFill>
                          </a:rPr>
                          <m:t>ɵ</m:t>
                        </m:r>
                      </m:sub>
                      <m:sup>
                        <m:r>
                          <a:rPr lang="en-IN" sz="1800" i="1" ker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𝑎𝑟𝑔𝑚𝑎𝑥</m:t>
                        </m:r>
                      </m:sup>
                    </m:sSubSup>
                  </m:oMath>
                </a14:m>
                <a:r>
                  <a:rPr lang="en-IN" sz="1800" kern="0" dirty="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- n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IN" sz="1800" kern="0" dirty="0">
                        <a:solidFill>
                          <a:prstClr val="black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m:t>l</m:t>
                    </m:r>
                    <m:r>
                      <a:rPr lang="en-IN" sz="1800" i="1" kern="0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𝑛</m:t>
                    </m:r>
                    <m:r>
                      <a:rPr lang="en-IN" sz="1800" i="1" kern="0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(</m:t>
                    </m:r>
                    <m:r>
                      <m:rPr>
                        <m:nor/>
                      </m:rPr>
                      <a:rPr lang="en-IN" sz="180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nor/>
                      </m:rPr>
                      <a:rPr lang="en-IN" sz="1800" dirty="0">
                        <a:solidFill>
                          <a:prstClr val="black"/>
                        </a:solidFill>
                      </a:rPr>
                      <m:t>ɵ</m:t>
                    </m:r>
                    <m:r>
                      <a:rPr lang="en-IN" sz="1800" i="1" kern="0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)</m:t>
                    </m:r>
                  </m:oMath>
                </a14:m>
                <a:r>
                  <a:rPr lang="en-IN" sz="1800" dirty="0">
                    <a:solidFill>
                      <a:prstClr val="black"/>
                    </a:solidFill>
                  </a:rPr>
                  <a:t> -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IN" sz="1800" i="1" ker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IN" sz="1800" i="1" ker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𝑖</m:t>
                        </m:r>
                        <m:r>
                          <a:rPr lang="en-IN" sz="1800" i="1" ker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=1</m:t>
                        </m:r>
                      </m:sub>
                      <m:sup>
                        <m:r>
                          <a:rPr lang="en-IN" sz="1800" i="1" ker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𝑛</m:t>
                        </m:r>
                      </m:sup>
                      <m:e>
                        <m:f>
                          <m:fPr>
                            <m:ctrlPr>
                              <a:rPr lang="en-IN" sz="18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nor/>
                              </m:rPr>
                              <a:rPr lang="en-IN" sz="1800" dirty="0">
                                <a:solidFill>
                                  <a:prstClr val="black"/>
                                </a:solidFill>
                              </a:rPr>
                              <m:t>|</m:t>
                            </m:r>
                            <m:r>
                              <m:rPr>
                                <m:nor/>
                              </m:rPr>
                              <a:rPr lang="en-IN" sz="1800" b="1" dirty="0">
                                <a:solidFill>
                                  <a:prstClr val="black"/>
                                </a:solidFill>
                              </a:rPr>
                              <m:t>y</m:t>
                            </m:r>
                            <m:r>
                              <m:rPr>
                                <m:nor/>
                              </m:rPr>
                              <a:rPr lang="en-IN" sz="1800" b="1" baseline="-25000" dirty="0">
                                <a:solidFill>
                                  <a:prstClr val="black"/>
                                </a:solidFill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en-IN" sz="1800" b="1" baseline="-25000" dirty="0">
                                <a:solidFill>
                                  <a:prstClr val="black"/>
                                </a:solidFill>
                              </a:rPr>
                              <m:t>i</m:t>
                            </m:r>
                            <m:r>
                              <m:rPr>
                                <m:nor/>
                              </m:rPr>
                              <a:rPr lang="en-IN" sz="1800" baseline="-25000" dirty="0">
                                <a:solidFill>
                                  <a:prstClr val="black"/>
                                </a:solidFill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en-IN" sz="1800" dirty="0">
                                <a:solidFill>
                                  <a:prstClr val="black"/>
                                </a:solidFill>
                              </a:rPr>
                              <m:t>− </m:t>
                            </m:r>
                            <m:r>
                              <m:rPr>
                                <m:sty m:val="p"/>
                              </m:rPr>
                              <a:rPr lang="el-GR" sz="1800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μ</m:t>
                            </m:r>
                            <m:r>
                              <m:rPr>
                                <m:nor/>
                              </m:rPr>
                              <a:rPr lang="en-IN" sz="1800" dirty="0">
                                <a:solidFill>
                                  <a:prstClr val="black"/>
                                </a:solidFill>
                              </a:rPr>
                              <m:t>|</m:t>
                            </m:r>
                          </m:num>
                          <m:den>
                            <m:r>
                              <m:rPr>
                                <m:nor/>
                              </m:rPr>
                              <a:rPr lang="en-IN" sz="1800" dirty="0">
                                <a:solidFill>
                                  <a:prstClr val="black"/>
                                </a:solidFill>
                              </a:rPr>
                              <m:t>ɵ</m:t>
                            </m:r>
                          </m:den>
                        </m:f>
                      </m:e>
                    </m:nary>
                  </m:oMath>
                </a14:m>
                <a:endParaRPr kumimoji="0" lang="en-IN" sz="18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Cambria" panose="02040503050406030204" pitchFamily="18" charset="0"/>
                  <a:cs typeface="Arial" panose="020B0604020202020204" pitchFamily="34" charset="0"/>
                  <a:sym typeface="Arial"/>
                </a:endParaRPr>
              </a:p>
              <a:p>
                <a:pPr marL="228600" lvl="0" indent="0" fontAlgn="auto">
                  <a:buSzPct val="100000"/>
                  <a:defRPr/>
                </a:pPr>
                <a:r>
                  <a:rPr lang="en-IN" sz="1800" kern="0" dirty="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	</a:t>
                </a:r>
                <a:r>
                  <a:rPr kumimoji="0" lang="en-IN" sz="1800" b="0" i="0" u="none" strike="noStrike" kern="0" cap="none" spc="0" normalizeH="0" baseline="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Cambria" panose="02040503050406030204" pitchFamily="18" charset="0"/>
                    <a:cs typeface="Arial" panose="020B0604020202020204" pitchFamily="34" charset="0"/>
                    <a:sym typeface="Arial"/>
                  </a:rPr>
                  <a:t>=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kumimoji="0" lang="en-IN" sz="18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Arial"/>
                          </a:rPr>
                        </m:ctrlPr>
                      </m:sSubSupPr>
                      <m:e/>
                      <m:sub>
                        <m:r>
                          <m:rPr>
                            <m:nor/>
                          </m:rPr>
                          <a:rPr kumimoji="0" lang="en-IN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" panose="02040503050406030204" pitchFamily="18" charset="0"/>
                            <a:ea typeface="Cambria" panose="02040503050406030204" pitchFamily="18" charset="0"/>
                            <a:cs typeface="Arial"/>
                            <a:sym typeface="Arial"/>
                          </a:rPr>
                          <m:t>ɵ</m:t>
                        </m:r>
                      </m:sub>
                      <m:sup>
                        <m:r>
                          <a:rPr kumimoji="0" lang="en-IN" sz="18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Arial"/>
                          </a:rPr>
                          <m:t>𝑎𝑟𝑔𝑚𝑖𝑛</m:t>
                        </m:r>
                      </m:sup>
                    </m:sSubSup>
                    <m:r>
                      <a:rPr kumimoji="0" lang="en-IN" sz="1800" b="0" i="0" u="none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Arial" panose="020B0604020202020204" pitchFamily="34" charset="0"/>
                        <a:sym typeface="Arial"/>
                      </a:rPr>
                      <m:t> </m:t>
                    </m:r>
                  </m:oMath>
                </a14:m>
                <a:r>
                  <a:rPr kumimoji="0" lang="en-IN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Cambria" panose="02040503050406030204" pitchFamily="18" charset="0"/>
                    <a:cs typeface="Arial" panose="020B0604020202020204" pitchFamily="34" charset="0"/>
                    <a:sym typeface="Arial"/>
                  </a:rPr>
                  <a:t>n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kumimoji="0" lang="en-IN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Cambria" panose="02040503050406030204" pitchFamily="18" charset="0"/>
                        <a:cs typeface="Arial" panose="020B0604020202020204" pitchFamily="34" charset="0"/>
                        <a:sym typeface="Arial"/>
                      </a:rPr>
                      <m:t>l</m:t>
                    </m:r>
                    <m:r>
                      <a:rPr kumimoji="0" lang="en-IN" sz="1800" b="0" i="1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Arial" panose="020B0604020202020204" pitchFamily="34" charset="0"/>
                        <a:sym typeface="Arial"/>
                      </a:rPr>
                      <m:t>𝑛</m:t>
                    </m:r>
                    <m:r>
                      <a:rPr kumimoji="0" lang="en-IN" sz="1800" b="0" i="1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Arial" panose="020B0604020202020204" pitchFamily="34" charset="0"/>
                        <a:sym typeface="Arial"/>
                      </a:rPr>
                      <m:t> (</m:t>
                    </m:r>
                    <m:r>
                      <m:rPr>
                        <m:nor/>
                      </m:rPr>
                      <a:rPr kumimoji="0" lang="en-IN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" panose="02040503050406030204" pitchFamily="18" charset="0"/>
                        <a:cs typeface="Arial"/>
                        <a:sym typeface="Arial"/>
                      </a:rPr>
                      <m:t>2</m:t>
                    </m:r>
                    <m:r>
                      <m:rPr>
                        <m:nor/>
                      </m:rPr>
                      <a:rPr kumimoji="0" lang="en-I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" panose="02040503050406030204" pitchFamily="18" charset="0"/>
                        <a:ea typeface="Cambria" panose="02040503050406030204" pitchFamily="18" charset="0"/>
                        <a:cs typeface="Arial"/>
                        <a:sym typeface="Arial"/>
                      </a:rPr>
                      <m:t>ɵ</m:t>
                    </m:r>
                    <m:r>
                      <a:rPr kumimoji="0" lang="en-IN" sz="1800" b="0" i="1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Arial" panose="020B0604020202020204" pitchFamily="34" charset="0"/>
                        <a:sym typeface="Arial"/>
                      </a:rPr>
                      <m:t>)</m:t>
                    </m:r>
                  </m:oMath>
                </a14:m>
                <a:r>
                  <a:rPr kumimoji="0" lang="en-I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Cambria" panose="02040503050406030204" pitchFamily="18" charset="0"/>
                    <a:cs typeface="Arial"/>
                    <a:sym typeface="Arial"/>
                  </a:rPr>
                  <a:t> +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kumimoji="0" lang="en-IN" sz="18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Arial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kumimoji="0" lang="en-IN" sz="18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Arial"/>
                          </a:rPr>
                          <m:t>𝑖</m:t>
                        </m:r>
                        <m:r>
                          <a:rPr kumimoji="0" lang="en-IN" sz="18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Arial"/>
                          </a:rPr>
                          <m:t>=1</m:t>
                        </m:r>
                      </m:sub>
                      <m:sup>
                        <m:r>
                          <a:rPr kumimoji="0" lang="en-IN" sz="18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Arial"/>
                          </a:rPr>
                          <m:t>𝑛</m:t>
                        </m:r>
                      </m:sup>
                      <m:e>
                        <m:f>
                          <m:fPr>
                            <m:ctrlPr>
                              <a:rPr kumimoji="0" lang="en-IN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fPr>
                          <m:num>
                            <m:r>
                              <m:rPr>
                                <m:nor/>
                              </m:rPr>
                              <a:rPr kumimoji="0" lang="en-IN" sz="1800" b="0" i="0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" panose="02040503050406030204" pitchFamily="18" charset="0"/>
                                <a:ea typeface="Cambria" panose="02040503050406030204" pitchFamily="18" charset="0"/>
                                <a:cs typeface="Arial"/>
                                <a:sym typeface="Arial"/>
                              </a:rPr>
                              <m:t>|</m:t>
                            </m:r>
                            <m:r>
                              <m:rPr>
                                <m:nor/>
                              </m:rPr>
                              <a:rPr kumimoji="0" lang="en-IN" sz="1800" b="1" i="0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" panose="02040503050406030204" pitchFamily="18" charset="0"/>
                                <a:ea typeface="Cambria" panose="02040503050406030204" pitchFamily="18" charset="0"/>
                                <a:cs typeface="Arial"/>
                                <a:sym typeface="Arial"/>
                              </a:rPr>
                              <m:t>y</m:t>
                            </m:r>
                            <m:r>
                              <m:rPr>
                                <m:nor/>
                              </m:rPr>
                              <a:rPr kumimoji="0" lang="en-IN" sz="1800" b="1" i="0" u="none" strike="noStrike" kern="1200" cap="none" spc="0" normalizeH="0" baseline="-25000" noProof="0" dirty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" panose="02040503050406030204" pitchFamily="18" charset="0"/>
                                <a:ea typeface="Cambria" panose="02040503050406030204" pitchFamily="18" charset="0"/>
                                <a:cs typeface="Arial"/>
                                <a:sym typeface="Arial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kumimoji="0" lang="en-IN" sz="1800" b="1" i="0" u="none" strike="noStrike" kern="1200" cap="none" spc="0" normalizeH="0" baseline="-25000" noProof="0" dirty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" panose="02040503050406030204" pitchFamily="18" charset="0"/>
                                <a:ea typeface="Cambria" panose="02040503050406030204" pitchFamily="18" charset="0"/>
                                <a:cs typeface="Arial"/>
                                <a:sym typeface="Arial"/>
                              </a:rPr>
                              <m:t>i</m:t>
                            </m:r>
                            <m:r>
                              <m:rPr>
                                <m:nor/>
                              </m:rPr>
                              <a:rPr kumimoji="0" lang="en-IN" sz="1800" b="0" i="0" u="none" strike="noStrike" kern="1200" cap="none" spc="0" normalizeH="0" baseline="-25000" noProof="0" dirty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" panose="02040503050406030204" pitchFamily="18" charset="0"/>
                                <a:ea typeface="Cambria" panose="02040503050406030204" pitchFamily="18" charset="0"/>
                                <a:cs typeface="Arial"/>
                                <a:sym typeface="Arial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kumimoji="0" lang="en-IN" sz="1800" b="0" i="0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" panose="02040503050406030204" pitchFamily="18" charset="0"/>
                                <a:ea typeface="Cambria" panose="02040503050406030204" pitchFamily="18" charset="0"/>
                                <a:cs typeface="Arial"/>
                                <a:sym typeface="Arial"/>
                              </a:rPr>
                              <m:t>− </m:t>
                            </m:r>
                            <m:r>
                              <m:rPr>
                                <m:sty m:val="p"/>
                              </m:rPr>
                              <a:rPr kumimoji="0" lang="el-GR" sz="1800" b="0" i="1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Arial"/>
                              </a:rPr>
                              <m:t>μ</m:t>
                            </m:r>
                            <m:r>
                              <m:rPr>
                                <m:nor/>
                              </m:rPr>
                              <a:rPr kumimoji="0" lang="en-IN" sz="1800" b="0" i="0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" panose="02040503050406030204" pitchFamily="18" charset="0"/>
                                <a:ea typeface="Cambria" panose="02040503050406030204" pitchFamily="18" charset="0"/>
                                <a:cs typeface="Arial"/>
                                <a:sym typeface="Arial"/>
                              </a:rPr>
                              <m:t>|</m:t>
                            </m:r>
                          </m:num>
                          <m:den>
                            <m:r>
                              <m:rPr>
                                <m:nor/>
                              </m:rPr>
                              <a:rPr kumimoji="0" lang="en-IN" sz="1800" b="0" i="0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" panose="02040503050406030204" pitchFamily="18" charset="0"/>
                                <a:ea typeface="Cambria" panose="02040503050406030204" pitchFamily="18" charset="0"/>
                                <a:cs typeface="Arial"/>
                                <a:sym typeface="Arial"/>
                              </a:rPr>
                              <m:t>ɵ</m:t>
                            </m:r>
                          </m:den>
                        </m:f>
                      </m:e>
                    </m:nary>
                  </m:oMath>
                </a14:m>
                <a:endParaRPr kumimoji="0" lang="en-IN" sz="1800" b="0" i="0" u="none" strike="noStrike" kern="1200" cap="none" spc="0" normalizeH="0" baseline="3000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  <a:ea typeface="Cambria" panose="02040503050406030204" pitchFamily="18" charset="0"/>
                  <a:cs typeface="Arial"/>
                  <a:sym typeface="Arial"/>
                </a:endParaRPr>
              </a:p>
              <a:p>
                <a:pPr marL="22860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480"/>
                  </a:spcBef>
                  <a:spcAft>
                    <a:spcPts val="0"/>
                  </a:spcAft>
                  <a:buClr>
                    <a:srgbClr val="101141"/>
                  </a:buClr>
                  <a:buSzPct val="100000"/>
                  <a:buFont typeface="Arial"/>
                  <a:buNone/>
                  <a:tabLst/>
                  <a:defRPr/>
                </a:pPr>
                <a:endParaRPr kumimoji="0" lang="en-IN" sz="18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Cambria" panose="02040503050406030204" pitchFamily="18" charset="0"/>
                  <a:cs typeface="Arial" panose="020B0604020202020204" pitchFamily="34" charset="0"/>
                  <a:sym typeface="Arial"/>
                </a:endParaRPr>
              </a:p>
              <a:p>
                <a:pPr marL="22860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480"/>
                  </a:spcBef>
                  <a:spcAft>
                    <a:spcPts val="0"/>
                  </a:spcAft>
                  <a:buClr>
                    <a:srgbClr val="101141"/>
                  </a:buClr>
                  <a:buSzPct val="100000"/>
                  <a:buFont typeface="Arial"/>
                  <a:buNone/>
                  <a:tabLst/>
                  <a:defRPr/>
                </a:pPr>
                <a:r>
                  <a:rPr kumimoji="0" lang="en-IN" sz="1800" b="0" i="0" u="none" strike="noStrike" kern="0" cap="none" spc="0" normalizeH="0" baseline="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Cambria" panose="02040503050406030204" pitchFamily="18" charset="0"/>
                    <a:cs typeface="Arial" panose="020B0604020202020204" pitchFamily="34" charset="0"/>
                    <a:sym typeface="Arial"/>
                  </a:rPr>
                  <a:t>Gradient ( LL(ɵ) )  =  </a:t>
                </a:r>
                <a14:m>
                  <m:oMath xmlns:m="http://schemas.openxmlformats.org/officeDocument/2006/math">
                    <m:f>
                      <m:fPr>
                        <m:ctrlPr>
                          <a:rPr kumimoji="0" lang="en-IN" sz="18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Arial"/>
                          </a:rPr>
                        </m:ctrlPr>
                      </m:fPr>
                      <m:num>
                        <m:r>
                          <a:rPr kumimoji="0" lang="en-IN" sz="18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Arial"/>
                          </a:rPr>
                          <m:t>𝑛</m:t>
                        </m:r>
                      </m:num>
                      <m:den>
                        <m:r>
                          <m:rPr>
                            <m:nor/>
                          </m:rPr>
                          <a:rPr kumimoji="0" lang="en-IN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" panose="02040503050406030204" pitchFamily="18" charset="0"/>
                            <a:ea typeface="Cambria" panose="02040503050406030204" pitchFamily="18" charset="0"/>
                            <a:cs typeface="Arial"/>
                            <a:sym typeface="Arial"/>
                          </a:rPr>
                          <m:t>(ɵ)</m:t>
                        </m:r>
                      </m:den>
                    </m:f>
                    <m:r>
                      <a:rPr kumimoji="0" lang="en-IN" sz="18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Arial" panose="020B0604020202020204" pitchFamily="34" charset="0"/>
                        <a:sym typeface="Arial"/>
                      </a:rPr>
                      <m:t> −</m:t>
                    </m:r>
                    <m:f>
                      <m:fPr>
                        <m:ctrlPr>
                          <a:rPr kumimoji="0" lang="en-IN" sz="18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Arial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ctrlPr>
                              <a:rPr kumimoji="0" lang="en-IN" sz="1800" b="0" i="1" u="none" strike="noStrike" kern="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Arial" panose="020B0604020202020204" pitchFamily="34" charset="0"/>
                                <a:sym typeface="Arial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kumimoji="0" lang="en-IN" sz="1800" b="0" i="1" u="none" strike="noStrike" kern="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Arial" panose="020B0604020202020204" pitchFamily="34" charset="0"/>
                                <a:sym typeface="Arial"/>
                              </a:rPr>
                              <m:t>𝑖</m:t>
                            </m:r>
                            <m:r>
                              <a:rPr kumimoji="0" lang="en-IN" sz="1800" b="0" i="1" u="none" strike="noStrike" kern="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Arial" panose="020B0604020202020204" pitchFamily="34" charset="0"/>
                                <a:sym typeface="Arial"/>
                              </a:rPr>
                              <m:t>=1</m:t>
                            </m:r>
                          </m:sub>
                          <m:sup>
                            <m:r>
                              <a:rPr kumimoji="0" lang="en-IN" sz="1800" b="0" i="1" u="none" strike="noStrike" kern="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Arial" panose="020B0604020202020204" pitchFamily="34" charset="0"/>
                                <a:sym typeface="Arial"/>
                              </a:rPr>
                              <m:t>𝑛</m:t>
                            </m:r>
                          </m:sup>
                          <m:e>
                            <m:r>
                              <m:rPr>
                                <m:nor/>
                              </m:rPr>
                              <a:rPr kumimoji="0" lang="en-IN" sz="1800" b="0" i="0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" panose="02040503050406030204" pitchFamily="18" charset="0"/>
                                <a:ea typeface="Cambria" panose="02040503050406030204" pitchFamily="18" charset="0"/>
                                <a:cs typeface="Arial"/>
                                <a:sym typeface="Arial"/>
                              </a:rPr>
                              <m:t>|</m:t>
                            </m:r>
                            <m:r>
                              <m:rPr>
                                <m:nor/>
                              </m:rPr>
                              <a:rPr kumimoji="0" lang="en-IN" sz="1800" b="1" i="0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" panose="02040503050406030204" pitchFamily="18" charset="0"/>
                                <a:ea typeface="Cambria" panose="02040503050406030204" pitchFamily="18" charset="0"/>
                                <a:cs typeface="Arial"/>
                                <a:sym typeface="Arial"/>
                              </a:rPr>
                              <m:t>y</m:t>
                            </m:r>
                            <m:r>
                              <m:rPr>
                                <m:nor/>
                              </m:rPr>
                              <a:rPr kumimoji="0" lang="en-IN" sz="1800" b="1" i="0" u="none" strike="noStrike" kern="1200" cap="none" spc="0" normalizeH="0" baseline="-25000" noProof="0" dirty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" panose="02040503050406030204" pitchFamily="18" charset="0"/>
                                <a:ea typeface="Cambria" panose="02040503050406030204" pitchFamily="18" charset="0"/>
                                <a:cs typeface="Arial"/>
                                <a:sym typeface="Arial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kumimoji="0" lang="en-IN" sz="1800" b="1" i="0" u="none" strike="noStrike" kern="1200" cap="none" spc="0" normalizeH="0" baseline="-25000" noProof="0" dirty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" panose="02040503050406030204" pitchFamily="18" charset="0"/>
                                <a:ea typeface="Cambria" panose="02040503050406030204" pitchFamily="18" charset="0"/>
                                <a:cs typeface="Arial"/>
                                <a:sym typeface="Arial"/>
                              </a:rPr>
                              <m:t>i</m:t>
                            </m:r>
                            <m:r>
                              <m:rPr>
                                <m:nor/>
                              </m:rPr>
                              <a:rPr kumimoji="0" lang="en-IN" sz="1800" b="0" i="0" u="none" strike="noStrike" kern="1200" cap="none" spc="0" normalizeH="0" baseline="-25000" noProof="0" dirty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" panose="02040503050406030204" pitchFamily="18" charset="0"/>
                                <a:ea typeface="Cambria" panose="02040503050406030204" pitchFamily="18" charset="0"/>
                                <a:cs typeface="Arial"/>
                                <a:sym typeface="Arial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kumimoji="0" lang="en-IN" sz="1800" b="0" i="0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" panose="02040503050406030204" pitchFamily="18" charset="0"/>
                                <a:ea typeface="Cambria" panose="02040503050406030204" pitchFamily="18" charset="0"/>
                                <a:cs typeface="Arial"/>
                                <a:sym typeface="Arial"/>
                              </a:rPr>
                              <m:t>− </m:t>
                            </m:r>
                            <m:r>
                              <m:rPr>
                                <m:sty m:val="p"/>
                              </m:rPr>
                              <a:rPr kumimoji="0" lang="el-GR" sz="1800" b="0" i="1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Arial"/>
                              </a:rPr>
                              <m:t>μ</m:t>
                            </m:r>
                            <m:r>
                              <m:rPr>
                                <m:nor/>
                              </m:rPr>
                              <a:rPr kumimoji="0" lang="en-IN" sz="1800" b="0" i="0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" panose="02040503050406030204" pitchFamily="18" charset="0"/>
                                <a:ea typeface="Cambria" panose="02040503050406030204" pitchFamily="18" charset="0"/>
                                <a:cs typeface="Arial"/>
                                <a:sym typeface="Arial"/>
                              </a:rPr>
                              <m:t>|</m:t>
                            </m:r>
                          </m:e>
                        </m:nary>
                      </m:num>
                      <m:den>
                        <m:r>
                          <m:rPr>
                            <m:nor/>
                          </m:rPr>
                          <a:rPr kumimoji="0" lang="en-IN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" panose="02040503050406030204" pitchFamily="18" charset="0"/>
                            <a:ea typeface="Cambria" panose="02040503050406030204" pitchFamily="18" charset="0"/>
                            <a:cs typeface="Arial"/>
                            <a:sym typeface="Arial"/>
                          </a:rPr>
                          <m:t>(ɵ</m:t>
                        </m:r>
                        <m:r>
                          <a:rPr kumimoji="0" lang="en-IN" sz="1800" b="0" i="1" u="none" strike="noStrike" kern="1200" cap="none" spc="0" normalizeH="0" baseline="3000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sym typeface="Arial"/>
                          </a:rPr>
                          <m:t>2</m:t>
                        </m:r>
                        <m:r>
                          <m:rPr>
                            <m:nor/>
                          </m:rPr>
                          <a:rPr kumimoji="0" lang="en-IN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" panose="02040503050406030204" pitchFamily="18" charset="0"/>
                            <a:ea typeface="Cambria" panose="02040503050406030204" pitchFamily="18" charset="0"/>
                            <a:cs typeface="Arial"/>
                            <a:sym typeface="Arial"/>
                          </a:rPr>
                          <m:t>)</m:t>
                        </m:r>
                      </m:den>
                    </m:f>
                  </m:oMath>
                </a14:m>
                <a:r>
                  <a:rPr kumimoji="0" lang="en-IN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Cambria" panose="02040503050406030204" pitchFamily="18" charset="0"/>
                    <a:cs typeface="Arial" panose="020B0604020202020204" pitchFamily="34" charset="0"/>
                    <a:sym typeface="Arial"/>
                  </a:rPr>
                  <a:t>= </a:t>
                </a:r>
                <a14:m>
                  <m:oMath xmlns:m="http://schemas.openxmlformats.org/officeDocument/2006/math">
                    <m:r>
                      <a:rPr kumimoji="0" lang="en-IN" sz="1800" b="0" i="1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Arial" panose="020B0604020202020204" pitchFamily="34" charset="0"/>
                        <a:sym typeface="Arial"/>
                      </a:rPr>
                      <m:t>0</m:t>
                    </m:r>
                    <m:r>
                      <a:rPr kumimoji="0" lang="en-IN" sz="1800" b="0" i="1" u="none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Arial" panose="020B0604020202020204" pitchFamily="34" charset="0"/>
                        <a:sym typeface="Arial"/>
                      </a:rPr>
                      <m:t> </m:t>
                    </m:r>
                  </m:oMath>
                </a14:m>
                <a:endParaRPr kumimoji="0" lang="en-IN" sz="1800" b="0" i="0" u="none" strike="noStrike" kern="1200" cap="none" spc="0" normalizeH="0" baseline="3000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  <a:ea typeface="Cambria" panose="02040503050406030204" pitchFamily="18" charset="0"/>
                  <a:cs typeface="Arial"/>
                  <a:sym typeface="Arial"/>
                </a:endParaRPr>
              </a:p>
              <a:p>
                <a:pPr marL="22860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480"/>
                  </a:spcBef>
                  <a:spcAft>
                    <a:spcPts val="0"/>
                  </a:spcAft>
                  <a:buClr>
                    <a:srgbClr val="101141"/>
                  </a:buClr>
                  <a:buSzPct val="100000"/>
                  <a:buFont typeface="Arial"/>
                  <a:buNone/>
                  <a:tabLst/>
                  <a:defRPr/>
                </a:pPr>
                <a:endParaRPr kumimoji="0" lang="en-IN" sz="1800" b="0" i="0" u="none" strike="noStrike" kern="1200" cap="none" spc="0" normalizeH="0" baseline="30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  <a:ea typeface="Cambria" panose="02040503050406030204" pitchFamily="18" charset="0"/>
                  <a:cs typeface="Arial"/>
                  <a:sym typeface="Arial"/>
                </a:endParaRPr>
              </a:p>
              <a:p>
                <a:pPr marL="22860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480"/>
                  </a:spcBef>
                  <a:spcAft>
                    <a:spcPts val="0"/>
                  </a:spcAft>
                  <a:buClr>
                    <a:srgbClr val="101141"/>
                  </a:buClr>
                  <a:buSzPct val="100000"/>
                  <a:buFont typeface="Arial"/>
                  <a:buNone/>
                  <a:tabLst/>
                  <a:defRPr/>
                </a:pPr>
                <a:r>
                  <a:rPr kumimoji="0" lang="en-IN" sz="1800" b="0" i="0" u="none" strike="noStrike" kern="0" cap="none" spc="0" normalizeH="0" baseline="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Cambria" panose="02040503050406030204" pitchFamily="18" charset="0"/>
                    <a:cs typeface="Arial" panose="020B0604020202020204" pitchFamily="34" charset="0"/>
                    <a:sym typeface="Arial"/>
                  </a:rPr>
                  <a:t> 		      </a:t>
                </a:r>
                <a:r>
                  <a:rPr kumimoji="0" lang="en-IN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Cambria" panose="02040503050406030204" pitchFamily="18" charset="0"/>
                    <a:cs typeface="Arial" panose="020B0604020202020204" pitchFamily="34" charset="0"/>
                    <a:sym typeface="Arial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kumimoji="0" lang="en-IN" sz="18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Arial"/>
                          </a:rPr>
                        </m:ctrlPr>
                      </m:fPr>
                      <m:num>
                        <m:r>
                          <a:rPr kumimoji="0" lang="en-IN" sz="18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Arial"/>
                          </a:rPr>
                          <m:t>𝑛</m:t>
                        </m:r>
                      </m:num>
                      <m:den>
                        <m:r>
                          <m:rPr>
                            <m:nor/>
                          </m:rPr>
                          <a:rPr kumimoji="0" lang="en-IN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" panose="02040503050406030204" pitchFamily="18" charset="0"/>
                            <a:ea typeface="Cambria" panose="02040503050406030204" pitchFamily="18" charset="0"/>
                            <a:cs typeface="Arial"/>
                            <a:sym typeface="Arial"/>
                          </a:rPr>
                          <m:t>(ɵ)</m:t>
                        </m:r>
                      </m:den>
                    </m:f>
                    <m:r>
                      <a:rPr kumimoji="0" lang="en-IN" sz="18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Arial" panose="020B0604020202020204" pitchFamily="34" charset="0"/>
                        <a:sym typeface="Arial"/>
                      </a:rPr>
                      <m:t>=</m:t>
                    </m:r>
                    <m:f>
                      <m:fPr>
                        <m:ctrlPr>
                          <a:rPr kumimoji="0" lang="en-IN" sz="18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Arial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ctrlPr>
                              <a:rPr kumimoji="0" lang="en-IN" sz="1800" b="0" i="1" u="none" strike="noStrike" kern="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Arial" panose="020B0604020202020204" pitchFamily="34" charset="0"/>
                                <a:sym typeface="Arial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kumimoji="0" lang="en-IN" sz="1800" b="0" i="1" u="none" strike="noStrike" kern="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Arial" panose="020B0604020202020204" pitchFamily="34" charset="0"/>
                                <a:sym typeface="Arial"/>
                              </a:rPr>
                              <m:t>𝑖</m:t>
                            </m:r>
                            <m:r>
                              <a:rPr kumimoji="0" lang="en-IN" sz="1800" b="0" i="1" u="none" strike="noStrike" kern="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Arial" panose="020B0604020202020204" pitchFamily="34" charset="0"/>
                                <a:sym typeface="Arial"/>
                              </a:rPr>
                              <m:t>=1</m:t>
                            </m:r>
                          </m:sub>
                          <m:sup>
                            <m:r>
                              <a:rPr kumimoji="0" lang="en-IN" sz="1800" b="0" i="1" u="none" strike="noStrike" kern="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Arial" panose="020B0604020202020204" pitchFamily="34" charset="0"/>
                                <a:sym typeface="Arial"/>
                              </a:rPr>
                              <m:t>𝑛</m:t>
                            </m:r>
                          </m:sup>
                          <m:e>
                            <m:r>
                              <m:rPr>
                                <m:nor/>
                              </m:rPr>
                              <a:rPr kumimoji="0" lang="en-IN" sz="1800" b="0" i="0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" panose="02040503050406030204" pitchFamily="18" charset="0"/>
                                <a:ea typeface="Cambria" panose="02040503050406030204" pitchFamily="18" charset="0"/>
                                <a:cs typeface="Arial"/>
                                <a:sym typeface="Arial"/>
                              </a:rPr>
                              <m:t>|</m:t>
                            </m:r>
                            <m:r>
                              <m:rPr>
                                <m:nor/>
                              </m:rPr>
                              <a:rPr kumimoji="0" lang="en-IN" sz="1800" b="1" i="0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" panose="02040503050406030204" pitchFamily="18" charset="0"/>
                                <a:ea typeface="Cambria" panose="02040503050406030204" pitchFamily="18" charset="0"/>
                                <a:cs typeface="Arial"/>
                                <a:sym typeface="Arial"/>
                              </a:rPr>
                              <m:t>y</m:t>
                            </m:r>
                            <m:r>
                              <m:rPr>
                                <m:nor/>
                              </m:rPr>
                              <a:rPr kumimoji="0" lang="en-IN" sz="1800" b="1" i="0" u="none" strike="noStrike" kern="1200" cap="none" spc="0" normalizeH="0" baseline="-25000" noProof="0" dirty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" panose="02040503050406030204" pitchFamily="18" charset="0"/>
                                <a:ea typeface="Cambria" panose="02040503050406030204" pitchFamily="18" charset="0"/>
                                <a:cs typeface="Arial"/>
                                <a:sym typeface="Arial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kumimoji="0" lang="en-IN" sz="1800" b="1" i="0" u="none" strike="noStrike" kern="1200" cap="none" spc="0" normalizeH="0" baseline="-25000" noProof="0" dirty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" panose="02040503050406030204" pitchFamily="18" charset="0"/>
                                <a:ea typeface="Cambria" panose="02040503050406030204" pitchFamily="18" charset="0"/>
                                <a:cs typeface="Arial"/>
                                <a:sym typeface="Arial"/>
                              </a:rPr>
                              <m:t>i</m:t>
                            </m:r>
                            <m:r>
                              <m:rPr>
                                <m:nor/>
                              </m:rPr>
                              <a:rPr kumimoji="0" lang="en-IN" sz="1800" b="0" i="0" u="none" strike="noStrike" kern="1200" cap="none" spc="0" normalizeH="0" baseline="-25000" noProof="0" dirty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" panose="02040503050406030204" pitchFamily="18" charset="0"/>
                                <a:ea typeface="Cambria" panose="02040503050406030204" pitchFamily="18" charset="0"/>
                                <a:cs typeface="Arial"/>
                                <a:sym typeface="Arial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kumimoji="0" lang="en-IN" sz="1800" b="0" i="0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" panose="02040503050406030204" pitchFamily="18" charset="0"/>
                                <a:ea typeface="Cambria" panose="02040503050406030204" pitchFamily="18" charset="0"/>
                                <a:cs typeface="Arial"/>
                                <a:sym typeface="Arial"/>
                              </a:rPr>
                              <m:t>− </m:t>
                            </m:r>
                            <m:r>
                              <m:rPr>
                                <m:sty m:val="p"/>
                              </m:rPr>
                              <a:rPr kumimoji="0" lang="el-GR" sz="1800" b="0" i="1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Arial"/>
                              </a:rPr>
                              <m:t>μ</m:t>
                            </m:r>
                            <m:r>
                              <m:rPr>
                                <m:nor/>
                              </m:rPr>
                              <a:rPr kumimoji="0" lang="en-IN" sz="1800" b="0" i="0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" panose="02040503050406030204" pitchFamily="18" charset="0"/>
                                <a:ea typeface="Cambria" panose="02040503050406030204" pitchFamily="18" charset="0"/>
                                <a:cs typeface="Arial"/>
                                <a:sym typeface="Arial"/>
                              </a:rPr>
                              <m:t>|</m:t>
                            </m:r>
                          </m:e>
                        </m:nary>
                      </m:num>
                      <m:den>
                        <m:r>
                          <m:rPr>
                            <m:nor/>
                          </m:rPr>
                          <a:rPr kumimoji="0" lang="en-IN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" panose="02040503050406030204" pitchFamily="18" charset="0"/>
                            <a:ea typeface="Cambria" panose="02040503050406030204" pitchFamily="18" charset="0"/>
                            <a:cs typeface="Arial"/>
                            <a:sym typeface="Arial"/>
                          </a:rPr>
                          <m:t>(ɵ</m:t>
                        </m:r>
                        <m:r>
                          <a:rPr kumimoji="0" lang="en-IN" sz="1800" b="0" i="1" u="none" strike="noStrike" kern="1200" cap="none" spc="0" normalizeH="0" baseline="3000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sym typeface="Arial"/>
                          </a:rPr>
                          <m:t>2</m:t>
                        </m:r>
                        <m:r>
                          <m:rPr>
                            <m:nor/>
                          </m:rPr>
                          <a:rPr kumimoji="0" lang="en-IN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" panose="02040503050406030204" pitchFamily="18" charset="0"/>
                            <a:ea typeface="Cambria" panose="02040503050406030204" pitchFamily="18" charset="0"/>
                            <a:cs typeface="Arial"/>
                            <a:sym typeface="Arial"/>
                          </a:rPr>
                          <m:t>)</m:t>
                        </m:r>
                      </m:den>
                    </m:f>
                  </m:oMath>
                </a14:m>
                <a:endParaRPr kumimoji="0" lang="en-IN" sz="1800" b="0" i="0" u="none" strike="noStrike" kern="1200" cap="none" spc="0" normalizeH="0" baseline="30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  <a:ea typeface="Cambria" panose="02040503050406030204" pitchFamily="18" charset="0"/>
                  <a:cs typeface="Arial"/>
                  <a:sym typeface="Arial"/>
                </a:endParaRPr>
              </a:p>
              <a:p>
                <a:pPr marL="22860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480"/>
                  </a:spcBef>
                  <a:spcAft>
                    <a:spcPts val="0"/>
                  </a:spcAft>
                  <a:buClr>
                    <a:srgbClr val="101141"/>
                  </a:buClr>
                  <a:buSzPct val="100000"/>
                  <a:buFont typeface="Arial"/>
                  <a:buNone/>
                  <a:tabLst/>
                  <a:defRPr/>
                </a:pPr>
                <a:r>
                  <a:rPr kumimoji="0" lang="en-IN" sz="18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Cambria" panose="02040503050406030204" pitchFamily="18" charset="0"/>
                    <a:cs typeface="Arial"/>
                    <a:sym typeface="Arial"/>
                  </a:rPr>
                  <a:t>		      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kumimoji="0" lang="en-I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" panose="02040503050406030204" pitchFamily="18" charset="0"/>
                        <a:ea typeface="Cambria" panose="02040503050406030204" pitchFamily="18" charset="0"/>
                        <a:cs typeface="Arial"/>
                        <a:sym typeface="Arial"/>
                      </a:rPr>
                      <m:t>ɵ</m:t>
                    </m:r>
                    <m:r>
                      <a:rPr kumimoji="0" lang="en-IN" sz="1800" b="0" i="1" u="none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Arial" panose="020B0604020202020204" pitchFamily="34" charset="0"/>
                        <a:sym typeface="Arial"/>
                      </a:rPr>
                      <m:t>=</m:t>
                    </m:r>
                    <m:f>
                      <m:fPr>
                        <m:ctrlPr>
                          <a:rPr kumimoji="0" lang="en-IN" sz="18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Arial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ctrlPr>
                              <a:rPr kumimoji="0" lang="en-IN" sz="1800" b="0" i="1" u="none" strike="noStrike" kern="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Arial" panose="020B0604020202020204" pitchFamily="34" charset="0"/>
                                <a:sym typeface="Arial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kumimoji="0" lang="en-IN" sz="1800" b="0" i="1" u="none" strike="noStrike" kern="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Arial" panose="020B0604020202020204" pitchFamily="34" charset="0"/>
                                <a:sym typeface="Arial"/>
                              </a:rPr>
                              <m:t>𝑖</m:t>
                            </m:r>
                            <m:r>
                              <a:rPr kumimoji="0" lang="en-IN" sz="1800" b="0" i="1" u="none" strike="noStrike" kern="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Arial" panose="020B0604020202020204" pitchFamily="34" charset="0"/>
                                <a:sym typeface="Arial"/>
                              </a:rPr>
                              <m:t>=1</m:t>
                            </m:r>
                          </m:sub>
                          <m:sup>
                            <m:r>
                              <a:rPr kumimoji="0" lang="en-IN" sz="1800" b="0" i="1" u="none" strike="noStrike" kern="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Arial" panose="020B0604020202020204" pitchFamily="34" charset="0"/>
                                <a:sym typeface="Arial"/>
                              </a:rPr>
                              <m:t>𝑛</m:t>
                            </m:r>
                          </m:sup>
                          <m:e>
                            <m:r>
                              <m:rPr>
                                <m:nor/>
                              </m:rPr>
                              <a:rPr kumimoji="0" lang="en-IN" sz="1800" b="0" i="0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" panose="02040503050406030204" pitchFamily="18" charset="0"/>
                                <a:ea typeface="Cambria" panose="02040503050406030204" pitchFamily="18" charset="0"/>
                                <a:cs typeface="Arial"/>
                                <a:sym typeface="Arial"/>
                              </a:rPr>
                              <m:t>|</m:t>
                            </m:r>
                            <m:r>
                              <m:rPr>
                                <m:nor/>
                              </m:rPr>
                              <a:rPr kumimoji="0" lang="en-IN" sz="1800" b="1" i="0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" panose="02040503050406030204" pitchFamily="18" charset="0"/>
                                <a:ea typeface="Cambria" panose="02040503050406030204" pitchFamily="18" charset="0"/>
                                <a:cs typeface="Arial"/>
                                <a:sym typeface="Arial"/>
                              </a:rPr>
                              <m:t>y</m:t>
                            </m:r>
                            <m:r>
                              <m:rPr>
                                <m:nor/>
                              </m:rPr>
                              <a:rPr kumimoji="0" lang="en-IN" sz="1800" b="1" i="0" u="none" strike="noStrike" kern="1200" cap="none" spc="0" normalizeH="0" baseline="-25000" noProof="0" dirty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" panose="02040503050406030204" pitchFamily="18" charset="0"/>
                                <a:ea typeface="Cambria" panose="02040503050406030204" pitchFamily="18" charset="0"/>
                                <a:cs typeface="Arial"/>
                                <a:sym typeface="Arial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kumimoji="0" lang="en-IN" sz="1800" b="1" i="0" u="none" strike="noStrike" kern="1200" cap="none" spc="0" normalizeH="0" baseline="-25000" noProof="0" dirty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" panose="02040503050406030204" pitchFamily="18" charset="0"/>
                                <a:ea typeface="Cambria" panose="02040503050406030204" pitchFamily="18" charset="0"/>
                                <a:cs typeface="Arial"/>
                                <a:sym typeface="Arial"/>
                              </a:rPr>
                              <m:t>i</m:t>
                            </m:r>
                            <m:r>
                              <m:rPr>
                                <m:nor/>
                              </m:rPr>
                              <a:rPr kumimoji="0" lang="en-IN" sz="1800" b="0" i="0" u="none" strike="noStrike" kern="1200" cap="none" spc="0" normalizeH="0" baseline="-25000" noProof="0" dirty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" panose="02040503050406030204" pitchFamily="18" charset="0"/>
                                <a:ea typeface="Cambria" panose="02040503050406030204" pitchFamily="18" charset="0"/>
                                <a:cs typeface="Arial"/>
                                <a:sym typeface="Arial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kumimoji="0" lang="en-IN" sz="1800" b="0" i="0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" panose="02040503050406030204" pitchFamily="18" charset="0"/>
                                <a:ea typeface="Cambria" panose="02040503050406030204" pitchFamily="18" charset="0"/>
                                <a:cs typeface="Arial"/>
                                <a:sym typeface="Arial"/>
                              </a:rPr>
                              <m:t>− </m:t>
                            </m:r>
                            <m:r>
                              <m:rPr>
                                <m:sty m:val="p"/>
                              </m:rPr>
                              <a:rPr kumimoji="0" lang="el-GR" sz="1800" b="0" i="1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Arial"/>
                              </a:rPr>
                              <m:t>μ</m:t>
                            </m:r>
                            <m:r>
                              <m:rPr>
                                <m:nor/>
                              </m:rPr>
                              <a:rPr kumimoji="0" lang="en-IN" sz="1800" b="0" i="0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" panose="02040503050406030204" pitchFamily="18" charset="0"/>
                                <a:ea typeface="Cambria" panose="02040503050406030204" pitchFamily="18" charset="0"/>
                                <a:cs typeface="Arial"/>
                                <a:sym typeface="Arial"/>
                              </a:rPr>
                              <m:t>|</m:t>
                            </m:r>
                          </m:e>
                        </m:nary>
                      </m:num>
                      <m:den>
                        <m:r>
                          <m:rPr>
                            <m:nor/>
                          </m:rPr>
                          <a:rPr kumimoji="0" lang="en-IN" sz="1800" b="0" i="0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Arial"/>
                            <a:sym typeface="Arial"/>
                          </a:rPr>
                          <m:t>n</m:t>
                        </m:r>
                      </m:den>
                    </m:f>
                  </m:oMath>
                </a14:m>
                <a:r>
                  <a:rPr kumimoji="0" lang="en-IN" sz="1800" b="0" i="0" u="none" strike="noStrike" kern="1200" cap="none" spc="0" normalizeH="0" baseline="3000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Cambria" panose="02040503050406030204" pitchFamily="18" charset="0"/>
                    <a:cs typeface="Arial"/>
                    <a:sym typeface="Arial"/>
                  </a:rPr>
                  <a:t>   </a:t>
                </a:r>
                <a:r>
                  <a:rPr kumimoji="0" lang="en-IN" sz="1800" b="0" i="0" u="none" strike="noStrike" kern="1200" cap="none" spc="0" normalizeH="0" baseline="3000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Cambria" panose="02040503050406030204" pitchFamily="18" charset="0"/>
                    <a:cs typeface="Arial"/>
                    <a:sym typeface="Arial"/>
                  </a:rPr>
                  <a:t> </a:t>
                </a:r>
                <a:r>
                  <a:rPr kumimoji="0" lang="en-IN" sz="18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Cambria" panose="02040503050406030204" pitchFamily="18" charset="0"/>
                    <a:cs typeface="Arial"/>
                    <a:sym typeface="Arial"/>
                  </a:rPr>
                  <a:t>     </a:t>
                </a:r>
                <a:r>
                  <a:rPr kumimoji="0" lang="en-I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Cambria" panose="02040503050406030204" pitchFamily="18" charset="0"/>
                    <a:cs typeface="Arial" panose="020B0604020202020204" pitchFamily="34" charset="0"/>
                    <a:sym typeface="Arial"/>
                  </a:rPr>
                  <a:t>Instead of MSE, MAE is the maximum likelihood hypothesis. So MAE is appropriate for the loss function</a:t>
                </a:r>
                <a:endParaRPr kumimoji="0" lang="en-IN" sz="1800" b="0" i="0" u="none" strike="noStrike" kern="1200" cap="none" spc="0" normalizeH="0" baseline="30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Cambria" panose="02040503050406030204" pitchFamily="18" charset="0"/>
                  <a:cs typeface="Arial" panose="020B0604020202020204" pitchFamily="34" charset="0"/>
                  <a:sym typeface="Arial"/>
                </a:endParaRPr>
              </a:p>
              <a:p>
                <a:pPr marL="22860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480"/>
                  </a:spcBef>
                  <a:spcAft>
                    <a:spcPts val="0"/>
                  </a:spcAft>
                  <a:buClr>
                    <a:srgbClr val="101141"/>
                  </a:buClr>
                  <a:buSzPct val="100000"/>
                  <a:buFont typeface="Arial"/>
                  <a:buNone/>
                  <a:tabLst/>
                  <a:defRPr/>
                </a:pPr>
                <a:endParaRPr kumimoji="0" lang="en-IN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Cambria" panose="02040503050406030204" pitchFamily="18" charset="0"/>
                  <a:cs typeface="Arial" panose="020B0604020202020204" pitchFamily="34" charset="0"/>
                  <a:sym typeface="Arial"/>
                </a:endParaRPr>
              </a:p>
            </p:txBody>
          </p:sp>
        </mc:Choice>
        <mc:Fallback xmlns="">
          <p:sp>
            <p:nvSpPr>
              <p:cNvPr id="10" name="Text Placeholder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400" y="1828800"/>
                <a:ext cx="8291514" cy="471138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369226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304800" y="1493837"/>
            <a:ext cx="4038600" cy="3382963"/>
          </a:xfrm>
        </p:spPr>
        <p:txBody>
          <a:bodyPr>
            <a:normAutofit/>
          </a:bodyPr>
          <a:lstStyle/>
          <a:p>
            <a:pPr marL="571500" indent="-342900">
              <a:buSzPct val="100000"/>
              <a:buFont typeface="+mj-lt"/>
              <a:buAutoNum type="arabicPeriod"/>
            </a:pPr>
            <a:r>
              <a:rPr lang="en-IN" sz="1800" dirty="0" smtClean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Determine </a:t>
            </a:r>
            <a:r>
              <a:rPr lang="en-IN" sz="18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IN" sz="1800" dirty="0" smtClean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rior probability</a:t>
            </a:r>
          </a:p>
          <a:p>
            <a:pPr marL="571500" indent="-342900">
              <a:buSzPct val="100000"/>
              <a:buFont typeface="+mj-lt"/>
              <a:buAutoNum type="arabicPeriod"/>
            </a:pPr>
            <a:endParaRPr lang="en-IN" sz="1800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71500" indent="-342900">
              <a:buSzPct val="100000"/>
              <a:buFont typeface="+mj-lt"/>
              <a:buAutoNum type="arabicPeriod"/>
            </a:pPr>
            <a:endParaRPr lang="en-IN" sz="1800" dirty="0" smtClean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71500" indent="-342900">
              <a:buSzPct val="100000"/>
              <a:buFont typeface="+mj-lt"/>
              <a:buAutoNum type="arabicPeriod"/>
            </a:pPr>
            <a:r>
              <a:rPr lang="en-IN" sz="1800" dirty="0" smtClean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Find the posterior probability for every distinct prior</a:t>
            </a:r>
          </a:p>
          <a:p>
            <a:pPr marL="571500" indent="-342900">
              <a:buSzPct val="100000"/>
              <a:buFont typeface="+mj-lt"/>
              <a:buAutoNum type="arabicPeriod"/>
            </a:pPr>
            <a:endParaRPr lang="en-IN" sz="1800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71500" indent="-342900">
              <a:buSzPct val="100000"/>
              <a:buFont typeface="+mj-lt"/>
              <a:buAutoNum type="arabicPeriod"/>
            </a:pPr>
            <a:endParaRPr lang="en-IN" sz="1800" dirty="0" smtClean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71500" indent="-342900">
              <a:buSzPct val="100000"/>
              <a:buFont typeface="+mj-lt"/>
              <a:buAutoNum type="arabicPeriod"/>
            </a:pPr>
            <a:r>
              <a:rPr lang="en-IN" sz="1800" dirty="0" smtClean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Choose the posterior with highest </a:t>
            </a:r>
            <a:r>
              <a:rPr lang="en-IN" sz="1800" dirty="0" err="1" smtClean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r>
              <a:rPr lang="en-IN" sz="1800" baseline="-25000" dirty="0" err="1" smtClean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MAP</a:t>
            </a:r>
            <a:r>
              <a:rPr lang="en-IN" sz="1800" dirty="0" smtClean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value</a:t>
            </a:r>
            <a:endParaRPr lang="en-IN" sz="1800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152400" y="152400"/>
            <a:ext cx="6324600" cy="1143000"/>
          </a:xfrm>
        </p:spPr>
        <p:txBody>
          <a:bodyPr>
            <a:normAutofit/>
          </a:bodyPr>
          <a:lstStyle/>
          <a:p>
            <a:pPr marL="271463" indent="-42863"/>
            <a:r>
              <a:rPr lang="en-IN" sz="2400" dirty="0">
                <a:latin typeface="+mj-lt"/>
              </a:rPr>
              <a:t>Maximum A </a:t>
            </a:r>
            <a:r>
              <a:rPr lang="en-IN" sz="2400" dirty="0" smtClean="0">
                <a:latin typeface="+mj-lt"/>
              </a:rPr>
              <a:t>Posteriori (MAP) Analysis</a:t>
            </a:r>
            <a:endParaRPr lang="en-IN" sz="2400" dirty="0">
              <a:latin typeface="+mj-lt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04800" y="5486400"/>
            <a:ext cx="8534400" cy="1382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3619" marR="26896" lvl="0" indent="0" algn="l" defTabSz="914400" rtl="0" eaLnBrk="1" fontAlgn="base" latinLnBrk="0" hangingPunct="1">
              <a:lnSpc>
                <a:spcPts val="2224"/>
              </a:lnSpc>
              <a:spcBef>
                <a:spcPts val="737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/>
                <a:ea typeface="Cambria" panose="02040503050406030204" pitchFamily="18" charset="0"/>
                <a:cs typeface="Franklin Gothic Medium"/>
              </a:rPr>
              <a:t>Maximum a </a:t>
            </a:r>
            <a:r>
              <a:rPr kumimoji="0" lang="en-US" sz="1800" b="0" i="0" u="none" strike="noStrike" kern="1200" cap="none" spc="13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/>
                <a:ea typeface="Cambria" panose="02040503050406030204" pitchFamily="18" charset="0"/>
                <a:cs typeface="Franklin Gothic Medium"/>
              </a:rPr>
              <a:t>Posteriori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/>
                <a:ea typeface="Cambria" panose="02040503050406030204" pitchFamily="18" charset="0"/>
                <a:cs typeface="Franklin Gothic Medium"/>
              </a:rPr>
              <a:t>(MAP) </a:t>
            </a:r>
            <a:r>
              <a:rPr kumimoji="0" lang="en-US" sz="1800" b="0" i="0" u="none" strike="noStrike" kern="1200" cap="none" spc="13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/>
                <a:ea typeface="Cambria" panose="02040503050406030204" pitchFamily="18" charset="0"/>
                <a:cs typeface="Franklin Gothic Medium"/>
              </a:rPr>
              <a:t>Estimator</a:t>
            </a:r>
            <a:r>
              <a:rPr kumimoji="0" lang="en-US" sz="1800" b="0" i="0" u="none" strike="noStrike" kern="1200" cap="none" spc="13" normalizeH="0" baseline="1291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/>
                <a:ea typeface="Cambria" panose="02040503050406030204" pitchFamily="18" charset="0"/>
                <a:cs typeface="Franklin Gothic Medium"/>
              </a:rPr>
              <a:t> </a:t>
            </a:r>
            <a:r>
              <a:rPr kumimoji="0" lang="en-US" sz="1800" b="0" i="0" u="none" strike="noStrike" kern="1200" cap="none" spc="-2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mbria" panose="02040503050406030204" pitchFamily="18" charset="0"/>
                <a:cs typeface="Franklin Gothic Medium"/>
              </a:rPr>
              <a:t>of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mbria" panose="02040503050406030204" pitchFamily="18" charset="0"/>
                <a:cs typeface="Cambria Math"/>
              </a:rPr>
              <a:t>𝜃</a:t>
            </a:r>
            <a:r>
              <a:rPr kumimoji="0" lang="en-US" sz="1800" b="0" i="0" u="none" strike="noStrike" kern="1200" cap="none" spc="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mbria" panose="02040503050406030204" pitchFamily="18" charset="0"/>
                <a:cs typeface="Cambria Math"/>
              </a:rPr>
              <a:t> </a:t>
            </a:r>
            <a:r>
              <a:rPr kumimoji="0" lang="en-US" sz="1800" b="0" i="0" u="none" strike="noStrike" kern="1200" cap="none" spc="-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mbria" panose="02040503050406030204" pitchFamily="18" charset="0"/>
                <a:cs typeface="Franklin Gothic Medium"/>
              </a:rPr>
              <a:t>is the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mbria" panose="02040503050406030204" pitchFamily="18" charset="0"/>
                <a:cs typeface="Franklin Gothic Medium"/>
              </a:rPr>
              <a:t>value </a:t>
            </a:r>
            <a:r>
              <a:rPr kumimoji="0" lang="en-US" sz="1800" b="0" i="0" u="none" strike="noStrike" kern="1200" cap="none" spc="-2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mbria" panose="02040503050406030204" pitchFamily="18" charset="0"/>
                <a:cs typeface="Franklin Gothic Medium"/>
              </a:rPr>
              <a:t>of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mbria" panose="02040503050406030204" pitchFamily="18" charset="0"/>
                <a:cs typeface="Cambria Math"/>
              </a:rPr>
              <a:t>𝜃</a:t>
            </a:r>
            <a:r>
              <a:rPr kumimoji="0" lang="en-US" sz="1800" b="0" i="0" u="none" strike="noStrike" kern="1200" cap="none" spc="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mbria" panose="02040503050406030204" pitchFamily="18" charset="0"/>
                <a:cs typeface="Cambria Math"/>
              </a:rPr>
              <a:t> </a:t>
            </a:r>
            <a:r>
              <a:rPr kumimoji="0" lang="en-US" sz="1800" b="0" i="0" u="none" strike="noStrike" kern="1200" cap="none" spc="-1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mbria" panose="02040503050406030204" pitchFamily="18" charset="0"/>
                <a:cs typeface="Franklin Gothic Medium"/>
              </a:rPr>
              <a:t>that </a:t>
            </a:r>
            <a:r>
              <a:rPr kumimoji="0" lang="en-US" sz="1800" b="0" i="0" u="none" strike="noStrike" kern="1200" cap="none" spc="-47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mbria" panose="02040503050406030204" pitchFamily="18" charset="0"/>
                <a:cs typeface="Franklin Gothic Medium"/>
              </a:rPr>
              <a:t> </a:t>
            </a:r>
            <a:r>
              <a:rPr kumimoji="0" lang="en-US" sz="1800" b="0" i="0" u="none" strike="noStrike" kern="1200" cap="none" spc="-2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mbria" panose="02040503050406030204" pitchFamily="18" charset="0"/>
                <a:cs typeface="Franklin Gothic Medium"/>
              </a:rPr>
              <a:t>maximizes</a:t>
            </a:r>
            <a:r>
              <a:rPr kumimoji="0" lang="en-US" sz="1800" b="0" i="0" u="none" strike="noStrike" kern="1200" cap="none" spc="2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mbria" panose="02040503050406030204" pitchFamily="18" charset="0"/>
                <a:cs typeface="Franklin Gothic Medium"/>
              </a:rPr>
              <a:t> </a:t>
            </a:r>
            <a:r>
              <a:rPr kumimoji="0" lang="en-US" sz="1800" b="0" i="0" u="none" strike="noStrike" kern="1200" cap="none" spc="-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mbria" panose="02040503050406030204" pitchFamily="18" charset="0"/>
                <a:cs typeface="Franklin Gothic Medium"/>
              </a:rPr>
              <a:t>the</a:t>
            </a:r>
            <a:r>
              <a:rPr kumimoji="0" lang="en-US" sz="1800" b="0" i="0" u="none" strike="noStrike" kern="1200" cap="none" spc="2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mbria" panose="02040503050406030204" pitchFamily="18" charset="0"/>
                <a:cs typeface="Franklin Gothic Medium"/>
              </a:rPr>
              <a:t> </a:t>
            </a:r>
            <a:r>
              <a:rPr kumimoji="0" lang="en-US" sz="1800" b="0" i="0" u="none" strike="noStrike" kern="1200" cap="none" spc="-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mbria" panose="02040503050406030204" pitchFamily="18" charset="0"/>
                <a:cs typeface="Franklin Gothic Medium"/>
              </a:rPr>
              <a:t>posterior</a:t>
            </a:r>
            <a:r>
              <a:rPr kumimoji="0" lang="en-US" sz="1800" b="0" i="0" u="none" strike="noStrike" kern="1200" cap="none" spc="18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mbria" panose="02040503050406030204" pitchFamily="18" charset="0"/>
                <a:cs typeface="Franklin Gothic Medium"/>
              </a:rPr>
              <a:t> </a:t>
            </a:r>
            <a:r>
              <a:rPr kumimoji="0" lang="en-US" sz="1800" b="0" i="0" u="none" strike="noStrike" kern="1200" cap="none" spc="-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mbria" panose="02040503050406030204" pitchFamily="18" charset="0"/>
                <a:cs typeface="Franklin Gothic Medium"/>
              </a:rPr>
              <a:t>distribution</a:t>
            </a:r>
            <a:r>
              <a:rPr kumimoji="0" lang="en-US" sz="1800" b="0" i="0" u="none" strike="noStrike" kern="1200" cap="none" spc="2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mbria" panose="02040503050406030204" pitchFamily="18" charset="0"/>
                <a:cs typeface="Franklin Gothic Medium"/>
              </a:rPr>
              <a:t> </a:t>
            </a:r>
            <a:r>
              <a:rPr kumimoji="0" lang="en-US" sz="1800" b="0" i="0" u="none" strike="noStrike" kern="1200" cap="none" spc="-2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mbria" panose="02040503050406030204" pitchFamily="18" charset="0"/>
                <a:cs typeface="Franklin Gothic Medium"/>
              </a:rPr>
              <a:t>of</a:t>
            </a:r>
            <a:r>
              <a:rPr kumimoji="0" lang="en-US" sz="1800" b="0" i="0" u="none" strike="noStrike" kern="1200" cap="none" spc="31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mbria" panose="02040503050406030204" pitchFamily="18" charset="0"/>
                <a:cs typeface="Franklin Gothic Medium"/>
              </a:rPr>
              <a:t> </a:t>
            </a:r>
            <a:r>
              <a:rPr kumimoji="0" lang="en-US" sz="1800" b="0" i="0" u="none" strike="noStrike" kern="1200" cap="none" spc="4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mbria" panose="02040503050406030204" pitchFamily="18" charset="0"/>
                <a:cs typeface="Cambria Math"/>
              </a:rPr>
              <a:t>𝜃</a:t>
            </a:r>
            <a:r>
              <a:rPr kumimoji="0" lang="en-US" sz="1800" b="0" i="0" u="none" strike="noStrike" kern="1200" cap="none" spc="44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mbria" panose="02040503050406030204" pitchFamily="18" charset="0"/>
                <a:cs typeface="Franklin Gothic Medium"/>
              </a:rPr>
              <a:t>. </a:t>
            </a:r>
          </a:p>
          <a:p>
            <a:pPr marL="33619" marR="26896" lvl="0" indent="0" algn="l" defTabSz="914400" rtl="0" eaLnBrk="1" fontAlgn="base" latinLnBrk="0" hangingPunct="1">
              <a:lnSpc>
                <a:spcPts val="2224"/>
              </a:lnSpc>
              <a:spcBef>
                <a:spcPts val="737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Best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hypothesis ≈ most probable hypothesis</a:t>
            </a:r>
          </a:p>
          <a:p>
            <a:pPr marL="33619" marR="26896" lvl="0" indent="0" algn="l" defTabSz="914400" rtl="0" eaLnBrk="1" fontAlgn="base" latinLnBrk="0" hangingPunct="1">
              <a:lnSpc>
                <a:spcPts val="2224"/>
              </a:lnSpc>
              <a:spcBef>
                <a:spcPts val="737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mbria" panose="02040503050406030204" pitchFamily="18" charset="0"/>
              <a:cs typeface="Franklin Gothic Medium"/>
            </a:endParaRPr>
          </a:p>
        </p:txBody>
      </p:sp>
      <p:sp>
        <p:nvSpPr>
          <p:cNvPr id="5" name="object 7"/>
          <p:cNvSpPr txBox="1"/>
          <p:nvPr/>
        </p:nvSpPr>
        <p:spPr>
          <a:xfrm>
            <a:off x="4419600" y="1905000"/>
            <a:ext cx="4267836" cy="333047"/>
          </a:xfrm>
          <a:prstGeom prst="rect">
            <a:avLst/>
          </a:prstGeom>
        </p:spPr>
        <p:txBody>
          <a:bodyPr vert="horz" wrap="square" lIns="0" tIns="50426" rIns="0" bIns="0" rtlCol="0">
            <a:spAutoFit/>
          </a:bodyPr>
          <a:lstStyle/>
          <a:p>
            <a:pPr marL="114305" marR="0" lvl="0" indent="0" algn="l" defTabSz="914400" rtl="0" eaLnBrk="1" fontAlgn="base" latinLnBrk="0" hangingPunct="1">
              <a:lnSpc>
                <a:spcPts val="2246"/>
              </a:lnSpc>
              <a:spcBef>
                <a:spcPts val="397"/>
              </a:spcBef>
              <a:spcAft>
                <a:spcPct val="0"/>
              </a:spcAft>
              <a:buClrTx/>
              <a:buSzTx/>
              <a:buFontTx/>
              <a:buNone/>
              <a:tabLst>
                <a:tab pos="2135395" algn="l"/>
              </a:tabLst>
              <a:defRPr/>
            </a:pPr>
            <a:r>
              <a:rPr kumimoji="0" sz="2000" b="0" i="0" u="none" strike="noStrike" kern="1200" cap="none" spc="18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/>
                <a:ea typeface="+mn-ea"/>
                <a:cs typeface="Cambria Math"/>
              </a:rPr>
              <a:t>𝜃</a:t>
            </a:r>
            <a:r>
              <a:rPr kumimoji="0" sz="2000" b="0" i="0" u="none" strike="noStrike" kern="1200" cap="none" spc="26" normalizeH="0" baseline="-15625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/>
                <a:ea typeface="+mn-ea"/>
                <a:cs typeface="Cambria Math"/>
              </a:rPr>
              <a:t>𝑀𝐴𝑃 </a:t>
            </a:r>
            <a:r>
              <a:rPr kumimoji="0" sz="2000" b="0" i="0" u="none" strike="noStrike" kern="1200" cap="none" spc="72" normalizeH="0" baseline="-15625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/>
                <a:ea typeface="+mn-ea"/>
                <a:cs typeface="Cambria Math"/>
              </a:rPr>
              <a:t> 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/>
                <a:ea typeface="+mn-ea"/>
                <a:cs typeface="Cambria Math"/>
              </a:rPr>
              <a:t>=</a:t>
            </a:r>
            <a:r>
              <a:rPr kumimoji="0" sz="2000" b="0" i="0" u="none" strike="noStrike" kern="1200" cap="none" spc="14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/>
                <a:ea typeface="+mn-ea"/>
                <a:cs typeface="Cambria Math"/>
              </a:rPr>
              <a:t> 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/>
                <a:ea typeface="+mn-ea"/>
                <a:cs typeface="Cambria Math"/>
              </a:rPr>
              <a:t>arg</a:t>
            </a:r>
            <a:r>
              <a:rPr kumimoji="0" sz="2000" b="0" i="0" u="none" strike="noStrike" kern="1200" cap="none" spc="31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/>
                <a:ea typeface="+mn-ea"/>
                <a:cs typeface="Cambria Math"/>
              </a:rPr>
              <a:t> </a:t>
            </a:r>
            <a:r>
              <a:rPr kumimoji="0" sz="2000" b="0" i="0" u="none" strike="noStrike" kern="1200" cap="none" spc="9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/>
                <a:ea typeface="+mn-ea"/>
                <a:cs typeface="Cambria Math"/>
              </a:rPr>
              <a:t>max</a:t>
            </a:r>
            <a:r>
              <a:rPr kumimoji="0" sz="2000" b="0" i="0" u="none" strike="noStrike" kern="1200" cap="none" spc="-8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/>
                <a:ea typeface="+mn-ea"/>
                <a:cs typeface="Cambria Math"/>
              </a:rPr>
              <a:t> </a:t>
            </a:r>
            <a:r>
              <a:rPr kumimoji="0" sz="2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/>
                <a:ea typeface="+mn-ea"/>
                <a:cs typeface="Cambria Math"/>
              </a:rPr>
              <a:t>𝑓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/>
                <a:ea typeface="+mn-ea"/>
                <a:cs typeface="Cambria Math"/>
              </a:rPr>
              <a:t>(</a:t>
            </a:r>
            <a:r>
              <a:rPr kumimoji="0" sz="2000" b="0" i="0" u="none" strike="noStrike" kern="1200" cap="none" spc="18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/>
                <a:ea typeface="+mn-ea"/>
                <a:cs typeface="Cambria Math"/>
              </a:rPr>
              <a:t>𝜃</a:t>
            </a:r>
            <a:r>
              <a:rPr kumimoji="0" sz="2000" b="0" i="0" u="none" strike="noStrike" kern="1200" cap="none" spc="18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/>
                <a:ea typeface="+mn-ea"/>
                <a:cs typeface="Cambria Math"/>
              </a:rPr>
              <a:t>|𝑋</a:t>
            </a:r>
            <a:r>
              <a:rPr kumimoji="0" sz="2000" b="0" i="0" u="none" strike="noStrike" kern="1200" cap="none" spc="26" normalizeH="0" baseline="-15625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/>
                <a:ea typeface="+mn-ea"/>
                <a:cs typeface="Cambria Math"/>
              </a:rPr>
              <a:t>1</a:t>
            </a:r>
            <a:r>
              <a:rPr kumimoji="0" sz="2000" b="0" i="0" u="none" strike="noStrike" kern="1200" cap="none" spc="18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/>
                <a:ea typeface="+mn-ea"/>
                <a:cs typeface="Cambria Math"/>
              </a:rPr>
              <a:t>,</a:t>
            </a:r>
            <a:r>
              <a:rPr kumimoji="0" sz="2000" b="0" i="0" u="none" strike="noStrike" kern="1200" cap="none" spc="-10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/>
                <a:ea typeface="+mn-ea"/>
                <a:cs typeface="Cambria Math"/>
              </a:rPr>
              <a:t> </a:t>
            </a:r>
            <a:r>
              <a:rPr kumimoji="0" sz="2000" b="0" i="0" u="none" strike="noStrike" kern="1200" cap="none" spc="84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/>
                <a:ea typeface="+mn-ea"/>
                <a:cs typeface="Cambria Math"/>
              </a:rPr>
              <a:t>𝑋</a:t>
            </a:r>
            <a:r>
              <a:rPr kumimoji="0" lang="en-US" sz="2000" b="0" i="0" u="none" strike="noStrike" kern="1200" cap="none" spc="125" normalizeH="0" baseline="-15625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/>
                <a:ea typeface="+mn-ea"/>
                <a:cs typeface="Cambria Math"/>
              </a:rPr>
              <a:t>2</a:t>
            </a:r>
            <a:r>
              <a:rPr kumimoji="0" sz="2000" b="0" i="0" u="none" strike="noStrike" kern="1200" cap="none" spc="84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/>
                <a:ea typeface="+mn-ea"/>
                <a:cs typeface="Cambria Math"/>
              </a:rPr>
              <a:t>,</a:t>
            </a:r>
            <a:r>
              <a:rPr kumimoji="0" sz="2000" b="0" i="0" u="none" strike="noStrike" kern="1200" cap="none" spc="-101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/>
                <a:ea typeface="+mn-ea"/>
                <a:cs typeface="Cambria Math"/>
              </a:rPr>
              <a:t> 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/>
                <a:ea typeface="+mn-ea"/>
                <a:cs typeface="Cambria Math"/>
              </a:rPr>
              <a:t>…</a:t>
            </a:r>
            <a:r>
              <a:rPr kumimoji="0" sz="2000" b="0" i="0" u="none" strike="noStrike" kern="1200" cap="none" spc="-88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/>
                <a:ea typeface="+mn-ea"/>
                <a:cs typeface="Cambria Math"/>
              </a:rPr>
              <a:t> 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/>
                <a:ea typeface="+mn-ea"/>
                <a:cs typeface="Cambria Math"/>
              </a:rPr>
              <a:t>,</a:t>
            </a:r>
            <a:r>
              <a:rPr kumimoji="0" sz="2000" b="0" i="0" u="none" strike="noStrike" kern="1200" cap="none" spc="-10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/>
                <a:ea typeface="+mn-ea"/>
                <a:cs typeface="Cambria Math"/>
              </a:rPr>
              <a:t> </a:t>
            </a:r>
            <a:r>
              <a:rPr kumimoji="0" sz="2000" b="0" i="0" u="none" strike="noStrike" kern="1200" cap="none" spc="18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/>
                <a:ea typeface="+mn-ea"/>
                <a:cs typeface="Cambria Math"/>
              </a:rPr>
              <a:t>𝑋</a:t>
            </a:r>
            <a:r>
              <a:rPr kumimoji="0" sz="2000" b="0" i="0" u="none" strike="noStrike" kern="1200" cap="none" spc="26" normalizeH="0" baseline="-15625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/>
                <a:ea typeface="+mn-ea"/>
                <a:cs typeface="Cambria Math"/>
              </a:rPr>
              <a:t>𝑛</a:t>
            </a:r>
            <a:r>
              <a:rPr kumimoji="0" lang="en-US" sz="2000" b="0" i="0" u="none" strike="noStrike" kern="1200" cap="none" spc="26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/>
                <a:ea typeface="+mn-ea"/>
                <a:cs typeface="Cambria Math"/>
              </a:rPr>
              <a:t>)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 Math"/>
              <a:ea typeface="+mn-ea"/>
              <a:cs typeface="Cambria Math"/>
            </a:endParaRPr>
          </a:p>
        </p:txBody>
      </p:sp>
      <p:pic>
        <p:nvPicPr>
          <p:cNvPr id="6" name="Picture 5" descr="Screen Clippi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9599" y="2438400"/>
            <a:ext cx="3299239" cy="1905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957315" y="3221623"/>
            <a:ext cx="2733569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Brute Force MAP Hypothesis</a:t>
            </a:r>
          </a:p>
        </p:txBody>
      </p:sp>
    </p:spTree>
    <p:extLst>
      <p:ext uri="{BB962C8B-B14F-4D97-AF65-F5344CB8AC3E}">
        <p14:creationId xmlns:p14="http://schemas.microsoft.com/office/powerpoint/2010/main" val="34623207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304800" y="1524000"/>
            <a:ext cx="4572000" cy="3382963"/>
          </a:xfrm>
        </p:spPr>
        <p:txBody>
          <a:bodyPr>
            <a:normAutofit lnSpcReduction="10000"/>
          </a:bodyPr>
          <a:lstStyle/>
          <a:p>
            <a:pPr marL="571500" indent="-342900">
              <a:buSzPct val="100000"/>
              <a:buFont typeface="+mj-lt"/>
              <a:buAutoNum type="arabicPeriod"/>
            </a:pPr>
            <a:r>
              <a:rPr lang="en-IN" sz="1800" dirty="0" smtClean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Find the </a:t>
            </a:r>
            <a:r>
              <a:rPr lang="en-IN" sz="18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IN" sz="1800" dirty="0" smtClean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rior probability</a:t>
            </a:r>
          </a:p>
          <a:p>
            <a:pPr marL="571500" indent="-342900">
              <a:buSzPct val="100000"/>
              <a:buFont typeface="+mj-lt"/>
              <a:buAutoNum type="arabicPeriod"/>
            </a:pPr>
            <a:endParaRPr lang="en-IN" sz="1800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71500" indent="-342900">
              <a:buSzPct val="100000"/>
              <a:buFont typeface="+mj-lt"/>
              <a:buAutoNum type="arabicPeriod"/>
            </a:pPr>
            <a:endParaRPr lang="en-IN" sz="1800" dirty="0" smtClean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71500" indent="-342900">
              <a:buSzPct val="100000"/>
              <a:buFont typeface="+mj-lt"/>
              <a:buAutoNum type="arabicPeriod"/>
            </a:pPr>
            <a:r>
              <a:rPr lang="en-IN" sz="1800" dirty="0" smtClean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Derive the posterior probability</a:t>
            </a:r>
          </a:p>
          <a:p>
            <a:pPr marL="571500" indent="-342900">
              <a:buSzPct val="100000"/>
              <a:buFont typeface="+mj-lt"/>
              <a:buAutoNum type="arabicPeriod"/>
            </a:pPr>
            <a:endParaRPr lang="en-IN" sz="1800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71500" indent="-342900">
              <a:lnSpc>
                <a:spcPct val="300000"/>
              </a:lnSpc>
              <a:buSzPct val="100000"/>
              <a:buFont typeface="+mj-lt"/>
              <a:buAutoNum type="arabicPeriod"/>
            </a:pPr>
            <a:r>
              <a:rPr lang="en-IN" sz="1800" dirty="0" smtClean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Differentiate posterior </a:t>
            </a:r>
            <a:r>
              <a:rPr lang="en-IN" sz="18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w.r.t. (each) </a:t>
            </a:r>
            <a:r>
              <a:rPr lang="en-IN" sz="1800" dirty="0" smtClean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𝜃</a:t>
            </a:r>
          </a:p>
          <a:p>
            <a:pPr marL="571500" indent="-342900">
              <a:lnSpc>
                <a:spcPct val="300000"/>
              </a:lnSpc>
              <a:buSzPct val="100000"/>
              <a:buFont typeface="+mj-lt"/>
              <a:buAutoNum type="arabicPeriod"/>
            </a:pPr>
            <a:r>
              <a:rPr lang="en-IN" sz="1800" dirty="0" smtClean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Solve</a:t>
            </a:r>
            <a:endParaRPr lang="en-IN" sz="1800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152400" y="152400"/>
            <a:ext cx="6324600" cy="1143000"/>
          </a:xfrm>
        </p:spPr>
        <p:txBody>
          <a:bodyPr>
            <a:normAutofit/>
          </a:bodyPr>
          <a:lstStyle/>
          <a:p>
            <a:pPr marL="271463" indent="-42863"/>
            <a:r>
              <a:rPr lang="en-IN" sz="2400" dirty="0">
                <a:latin typeface="+mj-lt"/>
              </a:rPr>
              <a:t>Maximum A </a:t>
            </a:r>
            <a:r>
              <a:rPr lang="en-IN" sz="2400" dirty="0" smtClean="0">
                <a:latin typeface="+mj-lt"/>
              </a:rPr>
              <a:t>Posteriori Estimation (MAP)</a:t>
            </a:r>
            <a:endParaRPr lang="en-IN" sz="2400" dirty="0">
              <a:latin typeface="+mj-lt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04800" y="5486400"/>
            <a:ext cx="8534400" cy="1382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3619" marR="26896" lvl="0" indent="0" algn="l" defTabSz="914400" rtl="0" eaLnBrk="1" fontAlgn="base" latinLnBrk="0" hangingPunct="1">
              <a:lnSpc>
                <a:spcPts val="2224"/>
              </a:lnSpc>
              <a:spcBef>
                <a:spcPts val="737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/>
                <a:ea typeface="Cambria" panose="02040503050406030204" pitchFamily="18" charset="0"/>
                <a:cs typeface="Franklin Gothic Medium"/>
              </a:rPr>
              <a:t>Maximum a </a:t>
            </a:r>
            <a:r>
              <a:rPr kumimoji="0" lang="en-US" sz="1800" b="0" i="0" u="none" strike="noStrike" kern="1200" cap="none" spc="13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/>
                <a:ea typeface="Cambria" panose="02040503050406030204" pitchFamily="18" charset="0"/>
                <a:cs typeface="Franklin Gothic Medium"/>
              </a:rPr>
              <a:t>Posteriori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/>
                <a:ea typeface="Cambria" panose="02040503050406030204" pitchFamily="18" charset="0"/>
                <a:cs typeface="Franklin Gothic Medium"/>
              </a:rPr>
              <a:t>(MAP) </a:t>
            </a:r>
            <a:r>
              <a:rPr kumimoji="0" lang="en-US" sz="1800" b="0" i="0" u="none" strike="noStrike" kern="1200" cap="none" spc="13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/>
                <a:ea typeface="Cambria" panose="02040503050406030204" pitchFamily="18" charset="0"/>
                <a:cs typeface="Franklin Gothic Medium"/>
              </a:rPr>
              <a:t>Estimator</a:t>
            </a:r>
            <a:r>
              <a:rPr kumimoji="0" lang="en-US" sz="1800" b="0" i="0" u="none" strike="noStrike" kern="1200" cap="none" spc="13" normalizeH="0" baseline="1291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/>
                <a:ea typeface="Cambria" panose="02040503050406030204" pitchFamily="18" charset="0"/>
                <a:cs typeface="Franklin Gothic Medium"/>
              </a:rPr>
              <a:t> </a:t>
            </a:r>
            <a:r>
              <a:rPr kumimoji="0" lang="en-US" sz="1800" b="0" i="0" u="none" strike="noStrike" kern="1200" cap="none" spc="-2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mbria" panose="02040503050406030204" pitchFamily="18" charset="0"/>
                <a:cs typeface="Franklin Gothic Medium"/>
              </a:rPr>
              <a:t>of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mbria" panose="02040503050406030204" pitchFamily="18" charset="0"/>
                <a:cs typeface="Cambria Math"/>
              </a:rPr>
              <a:t>𝜃</a:t>
            </a:r>
            <a:r>
              <a:rPr kumimoji="0" lang="en-US" sz="1800" b="0" i="0" u="none" strike="noStrike" kern="1200" cap="none" spc="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mbria" panose="02040503050406030204" pitchFamily="18" charset="0"/>
                <a:cs typeface="Cambria Math"/>
              </a:rPr>
              <a:t> </a:t>
            </a:r>
            <a:r>
              <a:rPr kumimoji="0" lang="en-US" sz="1800" b="0" i="0" u="none" strike="noStrike" kern="1200" cap="none" spc="-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mbria" panose="02040503050406030204" pitchFamily="18" charset="0"/>
                <a:cs typeface="Franklin Gothic Medium"/>
              </a:rPr>
              <a:t>is the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mbria" panose="02040503050406030204" pitchFamily="18" charset="0"/>
                <a:cs typeface="Franklin Gothic Medium"/>
              </a:rPr>
              <a:t>value </a:t>
            </a:r>
            <a:r>
              <a:rPr kumimoji="0" lang="en-US" sz="1800" b="0" i="0" u="none" strike="noStrike" kern="1200" cap="none" spc="-2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mbria" panose="02040503050406030204" pitchFamily="18" charset="0"/>
                <a:cs typeface="Franklin Gothic Medium"/>
              </a:rPr>
              <a:t>of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mbria" panose="02040503050406030204" pitchFamily="18" charset="0"/>
                <a:cs typeface="Cambria Math"/>
              </a:rPr>
              <a:t>𝜃</a:t>
            </a:r>
            <a:r>
              <a:rPr kumimoji="0" lang="en-US" sz="1800" b="0" i="0" u="none" strike="noStrike" kern="1200" cap="none" spc="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mbria" panose="02040503050406030204" pitchFamily="18" charset="0"/>
                <a:cs typeface="Cambria Math"/>
              </a:rPr>
              <a:t> </a:t>
            </a:r>
            <a:r>
              <a:rPr kumimoji="0" lang="en-US" sz="1800" b="0" i="0" u="none" strike="noStrike" kern="1200" cap="none" spc="-1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mbria" panose="02040503050406030204" pitchFamily="18" charset="0"/>
                <a:cs typeface="Franklin Gothic Medium"/>
              </a:rPr>
              <a:t>that </a:t>
            </a:r>
            <a:r>
              <a:rPr kumimoji="0" lang="en-US" sz="1800" b="0" i="0" u="none" strike="noStrike" kern="1200" cap="none" spc="-47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mbria" panose="02040503050406030204" pitchFamily="18" charset="0"/>
                <a:cs typeface="Franklin Gothic Medium"/>
              </a:rPr>
              <a:t> </a:t>
            </a:r>
            <a:r>
              <a:rPr kumimoji="0" lang="en-US" sz="1800" b="0" i="0" u="none" strike="noStrike" kern="1200" cap="none" spc="-2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mbria" panose="02040503050406030204" pitchFamily="18" charset="0"/>
                <a:cs typeface="Franklin Gothic Medium"/>
              </a:rPr>
              <a:t>maximizes</a:t>
            </a:r>
            <a:r>
              <a:rPr kumimoji="0" lang="en-US" sz="1800" b="0" i="0" u="none" strike="noStrike" kern="1200" cap="none" spc="2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mbria" panose="02040503050406030204" pitchFamily="18" charset="0"/>
                <a:cs typeface="Franklin Gothic Medium"/>
              </a:rPr>
              <a:t> </a:t>
            </a:r>
            <a:r>
              <a:rPr kumimoji="0" lang="en-US" sz="1800" b="0" i="0" u="none" strike="noStrike" kern="1200" cap="none" spc="-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mbria" panose="02040503050406030204" pitchFamily="18" charset="0"/>
                <a:cs typeface="Franklin Gothic Medium"/>
              </a:rPr>
              <a:t>the</a:t>
            </a:r>
            <a:r>
              <a:rPr kumimoji="0" lang="en-US" sz="1800" b="0" i="0" u="none" strike="noStrike" kern="1200" cap="none" spc="2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mbria" panose="02040503050406030204" pitchFamily="18" charset="0"/>
                <a:cs typeface="Franklin Gothic Medium"/>
              </a:rPr>
              <a:t> </a:t>
            </a:r>
            <a:r>
              <a:rPr kumimoji="0" lang="en-US" sz="1800" b="0" i="0" u="none" strike="noStrike" kern="1200" cap="none" spc="-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mbria" panose="02040503050406030204" pitchFamily="18" charset="0"/>
                <a:cs typeface="Franklin Gothic Medium"/>
              </a:rPr>
              <a:t>posterior</a:t>
            </a:r>
            <a:r>
              <a:rPr kumimoji="0" lang="en-US" sz="1800" b="0" i="0" u="none" strike="noStrike" kern="1200" cap="none" spc="18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mbria" panose="02040503050406030204" pitchFamily="18" charset="0"/>
                <a:cs typeface="Franklin Gothic Medium"/>
              </a:rPr>
              <a:t> </a:t>
            </a:r>
            <a:r>
              <a:rPr kumimoji="0" lang="en-US" sz="1800" b="0" i="0" u="none" strike="noStrike" kern="1200" cap="none" spc="-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mbria" panose="02040503050406030204" pitchFamily="18" charset="0"/>
                <a:cs typeface="Franklin Gothic Medium"/>
              </a:rPr>
              <a:t>distribution</a:t>
            </a:r>
            <a:r>
              <a:rPr kumimoji="0" lang="en-US" sz="1800" b="0" i="0" u="none" strike="noStrike" kern="1200" cap="none" spc="2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mbria" panose="02040503050406030204" pitchFamily="18" charset="0"/>
                <a:cs typeface="Franklin Gothic Medium"/>
              </a:rPr>
              <a:t> </a:t>
            </a:r>
            <a:r>
              <a:rPr kumimoji="0" lang="en-US" sz="1800" b="0" i="0" u="none" strike="noStrike" kern="1200" cap="none" spc="-2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mbria" panose="02040503050406030204" pitchFamily="18" charset="0"/>
                <a:cs typeface="Franklin Gothic Medium"/>
              </a:rPr>
              <a:t>of</a:t>
            </a:r>
            <a:r>
              <a:rPr kumimoji="0" lang="en-US" sz="1800" b="0" i="0" u="none" strike="noStrike" kern="1200" cap="none" spc="31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mbria" panose="02040503050406030204" pitchFamily="18" charset="0"/>
                <a:cs typeface="Franklin Gothic Medium"/>
              </a:rPr>
              <a:t> </a:t>
            </a:r>
            <a:r>
              <a:rPr kumimoji="0" lang="en-US" sz="1800" b="0" i="0" u="none" strike="noStrike" kern="1200" cap="none" spc="4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mbria" panose="02040503050406030204" pitchFamily="18" charset="0"/>
                <a:cs typeface="Cambria Math"/>
              </a:rPr>
              <a:t>𝜃</a:t>
            </a:r>
            <a:r>
              <a:rPr kumimoji="0" lang="en-US" sz="1800" b="0" i="0" u="none" strike="noStrike" kern="1200" cap="none" spc="44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mbria" panose="02040503050406030204" pitchFamily="18" charset="0"/>
                <a:cs typeface="Franklin Gothic Medium"/>
              </a:rPr>
              <a:t>. </a:t>
            </a:r>
          </a:p>
          <a:p>
            <a:pPr marL="33619" marR="26896" lvl="0" indent="0" algn="l" defTabSz="914400" rtl="0" eaLnBrk="1" fontAlgn="base" latinLnBrk="0" hangingPunct="1">
              <a:lnSpc>
                <a:spcPts val="2224"/>
              </a:lnSpc>
              <a:spcBef>
                <a:spcPts val="737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Best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hypothesis ≈ most probable hypothesis</a:t>
            </a:r>
          </a:p>
          <a:p>
            <a:pPr marL="33619" marR="26896" lvl="0" indent="0" algn="l" defTabSz="914400" rtl="0" eaLnBrk="1" fontAlgn="base" latinLnBrk="0" hangingPunct="1">
              <a:lnSpc>
                <a:spcPts val="2224"/>
              </a:lnSpc>
              <a:spcBef>
                <a:spcPts val="737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mbria" panose="02040503050406030204" pitchFamily="18" charset="0"/>
              <a:cs typeface="Franklin Gothic Medium"/>
            </a:endParaRPr>
          </a:p>
        </p:txBody>
      </p:sp>
    </p:spTree>
    <p:extLst>
      <p:ext uri="{BB962C8B-B14F-4D97-AF65-F5344CB8AC3E}">
        <p14:creationId xmlns:p14="http://schemas.microsoft.com/office/powerpoint/2010/main" val="1005735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8532440" y="6237312"/>
            <a:ext cx="611560" cy="29311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74B417C-9094-4CBF-B0C6-5B42F722E7B2}" type="slidenum">
              <a:rPr kumimoji="0" lang="en-US" altLang="ko-KR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맑은 고딕" panose="020B0503020000020004" pitchFamily="34" charset="-127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29</a:t>
            </a:fld>
            <a:endParaRPr kumimoji="0" lang="en-US" altLang="ko-KR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맑은 고딕" panose="020B0503020000020004" pitchFamily="34" charset="-127"/>
              <a:cs typeface="Arial"/>
              <a:sym typeface="Arial"/>
            </a:endParaRPr>
          </a:p>
        </p:txBody>
      </p:sp>
      <p:sp>
        <p:nvSpPr>
          <p:cNvPr id="201730" name="Rectangle 2"/>
          <p:cNvSpPr>
            <a:spLocks noGrp="1" noChangeArrowheads="1"/>
          </p:cNvSpPr>
          <p:nvPr>
            <p:ph type="title"/>
          </p:nvPr>
        </p:nvSpPr>
        <p:spPr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altLang="ko-KR" sz="2400" b="1" dirty="0" smtClean="0">
                <a:latin typeface="+mj-lt"/>
                <a:sym typeface="Tahoma"/>
              </a:rPr>
              <a:t>Example :</a:t>
            </a:r>
            <a:endParaRPr lang="en-US" altLang="ko-KR" sz="2400" b="1" dirty="0">
              <a:latin typeface="+mj-lt"/>
              <a:sym typeface="Tahoma"/>
            </a:endParaRPr>
          </a:p>
        </p:txBody>
      </p:sp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424111" y="3509806"/>
            <a:ext cx="8229600" cy="2514600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IN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r>
              <a:rPr lang="en-IN" sz="1800" baseline="-25000" dirty="0" smtClean="0">
                <a:latin typeface="Arial" panose="020B0604020202020204" pitchFamily="34" charset="0"/>
                <a:cs typeface="Arial" panose="020B0604020202020204" pitchFamily="34" charset="0"/>
              </a:rPr>
              <a:t> MAP</a:t>
            </a:r>
            <a:r>
              <a:rPr lang="en-IN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 	= P( X | Y=3)</a:t>
            </a:r>
          </a:p>
          <a:p>
            <a:pPr marL="114300" indent="0">
              <a:buNone/>
            </a:pPr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IN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= P(Y=3 | X) * P(X)</a:t>
            </a:r>
          </a:p>
          <a:p>
            <a:pPr marL="114300" indent="0">
              <a:buNone/>
            </a:pPr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IN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= x(1-x)</a:t>
            </a:r>
            <a:r>
              <a:rPr lang="en-IN" sz="1800" baseline="30000" dirty="0" smtClean="0">
                <a:latin typeface="Arial" panose="020B0604020202020204" pitchFamily="34" charset="0"/>
                <a:cs typeface="Arial" panose="020B0604020202020204" pitchFamily="34" charset="0"/>
              </a:rPr>
              <a:t>y-1 </a:t>
            </a:r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  <a:t>* </a:t>
            </a:r>
            <a:r>
              <a:rPr lang="en-IN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2x</a:t>
            </a:r>
          </a:p>
          <a:p>
            <a:pPr marL="114300" indent="0">
              <a:buNone/>
            </a:pPr>
            <a:r>
              <a:rPr lang="en-IN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To find the parameter x , differentiate the function &amp; equate to zero.</a:t>
            </a:r>
          </a:p>
          <a:p>
            <a:pPr marL="114300" indent="0">
              <a:buNone/>
            </a:pPr>
            <a:endParaRPr lang="en-IN" sz="1800" baseline="300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14300" indent="0">
              <a:buNone/>
            </a:pPr>
            <a:endParaRPr lang="en-IN" sz="1800" baseline="30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270" y="1423603"/>
            <a:ext cx="8489578" cy="196215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654306" y="4980565"/>
                <a:ext cx="1527662" cy="107426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f>
                      <m:fPr>
                        <m:ctrlPr>
                          <a:rPr kumimoji="0" lang="en-IN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fPr>
                      <m:num>
                        <m:r>
                          <a:rPr kumimoji="0" lang="en-IN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𝑑</m:t>
                        </m:r>
                        <m:r>
                          <a:rPr kumimoji="0" lang="en-IN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(</m:t>
                        </m:r>
                        <m:r>
                          <a:rPr kumimoji="0" lang="en-IN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𝑃</m:t>
                        </m:r>
                        <m:d>
                          <m:dPr>
                            <m:endChr m:val="|"/>
                            <m:ctrlPr>
                              <a:rPr kumimoji="0" lang="en-IN" sz="20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dPr>
                          <m:e>
                            <m:r>
                              <a:rPr kumimoji="0" lang="en-IN" sz="20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𝑋</m:t>
                            </m:r>
                          </m:e>
                        </m:d>
                        <m:r>
                          <a:rPr kumimoji="0" lang="en-IN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𝑌</m:t>
                        </m:r>
                        <m:r>
                          <a:rPr kumimoji="0" lang="en-IN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=3)</m:t>
                        </m:r>
                      </m:num>
                      <m:den>
                        <m:r>
                          <a:rPr kumimoji="0" lang="en-IN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𝑑𝑥</m:t>
                        </m:r>
                      </m:den>
                    </m:f>
                  </m:oMath>
                </a14:m>
                <a:r>
                  <a:rPr kumimoji="0" lang="en-IN" sz="20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charset="0"/>
                    <a:ea typeface="+mn-ea"/>
                    <a:cs typeface="+mn-cs"/>
                  </a:rPr>
                  <a:t> = 0</a:t>
                </a:r>
              </a:p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IN" sz="20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charset="0"/>
                    <a:ea typeface="+mn-ea"/>
                    <a:cs typeface="+mn-cs"/>
                  </a:rPr>
                  <a:t> </a:t>
                </a:r>
              </a:p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charset="0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4306" y="4980565"/>
                <a:ext cx="1527662" cy="1074268"/>
              </a:xfrm>
              <a:prstGeom prst="rect">
                <a:avLst/>
              </a:prstGeom>
              <a:blipFill>
                <a:blip r:embed="rId3"/>
                <a:stretch>
                  <a:fillRect t="-568" r="-916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509283" y="5665640"/>
                <a:ext cx="2258503" cy="59958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f>
                      <m:fPr>
                        <m:ctrlPr>
                          <a:rPr kumimoji="0" lang="en-IN" sz="20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fPr>
                      <m:num>
                        <m:r>
                          <a:rPr kumimoji="0" lang="en-IN" sz="20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𝑑</m:t>
                        </m:r>
                        <m:r>
                          <a:rPr kumimoji="0" lang="en-IN" sz="20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(</m:t>
                        </m:r>
                        <m:r>
                          <m:rPr>
                            <m:nor/>
                          </m:rPr>
                          <a:rPr kumimoji="0" lang="en-IN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Arial" panose="020B0604020202020204" pitchFamily="34" charset="0"/>
                            <a:ea typeface="+mn-ea"/>
                            <a:cs typeface="Arial" panose="020B0604020202020204" pitchFamily="34" charset="0"/>
                          </a:rPr>
                          <m:t>x</m:t>
                        </m:r>
                        <m:r>
                          <m:rPr>
                            <m:nor/>
                          </m:rPr>
                          <a:rPr kumimoji="0" lang="en-IN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Arial" panose="020B0604020202020204" pitchFamily="34" charset="0"/>
                            <a:ea typeface="+mn-ea"/>
                            <a:cs typeface="Arial" panose="020B0604020202020204" pitchFamily="34" charset="0"/>
                          </a:rPr>
                          <m:t>(1−</m:t>
                        </m:r>
                        <m:r>
                          <m:rPr>
                            <m:nor/>
                          </m:rPr>
                          <a:rPr kumimoji="0" lang="en-IN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Arial" panose="020B0604020202020204" pitchFamily="34" charset="0"/>
                            <a:ea typeface="+mn-ea"/>
                            <a:cs typeface="Arial" panose="020B0604020202020204" pitchFamily="34" charset="0"/>
                          </a:rPr>
                          <m:t>x</m:t>
                        </m:r>
                        <m:r>
                          <m:rPr>
                            <m:nor/>
                          </m:rPr>
                          <a:rPr kumimoji="0" lang="en-IN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Arial" panose="020B0604020202020204" pitchFamily="34" charset="0"/>
                            <a:ea typeface="+mn-ea"/>
                            <a:cs typeface="Arial" panose="020B0604020202020204" pitchFamily="34" charset="0"/>
                          </a:rPr>
                          <m:t>)2 ∗ 2</m:t>
                        </m:r>
                        <m:r>
                          <m:rPr>
                            <m:nor/>
                          </m:rPr>
                          <a:rPr kumimoji="0" lang="en-IN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Arial" panose="020B0604020202020204" pitchFamily="34" charset="0"/>
                            <a:ea typeface="+mn-ea"/>
                            <a:cs typeface="Arial" panose="020B0604020202020204" pitchFamily="34" charset="0"/>
                          </a:rPr>
                          <m:t>x</m:t>
                        </m:r>
                        <m:r>
                          <m:rPr>
                            <m:nor/>
                          </m:rPr>
                          <a:rPr kumimoji="0" lang="en-IN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Arial" panose="020B0604020202020204" pitchFamily="34" charset="0"/>
                            <a:ea typeface="+mn-ea"/>
                            <a:cs typeface="Arial" panose="020B0604020202020204" pitchFamily="34" charset="0"/>
                          </a:rPr>
                          <m:t> </m:t>
                        </m:r>
                        <m:r>
                          <a:rPr kumimoji="0" lang="en-IN" sz="20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)</m:t>
                        </m:r>
                      </m:num>
                      <m:den>
                        <m:r>
                          <a:rPr kumimoji="0" lang="en-IN" sz="20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𝑑𝑥</m:t>
                        </m:r>
                      </m:den>
                    </m:f>
                  </m:oMath>
                </a14:m>
                <a:r>
                  <a:rPr kumimoji="0" lang="en-IN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charset="0"/>
                    <a:ea typeface="+mn-ea"/>
                    <a:cs typeface="+mn-cs"/>
                  </a:rPr>
                  <a:t> = 0</a:t>
                </a:r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9283" y="5665640"/>
                <a:ext cx="2258503" cy="599588"/>
              </a:xfrm>
              <a:prstGeom prst="rect">
                <a:avLst/>
              </a:prstGeom>
              <a:blipFill>
                <a:blip r:embed="rId4"/>
                <a:stretch>
                  <a:fillRect r="-1892" b="-404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/>
              <p:cNvSpPr/>
              <p:nvPr/>
            </p:nvSpPr>
            <p:spPr>
              <a:xfrm>
                <a:off x="3511118" y="4908070"/>
                <a:ext cx="2345066" cy="59522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f>
                      <m:fPr>
                        <m:ctrlPr>
                          <a:rPr kumimoji="0" lang="en-IN" sz="20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fPr>
                      <m:num>
                        <m:r>
                          <a:rPr kumimoji="0" lang="en-IN" sz="20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𝑑</m:t>
                        </m:r>
                        <m:r>
                          <a:rPr kumimoji="0" lang="en-IN" sz="20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(</m:t>
                        </m:r>
                        <m:r>
                          <m:rPr>
                            <m:nor/>
                          </m:rPr>
                          <a:rPr kumimoji="0" lang="en-IN" sz="2000" b="0" i="0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2</m:t>
                        </m:r>
                        <m:r>
                          <m:rPr>
                            <m:nor/>
                          </m:rPr>
                          <a:rPr kumimoji="0" lang="en-IN" sz="2000" b="0" i="0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Arial" panose="020B0604020202020204" pitchFamily="34" charset="0"/>
                            <a:ea typeface="+mn-ea"/>
                            <a:cs typeface="Arial" panose="020B0604020202020204" pitchFamily="34" charset="0"/>
                          </a:rPr>
                          <m:t>x</m:t>
                        </m:r>
                        <m:r>
                          <m:rPr>
                            <m:nor/>
                          </m:rPr>
                          <a:rPr kumimoji="0" lang="en-IN" sz="2000" b="0" i="0" u="none" strike="noStrike" kern="1200" cap="none" spc="0" normalizeH="0" baseline="3000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Arial" panose="020B0604020202020204" pitchFamily="34" charset="0"/>
                            <a:ea typeface="+mn-ea"/>
                            <a:cs typeface="Arial" panose="020B0604020202020204" pitchFamily="34" charset="0"/>
                          </a:rPr>
                          <m:t>2</m:t>
                        </m:r>
                        <m:r>
                          <m:rPr>
                            <m:nor/>
                          </m:rPr>
                          <a:rPr kumimoji="0" lang="en-IN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Arial" panose="020B0604020202020204" pitchFamily="34" charset="0"/>
                            <a:ea typeface="+mn-ea"/>
                            <a:cs typeface="Arial" panose="020B0604020202020204" pitchFamily="34" charset="0"/>
                          </a:rPr>
                          <m:t>−</m:t>
                        </m:r>
                        <m:r>
                          <m:rPr>
                            <m:nor/>
                          </m:rPr>
                          <a:rPr kumimoji="0" lang="en-IN" sz="2000" b="0" i="0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Arial" panose="020B0604020202020204" pitchFamily="34" charset="0"/>
                            <a:ea typeface="+mn-ea"/>
                            <a:cs typeface="Arial" panose="020B0604020202020204" pitchFamily="34" charset="0"/>
                          </a:rPr>
                          <m:t>4</m:t>
                        </m:r>
                        <m:r>
                          <m:rPr>
                            <m:nor/>
                          </m:rPr>
                          <a:rPr kumimoji="0" lang="en-IN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Arial" panose="020B0604020202020204" pitchFamily="34" charset="0"/>
                            <a:ea typeface="+mn-ea"/>
                            <a:cs typeface="Arial" panose="020B0604020202020204" pitchFamily="34" charset="0"/>
                          </a:rPr>
                          <m:t>x</m:t>
                        </m:r>
                        <m:r>
                          <m:rPr>
                            <m:nor/>
                          </m:rPr>
                          <a:rPr kumimoji="0" lang="en-IN" sz="2000" b="0" i="0" u="none" strike="noStrike" kern="1200" cap="none" spc="0" normalizeH="0" baseline="3000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Arial" panose="020B0604020202020204" pitchFamily="34" charset="0"/>
                            <a:ea typeface="+mn-ea"/>
                            <a:cs typeface="Arial" panose="020B0604020202020204" pitchFamily="34" charset="0"/>
                          </a:rPr>
                          <m:t>3</m:t>
                        </m:r>
                        <m:r>
                          <m:rPr>
                            <m:nor/>
                          </m:rPr>
                          <a:rPr kumimoji="0" lang="en-IN" sz="2000" b="0" i="0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Arial" panose="020B0604020202020204" pitchFamily="34" charset="0"/>
                            <a:ea typeface="+mn-ea"/>
                            <a:cs typeface="Arial" panose="020B0604020202020204" pitchFamily="34" charset="0"/>
                          </a:rPr>
                          <m:t>+2</m:t>
                        </m:r>
                        <m:r>
                          <m:rPr>
                            <m:nor/>
                          </m:rPr>
                          <a:rPr kumimoji="0" lang="en-US" sz="2000" b="0" i="0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Arial" panose="020B0604020202020204" pitchFamily="34" charset="0"/>
                            <a:ea typeface="+mn-ea"/>
                            <a:cs typeface="Arial" panose="020B0604020202020204" pitchFamily="34" charset="0"/>
                          </a:rPr>
                          <m:t>x</m:t>
                        </m:r>
                        <m:r>
                          <m:rPr>
                            <m:nor/>
                          </m:rPr>
                          <a:rPr kumimoji="0" lang="en-IN" sz="2000" b="0" i="0" u="none" strike="noStrike" kern="1200" cap="none" spc="0" normalizeH="0" baseline="3000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Arial" panose="020B0604020202020204" pitchFamily="34" charset="0"/>
                            <a:ea typeface="+mn-ea"/>
                            <a:cs typeface="Arial" panose="020B0604020202020204" pitchFamily="34" charset="0"/>
                          </a:rPr>
                          <m:t>4</m:t>
                        </m:r>
                        <m:r>
                          <a:rPr kumimoji="0" lang="en-IN" sz="20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)</m:t>
                        </m:r>
                      </m:num>
                      <m:den>
                        <m:r>
                          <a:rPr kumimoji="0" lang="en-IN" sz="20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𝑑𝑥</m:t>
                        </m:r>
                      </m:den>
                    </m:f>
                  </m:oMath>
                </a14:m>
                <a:r>
                  <a:rPr kumimoji="0" lang="en-IN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charset="0"/>
                    <a:ea typeface="+mn-ea"/>
                    <a:cs typeface="+mn-cs"/>
                  </a:rPr>
                  <a:t> = 0</a:t>
                </a:r>
              </a:p>
            </p:txBody>
          </p:sp>
        </mc:Choice>
        <mc:Fallback xmlns="">
          <p:sp>
            <p:nvSpPr>
              <p:cNvPr id="12" name="Rectangle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11118" y="4908070"/>
                <a:ext cx="2345066" cy="595228"/>
              </a:xfrm>
              <a:prstGeom prst="rect">
                <a:avLst/>
              </a:prstGeom>
              <a:blipFill>
                <a:blip r:embed="rId5"/>
                <a:stretch>
                  <a:fillRect r="-1558" b="-40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/>
              <p:cNvSpPr/>
              <p:nvPr/>
            </p:nvSpPr>
            <p:spPr>
              <a:xfrm>
                <a:off x="3482371" y="5508078"/>
                <a:ext cx="2069797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lvl="0">
                  <a:defRPr/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kumimoji="0" lang="en-IN" sz="20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4</m:t>
                    </m:r>
                    <m:r>
                      <m:rPr>
                        <m:nor/>
                      </m:rPr>
                      <a:rPr kumimoji="0" lang="en-IN" sz="20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rPr>
                      <m:t>x</m:t>
                    </m:r>
                    <m:r>
                      <m:rPr>
                        <m:nor/>
                      </m:rPr>
                      <a:rPr kumimoji="0" lang="en-IN" sz="20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rPr>
                      <m:t>−12</m:t>
                    </m:r>
                    <m:r>
                      <m:rPr>
                        <m:nor/>
                      </m:rPr>
                      <a:rPr kumimoji="0" lang="en-IN" sz="20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rPr>
                      <m:t>x</m:t>
                    </m:r>
                    <m:r>
                      <m:rPr>
                        <m:nor/>
                      </m:rPr>
                      <a:rPr kumimoji="0" lang="en-IN" sz="2000" b="0" i="0" u="none" strike="noStrike" kern="1200" cap="none" spc="0" normalizeH="0" baseline="3000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rPr>
                      <m:t>2</m:t>
                    </m:r>
                    <m:r>
                      <m:rPr>
                        <m:nor/>
                      </m:rPr>
                      <a:rPr lang="en-IN" sz="2000" dirty="0">
                        <a:solidFill>
                          <a:prstClr val="black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m:t>+8</m:t>
                    </m:r>
                    <m:r>
                      <m:rPr>
                        <m:nor/>
                      </m:rPr>
                      <a:rPr lang="en-IN" sz="2000" dirty="0">
                        <a:solidFill>
                          <a:prstClr val="black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m:t>x</m:t>
                    </m:r>
                    <m:r>
                      <a:rPr kumimoji="0" lang="en-IN" sz="2000" b="0" i="1" u="none" strike="noStrike" kern="1200" cap="none" spc="0" normalizeH="0" baseline="3000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Arial" panose="020B0604020202020204" pitchFamily="34" charset="0"/>
                      </a:rPr>
                      <m:t>3 </m:t>
                    </m:r>
                  </m:oMath>
                </a14:m>
                <a:r>
                  <a:rPr kumimoji="0" lang="en-IN" sz="20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charset="0"/>
                    <a:ea typeface="+mn-ea"/>
                    <a:cs typeface="+mn-cs"/>
                  </a:rPr>
                  <a:t>= </a:t>
                </a:r>
                <a:r>
                  <a:rPr kumimoji="0" lang="en-IN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charset="0"/>
                    <a:ea typeface="+mn-ea"/>
                    <a:cs typeface="+mn-cs"/>
                  </a:rPr>
                  <a:t>0</a:t>
                </a:r>
              </a:p>
            </p:txBody>
          </p:sp>
        </mc:Choice>
        <mc:Fallback xmlns="">
          <p:sp>
            <p:nvSpPr>
              <p:cNvPr id="13" name="Rectangle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2371" y="5508078"/>
                <a:ext cx="2069797" cy="400110"/>
              </a:xfrm>
              <a:prstGeom prst="rect">
                <a:avLst/>
              </a:prstGeom>
              <a:blipFill>
                <a:blip r:embed="rId6"/>
                <a:stretch>
                  <a:fillRect t="-9231" r="-2059" b="-2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3276600" y="6024406"/>
                <a:ext cx="1705724" cy="3385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22860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Pct val="100000"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r>
                      <a:rPr kumimoji="0" lang="en-IN" sz="16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Arial" panose="020B0604020202020204" pitchFamily="34" charset="0"/>
                      </a:rPr>
                      <m:t>𝑥</m:t>
                    </m:r>
                  </m:oMath>
                </a14:m>
                <a:r>
                  <a:rPr kumimoji="0" lang="en-IN" sz="1600" b="0" i="0" u="none" strike="noStrike" kern="0" cap="none" spc="0" normalizeH="0" baseline="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 </a:t>
                </a:r>
                <a:r>
                  <a:rPr kumimoji="0" lang="en-IN" sz="16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= </a:t>
                </a:r>
                <a:r>
                  <a:rPr kumimoji="0" lang="en-IN" sz="1600" b="0" i="0" u="none" strike="noStrike" kern="0" cap="none" spc="0" normalizeH="0" baseline="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{0, 0.5, 1} </a:t>
                </a:r>
                <a:endParaRPr kumimoji="0" lang="en-IN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6024406"/>
                <a:ext cx="1705724" cy="338554"/>
              </a:xfrm>
              <a:prstGeom prst="rect">
                <a:avLst/>
              </a:prstGeom>
              <a:blipFill>
                <a:blip r:embed="rId7"/>
                <a:stretch>
                  <a:fillRect t="-5357" r="-1792" b="-2142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97069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8532440" y="6237312"/>
            <a:ext cx="611560" cy="29311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74B417C-9094-4CBF-B0C6-5B42F722E7B2}" type="slidenum">
              <a:rPr kumimoji="0" lang="en-US" altLang="ko-KR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맑은 고딕" panose="020B0503020000020004" pitchFamily="34" charset="-127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30</a:t>
            </a:fld>
            <a:endParaRPr kumimoji="0" lang="en-US" altLang="ko-KR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맑은 고딕" panose="020B0503020000020004" pitchFamily="34" charset="-127"/>
              <a:cs typeface="Arial"/>
              <a:sym typeface="Arial"/>
            </a:endParaRPr>
          </a:p>
        </p:txBody>
      </p:sp>
      <p:sp>
        <p:nvSpPr>
          <p:cNvPr id="201730" name="Rectangle 2"/>
          <p:cNvSpPr>
            <a:spLocks noGrp="1" noChangeArrowheads="1"/>
          </p:cNvSpPr>
          <p:nvPr>
            <p:ph type="title"/>
          </p:nvPr>
        </p:nvSpPr>
        <p:spPr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altLang="ko-KR" sz="2400" b="1" dirty="0" smtClean="0">
                <a:latin typeface="+mj-lt"/>
                <a:sym typeface="Tahoma"/>
              </a:rPr>
              <a:t>Example :</a:t>
            </a:r>
            <a:endParaRPr lang="en-US" altLang="ko-KR" sz="2400" b="1" dirty="0">
              <a:latin typeface="+mj-lt"/>
              <a:sym typeface="Tahoma"/>
            </a:endParaRPr>
          </a:p>
        </p:txBody>
      </p:sp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424111" y="3509806"/>
            <a:ext cx="8229600" cy="2514600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IN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r>
              <a:rPr lang="en-IN" sz="1800" baseline="-25000" dirty="0" smtClean="0">
                <a:latin typeface="Arial" panose="020B0604020202020204" pitchFamily="34" charset="0"/>
                <a:cs typeface="Arial" panose="020B0604020202020204" pitchFamily="34" charset="0"/>
              </a:rPr>
              <a:t> MAP</a:t>
            </a:r>
            <a:r>
              <a:rPr lang="en-IN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 	= P( X | Y=3)</a:t>
            </a:r>
          </a:p>
          <a:p>
            <a:pPr marL="114300" indent="0">
              <a:buNone/>
            </a:pPr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IN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= P(Y=3 | X) * P(X)</a:t>
            </a:r>
          </a:p>
          <a:p>
            <a:pPr marL="114300" indent="0">
              <a:buNone/>
            </a:pPr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IN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= x(1-x)</a:t>
            </a:r>
            <a:r>
              <a:rPr lang="en-IN" sz="1800" baseline="30000" dirty="0" smtClean="0">
                <a:latin typeface="Arial" panose="020B0604020202020204" pitchFamily="34" charset="0"/>
                <a:cs typeface="Arial" panose="020B0604020202020204" pitchFamily="34" charset="0"/>
              </a:rPr>
              <a:t>y-1 </a:t>
            </a:r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  <a:t>* </a:t>
            </a:r>
            <a:r>
              <a:rPr lang="en-IN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2x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270" y="1423603"/>
            <a:ext cx="8489578" cy="196215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329999" y="4767106"/>
                <a:ext cx="7366201" cy="107721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22860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Pct val="100000"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r>
                      <a:rPr kumimoji="0" lang="en-IN" sz="16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Arial" panose="020B0604020202020204" pitchFamily="34" charset="0"/>
                      </a:rPr>
                      <m:t>𝑥</m:t>
                    </m:r>
                  </m:oMath>
                </a14:m>
                <a:r>
                  <a:rPr kumimoji="0" lang="en-IN" sz="1600" b="0" i="0" u="none" strike="noStrike" kern="0" cap="none" spc="0" normalizeH="0" baseline="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 </a:t>
                </a:r>
                <a:r>
                  <a:rPr kumimoji="0" lang="en-IN" sz="16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= </a:t>
                </a:r>
                <a:r>
                  <a:rPr kumimoji="0" lang="en-IN" sz="1600" b="0" i="0" u="none" strike="noStrike" kern="0" cap="none" spc="0" normalizeH="0" baseline="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{0, 0.5, 1}</a:t>
                </a:r>
              </a:p>
              <a:p>
                <a:pPr marL="22860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Pct val="100000"/>
                  <a:buFontTx/>
                  <a:buNone/>
                  <a:tabLst/>
                  <a:defRPr/>
                </a:pPr>
                <a:endParaRPr kumimoji="0" lang="en-IN" sz="1600" b="0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endParaRPr>
              </a:p>
              <a:p>
                <a:pPr marL="22860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Pct val="100000"/>
                  <a:buFontTx/>
                  <a:buNone/>
                  <a:tabLst/>
                  <a:defRPr/>
                </a:pPr>
                <a:r>
                  <a:rPr kumimoji="0" lang="en-IN" sz="16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P(X|Y=3) = {0, 0.125 ,0}</a:t>
                </a:r>
                <a:endParaRPr kumimoji="0" lang="en-IN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endParaRPr>
              </a:p>
              <a:p>
                <a:pPr marL="22860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Pct val="100000"/>
                  <a:buFontTx/>
                  <a:buNone/>
                  <a:tabLst/>
                  <a:defRPr/>
                </a:pPr>
                <a:r>
                  <a:rPr kumimoji="0" lang="en-IN" sz="1600" b="0" i="0" u="none" strike="noStrike" kern="0" cap="none" spc="0" normalizeH="0" baseline="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 </a:t>
                </a:r>
                <a:endParaRPr kumimoji="0" lang="en-IN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9999" y="4767106"/>
                <a:ext cx="7366201" cy="1077218"/>
              </a:xfrm>
              <a:prstGeom prst="rect">
                <a:avLst/>
              </a:prstGeom>
              <a:blipFill>
                <a:blip r:embed="rId3"/>
                <a:stretch>
                  <a:fillRect t="-169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018249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8532440" y="6237312"/>
            <a:ext cx="611560" cy="29311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A47ACC5-74FF-419D-80B0-7ED09D2E665C}" type="slidenum">
              <a:rPr kumimoji="0" lang="en-US" altLang="ko-KR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맑은 고딕" panose="020B0503020000020004" pitchFamily="34" charset="-127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31</a:t>
            </a:fld>
            <a:endParaRPr kumimoji="0" lang="en-US" altLang="ko-KR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맑은 고딕" panose="020B0503020000020004" pitchFamily="34" charset="-127"/>
              <a:cs typeface="Arial"/>
              <a:sym typeface="Arial"/>
            </a:endParaRPr>
          </a:p>
        </p:txBody>
      </p:sp>
      <p:sp>
        <p:nvSpPr>
          <p:cNvPr id="202754" name="Rectangle 2"/>
          <p:cNvSpPr>
            <a:spLocks noGrp="1" noChangeArrowheads="1"/>
          </p:cNvSpPr>
          <p:nvPr>
            <p:ph type="title"/>
          </p:nvPr>
        </p:nvSpPr>
        <p:spPr>
          <a:xfrm>
            <a:off x="66181" y="53127"/>
            <a:ext cx="8772039" cy="1233232"/>
          </a:xfr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altLang="ko-KR" sz="2400" b="1" dirty="0">
                <a:latin typeface="+mj-lt"/>
                <a:sym typeface="Tahoma"/>
              </a:rPr>
              <a:t>Most Probable </a:t>
            </a:r>
            <a:r>
              <a:rPr lang="en-US" altLang="ko-KR" sz="2400" b="1" dirty="0" smtClean="0">
                <a:latin typeface="+mj-lt"/>
                <a:sym typeface="Tahoma"/>
              </a:rPr>
              <a:t>Classification of </a:t>
            </a:r>
            <a:r>
              <a:rPr lang="en-US" altLang="ko-KR" sz="2400" b="1" dirty="0">
                <a:latin typeface="+mj-lt"/>
                <a:sym typeface="Tahoma"/>
              </a:rPr>
              <a:t>New Instances</a:t>
            </a:r>
          </a:p>
        </p:txBody>
      </p:sp>
      <p:sp>
        <p:nvSpPr>
          <p:cNvPr id="2027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6181" y="1286359"/>
            <a:ext cx="3972419" cy="5190641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ko-KR" sz="1800" dirty="0">
                <a:latin typeface="Arial" panose="020B0604020202020204" pitchFamily="34" charset="0"/>
                <a:cs typeface="Arial" panose="020B0604020202020204" pitchFamily="34" charset="0"/>
              </a:rPr>
              <a:t>So far we’ve sought the most probable hypothesis given the data D (i.e., </a:t>
            </a:r>
            <a:r>
              <a:rPr lang="en-US" altLang="ko-KR" sz="1800" dirty="0" err="1"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r>
              <a:rPr lang="en-US" altLang="ko-KR" sz="18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MAP</a:t>
            </a:r>
            <a:r>
              <a:rPr lang="en-US" altLang="ko-KR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altLang="ko-KR" sz="18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Given </a:t>
            </a:r>
            <a:r>
              <a:rPr lang="en-US" altLang="ko-KR" sz="18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new instance x, what is its most </a:t>
            </a:r>
            <a:r>
              <a:rPr lang="en-US" altLang="ko-KR" sz="18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probable classification</a:t>
            </a:r>
            <a:r>
              <a:rPr lang="en-US" altLang="ko-KR" sz="18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</a:p>
          <a:p>
            <a:pPr lvl="1">
              <a:lnSpc>
                <a:spcPct val="150000"/>
              </a:lnSpc>
            </a:pPr>
            <a:r>
              <a:rPr lang="en-US" altLang="ko-KR" sz="1800" dirty="0" err="1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h</a:t>
            </a:r>
            <a:r>
              <a:rPr lang="en-US" altLang="ko-KR" sz="1800" baseline="-25000" dirty="0" err="1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MAP</a:t>
            </a:r>
            <a:r>
              <a:rPr lang="en-US" altLang="ko-KR" sz="1800" dirty="0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(x) is not the most probable classification</a:t>
            </a:r>
            <a:r>
              <a:rPr lang="en-US" altLang="ko-KR" sz="1800" dirty="0" smtClean="0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!</a:t>
            </a:r>
          </a:p>
          <a:p>
            <a:pPr lvl="1">
              <a:lnSpc>
                <a:spcPct val="150000"/>
              </a:lnSpc>
            </a:pPr>
            <a:endParaRPr lang="en-US" altLang="ko-KR" sz="1800" dirty="0" smtClean="0">
              <a:latin typeface="Arial" panose="020B0604020202020204" pitchFamily="34" charset="0"/>
              <a:ea typeface="Cambria" panose="02040503050406030204" pitchFamily="18" charset="0"/>
              <a:cs typeface="Arial" panose="020B0604020202020204" pitchFamily="34" charset="0"/>
            </a:endParaRPr>
          </a:p>
          <a:p>
            <a:pPr lvl="1">
              <a:lnSpc>
                <a:spcPct val="150000"/>
              </a:lnSpc>
            </a:pPr>
            <a:endParaRPr lang="en-US" altLang="ko-KR" sz="1800" dirty="0" smtClean="0">
              <a:latin typeface="Arial" panose="020B0604020202020204" pitchFamily="34" charset="0"/>
              <a:ea typeface="Cambria" panose="02040503050406030204" pitchFamily="18" charset="0"/>
              <a:cs typeface="Arial" panose="020B0604020202020204" pitchFamily="34" charset="0"/>
              <a:sym typeface="Symbol" panose="05050102010706020507" pitchFamily="18" charset="2"/>
            </a:endParaRPr>
          </a:p>
          <a:p>
            <a:pPr lvl="1">
              <a:lnSpc>
                <a:spcPct val="150000"/>
              </a:lnSpc>
            </a:pPr>
            <a:r>
              <a:rPr lang="en-US" altLang="ko-KR" sz="1800" dirty="0" smtClean="0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Symbol" panose="05050102010706020507" pitchFamily="18" charset="2"/>
              </a:rPr>
              <a:t>What’s </a:t>
            </a:r>
            <a:r>
              <a:rPr lang="en-US" altLang="ko-KR" sz="1800" dirty="0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Symbol" panose="05050102010706020507" pitchFamily="18" charset="2"/>
              </a:rPr>
              <a:t>most probable classification of x?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4243240" y="4964544"/>
            <a:ext cx="3204180" cy="574733"/>
            <a:chOff x="1275024" y="5253899"/>
            <a:chExt cx="3075280" cy="417665"/>
          </a:xfrm>
        </p:grpSpPr>
        <p:pic>
          <p:nvPicPr>
            <p:cNvPr id="2" name="Picture 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275024" y="5253899"/>
              <a:ext cx="1215766" cy="417665"/>
            </a:xfrm>
            <a:prstGeom prst="rect">
              <a:avLst/>
            </a:prstGeom>
          </p:spPr>
        </p:pic>
        <p:pic>
          <p:nvPicPr>
            <p:cNvPr id="3" name="Picture 2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100783" y="5282250"/>
              <a:ext cx="1249521" cy="267193"/>
            </a:xfrm>
            <a:prstGeom prst="rect">
              <a:avLst/>
            </a:prstGeom>
          </p:spPr>
        </p:pic>
        <p:sp>
          <p:nvSpPr>
            <p:cNvPr id="4" name="TextBox 3"/>
            <p:cNvSpPr txBox="1"/>
            <p:nvPr/>
          </p:nvSpPr>
          <p:spPr>
            <a:xfrm>
              <a:off x="2490790" y="5317158"/>
              <a:ext cx="48282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Arial"/>
                  <a:sym typeface="Arial"/>
                </a:rPr>
                <a:t>and</a:t>
              </a:r>
              <a:endParaRPr kumimoji="0" lang="en-IN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</p:grpSp>
      <p:sp>
        <p:nvSpPr>
          <p:cNvPr id="7" name="Rectangle 6"/>
          <p:cNvSpPr/>
          <p:nvPr/>
        </p:nvSpPr>
        <p:spPr>
          <a:xfrm>
            <a:off x="4062265" y="1382371"/>
            <a:ext cx="4572000" cy="5078313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34" charset="-127"/>
                <a:cs typeface="Arial" panose="020B0604020202020204" pitchFamily="34" charset="0"/>
              </a:rPr>
              <a:t>Consider: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 </a:t>
            </a:r>
            <a:r>
              <a:rPr kumimoji="0" lang="en-US" altLang="ko-KR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  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 </a:t>
            </a:r>
            <a:r>
              <a:rPr kumimoji="0" lang="en-US" altLang="ko-KR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  Three 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possible hypotheses</a:t>
            </a:r>
            <a:r>
              <a:rPr kumimoji="0" lang="en-US" altLang="ko-KR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:</a:t>
            </a:r>
          </a:p>
          <a:p>
            <a:pPr marL="457200" marR="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Cambria" panose="02040503050406030204" pitchFamily="18" charset="0"/>
              <a:cs typeface="Arial" panose="020B0604020202020204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34" charset="-127"/>
                <a:cs typeface="Arial" panose="020B0604020202020204" pitchFamily="34" charset="0"/>
              </a:rPr>
              <a:t>   P(h</a:t>
            </a:r>
            <a:r>
              <a:rPr kumimoji="0" lang="en-US" altLang="ko-KR" sz="1800" b="0" i="0" u="none" strike="noStrike" kern="1200" cap="none" spc="0" normalizeH="0" baseline="-2500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34" charset="-127"/>
                <a:cs typeface="Arial" panose="020B0604020202020204" pitchFamily="34" charset="0"/>
              </a:rPr>
              <a:t>1</a:t>
            </a:r>
            <a:r>
              <a:rPr kumimoji="0" lang="en-US" altLang="ko-KR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34" charset="-127"/>
                <a:cs typeface="Arial" panose="020B0604020202020204" pitchFamily="34" charset="0"/>
              </a:rPr>
              <a:t>|D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34" charset="-127"/>
                <a:cs typeface="Arial" panose="020B0604020202020204" pitchFamily="34" charset="0"/>
              </a:rPr>
              <a:t>) = .4, P(h</a:t>
            </a:r>
            <a:r>
              <a:rPr kumimoji="0" lang="en-US" altLang="ko-KR" sz="18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34" charset="-127"/>
                <a:cs typeface="Arial" panose="020B0604020202020204" pitchFamily="34" charset="0"/>
              </a:rPr>
              <a:t>2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34" charset="-127"/>
                <a:cs typeface="Arial" panose="020B0604020202020204" pitchFamily="34" charset="0"/>
              </a:rPr>
              <a:t>|D) = .3,  P(h</a:t>
            </a:r>
            <a:r>
              <a:rPr kumimoji="0" lang="en-US" altLang="ko-KR" sz="18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34" charset="-127"/>
                <a:cs typeface="Arial" panose="020B0604020202020204" pitchFamily="34" charset="0"/>
              </a:rPr>
              <a:t>3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34" charset="-127"/>
                <a:cs typeface="Arial" panose="020B0604020202020204" pitchFamily="34" charset="0"/>
              </a:rPr>
              <a:t>|D) = .</a:t>
            </a:r>
            <a:r>
              <a:rPr kumimoji="0" lang="en-US" altLang="ko-KR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34" charset="-127"/>
                <a:cs typeface="Arial" panose="020B0604020202020204" pitchFamily="34" charset="0"/>
              </a:rPr>
              <a:t>3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Cambria" panose="02040503050406030204" pitchFamily="18" charset="0"/>
              <a:cs typeface="Arial" panose="020B0604020202020204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  Given 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new instance x, classification </a:t>
            </a:r>
            <a:r>
              <a:rPr kumimoji="0" lang="en-US" altLang="ko-KR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given  by  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above 3 hypotheses is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34" charset="-127"/>
                <a:cs typeface="Arial" panose="020B0604020202020204" pitchFamily="34" charset="0"/>
              </a:rPr>
              <a:t> 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34" charset="-127"/>
                <a:cs typeface="Arial" panose="020B0604020202020204" pitchFamily="34" charset="0"/>
              </a:rPr>
              <a:t> </a:t>
            </a:r>
            <a:r>
              <a:rPr kumimoji="0" lang="en-US" altLang="ko-KR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34" charset="-127"/>
                <a:cs typeface="Arial" panose="020B0604020202020204" pitchFamily="34" charset="0"/>
              </a:rPr>
              <a:t>  h</a:t>
            </a:r>
            <a:r>
              <a:rPr kumimoji="0" lang="en-US" altLang="ko-KR" sz="1800" b="0" i="0" u="none" strike="noStrike" kern="1200" cap="none" spc="0" normalizeH="0" baseline="-2500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34" charset="-127"/>
                <a:cs typeface="Arial" panose="020B0604020202020204" pitchFamily="34" charset="0"/>
              </a:rPr>
              <a:t>1</a:t>
            </a:r>
            <a:r>
              <a:rPr kumimoji="0" lang="en-US" altLang="ko-KR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34" charset="-127"/>
                <a:cs typeface="Arial" panose="020B0604020202020204" pitchFamily="34" charset="0"/>
              </a:rPr>
              <a:t>(x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34" charset="-127"/>
                <a:cs typeface="Arial" panose="020B0604020202020204" pitchFamily="34" charset="0"/>
              </a:rPr>
              <a:t>) = +,  h</a:t>
            </a:r>
            <a:r>
              <a:rPr kumimoji="0" lang="en-US" altLang="ko-KR" sz="18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34" charset="-127"/>
                <a:cs typeface="Arial" panose="020B0604020202020204" pitchFamily="34" charset="0"/>
              </a:rPr>
              <a:t>2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34" charset="-127"/>
                <a:cs typeface="Arial" panose="020B0604020202020204" pitchFamily="34" charset="0"/>
              </a:rPr>
              <a:t>(x) = 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34" charset="-127"/>
                <a:cs typeface="Arial" panose="020B0604020202020204" pitchFamily="34" charset="0"/>
                <a:sym typeface="Symbol" panose="05050102010706020507" pitchFamily="18" charset="2"/>
              </a:rPr>
              <a:t>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34" charset="-127"/>
                <a:cs typeface="Arial" panose="020B0604020202020204" pitchFamily="34" charset="0"/>
              </a:rPr>
              <a:t>,  h</a:t>
            </a:r>
            <a:r>
              <a:rPr kumimoji="0" lang="en-US" altLang="ko-KR" sz="18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34" charset="-127"/>
                <a:cs typeface="Arial" panose="020B0604020202020204" pitchFamily="34" charset="0"/>
              </a:rPr>
              <a:t>3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34" charset="-127"/>
                <a:cs typeface="Arial" panose="020B0604020202020204" pitchFamily="34" charset="0"/>
              </a:rPr>
              <a:t>(x) = </a:t>
            </a:r>
            <a:r>
              <a:rPr kumimoji="0" lang="en-US" altLang="ko-KR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34" charset="-127"/>
                <a:cs typeface="Arial" panose="020B0604020202020204" pitchFamily="34" charset="0"/>
                <a:sym typeface="Symbol" panose="05050102010706020507" pitchFamily="18" charset="2"/>
              </a:rPr>
              <a:t>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맑은 고딕" panose="020B0503020000020004" pitchFamily="34" charset="-127"/>
              <a:cs typeface="Arial" panose="020B0604020202020204" pitchFamily="34" charset="0"/>
              <a:sym typeface="Symbol" panose="05050102010706020507" pitchFamily="18" charset="2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endParaRPr kumimoji="0" lang="en-US" altLang="ko-KR" sz="1800" b="0" i="0" u="none" strike="noStrike" kern="120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맑은 고딕" panose="020B0503020000020004" pitchFamily="34" charset="-127"/>
              <a:cs typeface="Arial" panose="020B0604020202020204" pitchFamily="34" charset="0"/>
              <a:sym typeface="Symbol" panose="05050102010706020507" pitchFamily="18" charset="2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맑은 고딕" panose="020B0503020000020004" pitchFamily="34" charset="-127"/>
              <a:cs typeface="Arial" panose="020B0604020202020204" pitchFamily="34" charset="0"/>
              <a:sym typeface="Symbol" panose="05050102010706020507" pitchFamily="18" charset="2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endParaRPr kumimoji="0" lang="en-US" altLang="ko-KR" sz="1800" b="0" i="0" u="none" strike="noStrike" kern="120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맑은 고딕" panose="020B0503020000020004" pitchFamily="34" charset="-127"/>
              <a:cs typeface="Arial" panose="020B0604020202020204" pitchFamily="34" charset="0"/>
              <a:sym typeface="Symbol" panose="05050102010706020507" pitchFamily="18" charset="2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맑은 고딕" panose="020B0503020000020004" pitchFamily="34" charset="-127"/>
              <a:cs typeface="Arial" panose="020B0604020202020204" pitchFamily="34" charset="0"/>
              <a:sym typeface="Symbol" panose="05050102010706020507" pitchFamily="18" charset="2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endParaRPr kumimoji="0" lang="en-US" altLang="ko-KR" sz="1800" b="0" i="0" u="none" strike="noStrike" kern="120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맑은 고딕" panose="020B0503020000020004" pitchFamily="34" charset="-127"/>
              <a:cs typeface="Arial" panose="020B0604020202020204" pitchFamily="34" charset="0"/>
              <a:sym typeface="Symbol" panose="05050102010706020507" pitchFamily="18" charset="2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34" charset="-127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kumimoji="0" lang="en-US" altLang="ko-KR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34" charset="-127"/>
                <a:cs typeface="Arial" panose="020B0604020202020204" pitchFamily="34" charset="0"/>
                <a:sym typeface="Symbol" panose="05050102010706020507" pitchFamily="18" charset="2"/>
              </a:rPr>
              <a:t>May be the classification for X is</a:t>
            </a:r>
            <a:r>
              <a:rPr kumimoji="0" lang="en-US" altLang="ko-KR" sz="1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34" charset="-127"/>
                <a:cs typeface="Arial" panose="020B0604020202020204" pitchFamily="34" charset="0"/>
                <a:sym typeface="Symbol" panose="05050102010706020507" pitchFamily="18" charset="2"/>
              </a:rPr>
              <a:t> +</a:t>
            </a:r>
            <a:endParaRPr kumimoji="0" lang="en-US" altLang="ko-KR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맑은 고딕" panose="020B0503020000020004" pitchFamily="34" charset="-127"/>
              <a:cs typeface="Arial" panose="020B0604020202020204" pitchFamily="34" charset="0"/>
              <a:sym typeface="Symbol" panose="05050102010706020507" pitchFamily="18" charset="2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맑은 고딕" panose="020B0503020000020004" pitchFamily="34" charset="-127"/>
              <a:cs typeface="Arial" panose="020B0604020202020204" pitchFamily="34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267200" y="2362200"/>
            <a:ext cx="1332371" cy="589831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IN" sz="1600" b="0" i="0" u="none" strike="noStrike" kern="1200" cap="none" spc="0" normalizeH="0" baseline="0" noProof="0">
              <a:ln>
                <a:noFill/>
              </a:ln>
              <a:noFill/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228705" y="3669028"/>
            <a:ext cx="1119335" cy="589831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IN" sz="1600" b="0" i="0" u="none" strike="noStrike" kern="1200" cap="none" spc="0" normalizeH="0" baseline="0" noProof="0">
              <a:ln>
                <a:noFill/>
              </a:ln>
              <a:noFill/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726633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rmAutofit/>
          </a:bodyPr>
          <a:lstStyle/>
          <a:p>
            <a:pPr marL="457200" indent="-228600">
              <a:buSzPts val="3600"/>
              <a:buFont typeface="Arial"/>
            </a:pPr>
            <a:r>
              <a:rPr lang="en-GB" sz="2400" b="1" spc="-113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ML setting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GB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Bayesian Analysis</a:t>
            </a:r>
          </a:p>
          <a:p>
            <a:pPr lvl="1">
              <a:lnSpc>
                <a:spcPct val="110000"/>
              </a:lnSpc>
              <a:spcBef>
                <a:spcPts val="544"/>
              </a:spcBef>
              <a:buClr>
                <a:schemeClr val="dk1"/>
              </a:buClr>
              <a:buSzPts val="2720"/>
            </a:pPr>
            <a:r>
              <a:rPr lang="en-GB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start </a:t>
            </a:r>
            <a:r>
              <a:rPr lang="en-GB" sz="1800" dirty="0">
                <a:latin typeface="Arial" panose="020B0604020202020204" pitchFamily="34" charset="0"/>
                <a:cs typeface="Arial" panose="020B0604020202020204" pitchFamily="34" charset="0"/>
              </a:rPr>
              <a:t>with </a:t>
            </a:r>
            <a:r>
              <a:rPr lang="en-GB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some belief about the system, </a:t>
            </a:r>
            <a:r>
              <a:rPr lang="en-GB" sz="1800" dirty="0">
                <a:latin typeface="Arial" panose="020B0604020202020204" pitchFamily="34" charset="0"/>
                <a:cs typeface="Arial" panose="020B0604020202020204" pitchFamily="34" charset="0"/>
              </a:rPr>
              <a:t>called a prior. </a:t>
            </a:r>
          </a:p>
          <a:p>
            <a:pPr lvl="1">
              <a:lnSpc>
                <a:spcPct val="110000"/>
              </a:lnSpc>
              <a:spcBef>
                <a:spcPts val="544"/>
              </a:spcBef>
              <a:buClr>
                <a:schemeClr val="dk1"/>
              </a:buClr>
              <a:buSzPts val="2720"/>
            </a:pPr>
            <a:r>
              <a:rPr lang="en-GB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Then </a:t>
            </a:r>
            <a:r>
              <a:rPr lang="en-GB" sz="1800" dirty="0">
                <a:latin typeface="Arial" panose="020B0604020202020204" pitchFamily="34" charset="0"/>
                <a:cs typeface="Arial" panose="020B0604020202020204" pitchFamily="34" charset="0"/>
              </a:rPr>
              <a:t>we obtain some data and use it to update our belief. </a:t>
            </a:r>
          </a:p>
          <a:p>
            <a:pPr lvl="1">
              <a:lnSpc>
                <a:spcPct val="110000"/>
              </a:lnSpc>
              <a:spcBef>
                <a:spcPts val="544"/>
              </a:spcBef>
              <a:buClr>
                <a:schemeClr val="dk1"/>
              </a:buClr>
              <a:buSzPts val="2720"/>
            </a:pPr>
            <a:r>
              <a:rPr lang="en-GB" sz="1800" dirty="0">
                <a:latin typeface="Arial" panose="020B0604020202020204" pitchFamily="34" charset="0"/>
                <a:cs typeface="Arial" panose="020B0604020202020204" pitchFamily="34" charset="0"/>
              </a:rPr>
              <a:t>The outcome is called a posterior. </a:t>
            </a:r>
            <a:endParaRPr lang="en-GB" sz="18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lnSpc>
                <a:spcPct val="110000"/>
              </a:lnSpc>
              <a:spcBef>
                <a:spcPts val="544"/>
              </a:spcBef>
              <a:buClr>
                <a:schemeClr val="dk1"/>
              </a:buClr>
              <a:buSzPts val="2720"/>
            </a:pPr>
            <a:r>
              <a:rPr lang="en-GB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Should </a:t>
            </a:r>
            <a:r>
              <a:rPr lang="en-GB" sz="1800" dirty="0">
                <a:latin typeface="Arial" panose="020B0604020202020204" pitchFamily="34" charset="0"/>
                <a:cs typeface="Arial" panose="020B0604020202020204" pitchFamily="34" charset="0"/>
              </a:rPr>
              <a:t>we obtain even more data, the old posterior becomes a new prior and the cycle repeats</a:t>
            </a:r>
            <a:r>
              <a:rPr lang="en-GB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lvl="1">
              <a:lnSpc>
                <a:spcPct val="110000"/>
              </a:lnSpc>
              <a:spcBef>
                <a:spcPts val="544"/>
              </a:spcBef>
              <a:buSzPts val="2720"/>
            </a:pPr>
            <a:r>
              <a:rPr lang="en-GB" sz="1800" dirty="0">
                <a:latin typeface="Arial" panose="020B0604020202020204" pitchFamily="34" charset="0"/>
                <a:cs typeface="Arial" panose="020B0604020202020204" pitchFamily="34" charset="0"/>
              </a:rPr>
              <a:t>P(h | D) a posterior determines the class </a:t>
            </a:r>
            <a:r>
              <a:rPr lang="en-GB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label</a:t>
            </a:r>
          </a:p>
          <a:p>
            <a:pPr lvl="1">
              <a:lnSpc>
                <a:spcPct val="120000"/>
              </a:lnSpc>
              <a:spcBef>
                <a:spcPts val="544"/>
              </a:spcBef>
              <a:buSzPts val="2720"/>
            </a:pPr>
            <a:r>
              <a:rPr lang="en-GB" sz="1800" dirty="0">
                <a:latin typeface="Arial" panose="020B0604020202020204" pitchFamily="34" charset="0"/>
                <a:cs typeface="Arial" panose="020B0604020202020204" pitchFamily="34" charset="0"/>
              </a:rPr>
              <a:t>MLE and MAP are the same if the prior is uniform</a:t>
            </a:r>
          </a:p>
          <a:p>
            <a:pPr lvl="1">
              <a:lnSpc>
                <a:spcPct val="120000"/>
              </a:lnSpc>
              <a:spcBef>
                <a:spcPts val="544"/>
              </a:spcBef>
              <a:buSzPts val="2720"/>
            </a:pPr>
            <a:r>
              <a:rPr lang="en-GB" sz="1800" dirty="0">
                <a:latin typeface="Arial" panose="020B0604020202020204" pitchFamily="34" charset="0"/>
                <a:cs typeface="Arial" panose="020B0604020202020204" pitchFamily="34" charset="0"/>
              </a:rPr>
              <a:t>This forms the basis for Naïve Bayes </a:t>
            </a:r>
            <a:r>
              <a:rPr lang="en-GB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classifier </a:t>
            </a:r>
            <a:r>
              <a:rPr lang="en-GB" sz="18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 More on this will be discussed in later part of this module</a:t>
            </a:r>
            <a:endParaRPr lang="en-GB" sz="18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lnSpc>
                <a:spcPct val="110000"/>
              </a:lnSpc>
              <a:spcBef>
                <a:spcPts val="544"/>
              </a:spcBef>
              <a:buSzPts val="2720"/>
            </a:pPr>
            <a:endParaRPr lang="en-GB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lnSpc>
                <a:spcPct val="110000"/>
              </a:lnSpc>
              <a:spcBef>
                <a:spcPts val="544"/>
              </a:spcBef>
              <a:buClr>
                <a:schemeClr val="dk1"/>
              </a:buClr>
              <a:buSzPts val="2720"/>
            </a:pPr>
            <a:endParaRPr lang="en-GB" sz="18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57181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108" name="Group 11"/>
          <p:cNvGrpSpPr>
            <a:grpSpLocks/>
          </p:cNvGrpSpPr>
          <p:nvPr/>
        </p:nvGrpSpPr>
        <p:grpSpPr bwMode="auto">
          <a:xfrm>
            <a:off x="2084388" y="6550025"/>
            <a:ext cx="7059612" cy="49213"/>
            <a:chOff x="0" y="0"/>
            <a:chExt cx="7060112" cy="48665"/>
          </a:xfrm>
        </p:grpSpPr>
        <p:sp>
          <p:nvSpPr>
            <p:cNvPr id="47122" name="Rectangle 12"/>
            <p:cNvSpPr>
              <a:spLocks noChangeArrowheads="1"/>
            </p:cNvSpPr>
            <p:nvPr/>
          </p:nvSpPr>
          <p:spPr bwMode="auto">
            <a:xfrm>
              <a:off x="2546588" y="1"/>
              <a:ext cx="2328591" cy="48664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  <a:sym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  <a:sym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  <a:sym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  <a:sym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  <a:sym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ct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Arial" panose="020B0604020202020204" pitchFamily="34" charset="0"/>
                <a:sym typeface="Calibri" panose="020F0502020204030204" pitchFamily="34" charset="0"/>
              </a:endParaRPr>
            </a:p>
          </p:txBody>
        </p:sp>
        <p:sp>
          <p:nvSpPr>
            <p:cNvPr id="47123" name="Rectangle 13"/>
            <p:cNvSpPr>
              <a:spLocks noChangeArrowheads="1"/>
            </p:cNvSpPr>
            <p:nvPr/>
          </p:nvSpPr>
          <p:spPr bwMode="auto">
            <a:xfrm>
              <a:off x="4823986" y="0"/>
              <a:ext cx="2236126" cy="45719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  <a:sym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  <a:sym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  <a:sym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  <a:sym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  <a:sym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ct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Arial" panose="020B0604020202020204" pitchFamily="34" charset="0"/>
                <a:sym typeface="Calibri" panose="020F0502020204030204" pitchFamily="34" charset="0"/>
              </a:endParaRPr>
            </a:p>
          </p:txBody>
        </p:sp>
        <p:sp>
          <p:nvSpPr>
            <p:cNvPr id="47124" name="Rectangle 14"/>
            <p:cNvSpPr>
              <a:spLocks noChangeArrowheads="1"/>
            </p:cNvSpPr>
            <p:nvPr/>
          </p:nvSpPr>
          <p:spPr bwMode="auto">
            <a:xfrm>
              <a:off x="0" y="1"/>
              <a:ext cx="2580680" cy="48664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  <a:sym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  <a:sym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  <a:sym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  <a:sym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  <a:sym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ct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Arial" panose="020B0604020202020204" pitchFamily="34" charset="0"/>
                <a:sym typeface="Calibri" panose="020F0502020204030204" pitchFamily="34" charset="0"/>
              </a:endParaRPr>
            </a:p>
          </p:txBody>
        </p:sp>
      </p:grpSp>
      <p:pic>
        <p:nvPicPr>
          <p:cNvPr id="47109" name="Picture 15" descr="Picture 7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7110" name="Group 18"/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0" y="0"/>
            <a:chExt cx="7010400" cy="45719"/>
          </a:xfrm>
        </p:grpSpPr>
        <p:sp>
          <p:nvSpPr>
            <p:cNvPr id="47119" name="Rectangle 19"/>
            <p:cNvSpPr>
              <a:spLocks noChangeArrowheads="1"/>
            </p:cNvSpPr>
            <p:nvPr/>
          </p:nvSpPr>
          <p:spPr bwMode="auto">
            <a:xfrm>
              <a:off x="2362200" y="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  <a:sym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  <a:sym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  <a:sym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  <a:sym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  <a:sym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ct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Arial" panose="020B0604020202020204" pitchFamily="34" charset="0"/>
                <a:sym typeface="Calibri" panose="020F0502020204030204" pitchFamily="34" charset="0"/>
              </a:endParaRPr>
            </a:p>
          </p:txBody>
        </p:sp>
        <p:sp>
          <p:nvSpPr>
            <p:cNvPr id="47120" name="Rectangle 20"/>
            <p:cNvSpPr>
              <a:spLocks noChangeArrowheads="1"/>
            </p:cNvSpPr>
            <p:nvPr/>
          </p:nvSpPr>
          <p:spPr bwMode="auto">
            <a:xfrm>
              <a:off x="0" y="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  <a:sym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  <a:sym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  <a:sym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  <a:sym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  <a:sym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ct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Arial" panose="020B0604020202020204" pitchFamily="34" charset="0"/>
                <a:sym typeface="Calibri" panose="020F0502020204030204" pitchFamily="34" charset="0"/>
              </a:endParaRPr>
            </a:p>
          </p:txBody>
        </p:sp>
        <p:sp>
          <p:nvSpPr>
            <p:cNvPr id="47121" name="Rectangle 21"/>
            <p:cNvSpPr>
              <a:spLocks noChangeArrowheads="1"/>
            </p:cNvSpPr>
            <p:nvPr/>
          </p:nvSpPr>
          <p:spPr bwMode="auto">
            <a:xfrm>
              <a:off x="4681809" y="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  <a:sym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  <a:sym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  <a:sym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  <a:sym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  <a:sym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ct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Arial" panose="020B0604020202020204" pitchFamily="34" charset="0"/>
                <a:sym typeface="Calibri" panose="020F0502020204030204" pitchFamily="34" charset="0"/>
              </a:endParaRPr>
            </a:p>
          </p:txBody>
        </p:sp>
      </p:grpSp>
      <p:grpSp>
        <p:nvGrpSpPr>
          <p:cNvPr id="47111" name="Group 22"/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0" y="0"/>
            <a:chExt cx="7010400" cy="45719"/>
          </a:xfrm>
        </p:grpSpPr>
        <p:sp>
          <p:nvSpPr>
            <p:cNvPr id="47116" name="Rectangle 23"/>
            <p:cNvSpPr>
              <a:spLocks noChangeArrowheads="1"/>
            </p:cNvSpPr>
            <p:nvPr/>
          </p:nvSpPr>
          <p:spPr bwMode="auto">
            <a:xfrm>
              <a:off x="2362200" y="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  <a:sym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  <a:sym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  <a:sym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  <a:sym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  <a:sym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ct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Arial" panose="020B0604020202020204" pitchFamily="34" charset="0"/>
                <a:sym typeface="Calibri" panose="020F0502020204030204" pitchFamily="34" charset="0"/>
              </a:endParaRPr>
            </a:p>
          </p:txBody>
        </p:sp>
        <p:sp>
          <p:nvSpPr>
            <p:cNvPr id="47117" name="Rectangle 24"/>
            <p:cNvSpPr>
              <a:spLocks noChangeArrowheads="1"/>
            </p:cNvSpPr>
            <p:nvPr/>
          </p:nvSpPr>
          <p:spPr bwMode="auto">
            <a:xfrm>
              <a:off x="0" y="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  <a:sym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  <a:sym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  <a:sym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  <a:sym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  <a:sym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ct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Arial" panose="020B0604020202020204" pitchFamily="34" charset="0"/>
                <a:sym typeface="Calibri" panose="020F0502020204030204" pitchFamily="34" charset="0"/>
              </a:endParaRPr>
            </a:p>
          </p:txBody>
        </p:sp>
        <p:sp>
          <p:nvSpPr>
            <p:cNvPr id="47118" name="Rectangle 25"/>
            <p:cNvSpPr>
              <a:spLocks noChangeArrowheads="1"/>
            </p:cNvSpPr>
            <p:nvPr/>
          </p:nvSpPr>
          <p:spPr bwMode="auto">
            <a:xfrm>
              <a:off x="4681809" y="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  <a:sym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  <a:sym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  <a:sym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  <a:sym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  <a:sym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ct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Arial" panose="020B0604020202020204" pitchFamily="34" charset="0"/>
                <a:sym typeface="Calibri" panose="020F0502020204030204" pitchFamily="34" charset="0"/>
              </a:endParaRPr>
            </a:p>
          </p:txBody>
        </p:sp>
      </p:grpSp>
      <p:sp>
        <p:nvSpPr>
          <p:cNvPr id="47112" name="Content Placeholder 1"/>
          <p:cNvSpPr>
            <a:spLocks noGrp="1" noChangeArrowheads="1"/>
          </p:cNvSpPr>
          <p:nvPr>
            <p:ph idx="1"/>
          </p:nvPr>
        </p:nvSpPr>
        <p:spPr>
          <a:xfrm>
            <a:off x="0" y="1447800"/>
            <a:ext cx="9015951" cy="5364162"/>
          </a:xfr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indent="-342900" algn="l">
              <a:lnSpc>
                <a:spcPct val="150000"/>
              </a:lnSpc>
              <a:spcBef>
                <a:spcPts val="360"/>
              </a:spcBef>
              <a:buClr>
                <a:schemeClr val="dk1"/>
              </a:buClr>
              <a:buSzPts val="1800"/>
              <a:buChar char="•"/>
            </a:pPr>
            <a:r>
              <a:rPr lang="en-US" altLang="en-US" sz="18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most probable classification of the new instance </a:t>
            </a:r>
            <a:r>
              <a:rPr lang="en-US" altLang="en-US" sz="1800" dirty="0" smtClean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 </a:t>
            </a:r>
            <a:r>
              <a:rPr lang="en-US" altLang="en-US" sz="18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obtained by combining </a:t>
            </a:r>
            <a:r>
              <a:rPr lang="en-US" altLang="en-US" sz="18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predictions of all hypotheses, weighted by their posterior probabilities</a:t>
            </a:r>
            <a:r>
              <a:rPr lang="en-US" altLang="en-US" sz="1800" b="1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altLang="en-US" sz="1800" dirty="0" smtClean="0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indent="-342900" algn="l">
              <a:lnSpc>
                <a:spcPct val="150000"/>
              </a:lnSpc>
              <a:spcBef>
                <a:spcPts val="360"/>
              </a:spcBef>
              <a:buClr>
                <a:schemeClr val="dk1"/>
              </a:buClr>
              <a:buSzPts val="1800"/>
              <a:buChar char="•"/>
            </a:pPr>
            <a:r>
              <a:rPr lang="en-US" altLang="en-US" sz="1800" dirty="0" smtClean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</a:t>
            </a:r>
            <a:r>
              <a:rPr lang="en-US" altLang="en-US" sz="1800" baseline="-25000" dirty="0" smtClean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 </a:t>
            </a:r>
            <a:r>
              <a:rPr lang="en-US" altLang="en-US" sz="1800" dirty="0" smtClean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from </a:t>
            </a:r>
            <a:r>
              <a:rPr lang="en-US" altLang="en-US" sz="18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some set V, then the probability </a:t>
            </a:r>
            <a:r>
              <a:rPr lang="en-US" altLang="en-US" sz="1800" dirty="0" smtClean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P(v</a:t>
            </a:r>
            <a:r>
              <a:rPr lang="en-US" altLang="en-US" sz="1800" baseline="-25000" dirty="0" smtClean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</a:t>
            </a:r>
            <a:r>
              <a:rPr lang="en-US" altLang="en-US" sz="1800" dirty="0" smtClean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18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 D) that the correct classification for the new instance is v</a:t>
            </a:r>
            <a:r>
              <a:rPr lang="en-US" altLang="en-US" sz="1800" baseline="-250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</a:t>
            </a:r>
            <a:r>
              <a:rPr lang="en-US" altLang="en-US" sz="18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is</a:t>
            </a:r>
            <a:r>
              <a:rPr lang="en-US" altLang="en-US" sz="1800" dirty="0" smtClean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endParaRPr lang="en-US" altLang="en-US" sz="1800" dirty="0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indent="-342900" algn="l">
              <a:lnSpc>
                <a:spcPct val="150000"/>
              </a:lnSpc>
              <a:spcBef>
                <a:spcPts val="360"/>
              </a:spcBef>
              <a:buClr>
                <a:schemeClr val="dk1"/>
              </a:buClr>
              <a:buSzPts val="1800"/>
              <a:buChar char="•"/>
            </a:pPr>
            <a:endParaRPr lang="en-US" altLang="en-US" sz="1800" dirty="0" smtClean="0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indent="-342900" algn="l">
              <a:lnSpc>
                <a:spcPct val="150000"/>
              </a:lnSpc>
              <a:spcBef>
                <a:spcPts val="360"/>
              </a:spcBef>
              <a:buClr>
                <a:schemeClr val="dk1"/>
              </a:buClr>
              <a:buSzPts val="1800"/>
              <a:buChar char="•"/>
            </a:pPr>
            <a:r>
              <a:rPr lang="en-US" altLang="en-US" sz="1800" dirty="0" smtClean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en-US" altLang="en-US" sz="18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optimal classification of the new instance is the value vj for </a:t>
            </a:r>
            <a:r>
              <a:rPr lang="en-US" altLang="en-US" sz="1800" dirty="0" smtClean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which P(v</a:t>
            </a:r>
            <a:r>
              <a:rPr lang="en-US" altLang="en-US" sz="1800" baseline="-25000" dirty="0" smtClean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</a:t>
            </a:r>
            <a:r>
              <a:rPr lang="en-US" altLang="en-US" sz="1800" dirty="0" smtClean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18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 D) </a:t>
            </a:r>
            <a:r>
              <a:rPr lang="en-IN" altLang="en-US" sz="1800" dirty="0" smtClean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 </a:t>
            </a:r>
            <a:r>
              <a:rPr lang="en-IN" altLang="en-US" sz="18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maximum</a:t>
            </a:r>
          </a:p>
          <a:p>
            <a:pPr indent="-342900" algn="l">
              <a:lnSpc>
                <a:spcPct val="150000"/>
              </a:lnSpc>
              <a:spcBef>
                <a:spcPts val="360"/>
              </a:spcBef>
              <a:buClr>
                <a:schemeClr val="dk1"/>
              </a:buClr>
              <a:buSzPts val="1800"/>
              <a:buChar char="•"/>
            </a:pPr>
            <a:endParaRPr lang="en-IN" altLang="en-US" sz="1800" dirty="0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7113" name="Content Placeholder 2"/>
          <p:cNvSpPr>
            <a:spLocks noGrp="1" noChangeArrowheads="1"/>
          </p:cNvSpPr>
          <p:nvPr>
            <p:ph sz="quarter" idx="10"/>
          </p:nvPr>
        </p:nvSpPr>
        <p:spPr>
          <a:xfrm>
            <a:off x="128049" y="46038"/>
            <a:ext cx="6324600" cy="1143000"/>
          </a:xfr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lnSpc>
                <a:spcPct val="150000"/>
              </a:lnSpc>
              <a:buClr>
                <a:schemeClr val="dk1"/>
              </a:buClr>
              <a:buSzPts val="3200"/>
              <a:buFont typeface="Calibri"/>
            </a:pPr>
            <a:r>
              <a:rPr lang="en-US" altLang="en-US" sz="2400" b="1" dirty="0"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Bayes’ Optimal Classifier</a:t>
            </a:r>
          </a:p>
        </p:txBody>
      </p:sp>
      <p:pic>
        <p:nvPicPr>
          <p:cNvPr id="21" name="Picture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95686" y="2820641"/>
            <a:ext cx="3914614" cy="8095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9775619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8532440" y="6237312"/>
            <a:ext cx="611560" cy="29311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74B417C-9094-4CBF-B0C6-5B42F722E7B2}" type="slidenum">
              <a:rPr kumimoji="0" lang="en-US" altLang="ko-KR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맑은 고딕" panose="020B0503020000020004" pitchFamily="34" charset="-127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34</a:t>
            </a:fld>
            <a:endParaRPr kumimoji="0" lang="en-US" altLang="ko-KR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맑은 고딕" panose="020B0503020000020004" pitchFamily="34" charset="-127"/>
              <a:cs typeface="Arial"/>
              <a:sym typeface="Arial"/>
            </a:endParaRPr>
          </a:p>
        </p:txBody>
      </p:sp>
      <p:sp>
        <p:nvSpPr>
          <p:cNvPr id="201730" name="Rectangle 2"/>
          <p:cNvSpPr>
            <a:spLocks noGrp="1" noChangeArrowheads="1"/>
          </p:cNvSpPr>
          <p:nvPr>
            <p:ph type="title"/>
          </p:nvPr>
        </p:nvSpPr>
        <p:spPr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altLang="ko-KR" sz="2400" b="1" dirty="0" smtClean="0">
                <a:latin typeface="+mj-lt"/>
                <a:sym typeface="Tahoma"/>
              </a:rPr>
              <a:t>Example 1 : Bayes </a:t>
            </a:r>
            <a:r>
              <a:rPr lang="en-US" altLang="ko-KR" sz="2400" b="1" dirty="0">
                <a:latin typeface="+mj-lt"/>
                <a:sym typeface="Tahoma"/>
              </a:rPr>
              <a:t>Optimal Classifier</a:t>
            </a:r>
          </a:p>
        </p:txBody>
      </p:sp>
      <p:sp>
        <p:nvSpPr>
          <p:cNvPr id="2017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79922" y="1397467"/>
            <a:ext cx="8252518" cy="5284922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US" altLang="ko-KR" sz="1800" b="1" dirty="0" smtClean="0">
                <a:latin typeface="+mn-lt"/>
              </a:rPr>
              <a:t>Bayes optimal classification:</a:t>
            </a:r>
          </a:p>
          <a:p>
            <a:endParaRPr lang="en-US" altLang="ko-KR" sz="1800" dirty="0">
              <a:latin typeface="+mn-lt"/>
            </a:endParaRPr>
          </a:p>
          <a:p>
            <a:r>
              <a:rPr lang="en-US" altLang="ko-KR" sz="1800" dirty="0">
                <a:latin typeface="+mn-lt"/>
              </a:rPr>
              <a:t>Example: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i="1" dirty="0">
                <a:latin typeface="+mn-lt"/>
              </a:rPr>
              <a:t>P</a:t>
            </a:r>
            <a:r>
              <a:rPr lang="en-US" altLang="ko-KR" sz="1800" dirty="0">
                <a:latin typeface="+mn-lt"/>
              </a:rPr>
              <a:t>(</a:t>
            </a:r>
            <a:r>
              <a:rPr lang="en-US" altLang="ko-KR" sz="1800" i="1" dirty="0">
                <a:latin typeface="+mn-lt"/>
              </a:rPr>
              <a:t>h</a:t>
            </a:r>
            <a:r>
              <a:rPr lang="en-US" altLang="ko-KR" sz="1800" baseline="-25000" dirty="0">
                <a:latin typeface="+mn-lt"/>
              </a:rPr>
              <a:t>1</a:t>
            </a:r>
            <a:r>
              <a:rPr lang="en-US" altLang="ko-KR" sz="1800" dirty="0">
                <a:latin typeface="+mn-lt"/>
              </a:rPr>
              <a:t>|</a:t>
            </a:r>
            <a:r>
              <a:rPr lang="en-US" altLang="ko-KR" sz="1800" i="1" dirty="0">
                <a:latin typeface="+mn-lt"/>
              </a:rPr>
              <a:t>D</a:t>
            </a:r>
            <a:r>
              <a:rPr lang="en-US" altLang="ko-KR" sz="1800" dirty="0">
                <a:latin typeface="+mn-lt"/>
              </a:rPr>
              <a:t>) = .4, </a:t>
            </a:r>
            <a:r>
              <a:rPr lang="en-US" altLang="ko-KR" sz="1800" i="1" dirty="0">
                <a:latin typeface="+mn-lt"/>
              </a:rPr>
              <a:t>P</a:t>
            </a:r>
            <a:r>
              <a:rPr lang="en-US" altLang="ko-KR" sz="1800" dirty="0">
                <a:latin typeface="+mn-lt"/>
              </a:rPr>
              <a:t>(</a:t>
            </a:r>
            <a:r>
              <a:rPr lang="en-US" altLang="ko-KR" sz="1800" dirty="0">
                <a:latin typeface="+mn-lt"/>
                <a:sym typeface="Symbol" panose="05050102010706020507" pitchFamily="18" charset="2"/>
              </a:rPr>
              <a:t></a:t>
            </a:r>
            <a:r>
              <a:rPr lang="en-US" altLang="ko-KR" sz="1800" dirty="0">
                <a:latin typeface="+mn-lt"/>
              </a:rPr>
              <a:t>|</a:t>
            </a:r>
            <a:r>
              <a:rPr lang="en-US" altLang="ko-KR" sz="1800" i="1" dirty="0">
                <a:latin typeface="+mn-lt"/>
              </a:rPr>
              <a:t>h</a:t>
            </a:r>
            <a:r>
              <a:rPr lang="en-US" altLang="ko-KR" sz="1800" baseline="-25000" dirty="0">
                <a:latin typeface="+mn-lt"/>
              </a:rPr>
              <a:t>1</a:t>
            </a:r>
            <a:r>
              <a:rPr lang="en-US" altLang="ko-KR" sz="1800" dirty="0">
                <a:latin typeface="+mn-lt"/>
              </a:rPr>
              <a:t>) = 0,  </a:t>
            </a:r>
            <a:r>
              <a:rPr lang="en-US" altLang="ko-KR" sz="1800" i="1" dirty="0">
                <a:latin typeface="+mn-lt"/>
              </a:rPr>
              <a:t>P</a:t>
            </a:r>
            <a:r>
              <a:rPr lang="en-US" altLang="ko-KR" sz="1800" dirty="0">
                <a:latin typeface="+mn-lt"/>
              </a:rPr>
              <a:t>(+|</a:t>
            </a:r>
            <a:r>
              <a:rPr lang="en-US" altLang="ko-KR" sz="1800" i="1" dirty="0">
                <a:latin typeface="+mn-lt"/>
              </a:rPr>
              <a:t>h</a:t>
            </a:r>
            <a:r>
              <a:rPr lang="en-US" altLang="ko-KR" sz="1800" baseline="-25000" dirty="0">
                <a:latin typeface="+mn-lt"/>
              </a:rPr>
              <a:t>1</a:t>
            </a:r>
            <a:r>
              <a:rPr lang="en-US" altLang="ko-KR" sz="1800" dirty="0">
                <a:latin typeface="+mn-lt"/>
              </a:rPr>
              <a:t>) = </a:t>
            </a:r>
            <a:r>
              <a:rPr lang="en-US" altLang="ko-KR" sz="1800" dirty="0" smtClean="0">
                <a:latin typeface="+mn-lt"/>
              </a:rPr>
              <a:t>1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ko-KR" sz="1800" dirty="0">
              <a:latin typeface="+mn-lt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i="1" dirty="0">
                <a:latin typeface="+mn-lt"/>
              </a:rPr>
              <a:t>P</a:t>
            </a:r>
            <a:r>
              <a:rPr lang="en-US" altLang="ko-KR" sz="1800" dirty="0">
                <a:latin typeface="+mn-lt"/>
              </a:rPr>
              <a:t>(</a:t>
            </a:r>
            <a:r>
              <a:rPr lang="en-US" altLang="ko-KR" sz="1800" i="1" dirty="0">
                <a:latin typeface="+mn-lt"/>
              </a:rPr>
              <a:t>h</a:t>
            </a:r>
            <a:r>
              <a:rPr lang="en-US" altLang="ko-KR" sz="1800" baseline="-25000" dirty="0">
                <a:latin typeface="+mn-lt"/>
              </a:rPr>
              <a:t>2</a:t>
            </a:r>
            <a:r>
              <a:rPr lang="en-US" altLang="ko-KR" sz="1800" dirty="0">
                <a:latin typeface="+mn-lt"/>
              </a:rPr>
              <a:t>|</a:t>
            </a:r>
            <a:r>
              <a:rPr lang="en-US" altLang="ko-KR" sz="1800" i="1" dirty="0">
                <a:latin typeface="+mn-lt"/>
              </a:rPr>
              <a:t>D</a:t>
            </a:r>
            <a:r>
              <a:rPr lang="en-US" altLang="ko-KR" sz="1800" dirty="0">
                <a:latin typeface="+mn-lt"/>
              </a:rPr>
              <a:t>) = .3, </a:t>
            </a:r>
            <a:r>
              <a:rPr lang="en-US" altLang="ko-KR" sz="1800" i="1" dirty="0">
                <a:latin typeface="+mn-lt"/>
              </a:rPr>
              <a:t>P</a:t>
            </a:r>
            <a:r>
              <a:rPr lang="en-US" altLang="ko-KR" sz="1800" dirty="0">
                <a:latin typeface="+mn-lt"/>
              </a:rPr>
              <a:t>(</a:t>
            </a:r>
            <a:r>
              <a:rPr lang="en-US" altLang="ko-KR" sz="1800" dirty="0">
                <a:latin typeface="+mn-lt"/>
                <a:sym typeface="Symbol" panose="05050102010706020507" pitchFamily="18" charset="2"/>
              </a:rPr>
              <a:t></a:t>
            </a:r>
            <a:r>
              <a:rPr lang="en-US" altLang="ko-KR" sz="1800" dirty="0">
                <a:latin typeface="+mn-lt"/>
              </a:rPr>
              <a:t>|</a:t>
            </a:r>
            <a:r>
              <a:rPr lang="en-US" altLang="ko-KR" sz="1800" i="1" dirty="0">
                <a:latin typeface="+mn-lt"/>
              </a:rPr>
              <a:t>h</a:t>
            </a:r>
            <a:r>
              <a:rPr lang="en-US" altLang="ko-KR" sz="1800" baseline="-25000" dirty="0">
                <a:latin typeface="+mn-lt"/>
              </a:rPr>
              <a:t>2</a:t>
            </a:r>
            <a:r>
              <a:rPr lang="en-US" altLang="ko-KR" sz="1800" dirty="0">
                <a:latin typeface="+mn-lt"/>
              </a:rPr>
              <a:t>) = 1,  </a:t>
            </a:r>
            <a:r>
              <a:rPr lang="en-US" altLang="ko-KR" sz="1800" i="1" dirty="0">
                <a:latin typeface="+mn-lt"/>
              </a:rPr>
              <a:t>P</a:t>
            </a:r>
            <a:r>
              <a:rPr lang="en-US" altLang="ko-KR" sz="1800" dirty="0">
                <a:latin typeface="+mn-lt"/>
              </a:rPr>
              <a:t>(+|</a:t>
            </a:r>
            <a:r>
              <a:rPr lang="en-US" altLang="ko-KR" sz="1800" i="1" dirty="0">
                <a:latin typeface="+mn-lt"/>
              </a:rPr>
              <a:t>h</a:t>
            </a:r>
            <a:r>
              <a:rPr lang="en-US" altLang="ko-KR" sz="1800" baseline="-25000" dirty="0">
                <a:latin typeface="+mn-lt"/>
              </a:rPr>
              <a:t>2</a:t>
            </a:r>
            <a:r>
              <a:rPr lang="en-US" altLang="ko-KR" sz="1800" dirty="0">
                <a:latin typeface="+mn-lt"/>
              </a:rPr>
              <a:t>) = </a:t>
            </a:r>
            <a:r>
              <a:rPr lang="en-US" altLang="ko-KR" sz="1800" dirty="0" smtClean="0">
                <a:latin typeface="+mn-lt"/>
              </a:rPr>
              <a:t>0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ko-KR" sz="1800" dirty="0">
              <a:latin typeface="+mn-lt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i="1" dirty="0">
                <a:latin typeface="+mn-lt"/>
              </a:rPr>
              <a:t>P</a:t>
            </a:r>
            <a:r>
              <a:rPr lang="en-US" altLang="ko-KR" sz="1800" dirty="0">
                <a:latin typeface="+mn-lt"/>
              </a:rPr>
              <a:t>(</a:t>
            </a:r>
            <a:r>
              <a:rPr lang="en-US" altLang="ko-KR" sz="1800" i="1" dirty="0">
                <a:latin typeface="+mn-lt"/>
              </a:rPr>
              <a:t>h</a:t>
            </a:r>
            <a:r>
              <a:rPr lang="en-US" altLang="ko-KR" sz="1800" baseline="-25000" dirty="0">
                <a:latin typeface="+mn-lt"/>
              </a:rPr>
              <a:t>3</a:t>
            </a:r>
            <a:r>
              <a:rPr lang="en-US" altLang="ko-KR" sz="1800" dirty="0">
                <a:latin typeface="+mn-lt"/>
              </a:rPr>
              <a:t>|</a:t>
            </a:r>
            <a:r>
              <a:rPr lang="en-US" altLang="ko-KR" sz="1800" i="1" dirty="0">
                <a:latin typeface="+mn-lt"/>
              </a:rPr>
              <a:t>D</a:t>
            </a:r>
            <a:r>
              <a:rPr lang="en-US" altLang="ko-KR" sz="1800" dirty="0">
                <a:latin typeface="+mn-lt"/>
              </a:rPr>
              <a:t>) = .3, </a:t>
            </a:r>
            <a:r>
              <a:rPr lang="en-US" altLang="ko-KR" sz="1800" i="1" dirty="0">
                <a:latin typeface="+mn-lt"/>
              </a:rPr>
              <a:t>P</a:t>
            </a:r>
            <a:r>
              <a:rPr lang="en-US" altLang="ko-KR" sz="1800" dirty="0">
                <a:latin typeface="+mn-lt"/>
              </a:rPr>
              <a:t>(</a:t>
            </a:r>
            <a:r>
              <a:rPr lang="en-US" altLang="ko-KR" sz="1800" dirty="0">
                <a:latin typeface="+mn-lt"/>
                <a:sym typeface="Symbol" panose="05050102010706020507" pitchFamily="18" charset="2"/>
              </a:rPr>
              <a:t></a:t>
            </a:r>
            <a:r>
              <a:rPr lang="en-US" altLang="ko-KR" sz="1800" dirty="0">
                <a:latin typeface="+mn-lt"/>
              </a:rPr>
              <a:t>|</a:t>
            </a:r>
            <a:r>
              <a:rPr lang="en-US" altLang="ko-KR" sz="1800" i="1" dirty="0">
                <a:latin typeface="+mn-lt"/>
              </a:rPr>
              <a:t>h</a:t>
            </a:r>
            <a:r>
              <a:rPr lang="en-US" altLang="ko-KR" sz="1800" baseline="-25000" dirty="0">
                <a:latin typeface="+mn-lt"/>
              </a:rPr>
              <a:t>3</a:t>
            </a:r>
            <a:r>
              <a:rPr lang="en-US" altLang="ko-KR" sz="1800" dirty="0">
                <a:latin typeface="+mn-lt"/>
              </a:rPr>
              <a:t>) = 1,  </a:t>
            </a:r>
            <a:r>
              <a:rPr lang="en-US" altLang="ko-KR" sz="1800" i="1" dirty="0">
                <a:latin typeface="+mn-lt"/>
              </a:rPr>
              <a:t>P</a:t>
            </a:r>
            <a:r>
              <a:rPr lang="en-US" altLang="ko-KR" sz="1800" dirty="0">
                <a:latin typeface="+mn-lt"/>
              </a:rPr>
              <a:t>(+|</a:t>
            </a:r>
            <a:r>
              <a:rPr lang="en-US" altLang="ko-KR" sz="1800" i="1" dirty="0">
                <a:latin typeface="+mn-lt"/>
              </a:rPr>
              <a:t>h</a:t>
            </a:r>
            <a:r>
              <a:rPr lang="en-US" altLang="ko-KR" sz="1800" baseline="-25000" dirty="0">
                <a:latin typeface="+mn-lt"/>
              </a:rPr>
              <a:t>3</a:t>
            </a:r>
            <a:r>
              <a:rPr lang="en-US" altLang="ko-KR" sz="1800" dirty="0">
                <a:latin typeface="+mn-lt"/>
              </a:rPr>
              <a:t>) = 0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ko-KR" sz="1800" dirty="0">
                <a:latin typeface="+mn-lt"/>
              </a:rPr>
              <a:t>	therefore</a:t>
            </a:r>
          </a:p>
          <a:p>
            <a:endParaRPr lang="en-US" altLang="ko-KR" sz="1800" dirty="0">
              <a:latin typeface="+mn-lt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ko-KR" sz="1800" dirty="0">
                <a:latin typeface="+mn-lt"/>
              </a:rPr>
              <a:t>	</a:t>
            </a:r>
            <a:endParaRPr lang="en-US" altLang="ko-KR" sz="1800" dirty="0" smtClean="0">
              <a:latin typeface="+mn-lt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ko-KR" sz="1800" dirty="0" smtClean="0">
                <a:latin typeface="+mn-lt"/>
              </a:rPr>
              <a:t>and</a:t>
            </a:r>
            <a:endParaRPr lang="en-US" altLang="ko-KR" sz="1800" dirty="0">
              <a:latin typeface="+mn-lt"/>
            </a:endParaRPr>
          </a:p>
        </p:txBody>
      </p:sp>
      <p:pic>
        <p:nvPicPr>
          <p:cNvPr id="201732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88145" y="1492483"/>
            <a:ext cx="3238500" cy="504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1733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681" y="4608208"/>
            <a:ext cx="2857500" cy="949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1734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681" y="5813292"/>
            <a:ext cx="4181897" cy="57057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653297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8532440" y="6237312"/>
            <a:ext cx="611560" cy="29311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951E1E12-B6D7-40DF-905C-A99FE8C432C4}" type="slidenum">
              <a:rPr kumimoji="0" lang="en-US" altLang="ko-KR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맑은 고딕" panose="020B0503020000020004" pitchFamily="34" charset="-127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35</a:t>
            </a:fld>
            <a:endParaRPr kumimoji="0" lang="en-US" altLang="ko-KR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맑은 고딕" panose="020B0503020000020004" pitchFamily="34" charset="-127"/>
              <a:cs typeface="Arial"/>
              <a:sym typeface="Arial"/>
            </a:endParaRPr>
          </a:p>
        </p:txBody>
      </p:sp>
      <p:sp>
        <p:nvSpPr>
          <p:cNvPr id="204804" name="Rectangle 4"/>
          <p:cNvSpPr>
            <a:spLocks noGrp="1" noChangeArrowheads="1"/>
          </p:cNvSpPr>
          <p:nvPr>
            <p:ph type="title"/>
          </p:nvPr>
        </p:nvSpPr>
        <p:spPr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altLang="ko-KR" sz="2400" b="1" dirty="0">
                <a:latin typeface="Arial" panose="020B0604020202020204" pitchFamily="34" charset="0"/>
                <a:cs typeface="Arial" panose="020B0604020202020204" pitchFamily="34" charset="0"/>
              </a:rPr>
              <a:t>Gibbs Classifier</a:t>
            </a:r>
          </a:p>
        </p:txBody>
      </p:sp>
      <p:sp>
        <p:nvSpPr>
          <p:cNvPr id="204805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0" y="1402705"/>
            <a:ext cx="6629400" cy="5222929"/>
          </a:xfrm>
        </p:spPr>
        <p:txBody>
          <a:bodyPr>
            <a:normAutofit/>
          </a:bodyPr>
          <a:lstStyle/>
          <a:p>
            <a:r>
              <a:rPr lang="en-US" altLang="ko-KR" sz="1800" dirty="0">
                <a:latin typeface="Arial" panose="020B0604020202020204" pitchFamily="34" charset="0"/>
                <a:cs typeface="Arial" panose="020B0604020202020204" pitchFamily="34" charset="0"/>
              </a:rPr>
              <a:t>Bayes optimal classifier provides best result, but can be expensive if many hypotheses.</a:t>
            </a:r>
          </a:p>
          <a:p>
            <a:r>
              <a:rPr lang="en-US" altLang="ko-KR" sz="1800" dirty="0">
                <a:latin typeface="Arial" panose="020B0604020202020204" pitchFamily="34" charset="0"/>
                <a:cs typeface="Arial" panose="020B0604020202020204" pitchFamily="34" charset="0"/>
              </a:rPr>
              <a:t>Gibbs algorithm:</a:t>
            </a:r>
          </a:p>
          <a:p>
            <a:pPr lvl="1"/>
            <a:r>
              <a:rPr lang="en-US" altLang="ko-KR" sz="1800" dirty="0" smtClean="0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Choose </a:t>
            </a:r>
            <a:r>
              <a:rPr lang="en-US" altLang="ko-KR" sz="1800" dirty="0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one hypothesis at random, according to </a:t>
            </a:r>
            <a:r>
              <a:rPr lang="en-US" altLang="ko-KR" sz="1800" dirty="0" smtClean="0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posterior prob. Distribution over h , </a:t>
            </a:r>
            <a:r>
              <a:rPr lang="en-US" altLang="ko-KR" sz="1800" i="1" dirty="0" smtClean="0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P</a:t>
            </a:r>
            <a:r>
              <a:rPr lang="en-US" altLang="ko-KR" sz="1800" dirty="0" smtClean="0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(</a:t>
            </a:r>
            <a:r>
              <a:rPr lang="en-US" altLang="ko-KR" sz="1800" i="1" dirty="0" err="1" smtClean="0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h</a:t>
            </a:r>
            <a:r>
              <a:rPr lang="en-US" altLang="ko-KR" sz="1800" dirty="0" err="1" smtClean="0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|</a:t>
            </a:r>
            <a:r>
              <a:rPr lang="en-US" altLang="ko-KR" sz="1800" i="1" dirty="0" err="1" smtClean="0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D</a:t>
            </a:r>
            <a:r>
              <a:rPr lang="en-US" altLang="ko-KR" sz="1800" dirty="0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)</a:t>
            </a:r>
          </a:p>
          <a:p>
            <a:pPr lvl="1"/>
            <a:r>
              <a:rPr lang="en-US" altLang="ko-KR" sz="1800" dirty="0" smtClean="0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Use </a:t>
            </a:r>
            <a:r>
              <a:rPr lang="en-US" altLang="ko-KR" sz="1800" dirty="0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this </a:t>
            </a:r>
            <a:r>
              <a:rPr lang="en-US" altLang="ko-KR" sz="1800" dirty="0" smtClean="0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h to </a:t>
            </a:r>
            <a:r>
              <a:rPr lang="en-US" altLang="ko-KR" sz="1800" dirty="0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classify new instance</a:t>
            </a:r>
          </a:p>
          <a:p>
            <a:r>
              <a:rPr lang="en-US" altLang="ko-KR" sz="1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Surprising fact: </a:t>
            </a:r>
            <a:r>
              <a:rPr lang="en-US" altLang="ko-KR" sz="18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under certain conditions, </a:t>
            </a:r>
            <a:r>
              <a:rPr lang="en-IN" sz="1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en-IN" sz="18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expected </a:t>
            </a:r>
            <a:r>
              <a:rPr lang="en-US" sz="18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misclassification </a:t>
            </a:r>
            <a:r>
              <a:rPr lang="en-US" sz="1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error for the Gibbs algorithm is at most twice the expected </a:t>
            </a:r>
            <a:r>
              <a:rPr lang="en-US" sz="18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error of </a:t>
            </a:r>
            <a:r>
              <a:rPr lang="en-US" sz="1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Bayes optimal classifier</a:t>
            </a:r>
            <a:endParaRPr lang="en-US" altLang="ko-KR" sz="18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14300" indent="0" algn="ctr">
              <a:buNone/>
            </a:pPr>
            <a:r>
              <a:rPr lang="en-US" altLang="ko-KR" sz="1800" i="1" dirty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en-US" altLang="ko-KR" sz="1800" dirty="0">
                <a:latin typeface="Arial" panose="020B0604020202020204" pitchFamily="34" charset="0"/>
                <a:cs typeface="Arial" panose="020B0604020202020204" pitchFamily="34" charset="0"/>
              </a:rPr>
              <a:t>[</a:t>
            </a:r>
            <a:r>
              <a:rPr lang="en-US" altLang="ko-KR" sz="1800" i="1" dirty="0" err="1">
                <a:latin typeface="Arial" panose="020B0604020202020204" pitchFamily="34" charset="0"/>
                <a:cs typeface="Arial" panose="020B0604020202020204" pitchFamily="34" charset="0"/>
              </a:rPr>
              <a:t>error</a:t>
            </a:r>
            <a:r>
              <a:rPr lang="en-US" altLang="ko-KR" sz="1800" i="1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Gibbs</a:t>
            </a:r>
            <a:r>
              <a:rPr lang="en-US" altLang="ko-KR" sz="1800" dirty="0">
                <a:latin typeface="Arial" panose="020B0604020202020204" pitchFamily="34" charset="0"/>
                <a:cs typeface="Arial" panose="020B0604020202020204" pitchFamily="34" charset="0"/>
              </a:rPr>
              <a:t>]  </a:t>
            </a:r>
            <a:r>
              <a:rPr lang="en-US" altLang="ko-KR" sz="18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  2</a:t>
            </a:r>
            <a:r>
              <a:rPr lang="en-US" altLang="ko-KR" sz="1800" i="1" dirty="0">
                <a:latin typeface="Arial" panose="020B0604020202020204" pitchFamily="34" charset="0"/>
                <a:cs typeface="Arial" panose="020B0604020202020204" pitchFamily="34" charset="0"/>
              </a:rPr>
              <a:t>E </a:t>
            </a:r>
            <a:r>
              <a:rPr lang="en-US" altLang="ko-KR" sz="1800" dirty="0">
                <a:latin typeface="Arial" panose="020B0604020202020204" pitchFamily="34" charset="0"/>
                <a:cs typeface="Arial" panose="020B0604020202020204" pitchFamily="34" charset="0"/>
              </a:rPr>
              <a:t>[</a:t>
            </a:r>
            <a:r>
              <a:rPr lang="en-US" altLang="ko-KR" sz="1800" i="1" dirty="0" err="1">
                <a:latin typeface="Arial" panose="020B0604020202020204" pitchFamily="34" charset="0"/>
                <a:cs typeface="Arial" panose="020B0604020202020204" pitchFamily="34" charset="0"/>
              </a:rPr>
              <a:t>error</a:t>
            </a:r>
            <a:r>
              <a:rPr lang="en-US" altLang="ko-KR" sz="1800" i="1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BayesOptional</a:t>
            </a:r>
            <a:r>
              <a:rPr lang="en-US" altLang="ko-KR" sz="1800" dirty="0">
                <a:latin typeface="Arial" panose="020B0604020202020204" pitchFamily="34" charset="0"/>
                <a:cs typeface="Arial" panose="020B0604020202020204" pitchFamily="34" charset="0"/>
              </a:rPr>
              <a:t>] </a:t>
            </a:r>
          </a:p>
          <a:p>
            <a:endParaRPr lang="en-US" altLang="ko-KR" sz="18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ko-KR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Suppose </a:t>
            </a:r>
            <a:r>
              <a:rPr lang="en-US" altLang="ko-KR" sz="1800" dirty="0">
                <a:latin typeface="Arial" panose="020B0604020202020204" pitchFamily="34" charset="0"/>
                <a:cs typeface="Arial" panose="020B0604020202020204" pitchFamily="34" charset="0"/>
              </a:rPr>
              <a:t>correct, uniform prior distribution over </a:t>
            </a:r>
            <a:r>
              <a:rPr lang="en-US" altLang="ko-KR" sz="1800" i="1" dirty="0"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r>
              <a:rPr lang="en-US" altLang="ko-KR" sz="1800" dirty="0">
                <a:latin typeface="Arial" panose="020B0604020202020204" pitchFamily="34" charset="0"/>
                <a:cs typeface="Arial" panose="020B0604020202020204" pitchFamily="34" charset="0"/>
              </a:rPr>
              <a:t>, then</a:t>
            </a:r>
          </a:p>
          <a:p>
            <a:pPr lvl="1"/>
            <a:r>
              <a:rPr lang="en-US" altLang="ko-KR" sz="1800" dirty="0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Pick any hypothesis from </a:t>
            </a:r>
            <a:r>
              <a:rPr lang="en-US" altLang="ko-KR" sz="1800" i="1" dirty="0" smtClean="0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Version space</a:t>
            </a:r>
            <a:r>
              <a:rPr lang="en-US" altLang="ko-KR" sz="1800" dirty="0" smtClean="0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, </a:t>
            </a:r>
            <a:r>
              <a:rPr lang="en-US" altLang="ko-KR" sz="1800" dirty="0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with uniform probability</a:t>
            </a:r>
          </a:p>
          <a:p>
            <a:pPr lvl="1"/>
            <a:r>
              <a:rPr lang="en-US" altLang="ko-KR" sz="1800" dirty="0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Its expected error no worse than twice Bayes optimal</a:t>
            </a:r>
          </a:p>
        </p:txBody>
      </p:sp>
    </p:spTree>
    <p:extLst>
      <p:ext uri="{BB962C8B-B14F-4D97-AF65-F5344CB8AC3E}">
        <p14:creationId xmlns:p14="http://schemas.microsoft.com/office/powerpoint/2010/main" val="12798380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309519" y="443814"/>
            <a:ext cx="8556712" cy="553998"/>
          </a:xfrm>
          <a:noFill/>
          <a:ln w="9525">
            <a:noFill/>
            <a:miter lim="800000"/>
            <a:headEnd/>
            <a:tailEnd/>
          </a:ln>
          <a:effectLst/>
        </p:spPr>
        <p:txBody>
          <a:bodyPr spcFirstLastPara="1" vert="horz" wrap="square" lIns="91440" tIns="45720" rIns="91440" bIns="45720" rtlCol="0" anchor="ctr" anchorCtr="0">
            <a:spAutoFit/>
          </a:bodyPr>
          <a:lstStyle/>
          <a:p>
            <a:pPr marL="85725" indent="28575" fontAlgn="base">
              <a:lnSpc>
                <a:spcPts val="3600"/>
              </a:lnSpc>
              <a:spcAft>
                <a:spcPct val="0"/>
              </a:spcAft>
              <a:buClr>
                <a:schemeClr val="dk1"/>
              </a:buClr>
              <a:buSzPts val="3600"/>
              <a:buFont typeface="Arial" pitchFamily="34" charset="0"/>
            </a:pPr>
            <a:r>
              <a:rPr lang="en-US" altLang="en-US" sz="2400" b="1" spc="-150" dirty="0" smtClean="0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Parameter Estimation in ML - Summary</a:t>
            </a:r>
            <a:endParaRPr lang="en-US" altLang="en-US" sz="1800" b="1" spc="-150" dirty="0">
              <a:latin typeface="Arial" panose="020B0604020202020204" pitchFamily="34" charset="0"/>
              <a:ea typeface="Cambria" panose="02040503050406030204" pitchFamily="18" charset="0"/>
              <a:cs typeface="Arial" panose="020B0604020202020204" pitchFamily="34" charset="0"/>
            </a:endParaRPr>
          </a:p>
        </p:txBody>
      </p:sp>
      <p:sp>
        <p:nvSpPr>
          <p:cNvPr id="12292" name="Slide Number Placeholder 3"/>
          <p:cNvSpPr>
            <a:spLocks noGrp="1"/>
          </p:cNvSpPr>
          <p:nvPr>
            <p:ph type="sldNum" sz="quarter" idx="429496729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2994601" y="3226368"/>
                <a:ext cx="2002023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Cambria" panose="02040503050406030204" pitchFamily="18" charset="0"/>
                    <a:cs typeface="+mn-cs"/>
                  </a:rPr>
                  <a:t>Parameters : (</a:t>
                </a:r>
                <a14:m>
                  <m:oMath xmlns:m="http://schemas.openxmlformats.org/officeDocument/2006/math">
                    <m:r>
                      <a:rPr kumimoji="0" lang="en-US" sz="14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𝜃</m:t>
                    </m:r>
                  </m:oMath>
                </a14:m>
                <a:r>
                  <a:rPr kumimoji="0" lang="en-US" sz="1400" b="0" i="0" u="none" strike="noStrike" kern="1200" cap="none" spc="0" normalizeH="0" baseline="-25000" noProof="0" dirty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Cambria" panose="02040503050406030204" pitchFamily="18" charset="0"/>
                    <a:cs typeface="+mn-cs"/>
                  </a:rPr>
                  <a:t>0</a:t>
                </a:r>
                <a:r>
                  <a:rPr kumimoji="0" lang="en-US" sz="14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Cambria" panose="02040503050406030204" pitchFamily="18" charset="0"/>
                    <a:cs typeface="+mn-cs"/>
                  </a:rPr>
                  <a:t>, </a:t>
                </a:r>
                <a14:m>
                  <m:oMath xmlns:m="http://schemas.openxmlformats.org/officeDocument/2006/math">
                    <m:r>
                      <a:rPr kumimoji="0" lang="en-US" sz="14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𝜃</m:t>
                    </m:r>
                  </m:oMath>
                </a14:m>
                <a:r>
                  <a:rPr kumimoji="0" lang="en-US" sz="1400" b="0" i="0" u="none" strike="noStrike" kern="1200" cap="none" spc="0" normalizeH="0" baseline="-25000" noProof="0" dirty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Cambria" panose="02040503050406030204" pitchFamily="18" charset="0"/>
                    <a:cs typeface="+mn-cs"/>
                  </a:rPr>
                  <a:t>1</a:t>
                </a: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Cambria" panose="02040503050406030204" pitchFamily="18" charset="0"/>
                    <a:cs typeface="+mn-cs"/>
                  </a:rPr>
                  <a:t>, </a:t>
                </a:r>
                <a14:m>
                  <m:oMath xmlns:m="http://schemas.openxmlformats.org/officeDocument/2006/math">
                    <m:r>
                      <a:rPr kumimoji="0" lang="en-US" sz="14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𝜃</m:t>
                    </m:r>
                  </m:oMath>
                </a14:m>
                <a:r>
                  <a:rPr kumimoji="0" lang="en-US" sz="1400" b="0" i="0" u="none" strike="noStrike" kern="1200" cap="none" spc="0" normalizeH="0" baseline="-25000" noProof="0" dirty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Cambria" panose="02040503050406030204" pitchFamily="18" charset="0"/>
                    <a:cs typeface="+mn-cs"/>
                  </a:rPr>
                  <a:t>2</a:t>
                </a:r>
                <a:r>
                  <a:rPr kumimoji="0" lang="en-US" sz="14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Cambria" panose="02040503050406030204" pitchFamily="18" charset="0"/>
                    <a:cs typeface="+mn-cs"/>
                  </a:rPr>
                  <a:t>)</a:t>
                </a:r>
                <a:endParaRPr kumimoji="0" lang="en-I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94601" y="3226368"/>
                <a:ext cx="2002023" cy="307777"/>
              </a:xfrm>
              <a:prstGeom prst="rect">
                <a:avLst/>
              </a:prstGeom>
              <a:blipFill>
                <a:blip r:embed="rId3"/>
                <a:stretch>
                  <a:fillRect l="-912" t="-3922" b="-1764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/>
              <p:cNvSpPr/>
              <p:nvPr/>
            </p:nvSpPr>
            <p:spPr>
              <a:xfrm>
                <a:off x="2971800" y="3564922"/>
                <a:ext cx="3657893" cy="37401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IN" sz="14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+mn-ea"/>
                    <a:cs typeface="+mn-cs"/>
                  </a:rPr>
                  <a:t>Find </a:t>
                </a:r>
                <a14:m>
                  <m:oMath xmlns:m="http://schemas.openxmlformats.org/officeDocument/2006/math">
                    <m:r>
                      <a:rPr kumimoji="0" lang="en-US" sz="14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𝛉</m:t>
                    </m:r>
                    <m:r>
                      <a:rPr kumimoji="0" lang="en-IN" sz="1400" b="1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=(</m:t>
                    </m:r>
                    <m:r>
                      <a:rPr kumimoji="0" lang="en-US" sz="1400" b="1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𝜽</m:t>
                    </m:r>
                    <m:r>
                      <m:rPr>
                        <m:nor/>
                      </m:rPr>
                      <a:rPr kumimoji="0" lang="en-US" sz="1400" b="1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rPr>
                      <m:t>0</m:t>
                    </m:r>
                    <m:r>
                      <m:rPr>
                        <m:nor/>
                      </m:rPr>
                      <a:rPr kumimoji="0" lang="en-US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rPr>
                      <m:t>, </m:t>
                    </m:r>
                    <m:r>
                      <a:rPr kumimoji="0" lang="en-US" sz="1400" b="1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𝜽</m:t>
                    </m:r>
                    <m:r>
                      <m:rPr>
                        <m:nor/>
                      </m:rPr>
                      <a:rPr kumimoji="0" lang="en-US" sz="1400" b="1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rPr>
                      <m:t>1</m:t>
                    </m:r>
                    <m:r>
                      <m:rPr>
                        <m:nor/>
                      </m:rPr>
                      <a:rPr kumimoji="0" lang="en-US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rPr>
                      <m:t>, </m:t>
                    </m:r>
                    <m:r>
                      <a:rPr kumimoji="0" lang="en-US" sz="1400" b="1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𝜽</m:t>
                    </m:r>
                    <m:r>
                      <m:rPr>
                        <m:nor/>
                      </m:rPr>
                      <a:rPr kumimoji="0" lang="en-US" sz="1400" b="1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rPr>
                      <m:t>2</m:t>
                    </m:r>
                    <m:r>
                      <a:rPr kumimoji="0" lang="en-IN" sz="1400" b="1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)</m:t>
                    </m:r>
                  </m:oMath>
                </a14:m>
                <a:r>
                  <a:rPr kumimoji="0" lang="en-IN" sz="1400" b="1" i="0" u="none" strike="noStrike" kern="1200" cap="none" spc="0" normalizeH="0" baseline="0" noProof="0" dirty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+mn-ea"/>
                    <a:cs typeface="+mn-cs"/>
                  </a:rPr>
                  <a:t> </a:t>
                </a:r>
                <a:r>
                  <a:rPr kumimoji="0" lang="en-IN" sz="14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+mn-ea"/>
                    <a:cs typeface="+mn-cs"/>
                  </a:rPr>
                  <a:t>from the data </a:t>
                </a:r>
                <a:r>
                  <a:rPr kumimoji="0" lang="en-IN" sz="1400" b="1" i="0" u="none" strike="noStrike" kern="1200" cap="none" spc="0" normalizeH="0" baseline="0" noProof="0" dirty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+mn-ea"/>
                    <a:cs typeface="+mn-cs"/>
                  </a:rPr>
                  <a:t>X</a:t>
                </a:r>
                <a:r>
                  <a:rPr kumimoji="0" lang="en-IN" sz="1400" b="1" i="0" u="none" strike="noStrike" kern="1200" cap="none" spc="0" normalizeH="0" baseline="-25000" noProof="0" dirty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+mn-ea"/>
                    <a:cs typeface="+mn-cs"/>
                  </a:rPr>
                  <a:t>i</a:t>
                </a:r>
                <a:r>
                  <a:rPr kumimoji="0" lang="en-IN" sz="14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+mn-ea"/>
                    <a:cs typeface="+mn-cs"/>
                  </a:rPr>
                  <a:t> </a:t>
                </a:r>
                <a:endParaRPr kumimoji="0" lang="en-I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+mn-ea"/>
                  <a:cs typeface="Cambria Math"/>
                </a:endParaRPr>
              </a:p>
            </p:txBody>
          </p:sp>
        </mc:Choice>
        <mc:Fallback xmlns="">
          <p:sp>
            <p:nvSpPr>
              <p:cNvPr id="10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71800" y="3564922"/>
                <a:ext cx="3657893" cy="374013"/>
              </a:xfrm>
              <a:prstGeom prst="rect">
                <a:avLst/>
              </a:prstGeom>
              <a:blipFill>
                <a:blip r:embed="rId4"/>
                <a:stretch>
                  <a:fillRect l="-500" b="-1475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6"/>
          <p:cNvSpPr/>
          <p:nvPr/>
        </p:nvSpPr>
        <p:spPr>
          <a:xfrm>
            <a:off x="-685800" y="4378034"/>
            <a:ext cx="4876800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marR="0" lvl="1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Maximum Likelihood Estimation (MLE) </a:t>
            </a:r>
          </a:p>
          <a:p>
            <a:pPr marL="914400" marR="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select that parameters 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𝜃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that make the observed data the most 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likely</a:t>
            </a:r>
            <a:endParaRPr kumimoji="0" lang="en-IN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195763" y="4350334"/>
            <a:ext cx="4572000" cy="760208"/>
          </a:xfrm>
          <a:prstGeom prst="rect">
            <a:avLst/>
          </a:prstGeom>
        </p:spPr>
        <p:txBody>
          <a:bodyPr>
            <a:spAutoFit/>
          </a:bodyPr>
          <a:lstStyle/>
          <a:p>
            <a:pPr marL="457200" marR="0" lvl="1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Maximum A Posteriori (MAP)</a:t>
            </a:r>
          </a:p>
          <a:p>
            <a:pPr marL="914400" marR="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choose 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the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parameters 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𝜃 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that is the most </a:t>
            </a:r>
            <a:r>
              <a:rPr kumimoji="0" 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likely,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given the data</a:t>
            </a:r>
          </a:p>
        </p:txBody>
      </p:sp>
      <p:cxnSp>
        <p:nvCxnSpPr>
          <p:cNvPr id="13" name="Elbow Connector 12"/>
          <p:cNvCxnSpPr>
            <a:endCxn id="7" idx="0"/>
          </p:cNvCxnSpPr>
          <p:nvPr/>
        </p:nvCxnSpPr>
        <p:spPr>
          <a:xfrm rot="5400000">
            <a:off x="2838170" y="2777406"/>
            <a:ext cx="515058" cy="2686198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Elbow Connector 14"/>
          <p:cNvCxnSpPr>
            <a:endCxn id="11" idx="0"/>
          </p:cNvCxnSpPr>
          <p:nvPr/>
        </p:nvCxnSpPr>
        <p:spPr>
          <a:xfrm rot="16200000" flipH="1">
            <a:off x="5216601" y="3085172"/>
            <a:ext cx="487358" cy="2042965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/>
              <p:cNvSpPr/>
              <p:nvPr/>
            </p:nvSpPr>
            <p:spPr>
              <a:xfrm>
                <a:off x="762000" y="5110542"/>
                <a:ext cx="1729961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IN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+mn-ea"/>
                    <a:cs typeface="+mn-cs"/>
                  </a:rPr>
                  <a:t>f (</a:t>
                </a:r>
                <a:r>
                  <a:rPr kumimoji="0" lang="en-IN" sz="14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+mn-ea"/>
                    <a:cs typeface="+mn-cs"/>
                  </a:rPr>
                  <a:t>X</a:t>
                </a:r>
                <a:r>
                  <a:rPr kumimoji="0" lang="en-IN" sz="1400" b="0" i="0" u="none" strike="noStrike" kern="1200" cap="none" spc="0" normalizeH="0" baseline="-25000" noProof="0" dirty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+mn-ea"/>
                    <a:cs typeface="+mn-cs"/>
                  </a:rPr>
                  <a:t>1 </a:t>
                </a:r>
                <a:r>
                  <a:rPr kumimoji="0" lang="en-IN" sz="14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+mn-ea"/>
                    <a:cs typeface="+mn-cs"/>
                  </a:rPr>
                  <a:t>, X</a:t>
                </a:r>
                <a:r>
                  <a:rPr kumimoji="0" lang="en-IN" sz="1400" b="0" i="0" u="none" strike="noStrike" kern="1200" cap="none" spc="0" normalizeH="0" baseline="-25000" noProof="0" dirty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+mn-ea"/>
                    <a:cs typeface="+mn-cs"/>
                  </a:rPr>
                  <a:t>2 </a:t>
                </a:r>
                <a:r>
                  <a:rPr kumimoji="0" lang="en-IN" sz="14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+mn-ea"/>
                    <a:cs typeface="+mn-cs"/>
                  </a:rPr>
                  <a:t> .....</a:t>
                </a:r>
                <a:r>
                  <a:rPr kumimoji="0" lang="en-IN" sz="1400" b="0" i="0" u="none" strike="noStrike" kern="1200" cap="none" spc="0" normalizeH="0" baseline="0" noProof="0" dirty="0" err="1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+mn-ea"/>
                    <a:cs typeface="+mn-cs"/>
                  </a:rPr>
                  <a:t>X</a:t>
                </a:r>
                <a:r>
                  <a:rPr kumimoji="0" lang="en-IN" sz="1400" b="0" i="0" u="none" strike="noStrike" kern="1200" cap="none" spc="0" normalizeH="0" baseline="-25000" noProof="0" dirty="0" err="1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+mn-ea"/>
                    <a:cs typeface="+mn-cs"/>
                  </a:rPr>
                  <a:t>n</a:t>
                </a:r>
                <a:r>
                  <a:rPr kumimoji="0" lang="en-IN" sz="1400" b="0" i="0" u="none" strike="noStrike" kern="1200" cap="none" spc="0" normalizeH="0" baseline="-25000" noProof="0" dirty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+mn-ea"/>
                    <a:cs typeface="+mn-cs"/>
                  </a:rPr>
                  <a:t> </a:t>
                </a:r>
                <a:r>
                  <a:rPr kumimoji="0" lang="en-IN" sz="14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+mn-ea"/>
                    <a:cs typeface="+mn-cs"/>
                  </a:rPr>
                  <a:t>| </a:t>
                </a:r>
                <a14:m>
                  <m:oMath xmlns:m="http://schemas.openxmlformats.org/officeDocument/2006/math">
                    <m:r>
                      <a:rPr kumimoji="0" lang="en-US" sz="14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𝛉</m:t>
                    </m:r>
                  </m:oMath>
                </a14:m>
                <a:r>
                  <a:rPr kumimoji="0" lang="en-IN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+mn-ea"/>
                    <a:cs typeface="+mn-cs"/>
                  </a:rPr>
                  <a:t>)</a:t>
                </a:r>
              </a:p>
            </p:txBody>
          </p:sp>
        </mc:Choice>
        <mc:Fallback xmlns="">
          <p:sp>
            <p:nvSpPr>
              <p:cNvPr id="16" name="Rectangle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5110542"/>
                <a:ext cx="1729961" cy="307777"/>
              </a:xfrm>
              <a:prstGeom prst="rect">
                <a:avLst/>
              </a:prstGeom>
              <a:blipFill>
                <a:blip r:embed="rId5"/>
                <a:stretch>
                  <a:fillRect l="-1056" t="-1961" b="-1960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18"/>
              <p:cNvSpPr/>
              <p:nvPr/>
            </p:nvSpPr>
            <p:spPr>
              <a:xfrm>
                <a:off x="5257800" y="5110542"/>
                <a:ext cx="1789272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IN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+mn-ea"/>
                    <a:cs typeface="+mn-cs"/>
                  </a:rPr>
                  <a:t>f (</a:t>
                </a:r>
                <a14:m>
                  <m:oMath xmlns:m="http://schemas.openxmlformats.org/officeDocument/2006/math">
                    <m:r>
                      <a:rPr kumimoji="0" lang="en-US" sz="14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𝛉</m:t>
                    </m:r>
                    <m:r>
                      <a:rPr kumimoji="0" lang="en-US" sz="1400" b="1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 </m:t>
                    </m:r>
                  </m:oMath>
                </a14:m>
                <a:r>
                  <a:rPr kumimoji="0" lang="en-IN" sz="14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+mn-ea"/>
                    <a:cs typeface="+mn-cs"/>
                  </a:rPr>
                  <a:t> | X</a:t>
                </a:r>
                <a:r>
                  <a:rPr kumimoji="0" lang="en-IN" sz="1400" b="0" i="0" u="none" strike="noStrike" kern="1200" cap="none" spc="0" normalizeH="0" baseline="-25000" noProof="0" dirty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+mn-ea"/>
                    <a:cs typeface="+mn-cs"/>
                  </a:rPr>
                  <a:t>1 </a:t>
                </a:r>
                <a:r>
                  <a:rPr kumimoji="0" lang="en-IN" sz="14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+mn-ea"/>
                    <a:cs typeface="+mn-cs"/>
                  </a:rPr>
                  <a:t>, X</a:t>
                </a:r>
                <a:r>
                  <a:rPr kumimoji="0" lang="en-IN" sz="1400" b="0" i="0" u="none" strike="noStrike" kern="1200" cap="none" spc="0" normalizeH="0" baseline="-25000" noProof="0" dirty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+mn-ea"/>
                    <a:cs typeface="+mn-cs"/>
                  </a:rPr>
                  <a:t>2 </a:t>
                </a:r>
                <a:r>
                  <a:rPr kumimoji="0" lang="en-IN" sz="14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+mn-ea"/>
                    <a:cs typeface="+mn-cs"/>
                  </a:rPr>
                  <a:t> .....</a:t>
                </a:r>
                <a:r>
                  <a:rPr kumimoji="0" lang="en-IN" sz="1400" b="0" i="0" u="none" strike="noStrike" kern="1200" cap="none" spc="0" normalizeH="0" baseline="0" noProof="0" dirty="0" err="1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+mn-ea"/>
                    <a:cs typeface="+mn-cs"/>
                  </a:rPr>
                  <a:t>X</a:t>
                </a:r>
                <a:r>
                  <a:rPr kumimoji="0" lang="en-IN" sz="1400" b="0" i="0" u="none" strike="noStrike" kern="1200" cap="none" spc="0" normalizeH="0" baseline="-25000" noProof="0" dirty="0" err="1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+mn-ea"/>
                    <a:cs typeface="+mn-cs"/>
                  </a:rPr>
                  <a:t>n</a:t>
                </a:r>
                <a:r>
                  <a:rPr kumimoji="0" lang="en-IN" sz="14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+mn-ea"/>
                    <a:cs typeface="+mn-cs"/>
                  </a:rPr>
                  <a:t>)</a:t>
                </a:r>
                <a:endParaRPr kumimoji="0" lang="en-I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9" name="Rectangle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7800" y="5110542"/>
                <a:ext cx="1789272" cy="307777"/>
              </a:xfrm>
              <a:prstGeom prst="rect">
                <a:avLst/>
              </a:prstGeom>
              <a:blipFill>
                <a:blip r:embed="rId6"/>
                <a:stretch>
                  <a:fillRect l="-1024" t="-1961" b="-1960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Rectangle 16"/>
          <p:cNvSpPr/>
          <p:nvPr/>
        </p:nvSpPr>
        <p:spPr>
          <a:xfrm>
            <a:off x="309519" y="1467318"/>
            <a:ext cx="8986254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838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Assumption: Data are__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2857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IID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samples: </a:t>
            </a:r>
            <a:r>
              <a:rPr kumimoji="0" 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X</a:t>
            </a:r>
            <a:r>
              <a:rPr kumimoji="0" lang="en-US" sz="1400" b="0" i="0" u="none" strike="noStrike" kern="1200" cap="none" spc="0" normalizeH="0" baseline="-2500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1</a:t>
            </a:r>
            <a:r>
              <a:rPr kumimoji="0" 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…</a:t>
            </a:r>
            <a:r>
              <a:rPr kumimoji="0" lang="en-US" sz="14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X</a:t>
            </a:r>
            <a:r>
              <a:rPr kumimoji="0" lang="en-US" sz="1400" b="0" i="0" u="none" strike="noStrike" kern="1200" cap="none" spc="0" normalizeH="0" baseline="-25000" noProof="0" dirty="0" err="1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n</a:t>
            </a:r>
            <a:r>
              <a:rPr kumimoji="0" 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 </a:t>
            </a:r>
          </a:p>
          <a:p>
            <a:pPr marL="357188" marR="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where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all X</a:t>
            </a:r>
            <a:r>
              <a:rPr kumimoji="0" lang="en-US" sz="1400" b="0" i="0" u="none" strike="noStrike" kern="1200" cap="none" spc="0" normalizeH="0" baseline="-2500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i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 are independent and have the same distribution.</a:t>
            </a:r>
          </a:p>
          <a:p>
            <a:pPr marL="2857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Either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same PMF (discrete) or </a:t>
            </a:r>
            <a:r>
              <a:rPr kumimoji="0" 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same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PDF (continuous</a:t>
            </a:r>
            <a:r>
              <a:rPr kumimoji="0" 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)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 (X |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𝜃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)   </a:t>
            </a:r>
          </a:p>
          <a:p>
            <a:pPr marL="457200" marR="0" lvl="1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Likelihood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of different values of X depends on the  values of our parameters 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𝜃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  </a:t>
            </a:r>
          </a:p>
          <a:p>
            <a:pPr marL="457200" marR="0" lvl="1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f( ) is  either PDF or PMF</a:t>
            </a:r>
          </a:p>
          <a:p>
            <a:pPr marL="2857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IN" sz="14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" panose="020B0604020202020204" pitchFamily="34" charset="0"/>
              <a:ea typeface="Cambria" panose="02040503050406030204" pitchFamily="18" charset="0"/>
              <a:cs typeface="Arial" panose="020B0604020202020204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231878" y="5631757"/>
            <a:ext cx="3801834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If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the sample is large, MLE will yield an excellent estimator of </a:t>
            </a:r>
            <a:r>
              <a:rPr kumimoji="0" lang="el-GR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θ</a:t>
            </a:r>
            <a:endParaRPr kumimoji="0" lang="en-IN" sz="1400" b="0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When no prior information is available, all hypothesis are equally likely i.e. p(hi) = p(</a:t>
            </a:r>
            <a:r>
              <a:rPr kumimoji="0" lang="en-GB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hj</a:t>
            </a: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)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IN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65075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Google Shape;695;p88"/>
          <p:cNvSpPr txBox="1">
            <a:spLocks noGrp="1"/>
          </p:cNvSpPr>
          <p:nvPr>
            <p:ph type="title" idx="4294967295"/>
          </p:nvPr>
        </p:nvSpPr>
        <p:spPr>
          <a:xfrm>
            <a:off x="152400" y="2895600"/>
            <a:ext cx="9144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3200" b="1" dirty="0" smtClean="0">
                <a:solidFill>
                  <a:srgbClr val="C00000"/>
                </a:solidFill>
                <a:ea typeface="Cambria" panose="02040503050406030204" pitchFamily="18" charset="0"/>
              </a:rPr>
              <a:t>Naïve Bayes Classifier</a:t>
            </a:r>
            <a:endParaRPr sz="3200" b="1" dirty="0">
              <a:solidFill>
                <a:srgbClr val="C00000"/>
              </a:solidFill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13966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>
            <p:extLst/>
          </p:nvPr>
        </p:nvGraphicFramePr>
        <p:xfrm>
          <a:off x="5791200" y="3869934"/>
          <a:ext cx="3352800" cy="2683266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4437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68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64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930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4236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9028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3338"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Sky</a:t>
                      </a:r>
                      <a:endParaRPr lang="en-US" sz="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err="1" smtClean="0"/>
                        <a:t>AirTemp</a:t>
                      </a:r>
                      <a:endParaRPr lang="en-US" sz="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Humidity</a:t>
                      </a:r>
                      <a:endParaRPr lang="en-US" sz="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Wind</a:t>
                      </a:r>
                      <a:endParaRPr lang="en-US" sz="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Forecast</a:t>
                      </a:r>
                      <a:endParaRPr lang="en-US" sz="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Enjoy</a:t>
                      </a:r>
                    </a:p>
                    <a:p>
                      <a:r>
                        <a:rPr lang="en-US" sz="800" dirty="0" smtClean="0"/>
                        <a:t>Sport?</a:t>
                      </a:r>
                      <a:endParaRPr lang="en-US" sz="800" b="1" i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741">
                <a:tc>
                  <a:txBody>
                    <a:bodyPr/>
                    <a:lstStyle/>
                    <a:p>
                      <a:r>
                        <a:rPr lang="en-US" sz="800" smtClean="0"/>
                        <a:t>Sunny</a:t>
                      </a:r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smtClean="0"/>
                        <a:t>Warm</a:t>
                      </a:r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Normal</a:t>
                      </a:r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smtClean="0"/>
                        <a:t>Strong</a:t>
                      </a:r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smtClean="0"/>
                        <a:t>Same</a:t>
                      </a:r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smtClean="0"/>
                        <a:t>Yes</a:t>
                      </a:r>
                      <a:endParaRPr 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741"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Sunny</a:t>
                      </a:r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smtClean="0"/>
                        <a:t>Warm</a:t>
                      </a:r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smtClean="0"/>
                        <a:t>High</a:t>
                      </a:r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smtClean="0"/>
                        <a:t>Strong</a:t>
                      </a:r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smtClean="0"/>
                        <a:t>Same</a:t>
                      </a:r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No</a:t>
                      </a:r>
                      <a:endParaRPr 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8741">
                <a:tc>
                  <a:txBody>
                    <a:bodyPr/>
                    <a:lstStyle/>
                    <a:p>
                      <a:r>
                        <a:rPr lang="en-US" sz="800" smtClean="0"/>
                        <a:t>Rainy</a:t>
                      </a:r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smtClean="0"/>
                        <a:t>Cold</a:t>
                      </a:r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smtClean="0"/>
                        <a:t>High</a:t>
                      </a:r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smtClean="0"/>
                        <a:t>Strong</a:t>
                      </a:r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smtClean="0"/>
                        <a:t>Change</a:t>
                      </a:r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No</a:t>
                      </a:r>
                      <a:endParaRPr 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8741"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Sunny</a:t>
                      </a:r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smtClean="0"/>
                        <a:t>Warm</a:t>
                      </a:r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Normal</a:t>
                      </a:r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Breeze</a:t>
                      </a:r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smtClean="0"/>
                        <a:t>Same</a:t>
                      </a:r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Yes</a:t>
                      </a:r>
                      <a:endParaRPr 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8741"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Sunny</a:t>
                      </a:r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Hot</a:t>
                      </a:r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Normal</a:t>
                      </a:r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Breeze</a:t>
                      </a:r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smtClean="0"/>
                        <a:t>Same</a:t>
                      </a:r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No</a:t>
                      </a:r>
                      <a:endParaRPr 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8741">
                <a:tc>
                  <a:txBody>
                    <a:bodyPr/>
                    <a:lstStyle/>
                    <a:p>
                      <a:r>
                        <a:rPr lang="en-US" sz="800" smtClean="0"/>
                        <a:t>Rainy</a:t>
                      </a:r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smtClean="0"/>
                        <a:t>Cold</a:t>
                      </a:r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smtClean="0"/>
                        <a:t>High</a:t>
                      </a:r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smtClean="0"/>
                        <a:t>Strong</a:t>
                      </a:r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smtClean="0"/>
                        <a:t>Change</a:t>
                      </a:r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No</a:t>
                      </a:r>
                      <a:endParaRPr 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8741">
                <a:tc>
                  <a:txBody>
                    <a:bodyPr/>
                    <a:lstStyle/>
                    <a:p>
                      <a:r>
                        <a:rPr lang="en-US" sz="800" smtClean="0"/>
                        <a:t>Sunny</a:t>
                      </a:r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smtClean="0"/>
                        <a:t>Warm</a:t>
                      </a:r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smtClean="0"/>
                        <a:t>High</a:t>
                      </a:r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smtClean="0"/>
                        <a:t>Strong</a:t>
                      </a:r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smtClean="0"/>
                        <a:t>Change</a:t>
                      </a:r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Yes</a:t>
                      </a:r>
                      <a:endParaRPr 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8741"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Rainy</a:t>
                      </a:r>
                      <a:endParaRPr lang="en-US" sz="80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Warm</a:t>
                      </a:r>
                      <a:endParaRPr lang="en-US" sz="80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Normal</a:t>
                      </a:r>
                      <a:endParaRPr lang="en-US" sz="80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Breeze</a:t>
                      </a:r>
                      <a:endParaRPr lang="en-US" sz="80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Same</a:t>
                      </a:r>
                      <a:endParaRPr lang="en-US" sz="80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Yes</a:t>
                      </a:r>
                      <a:endParaRPr lang="en-US" sz="80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8200" y="1355334"/>
            <a:ext cx="4391025" cy="2514600"/>
          </a:xfrm>
          <a:prstGeom prst="rect">
            <a:avLst/>
          </a:prstGeom>
        </p:spPr>
      </p:pic>
      <p:sp>
        <p:nvSpPr>
          <p:cNvPr id="7" name="Rectangle 2"/>
          <p:cNvSpPr txBox="1">
            <a:spLocks noChangeArrowheads="1"/>
          </p:cNvSpPr>
          <p:nvPr/>
        </p:nvSpPr>
        <p:spPr>
          <a:xfrm>
            <a:off x="395536" y="191859"/>
            <a:ext cx="7300664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spcFirstLastPara="1" vert="horz" wrap="square" lIns="91440" tIns="45720" rIns="91440" bIns="45720" rtlCol="0" anchor="ctr" anchorCtr="0">
            <a:spAutoFit/>
          </a:bodyPr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marL="185738" marR="0" lvl="0" indent="-71438" algn="l" defTabSz="914400" rtl="0" eaLnBrk="1" fontAlgn="base" latinLnBrk="0" hangingPunct="1">
              <a:lnSpc>
                <a:spcPts val="3600"/>
              </a:lnSpc>
              <a:spcBef>
                <a:spcPct val="0"/>
              </a:spcBef>
              <a:spcAft>
                <a:spcPct val="0"/>
              </a:spcAft>
              <a:buClrTx/>
              <a:buSzPts val="3600"/>
              <a:buFontTx/>
              <a:buNone/>
              <a:tabLst/>
              <a:defRPr/>
            </a:pPr>
            <a:r>
              <a:rPr kumimoji="0" lang="en-US" altLang="en-US" sz="2400" b="1" i="0" u="none" strike="noStrike" kern="1200" cap="none" spc="-15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Refresh from Pre-Mid Term </a:t>
            </a:r>
            <a:r>
              <a:rPr kumimoji="0" lang="en-US" altLang="en-US" sz="2400" b="1" i="0" u="none" strike="noStrike" kern="1200" cap="none" spc="-15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/>
            </a:r>
            <a:br>
              <a:rPr kumimoji="0" lang="en-US" altLang="en-US" sz="2400" b="1" i="0" u="none" strike="noStrike" kern="1200" cap="none" spc="-15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</a:br>
            <a:r>
              <a:rPr kumimoji="0" lang="en-US" altLang="en-US" sz="2400" b="1" i="0" u="none" strike="noStrike" kern="1200" cap="none" spc="-15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Decision Theory: Interpretation	         </a:t>
            </a:r>
            <a:r>
              <a:rPr kumimoji="0" 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ea typeface="+mj-ea"/>
                <a:cs typeface="+mj-cs"/>
              </a:rPr>
              <a:t>Model Building</a:t>
            </a:r>
            <a:endParaRPr kumimoji="0" lang="en-US" altLang="en-US" sz="2400" b="1" i="0" u="none" strike="noStrike" kern="1200" cap="none" spc="-15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Cambria" panose="02040503050406030204" pitchFamily="18" charset="0"/>
              <a:cs typeface="Arial" panose="020B0604020202020204" pitchFamily="34" charset="0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228600" y="1479035"/>
            <a:ext cx="2711761" cy="2655332"/>
            <a:chOff x="7772400" y="1066800"/>
            <a:chExt cx="2711761" cy="2655332"/>
          </a:xfrm>
        </p:grpSpPr>
        <p:sp>
          <p:nvSpPr>
            <p:cNvPr id="9" name="Freeform 8"/>
            <p:cNvSpPr/>
            <p:nvPr/>
          </p:nvSpPr>
          <p:spPr>
            <a:xfrm>
              <a:off x="9308357" y="1524000"/>
              <a:ext cx="1175804" cy="1450634"/>
            </a:xfrm>
            <a:custGeom>
              <a:avLst/>
              <a:gdLst>
                <a:gd name="connsiteX0" fmla="*/ 284261 w 1663756"/>
                <a:gd name="connsiteY0" fmla="*/ 208440 h 2108743"/>
                <a:gd name="connsiteX1" fmla="*/ 93761 w 1663756"/>
                <a:gd name="connsiteY1" fmla="*/ 1303815 h 2108743"/>
                <a:gd name="connsiteX2" fmla="*/ 1541561 w 1663756"/>
                <a:gd name="connsiteY2" fmla="*/ 2075340 h 2108743"/>
                <a:gd name="connsiteX3" fmla="*/ 1436786 w 1663756"/>
                <a:gd name="connsiteY3" fmla="*/ 179865 h 2108743"/>
                <a:gd name="connsiteX4" fmla="*/ 284261 w 1663756"/>
                <a:gd name="connsiteY4" fmla="*/ 208440 h 21087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63756" h="2108743">
                  <a:moveTo>
                    <a:pt x="284261" y="208440"/>
                  </a:moveTo>
                  <a:cubicBezTo>
                    <a:pt x="60424" y="395765"/>
                    <a:pt x="-115789" y="992665"/>
                    <a:pt x="93761" y="1303815"/>
                  </a:cubicBezTo>
                  <a:cubicBezTo>
                    <a:pt x="303311" y="1614965"/>
                    <a:pt x="1317724" y="2262665"/>
                    <a:pt x="1541561" y="2075340"/>
                  </a:cubicBezTo>
                  <a:cubicBezTo>
                    <a:pt x="1765398" y="1888015"/>
                    <a:pt x="1652686" y="494190"/>
                    <a:pt x="1436786" y="179865"/>
                  </a:cubicBezTo>
                  <a:cubicBezTo>
                    <a:pt x="1220886" y="-134460"/>
                    <a:pt x="508098" y="21115"/>
                    <a:pt x="284261" y="208440"/>
                  </a:cubicBezTo>
                  <a:close/>
                </a:path>
              </a:pathLst>
            </a:cu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0" name="Freeform 9"/>
            <p:cNvSpPr/>
            <p:nvPr/>
          </p:nvSpPr>
          <p:spPr>
            <a:xfrm>
              <a:off x="8253011" y="2320886"/>
              <a:ext cx="985427" cy="1045507"/>
            </a:xfrm>
            <a:custGeom>
              <a:avLst/>
              <a:gdLst>
                <a:gd name="connsiteX0" fmla="*/ 605996 w 1394374"/>
                <a:gd name="connsiteY0" fmla="*/ 126356 h 1519823"/>
                <a:gd name="connsiteX1" fmla="*/ 15446 w 1394374"/>
                <a:gd name="connsiteY1" fmla="*/ 774056 h 1519823"/>
                <a:gd name="connsiteX2" fmla="*/ 1253696 w 1394374"/>
                <a:gd name="connsiteY2" fmla="*/ 1507481 h 1519823"/>
                <a:gd name="connsiteX3" fmla="*/ 1291796 w 1394374"/>
                <a:gd name="connsiteY3" fmla="*/ 135881 h 1519823"/>
                <a:gd name="connsiteX4" fmla="*/ 605996 w 1394374"/>
                <a:gd name="connsiteY4" fmla="*/ 126356 h 1519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94374" h="1519823">
                  <a:moveTo>
                    <a:pt x="605996" y="126356"/>
                  </a:moveTo>
                  <a:cubicBezTo>
                    <a:pt x="393271" y="232718"/>
                    <a:pt x="-92504" y="543868"/>
                    <a:pt x="15446" y="774056"/>
                  </a:cubicBezTo>
                  <a:cubicBezTo>
                    <a:pt x="123396" y="1004244"/>
                    <a:pt x="1040971" y="1613843"/>
                    <a:pt x="1253696" y="1507481"/>
                  </a:cubicBezTo>
                  <a:cubicBezTo>
                    <a:pt x="1466421" y="1401119"/>
                    <a:pt x="1402921" y="370831"/>
                    <a:pt x="1291796" y="135881"/>
                  </a:cubicBezTo>
                  <a:cubicBezTo>
                    <a:pt x="1180671" y="-99069"/>
                    <a:pt x="818721" y="19994"/>
                    <a:pt x="605996" y="126356"/>
                  </a:cubicBezTo>
                  <a:close/>
                </a:path>
              </a:pathLst>
            </a:cu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1" name="Oval 10"/>
            <p:cNvSpPr/>
            <p:nvPr/>
          </p:nvSpPr>
          <p:spPr>
            <a:xfrm>
              <a:off x="8488094" y="2742001"/>
              <a:ext cx="168971" cy="164476"/>
            </a:xfrm>
            <a:prstGeom prst="ellipse">
              <a:avLst/>
            </a:prstGeom>
            <a:noFill/>
            <a:ln w="4445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" name="Oval 11"/>
            <p:cNvSpPr/>
            <p:nvPr/>
          </p:nvSpPr>
          <p:spPr>
            <a:xfrm>
              <a:off x="8876509" y="2715357"/>
              <a:ext cx="168971" cy="164476"/>
            </a:xfrm>
            <a:prstGeom prst="ellipse">
              <a:avLst/>
            </a:prstGeom>
            <a:noFill/>
            <a:ln w="4445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3" name="Oval 12"/>
            <p:cNvSpPr/>
            <p:nvPr/>
          </p:nvSpPr>
          <p:spPr>
            <a:xfrm>
              <a:off x="8707729" y="2955792"/>
              <a:ext cx="168971" cy="164476"/>
            </a:xfrm>
            <a:prstGeom prst="ellipse">
              <a:avLst/>
            </a:prstGeom>
            <a:noFill/>
            <a:ln w="4445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4" name="Oval 13"/>
            <p:cNvSpPr/>
            <p:nvPr/>
          </p:nvSpPr>
          <p:spPr>
            <a:xfrm>
              <a:off x="8658254" y="2547455"/>
              <a:ext cx="168971" cy="164476"/>
            </a:xfrm>
            <a:prstGeom prst="ellipse">
              <a:avLst/>
            </a:prstGeom>
            <a:noFill/>
            <a:ln w="4445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5" name="Cross 14"/>
            <p:cNvSpPr/>
            <p:nvPr/>
          </p:nvSpPr>
          <p:spPr>
            <a:xfrm rot="2734294">
              <a:off x="9522534" y="2304129"/>
              <a:ext cx="215784" cy="221682"/>
            </a:xfrm>
            <a:prstGeom prst="plus">
              <a:avLst>
                <a:gd name="adj" fmla="val 46579"/>
              </a:avLst>
            </a:prstGeom>
            <a:solidFill>
              <a:schemeClr val="tx1"/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6" name="Cross 15"/>
            <p:cNvSpPr/>
            <p:nvPr/>
          </p:nvSpPr>
          <p:spPr>
            <a:xfrm rot="2734294">
              <a:off x="9593829" y="1857309"/>
              <a:ext cx="215784" cy="221682"/>
            </a:xfrm>
            <a:prstGeom prst="plus">
              <a:avLst>
                <a:gd name="adj" fmla="val 46579"/>
              </a:avLst>
            </a:prstGeom>
            <a:solidFill>
              <a:schemeClr val="tx1"/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7" name="Cross 16"/>
            <p:cNvSpPr/>
            <p:nvPr/>
          </p:nvSpPr>
          <p:spPr>
            <a:xfrm rot="2734294">
              <a:off x="9907319" y="2132356"/>
              <a:ext cx="215784" cy="221682"/>
            </a:xfrm>
            <a:prstGeom prst="plus">
              <a:avLst>
                <a:gd name="adj" fmla="val 46579"/>
              </a:avLst>
            </a:prstGeom>
            <a:solidFill>
              <a:schemeClr val="tx1"/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8" name="Cross 17"/>
            <p:cNvSpPr/>
            <p:nvPr/>
          </p:nvSpPr>
          <p:spPr>
            <a:xfrm rot="2734294">
              <a:off x="9584012" y="2117776"/>
              <a:ext cx="215784" cy="221682"/>
            </a:xfrm>
            <a:prstGeom prst="plus">
              <a:avLst>
                <a:gd name="adj" fmla="val 46579"/>
              </a:avLst>
            </a:prstGeom>
            <a:solidFill>
              <a:schemeClr val="tx1"/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9144000" y="3352800"/>
              <a:ext cx="38504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Helvetica" panose="020B0604020202020204" pitchFamily="34" charset="0"/>
                  <a:ea typeface="+mn-ea"/>
                  <a:cs typeface="Helvetica" panose="020B0604020202020204" pitchFamily="34" charset="0"/>
                </a:rPr>
                <a:t>x</a:t>
              </a:r>
              <a:r>
                <a:rPr kumimoji="0" lang="en-US" sz="1600" b="0" i="0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Helvetica" panose="020B0604020202020204" pitchFamily="34" charset="0"/>
                  <a:ea typeface="+mn-ea"/>
                  <a:cs typeface="Helvetica" panose="020B0604020202020204" pitchFamily="34" charset="0"/>
                </a:rPr>
                <a:t>1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7772400" y="2209800"/>
              <a:ext cx="38504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Helvetica" panose="020B0604020202020204" pitchFamily="34" charset="0"/>
                  <a:ea typeface="+mn-ea"/>
                  <a:cs typeface="Helvetica" panose="020B0604020202020204" pitchFamily="34" charset="0"/>
                </a:rPr>
                <a:t>x</a:t>
              </a:r>
              <a:r>
                <a:rPr kumimoji="0" lang="en-US" sz="1600" b="0" i="0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Helvetica" panose="020B0604020202020204" pitchFamily="34" charset="0"/>
                  <a:ea typeface="+mn-ea"/>
                  <a:cs typeface="Helvetica" panose="020B0604020202020204" pitchFamily="34" charset="0"/>
                </a:rPr>
                <a:t>2</a:t>
              </a:r>
            </a:p>
          </p:txBody>
        </p:sp>
        <p:cxnSp>
          <p:nvCxnSpPr>
            <p:cNvPr id="21" name="Straight Arrow Connector 20"/>
            <p:cNvCxnSpPr/>
            <p:nvPr/>
          </p:nvCxnSpPr>
          <p:spPr>
            <a:xfrm flipV="1">
              <a:off x="8232405" y="1625706"/>
              <a:ext cx="0" cy="1926314"/>
            </a:xfrm>
            <a:prstGeom prst="straightConnector1">
              <a:avLst/>
            </a:prstGeom>
            <a:ln w="38100">
              <a:solidFill>
                <a:schemeClr val="bg1">
                  <a:lumMod val="50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/>
            <p:cNvCxnSpPr/>
            <p:nvPr/>
          </p:nvCxnSpPr>
          <p:spPr>
            <a:xfrm>
              <a:off x="8124534" y="3404192"/>
              <a:ext cx="2213076" cy="0"/>
            </a:xfrm>
            <a:prstGeom prst="straightConnector1">
              <a:avLst/>
            </a:prstGeom>
            <a:ln w="38100">
              <a:solidFill>
                <a:schemeClr val="bg1">
                  <a:lumMod val="50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TextBox 22"/>
            <p:cNvSpPr txBox="1"/>
            <p:nvPr/>
          </p:nvSpPr>
          <p:spPr>
            <a:xfrm>
              <a:off x="8534400" y="1066800"/>
              <a:ext cx="14478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Helvetica" panose="020B0604020202020204" pitchFamily="34" charset="0"/>
                  <a:ea typeface="+mn-ea"/>
                  <a:cs typeface="Helvetica" panose="020B0604020202020204" pitchFamily="34" charset="0"/>
                </a:rPr>
                <a:t>Generative</a:t>
              </a:r>
              <a:endPara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 panose="020B0604020202020204" pitchFamily="34" charset="0"/>
                <a:ea typeface="+mn-ea"/>
                <a:cs typeface="Helvetica" panose="020B0604020202020204" pitchFamily="34" charset="0"/>
              </a:endParaRPr>
            </a:p>
          </p:txBody>
        </p:sp>
      </p:grpSp>
      <p:graphicFrame>
        <p:nvGraphicFramePr>
          <p:cNvPr id="24" name="Object 4"/>
          <p:cNvGraphicFramePr>
            <a:graphicFrameLocks noChangeAspect="1"/>
          </p:cNvGraphicFramePr>
          <p:nvPr>
            <p:extLst/>
          </p:nvPr>
        </p:nvGraphicFramePr>
        <p:xfrm>
          <a:off x="259142" y="4654520"/>
          <a:ext cx="2951278" cy="5808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54" name="Equation" r:id="rId4" imgW="2717800" imgH="431800" progId="Equation.3">
                  <p:embed/>
                </p:oleObj>
              </mc:Choice>
              <mc:Fallback>
                <p:oleObj name="Equation" r:id="rId4" imgW="2717800" imgH="431800" progId="Equation.3">
                  <p:embed/>
                  <p:pic>
                    <p:nvPicPr>
                      <p:cNvPr id="24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142" y="4654520"/>
                        <a:ext cx="2951278" cy="580859"/>
                      </a:xfrm>
                      <a:prstGeom prst="rect">
                        <a:avLst/>
                      </a:prstGeom>
                      <a:noFill/>
                      <a:ln w="57150" cmpd="thickThin">
                        <a:noFill/>
                        <a:miter lim="800000"/>
                        <a:headEnd/>
                        <a:tailEnd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Rectangle 25"/>
          <p:cNvSpPr/>
          <p:nvPr/>
        </p:nvSpPr>
        <p:spPr>
          <a:xfrm>
            <a:off x="259142" y="5231906"/>
            <a:ext cx="4922458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Known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as generative models, because by sampling from them it is possible to generate synthetic data points in the input space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-5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Tahoma"/>
              </a:rPr>
              <a:t>Eg</a:t>
            </a:r>
            <a:r>
              <a:rPr kumimoji="0" lang="en-IN" sz="1600" b="0" i="0" u="none" strike="noStrike" kern="1200" cap="none" spc="-5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Tahoma"/>
              </a:rPr>
              <a:t>., Gaussians</a:t>
            </a:r>
            <a:r>
              <a:rPr kumimoji="0" lang="en-IN" sz="16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Tahoma"/>
              </a:rPr>
              <a:t>, </a:t>
            </a:r>
            <a:r>
              <a:rPr kumimoji="0" lang="en-IN" sz="1600" b="1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Tahoma"/>
              </a:rPr>
              <a:t>Naïve Bayes</a:t>
            </a:r>
            <a:r>
              <a:rPr kumimoji="0" lang="en-IN" sz="16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Tahoma"/>
              </a:rPr>
              <a:t>, Mixtures of multinomials </a:t>
            </a:r>
            <a:r>
              <a:rPr kumimoji="0" lang="en-IN" sz="1600" b="1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Tahoma"/>
              </a:rPr>
              <a:t>, Mixtures of Gaussians</a:t>
            </a:r>
            <a:r>
              <a:rPr kumimoji="0" lang="en-IN" sz="16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Tahoma"/>
              </a:rPr>
              <a:t>, Bayesian networks</a:t>
            </a:r>
            <a:endParaRPr kumimoji="0" lang="en-US" sz="1600" b="0" i="0" u="none" strike="noStrike" kern="120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29315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843" y="1484207"/>
            <a:ext cx="8230313" cy="3889585"/>
          </a:xfrm>
          <a:prstGeom prst="rect">
            <a:avLst/>
          </a:prstGeom>
        </p:spPr>
      </p:pic>
      <p:sp>
        <p:nvSpPr>
          <p:cNvPr id="5" name="Title 1"/>
          <p:cNvSpPr txBox="1">
            <a:spLocks/>
          </p:cNvSpPr>
          <p:nvPr/>
        </p:nvSpPr>
        <p:spPr>
          <a:xfrm>
            <a:off x="457200" y="457200"/>
            <a:ext cx="6705600" cy="850106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400" b="1" i="0" u="none" strike="noStrike" kern="0" cap="none" spc="-4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Naïve Bayes Classifier - Applications</a:t>
            </a:r>
            <a:endParaRPr kumimoji="0" lang="en-US" sz="2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105155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400" b="1" dirty="0" smtClean="0">
                <a:latin typeface="+mj-lt"/>
              </a:rPr>
              <a:t>Example: Digit </a:t>
            </a:r>
            <a:r>
              <a:rPr lang="en-US" altLang="en-US" sz="2400" b="1" dirty="0">
                <a:latin typeface="+mj-lt"/>
              </a:rPr>
              <a:t>Recognition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/>
            <a:endParaRPr lang="en-US" altLang="en-US" sz="1800" dirty="0" smtClean="0">
              <a:latin typeface="+mn-lt"/>
            </a:endParaRPr>
          </a:p>
          <a:p>
            <a:pPr eaLnBrk="1" hangingPunct="1"/>
            <a:endParaRPr lang="en-US" altLang="en-US" sz="1800" dirty="0" smtClean="0">
              <a:latin typeface="+mn-lt"/>
            </a:endParaRPr>
          </a:p>
          <a:p>
            <a:pPr eaLnBrk="1" hangingPunct="1"/>
            <a:endParaRPr lang="en-US" altLang="en-US" sz="1800" dirty="0">
              <a:latin typeface="+mn-lt"/>
            </a:endParaRPr>
          </a:p>
          <a:p>
            <a:pPr eaLnBrk="1" hangingPunct="1"/>
            <a:endParaRPr lang="en-US" altLang="en-US" sz="1800" dirty="0" smtClean="0">
              <a:latin typeface="+mn-lt"/>
            </a:endParaRPr>
          </a:p>
          <a:p>
            <a:pPr eaLnBrk="1" hangingPunct="1"/>
            <a:endParaRPr lang="en-US" altLang="en-US" sz="1800" dirty="0" smtClean="0">
              <a:latin typeface="+mn-lt"/>
            </a:endParaRPr>
          </a:p>
          <a:p>
            <a:pPr eaLnBrk="1" hangingPunct="1"/>
            <a:endParaRPr lang="en-US" altLang="en-US" sz="1800" dirty="0" smtClean="0">
              <a:latin typeface="+mn-lt"/>
            </a:endParaRPr>
          </a:p>
          <a:p>
            <a:pPr eaLnBrk="1" hangingPunct="1"/>
            <a:endParaRPr lang="en-US" altLang="en-US" sz="1800" dirty="0" smtClean="0">
              <a:latin typeface="+mn-lt"/>
            </a:endParaRPr>
          </a:p>
          <a:p>
            <a:pPr eaLnBrk="1" hangingPunct="1"/>
            <a:endParaRPr lang="en-US" altLang="en-US" sz="1800" dirty="0" smtClean="0">
              <a:latin typeface="+mn-lt"/>
            </a:endParaRPr>
          </a:p>
          <a:p>
            <a:pPr eaLnBrk="1" hangingPunct="1"/>
            <a:r>
              <a:rPr lang="en-US" altLang="en-US" sz="1800" dirty="0" smtClean="0">
                <a:latin typeface="+mn-lt"/>
              </a:rPr>
              <a:t>X</a:t>
            </a:r>
            <a:r>
              <a:rPr lang="en-US" altLang="en-US" sz="1800" baseline="-25000" dirty="0" smtClean="0">
                <a:latin typeface="+mn-lt"/>
              </a:rPr>
              <a:t>1</a:t>
            </a:r>
            <a:r>
              <a:rPr lang="en-US" altLang="en-US" sz="1800" dirty="0" smtClean="0">
                <a:latin typeface="+mn-lt"/>
              </a:rPr>
              <a:t>,…,</a:t>
            </a:r>
            <a:r>
              <a:rPr lang="en-US" altLang="en-US" sz="1800" dirty="0" err="1" smtClean="0">
                <a:latin typeface="+mn-lt"/>
              </a:rPr>
              <a:t>X</a:t>
            </a:r>
            <a:r>
              <a:rPr lang="en-US" altLang="en-US" sz="1800" baseline="-25000" dirty="0" err="1" smtClean="0">
                <a:latin typeface="+mn-lt"/>
              </a:rPr>
              <a:t>n</a:t>
            </a:r>
            <a:r>
              <a:rPr lang="en-US" altLang="en-US" sz="1800" dirty="0" smtClean="0">
                <a:latin typeface="+mn-lt"/>
              </a:rPr>
              <a:t> </a:t>
            </a:r>
            <a:r>
              <a:rPr lang="en-US" altLang="en-US" sz="1800" dirty="0" smtClean="0">
                <a:latin typeface="+mn-lt"/>
                <a:sym typeface="Symbol" panose="05050102010706020507" pitchFamily="18" charset="2"/>
              </a:rPr>
              <a:t></a:t>
            </a:r>
            <a:r>
              <a:rPr lang="en-US" altLang="en-US" sz="1800" dirty="0" smtClean="0">
                <a:latin typeface="+mn-lt"/>
              </a:rPr>
              <a:t> {0,1}     (Black vs. White pixels)</a:t>
            </a:r>
          </a:p>
          <a:p>
            <a:pPr eaLnBrk="1" hangingPunct="1"/>
            <a:endParaRPr lang="en-US" altLang="en-US" sz="1800" dirty="0" smtClean="0">
              <a:latin typeface="+mn-lt"/>
            </a:endParaRPr>
          </a:p>
          <a:p>
            <a:pPr eaLnBrk="1" hangingPunct="1"/>
            <a:r>
              <a:rPr lang="en-US" altLang="en-US" sz="1800" dirty="0" smtClean="0">
                <a:latin typeface="+mn-lt"/>
              </a:rPr>
              <a:t>Y </a:t>
            </a:r>
            <a:r>
              <a:rPr lang="en-US" altLang="en-US" sz="1800" dirty="0" smtClean="0">
                <a:latin typeface="+mn-lt"/>
                <a:sym typeface="Symbol" panose="05050102010706020507" pitchFamily="18" charset="2"/>
              </a:rPr>
              <a:t></a:t>
            </a:r>
            <a:r>
              <a:rPr lang="en-US" altLang="en-US" sz="1800" dirty="0" smtClean="0">
                <a:latin typeface="+mn-lt"/>
              </a:rPr>
              <a:t> {5,6} (predict whether a digit is a 5 or a 6)</a:t>
            </a:r>
          </a:p>
          <a:p>
            <a:pPr eaLnBrk="1" hangingPunct="1"/>
            <a:endParaRPr lang="en-US" altLang="en-US" sz="1800" dirty="0" smtClean="0">
              <a:latin typeface="+mn-lt"/>
            </a:endParaRPr>
          </a:p>
        </p:txBody>
      </p:sp>
      <p:grpSp>
        <p:nvGrpSpPr>
          <p:cNvPr id="2" name="Group 1"/>
          <p:cNvGrpSpPr/>
          <p:nvPr/>
        </p:nvGrpSpPr>
        <p:grpSpPr>
          <a:xfrm>
            <a:off x="224307" y="1600200"/>
            <a:ext cx="7239000" cy="2571750"/>
            <a:chOff x="533400" y="2590800"/>
            <a:chExt cx="7239000" cy="2571750"/>
          </a:xfrm>
        </p:grpSpPr>
        <p:sp>
          <p:nvSpPr>
            <p:cNvPr id="11268" name="Rectangle 8"/>
            <p:cNvSpPr>
              <a:spLocks noChangeArrowheads="1"/>
            </p:cNvSpPr>
            <p:nvPr/>
          </p:nvSpPr>
          <p:spPr bwMode="auto">
            <a:xfrm>
              <a:off x="4648200" y="3276600"/>
              <a:ext cx="2286000" cy="12192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r>
                <a:rPr kumimoji="0" lang="en-US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/>
                  <a:sym typeface="Arial"/>
                </a:rPr>
                <a:t>Classifier</a:t>
              </a:r>
            </a:p>
          </p:txBody>
        </p:sp>
        <p:sp>
          <p:nvSpPr>
            <p:cNvPr id="11270" name="AutoShape 10"/>
            <p:cNvSpPr>
              <a:spLocks noChangeArrowheads="1"/>
            </p:cNvSpPr>
            <p:nvPr/>
          </p:nvSpPr>
          <p:spPr bwMode="auto">
            <a:xfrm>
              <a:off x="3810000" y="3733800"/>
              <a:ext cx="762000" cy="304800"/>
            </a:xfrm>
            <a:prstGeom prst="rightArrow">
              <a:avLst>
                <a:gd name="adj1" fmla="val 50000"/>
                <a:gd name="adj2" fmla="val 62500"/>
              </a:avLst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  <a:sym typeface="Arial"/>
              </a:endParaRPr>
            </a:p>
          </p:txBody>
        </p:sp>
        <p:sp>
          <p:nvSpPr>
            <p:cNvPr id="11271" name="AutoShape 11"/>
            <p:cNvSpPr>
              <a:spLocks noChangeArrowheads="1"/>
            </p:cNvSpPr>
            <p:nvPr/>
          </p:nvSpPr>
          <p:spPr bwMode="auto">
            <a:xfrm>
              <a:off x="7010400" y="3733800"/>
              <a:ext cx="762000" cy="304800"/>
            </a:xfrm>
            <a:prstGeom prst="rightArrow">
              <a:avLst>
                <a:gd name="adj1" fmla="val 50000"/>
                <a:gd name="adj2" fmla="val 62500"/>
              </a:avLst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  <a:sym typeface="Arial"/>
              </a:endParaRPr>
            </a:p>
          </p:txBody>
        </p:sp>
        <p:pic>
          <p:nvPicPr>
            <p:cNvPr id="11272" name="Picture 12" descr="five"/>
            <p:cNvPicPr>
              <a:picLocks noChangeAspect="1" noChangeArrowheads="1"/>
            </p:cNvPicPr>
            <p:nvPr/>
          </p:nvPicPr>
          <p:blipFill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3400" y="2590800"/>
              <a:ext cx="3429000" cy="25717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8887095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640" y="274639"/>
            <a:ext cx="8297703" cy="850106"/>
          </a:xfrm>
        </p:spPr>
        <p:txBody>
          <a:bodyPr/>
          <a:lstStyle/>
          <a:p>
            <a:r>
              <a:rPr lang="en-US" sz="2400" b="1" dirty="0">
                <a:latin typeface="+mj-lt"/>
              </a:rPr>
              <a:t>Generative models for classification</a:t>
            </a:r>
            <a:endParaRPr lang="en-IN" sz="2400" b="1" dirty="0">
              <a:latin typeface="+mj-lt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-1" y="1378243"/>
            <a:ext cx="9247031" cy="4525963"/>
          </a:xfrm>
        </p:spPr>
        <p:txBody>
          <a:bodyPr>
            <a:normAutofit/>
          </a:bodyPr>
          <a:lstStyle/>
          <a:p>
            <a:endParaRPr lang="en-US" sz="1800" dirty="0" smtClean="0">
              <a:latin typeface="+mn-lt"/>
            </a:endParaRPr>
          </a:p>
          <a:p>
            <a:endParaRPr lang="en-US" sz="1800" dirty="0">
              <a:latin typeface="+mn-lt"/>
            </a:endParaRPr>
          </a:p>
          <a:p>
            <a:r>
              <a:rPr lang="en-US" sz="1800" dirty="0" smtClean="0">
                <a:latin typeface="+mn-lt"/>
              </a:rPr>
              <a:t>For binary classification the </a:t>
            </a:r>
            <a:r>
              <a:rPr lang="en-US" sz="1800" dirty="0">
                <a:latin typeface="+mn-lt"/>
              </a:rPr>
              <a:t>denominator is given by </a:t>
            </a:r>
            <a:endParaRPr lang="en-US" sz="1800" dirty="0" smtClean="0">
              <a:latin typeface="+mn-lt"/>
            </a:endParaRPr>
          </a:p>
          <a:p>
            <a:pPr marL="114300" indent="0">
              <a:buNone/>
            </a:pPr>
            <a:r>
              <a:rPr lang="en-US" sz="1800" dirty="0" smtClean="0">
                <a:latin typeface="+mn-lt"/>
              </a:rPr>
              <a:t>                p(x) </a:t>
            </a:r>
            <a:r>
              <a:rPr lang="en-US" sz="1800" dirty="0">
                <a:latin typeface="+mn-lt"/>
              </a:rPr>
              <a:t>= </a:t>
            </a:r>
            <a:r>
              <a:rPr lang="en-US" sz="1800" dirty="0" smtClean="0">
                <a:latin typeface="+mn-lt"/>
              </a:rPr>
              <a:t>p(</a:t>
            </a:r>
            <a:r>
              <a:rPr lang="en-US" sz="1800" dirty="0" err="1" smtClean="0">
                <a:latin typeface="+mn-lt"/>
              </a:rPr>
              <a:t>x|y</a:t>
            </a:r>
            <a:r>
              <a:rPr lang="en-US" sz="1800" dirty="0" smtClean="0">
                <a:latin typeface="+mn-lt"/>
              </a:rPr>
              <a:t> </a:t>
            </a:r>
            <a:r>
              <a:rPr lang="en-US" sz="1800" dirty="0">
                <a:latin typeface="+mn-lt"/>
              </a:rPr>
              <a:t>= 1)p(y = 1) + p(</a:t>
            </a:r>
            <a:r>
              <a:rPr lang="en-US" sz="1800" dirty="0" err="1">
                <a:latin typeface="+mn-lt"/>
              </a:rPr>
              <a:t>x|y</a:t>
            </a:r>
            <a:r>
              <a:rPr lang="en-US" sz="1800" dirty="0">
                <a:latin typeface="+mn-lt"/>
              </a:rPr>
              <a:t> </a:t>
            </a:r>
            <a:r>
              <a:rPr lang="en-US" sz="1800" dirty="0" smtClean="0">
                <a:latin typeface="+mn-lt"/>
              </a:rPr>
              <a:t>= </a:t>
            </a:r>
            <a:r>
              <a:rPr lang="en-IN" sz="1800" dirty="0" smtClean="0">
                <a:latin typeface="+mn-lt"/>
              </a:rPr>
              <a:t>0)p(y </a:t>
            </a:r>
            <a:r>
              <a:rPr lang="en-IN" sz="1800" dirty="0">
                <a:latin typeface="+mn-lt"/>
              </a:rPr>
              <a:t>= 0</a:t>
            </a:r>
            <a:r>
              <a:rPr lang="en-IN" sz="1800" dirty="0" smtClean="0">
                <a:latin typeface="+mn-lt"/>
              </a:rPr>
              <a:t>)</a:t>
            </a:r>
          </a:p>
          <a:p>
            <a:endParaRPr lang="en-US" sz="1800" dirty="0">
              <a:latin typeface="+mn-lt"/>
            </a:endParaRPr>
          </a:p>
          <a:p>
            <a:r>
              <a:rPr lang="en-IN" sz="1800" dirty="0">
                <a:latin typeface="+mn-lt"/>
              </a:rPr>
              <a:t>if </a:t>
            </a:r>
            <a:r>
              <a:rPr lang="en-IN" sz="1800" dirty="0" smtClean="0">
                <a:latin typeface="+mn-lt"/>
              </a:rPr>
              <a:t>we’re calculating </a:t>
            </a:r>
            <a:r>
              <a:rPr lang="en-US" sz="1800" dirty="0" smtClean="0">
                <a:latin typeface="+mn-lt"/>
              </a:rPr>
              <a:t>p(</a:t>
            </a:r>
            <a:r>
              <a:rPr lang="en-US" sz="1800" dirty="0" err="1" smtClean="0">
                <a:latin typeface="+mn-lt"/>
              </a:rPr>
              <a:t>y|x</a:t>
            </a:r>
            <a:r>
              <a:rPr lang="en-US" sz="1800" dirty="0">
                <a:latin typeface="+mn-lt"/>
              </a:rPr>
              <a:t>) in order to make a prediction, then we don’t actually need to </a:t>
            </a:r>
            <a:r>
              <a:rPr lang="en-US" sz="1800" dirty="0" smtClean="0">
                <a:latin typeface="+mn-lt"/>
              </a:rPr>
              <a:t>calculate </a:t>
            </a:r>
            <a:r>
              <a:rPr lang="en-IN" sz="1800" dirty="0" smtClean="0">
                <a:latin typeface="+mn-lt"/>
              </a:rPr>
              <a:t>the </a:t>
            </a:r>
            <a:r>
              <a:rPr lang="en-IN" sz="1800" dirty="0">
                <a:latin typeface="+mn-lt"/>
              </a:rPr>
              <a:t>denominator, </a:t>
            </a:r>
            <a:r>
              <a:rPr lang="en-IN" sz="1800" dirty="0" smtClean="0">
                <a:latin typeface="+mn-lt"/>
              </a:rPr>
              <a:t>since</a:t>
            </a:r>
          </a:p>
          <a:p>
            <a:endParaRPr lang="en-IN" sz="1800" dirty="0">
              <a:latin typeface="+mn-lt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2200" y="1411580"/>
            <a:ext cx="2475401" cy="71442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4038600"/>
            <a:ext cx="4648200" cy="1211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99561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400" b="1" dirty="0" smtClean="0">
                <a:latin typeface="+mj-lt"/>
              </a:rPr>
              <a:t>The Bayes Classifier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idx="1"/>
          </p:nvPr>
        </p:nvSpPr>
        <p:spPr>
          <a:xfrm>
            <a:off x="0" y="1600200"/>
            <a:ext cx="8686800" cy="4525963"/>
          </a:xfrm>
        </p:spPr>
        <p:txBody>
          <a:bodyPr>
            <a:normAutofit/>
          </a:bodyPr>
          <a:lstStyle/>
          <a:p>
            <a:pPr eaLnBrk="1" hangingPunct="1"/>
            <a:endParaRPr lang="en-US" altLang="en-US" sz="1800" dirty="0" smtClean="0">
              <a:latin typeface="+mn-lt"/>
            </a:endParaRPr>
          </a:p>
          <a:p>
            <a:pPr eaLnBrk="1" hangingPunct="1"/>
            <a:endParaRPr lang="en-US" altLang="en-US" sz="1800" dirty="0" smtClean="0">
              <a:latin typeface="+mn-lt"/>
            </a:endParaRPr>
          </a:p>
          <a:p>
            <a:pPr eaLnBrk="1" hangingPunct="1"/>
            <a:endParaRPr lang="en-US" altLang="en-US" sz="1800" dirty="0" smtClean="0">
              <a:latin typeface="+mn-lt"/>
            </a:endParaRPr>
          </a:p>
          <a:p>
            <a:pPr eaLnBrk="1" hangingPunct="1"/>
            <a:endParaRPr lang="en-US" altLang="en-US" sz="1800" dirty="0" smtClean="0">
              <a:latin typeface="+mn-lt"/>
            </a:endParaRPr>
          </a:p>
          <a:p>
            <a:pPr eaLnBrk="1" hangingPunct="1"/>
            <a:endParaRPr lang="en-US" altLang="en-US" sz="1800" dirty="0" smtClean="0">
              <a:latin typeface="+mn-lt"/>
            </a:endParaRPr>
          </a:p>
          <a:p>
            <a:pPr eaLnBrk="1" hangingPunct="1"/>
            <a:endParaRPr lang="en-US" altLang="en-US" sz="1800" dirty="0" smtClean="0">
              <a:latin typeface="+mn-lt"/>
            </a:endParaRPr>
          </a:p>
          <a:p>
            <a:pPr eaLnBrk="1" hangingPunct="1"/>
            <a:endParaRPr lang="en-US" altLang="en-US" sz="1800" dirty="0" smtClean="0">
              <a:latin typeface="+mn-lt"/>
            </a:endParaRPr>
          </a:p>
          <a:p>
            <a:pPr eaLnBrk="1" hangingPunct="1"/>
            <a:endParaRPr lang="en-US" altLang="en-US" sz="1800" dirty="0" smtClean="0">
              <a:latin typeface="+mn-lt"/>
            </a:endParaRPr>
          </a:p>
          <a:p>
            <a:pPr eaLnBrk="1" hangingPunct="1"/>
            <a:r>
              <a:rPr lang="en-US" altLang="en-US" sz="1800" dirty="0" smtClean="0">
                <a:latin typeface="+mn-lt"/>
              </a:rPr>
              <a:t>To classify, we’ll simply compute these two probabilities and predict based on which one is greater</a:t>
            </a:r>
          </a:p>
          <a:p>
            <a:pPr eaLnBrk="1" hangingPunct="1"/>
            <a:endParaRPr lang="en-US" altLang="en-US" sz="1800" dirty="0" smtClean="0">
              <a:latin typeface="+mn-lt"/>
            </a:endParaRPr>
          </a:p>
        </p:txBody>
      </p:sp>
      <p:pic>
        <p:nvPicPr>
          <p:cNvPr id="17412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981200"/>
            <a:ext cx="7848600" cy="12609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792447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67190"/>
            <a:ext cx="9453093" cy="850106"/>
          </a:xfrm>
        </p:spPr>
        <p:txBody>
          <a:bodyPr/>
          <a:lstStyle/>
          <a:p>
            <a:r>
              <a:rPr lang="en-US" sz="2400" b="1" dirty="0" smtClean="0">
                <a:latin typeface="+mj-lt"/>
              </a:rPr>
              <a:t>Naïve Bayes </a:t>
            </a:r>
            <a:r>
              <a:rPr lang="en-US" sz="2400" b="1" dirty="0">
                <a:latin typeface="+mj-lt"/>
              </a:rPr>
              <a:t>conditional </a:t>
            </a:r>
            <a:r>
              <a:rPr lang="en-US" sz="2400" b="1" dirty="0" smtClean="0">
                <a:latin typeface="+mj-lt"/>
              </a:rPr>
              <a:t>Independence assumption</a:t>
            </a:r>
            <a:endParaRPr lang="en-US" sz="2400" b="1" dirty="0">
              <a:latin typeface="+mj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96592" y="1447800"/>
                <a:ext cx="7980608" cy="4525963"/>
              </a:xfrm>
            </p:spPr>
            <p:txBody>
              <a:bodyPr>
                <a:normAutofit/>
              </a:bodyPr>
              <a:lstStyle/>
              <a:p>
                <a:r>
                  <a:rPr lang="en-US" sz="1800" dirty="0" smtClean="0">
                    <a:latin typeface="+mn-lt"/>
                  </a:rPr>
                  <a:t>Naïve Bayes assumes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dirty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1800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8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800" dirty="0">
                    <a:latin typeface="+mn-lt"/>
                  </a:rPr>
                  <a:t>are conditionally independent given </a:t>
                </a:r>
                <a14:m>
                  <m:oMath xmlns:m="http://schemas.openxmlformats.org/officeDocument/2006/math">
                    <m:r>
                      <a:rPr lang="en-US" sz="1800" i="1" dirty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endParaRPr lang="en-US" sz="1800" dirty="0" smtClean="0">
                  <a:latin typeface="+mn-lt"/>
                </a:endParaRPr>
              </a:p>
              <a:p>
                <a:pPr marL="114300" indent="0">
                  <a:buNone/>
                </a:pPr>
                <a:r>
                  <a:rPr lang="en-US" sz="1800" dirty="0">
                    <a:latin typeface="+mn-lt"/>
                  </a:rPr>
                  <a:t>         </a:t>
                </a:r>
                <a:r>
                  <a:rPr lang="en-US" sz="1800" dirty="0" smtClean="0">
                    <a:latin typeface="+mn-lt"/>
                  </a:rPr>
                  <a:t> </a:t>
                </a:r>
                <a:r>
                  <a:rPr lang="en-US" sz="1800" dirty="0">
                    <a:latin typeface="+mn-lt"/>
                  </a:rPr>
                  <a:t>		  </a:t>
                </a:r>
                <a14:m>
                  <m:oMath xmlns:m="http://schemas.openxmlformats.org/officeDocument/2006/math">
                    <m:r>
                      <a:rPr lang="en-US" sz="1800" i="1" dirty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18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8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 dirty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sz="18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en-US" sz="18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 dirty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sz="18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1800" i="1" dirty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1800" i="1" dirty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d>
                    <m:r>
                      <a:rPr lang="en-US" sz="180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800" i="1" dirty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1800" i="1" dirty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18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dirty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18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800" i="1" dirty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sz="1800" i="1" dirty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sz="180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1800" dirty="0">
                  <a:latin typeface="+mn-lt"/>
                </a:endParaRPr>
              </a:p>
              <a:p>
                <a:endParaRPr lang="en-US" sz="1800" dirty="0" smtClean="0">
                  <a:latin typeface="+mn-lt"/>
                </a:endParaRPr>
              </a:p>
              <a:p>
                <a:r>
                  <a:rPr lang="en-US" sz="1800" b="1" dirty="0" smtClean="0">
                    <a:latin typeface="+mn-lt"/>
                  </a:rPr>
                  <a:t>Assumption</a:t>
                </a:r>
                <a:r>
                  <a:rPr lang="en-US" sz="1800" dirty="0">
                    <a:latin typeface="+mn-lt"/>
                  </a:rPr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, ⋯,</m:t>
                          </m:r>
                          <m:sSub>
                            <m:sSub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d>
                      <m:r>
                        <a:rPr lang="en-US" sz="1800">
                          <a:latin typeface="Cambria Math" panose="02040503050406030204" pitchFamily="18" charset="0"/>
                        </a:rPr>
                        <m:t>= </m:t>
                      </m:r>
                      <m:nary>
                        <m:naryPr>
                          <m:chr m:val="∏"/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1800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sz="1800" dirty="0">
                  <a:latin typeface="+mn-lt"/>
                </a:endParaRPr>
              </a:p>
              <a:p>
                <a:endParaRPr lang="en-US" sz="1800" dirty="0">
                  <a:latin typeface="+mn-lt"/>
                </a:endParaRPr>
              </a:p>
              <a:p>
                <a:pPr marL="114300" indent="0">
                  <a:buNone/>
                </a:pPr>
                <a:r>
                  <a:rPr lang="en-US" sz="1800" dirty="0" smtClean="0">
                    <a:latin typeface="+mn-lt"/>
                  </a:rPr>
                  <a:t>           i.e</a:t>
                </a:r>
                <a:r>
                  <a:rPr lang="en-US" sz="1800" dirty="0">
                    <a:latin typeface="+mn-lt"/>
                  </a:rPr>
                  <a:t>.,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1800" dirty="0">
                    <a:latin typeface="+mn-lt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1800" dirty="0">
                    <a:latin typeface="+mn-lt"/>
                  </a:rPr>
                  <a:t> are </a:t>
                </a:r>
                <a:r>
                  <a:rPr lang="en-US" sz="1800" u="sng" dirty="0">
                    <a:latin typeface="+mn-lt"/>
                  </a:rPr>
                  <a:t>conditionally </a:t>
                </a:r>
                <a:r>
                  <a:rPr lang="en-US" sz="1800" u="sng" dirty="0" smtClean="0">
                    <a:latin typeface="+mn-lt"/>
                  </a:rPr>
                  <a:t>independent </a:t>
                </a:r>
                <a:r>
                  <a:rPr lang="en-US" sz="1800" dirty="0" smtClean="0">
                    <a:latin typeface="+mn-lt"/>
                  </a:rPr>
                  <a:t> </a:t>
                </a:r>
                <a:r>
                  <a:rPr lang="en-US" sz="1800" dirty="0">
                    <a:latin typeface="+mn-lt"/>
                  </a:rPr>
                  <a:t>given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sz="1800" dirty="0">
                    <a:latin typeface="+mn-lt"/>
                  </a:rPr>
                  <a:t> for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≠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endParaRPr lang="en-US" sz="1800" dirty="0">
                  <a:latin typeface="+mn-lt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6592" y="1447800"/>
                <a:ext cx="7980608" cy="4525963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2133600" y="6157982"/>
            <a:ext cx="1905000" cy="319018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kumimoji="0" lang="en-US" sz="1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rPr>
              <a:t>Slide credit: Tom Mitchell</a:t>
            </a:r>
          </a:p>
        </p:txBody>
      </p:sp>
    </p:spTree>
    <p:extLst>
      <p:ext uri="{BB962C8B-B14F-4D97-AF65-F5344CB8AC3E}">
        <p14:creationId xmlns:p14="http://schemas.microsoft.com/office/powerpoint/2010/main" val="4035764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274638"/>
            <a:ext cx="7924216" cy="850106"/>
          </a:xfrm>
        </p:spPr>
        <p:txBody>
          <a:bodyPr/>
          <a:lstStyle/>
          <a:p>
            <a:r>
              <a:rPr lang="en-US" sz="2400" b="1" dirty="0">
                <a:latin typeface="+mj-lt"/>
              </a:rPr>
              <a:t>Naïve </a:t>
            </a:r>
            <a:r>
              <a:rPr lang="en-US" sz="2400" b="1" dirty="0" smtClean="0">
                <a:latin typeface="+mj-lt"/>
              </a:rPr>
              <a:t>Bayes classifier: Prediction</a:t>
            </a:r>
            <a:endParaRPr lang="en-US" sz="2400" b="1" dirty="0">
              <a:latin typeface="+mj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38100" y="2209800"/>
                <a:ext cx="8964010" cy="4525963"/>
              </a:xfrm>
            </p:spPr>
            <p:txBody>
              <a:bodyPr>
                <a:normAutofit/>
              </a:bodyPr>
              <a:lstStyle/>
              <a:p>
                <a:r>
                  <a:rPr lang="en-US" sz="1800" dirty="0" smtClean="0">
                    <a:solidFill>
                      <a:schemeClr val="tx1"/>
                    </a:solidFill>
                    <a:latin typeface="+mn-lt"/>
                  </a:rPr>
                  <a:t>Bayes rule: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endChr m:val="|"/>
                          <m:ctrlPr>
                            <a:rPr lang="en-US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en-US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 ⋯,</m:t>
                      </m:r>
                      <m:sSub>
                        <m:sSubPr>
                          <m:ctrlPr>
                            <a:rPr lang="en-US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1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  <m:r>
                                <a:rPr lang="en-US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  <m:r>
                                <a:rPr lang="en-US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US" sz="1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1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  <m:r>
                                <a:rPr lang="en-US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r>
                                <a:rPr lang="en-US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  <m:r>
                                <a:rPr lang="en-US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sz="1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sz="1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,⋯,</m:t>
                              </m:r>
                              <m: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d>
                            <m:dPr>
                              <m:begChr m:val="|"/>
                              <m:ctrlP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  <m: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US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nary>
                            <m:naryPr>
                              <m:chr m:val="∑"/>
                              <m:supHide m:val="on"/>
                              <m:ctrlP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/>
                            <m:e>
                              <m:r>
                                <a:rPr lang="en-US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  <m:d>
                                <m:dPr>
                                  <m:ctrlPr>
                                    <a:rPr lang="en-US" sz="1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  <m:r>
                                    <a:rPr lang="en-US" sz="1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sSub>
                                    <m:sSubPr>
                                      <m:ctrlPr>
                                        <a:rPr lang="en-US" sz="18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8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sz="18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  <m:d>
                                <m:dPr>
                                  <m:ctrlPr>
                                    <a:rPr lang="en-US" sz="1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8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8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lang="en-US" sz="18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US" sz="1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,⋯, </m:t>
                                  </m:r>
                                  <m:sSub>
                                    <m:sSubPr>
                                      <m:ctrlPr>
                                        <a:rPr lang="en-US" sz="18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8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lang="en-US" sz="18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</m:e>
                                <m:e>
                                  <m:r>
                                    <a:rPr lang="en-US" sz="1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  <m:r>
                                    <a:rPr lang="en-US" sz="1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sSub>
                                    <m:sSubPr>
                                      <m:ctrlPr>
                                        <a:rPr lang="en-US" sz="18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8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sz="18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m:rPr>
                                  <m:nor/>
                                </m:rPr>
                                <a:rPr lang="en-US" sz="1800" dirty="0">
                                  <a:solidFill>
                                    <a:schemeClr val="tx1"/>
                                  </a:solidFill>
                                  <a:latin typeface="+mn-lt"/>
                                </a:rPr>
                                <m:t> </m:t>
                              </m:r>
                            </m:e>
                          </m:nary>
                        </m:den>
                      </m:f>
                    </m:oMath>
                  </m:oMathPara>
                </a14:m>
                <a:endParaRPr lang="en-US" sz="1800" b="0" dirty="0" smtClean="0">
                  <a:solidFill>
                    <a:schemeClr val="tx1"/>
                  </a:solidFill>
                  <a:latin typeface="+mn-lt"/>
                </a:endParaRPr>
              </a:p>
              <a:p>
                <a:pPr marL="0" indent="0">
                  <a:buNone/>
                </a:pPr>
                <a:endParaRPr lang="en-US" sz="1800" b="0" dirty="0" smtClean="0">
                  <a:solidFill>
                    <a:schemeClr val="tx1"/>
                  </a:solidFill>
                  <a:latin typeface="+mn-lt"/>
                </a:endParaRPr>
              </a:p>
              <a:p>
                <a:r>
                  <a:rPr lang="en-US" sz="1800" dirty="0" smtClean="0">
                    <a:solidFill>
                      <a:schemeClr val="tx1"/>
                    </a:solidFill>
                    <a:latin typeface="+mn-lt"/>
                  </a:rPr>
                  <a:t>Assume conditional independence among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1800" dirty="0" smtClean="0">
                    <a:solidFill>
                      <a:schemeClr val="tx1"/>
                    </a:solidFill>
                    <a:latin typeface="+mn-lt"/>
                  </a:rPr>
                  <a:t>’s:</a:t>
                </a:r>
                <a:endParaRPr lang="en-US" sz="1800" dirty="0">
                  <a:solidFill>
                    <a:schemeClr val="tx1"/>
                  </a:solidFill>
                  <a:latin typeface="+mn-lt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endChr m:val="|"/>
                          <m:ctrlPr>
                            <a:rPr lang="en-US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en-US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en-US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 ⋯,</m:t>
                      </m:r>
                      <m:sSub>
                        <m:sSubPr>
                          <m:ctrlPr>
                            <a:rPr lang="en-US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1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en-US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  <m:r>
                                <a:rPr lang="en-US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US" sz="1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1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d>
                          <m:sSub>
                            <m:sSubPr>
                              <m:ctrlPr>
                                <a:rPr lang="en-US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8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Π</m:t>
                              </m:r>
                            </m:e>
                            <m:sub>
                              <m:r>
                                <a:rPr lang="en-US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endChr m:val="|"/>
                              <m:ctrlPr>
                                <a:rPr lang="en-US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sz="1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en-US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en-US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nary>
                            <m:naryPr>
                              <m:chr m:val="∑"/>
                              <m:supHide m:val="on"/>
                              <m:ctrlPr>
                                <a:rPr lang="en-US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/>
                            <m:e>
                              <m:r>
                                <a:rPr lang="en-US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  <m:d>
                                <m:dPr>
                                  <m:ctrlPr>
                                    <a:rPr lang="en-US" sz="1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  <m:r>
                                    <a:rPr lang="en-US" sz="1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sSub>
                                    <m:sSubPr>
                                      <m:ctrlPr>
                                        <a:rPr lang="en-US" sz="18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8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sz="18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e>
                              </m:d>
                              <m:sSub>
                                <m:sSubPr>
                                  <m:ctrlPr>
                                    <a:rPr lang="en-US" sz="1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8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Π</m:t>
                                  </m:r>
                                </m:e>
                                <m:sub>
                                  <m:r>
                                    <a:rPr lang="en-US" sz="1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  <m:d>
                                <m:dPr>
                                  <m:endChr m:val="|"/>
                                  <m:ctrlPr>
                                    <a:rPr lang="en-US" sz="1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8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8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lang="en-US" sz="18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  <m:r>
                                <a:rPr lang="en-US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US" sz="1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</m:den>
                      </m:f>
                    </m:oMath>
                  </m:oMathPara>
                </a14:m>
                <a:endParaRPr lang="en-US" sz="1800" dirty="0">
                  <a:solidFill>
                    <a:schemeClr val="tx1"/>
                  </a:solidFill>
                  <a:latin typeface="+mn-lt"/>
                </a:endParaRPr>
              </a:p>
              <a:p>
                <a:r>
                  <a:rPr lang="en-US" altLang="ko-KR" sz="1800" dirty="0">
                    <a:solidFill>
                      <a:schemeClr val="tx1"/>
                    </a:solidFill>
                    <a:latin typeface="+mn-lt"/>
                  </a:rPr>
                  <a:t>Classify New Instance(</a:t>
                </a:r>
                <a:r>
                  <a:rPr lang="en-US" altLang="ko-KR" sz="1800" i="1" dirty="0">
                    <a:solidFill>
                      <a:schemeClr val="tx1"/>
                    </a:solidFill>
                    <a:latin typeface="+mn-lt"/>
                  </a:rPr>
                  <a:t>x</a:t>
                </a:r>
                <a:r>
                  <a:rPr lang="en-US" altLang="ko-KR" sz="1800" dirty="0" smtClean="0">
                    <a:solidFill>
                      <a:schemeClr val="tx1"/>
                    </a:solidFill>
                    <a:latin typeface="+mn-lt"/>
                  </a:rPr>
                  <a:t>) : </a:t>
                </a:r>
                <a:r>
                  <a:rPr lang="en-US" sz="1800" b="0" dirty="0" smtClean="0">
                    <a:solidFill>
                      <a:schemeClr val="tx1"/>
                    </a:solidFill>
                    <a:latin typeface="+mn-lt"/>
                  </a:rPr>
                  <a:t>Pick the most probable (MAP) </a:t>
                </a:r>
                <a:r>
                  <a:rPr lang="en-US" sz="1800" dirty="0" smtClean="0">
                    <a:solidFill>
                      <a:schemeClr val="tx1"/>
                    </a:solidFill>
                    <a:latin typeface="+mn-lt"/>
                  </a:rPr>
                  <a:t>Y </a:t>
                </a:r>
                <a:r>
                  <a:rPr lang="en-US" sz="1800" dirty="0">
                    <a:solidFill>
                      <a:schemeClr val="tx1"/>
                    </a:solidFill>
                    <a:latin typeface="+mn-lt"/>
                  </a:rPr>
                  <a:t>for </a:t>
                </a:r>
                <a:endParaRPr lang="en-US" sz="1800" dirty="0" smtClean="0">
                  <a:solidFill>
                    <a:schemeClr val="tx1"/>
                  </a:solidFill>
                  <a:latin typeface="+mn-lt"/>
                </a:endParaRPr>
              </a:p>
              <a:p>
                <a:pPr marL="114300" indent="0">
                  <a:buNone/>
                </a:pPr>
                <a:r>
                  <a:rPr lang="en-US" sz="1800" i="1" dirty="0">
                    <a:solidFill>
                      <a:schemeClr val="tx1"/>
                    </a:solidFill>
                    <a:latin typeface="+mn-lt"/>
                  </a:rPr>
                  <a:t>	</a:t>
                </a:r>
                <a:r>
                  <a:rPr lang="en-US" sz="1800" i="1" dirty="0" smtClean="0">
                    <a:solidFill>
                      <a:schemeClr val="tx1"/>
                    </a:solidFill>
                    <a:latin typeface="+mn-lt"/>
                  </a:rPr>
                  <a:t>			</a:t>
                </a:r>
                <a:r>
                  <a:rPr lang="en-US" sz="1800" i="1" dirty="0" err="1" smtClean="0">
                    <a:solidFill>
                      <a:schemeClr val="tx1"/>
                    </a:solidFill>
                    <a:latin typeface="+mn-lt"/>
                  </a:rPr>
                  <a:t>X</a:t>
                </a:r>
                <a:r>
                  <a:rPr lang="en-US" sz="1800" i="1" baseline="-25000" dirty="0" err="1" smtClean="0">
                    <a:solidFill>
                      <a:schemeClr val="tx1"/>
                    </a:solidFill>
                    <a:latin typeface="+mn-lt"/>
                  </a:rPr>
                  <a:t>new</a:t>
                </a:r>
                <a:r>
                  <a:rPr lang="en-US" sz="1800" i="1" dirty="0" smtClean="0">
                    <a:solidFill>
                      <a:schemeClr val="tx1"/>
                    </a:solidFill>
                    <a:latin typeface="+mn-lt"/>
                  </a:rPr>
                  <a:t> </a:t>
                </a:r>
                <a:r>
                  <a:rPr lang="en-US" sz="1800" dirty="0">
                    <a:solidFill>
                      <a:schemeClr val="tx1"/>
                    </a:solidFill>
                    <a:latin typeface="+mn-lt"/>
                  </a:rPr>
                  <a:t>= &lt; </a:t>
                </a:r>
                <a:r>
                  <a:rPr lang="en-US" sz="1800" i="1" dirty="0">
                    <a:solidFill>
                      <a:schemeClr val="tx1"/>
                    </a:solidFill>
                    <a:latin typeface="+mn-lt"/>
                  </a:rPr>
                  <a:t>X</a:t>
                </a:r>
                <a:r>
                  <a:rPr lang="en-US" sz="1800" i="1" baseline="-25000" dirty="0">
                    <a:solidFill>
                      <a:schemeClr val="tx1"/>
                    </a:solidFill>
                    <a:latin typeface="+mn-lt"/>
                  </a:rPr>
                  <a:t>1</a:t>
                </a:r>
                <a:r>
                  <a:rPr lang="en-US" sz="1800" i="1" dirty="0">
                    <a:solidFill>
                      <a:schemeClr val="tx1"/>
                    </a:solidFill>
                    <a:latin typeface="+mn-lt"/>
                  </a:rPr>
                  <a:t>, …, </a:t>
                </a:r>
                <a:r>
                  <a:rPr lang="en-US" sz="1800" i="1" dirty="0" err="1">
                    <a:solidFill>
                      <a:schemeClr val="tx1"/>
                    </a:solidFill>
                    <a:latin typeface="+mn-lt"/>
                  </a:rPr>
                  <a:t>X</a:t>
                </a:r>
                <a:r>
                  <a:rPr lang="en-US" sz="1800" i="1" baseline="-25000" dirty="0" err="1">
                    <a:solidFill>
                      <a:schemeClr val="tx1"/>
                    </a:solidFill>
                    <a:latin typeface="+mn-lt"/>
                  </a:rPr>
                  <a:t>n</a:t>
                </a:r>
                <a:r>
                  <a:rPr lang="en-US" sz="1800" i="1" dirty="0">
                    <a:solidFill>
                      <a:schemeClr val="tx1"/>
                    </a:solidFill>
                    <a:latin typeface="+mn-lt"/>
                  </a:rPr>
                  <a:t> </a:t>
                </a:r>
                <a:r>
                  <a:rPr lang="en-US" sz="1800" dirty="0">
                    <a:solidFill>
                      <a:schemeClr val="tx1"/>
                    </a:solidFill>
                    <a:latin typeface="+mn-lt"/>
                  </a:rPr>
                  <a:t>&gt;</a:t>
                </a:r>
                <a:endParaRPr lang="en-US" sz="1800" b="0" dirty="0" smtClean="0">
                  <a:solidFill>
                    <a:schemeClr val="tx1"/>
                  </a:solidFill>
                  <a:latin typeface="+mn-lt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acc>
                      <m:r>
                        <a:rPr lang="en-US" sz="1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←</m:t>
                      </m:r>
                      <m:func>
                        <m:funcPr>
                          <m:ctrlPr>
                            <a:rPr lang="en-US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18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1800" b="0" i="0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argmax</m:t>
                              </m:r>
                            </m:e>
                            <m:lim>
                              <m:sSub>
                                <m:sSubPr>
                                  <m:ctrlPr>
                                    <a:rPr lang="en-US" sz="1800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1800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lim>
                          </m:limLow>
                        </m:fName>
                        <m:e>
                          <m:r>
                            <a:rPr lang="en-US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  <m:r>
                                <a:rPr lang="en-US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US" sz="1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1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d>
                          <m:sSub>
                            <m:sSubPr>
                              <m:ctrlPr>
                                <a:rPr lang="en-US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8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Π</m:t>
                              </m:r>
                            </m:e>
                            <m:sub>
                              <m:r>
                                <a:rPr lang="en-US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endChr m:val="|"/>
                              <m:ctrlPr>
                                <a:rPr lang="en-US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sz="1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en-US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en-US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en-US" sz="1800" b="0" dirty="0" smtClean="0">
                  <a:solidFill>
                    <a:schemeClr val="tx1"/>
                  </a:solidFill>
                  <a:latin typeface="+mn-lt"/>
                </a:endParaRPr>
              </a:p>
              <a:p>
                <a:pPr marL="0" indent="0">
                  <a:buNone/>
                </a:pPr>
                <a:endParaRPr lang="en-US" sz="1800" dirty="0">
                  <a:solidFill>
                    <a:schemeClr val="tx1"/>
                  </a:solidFill>
                  <a:latin typeface="+mn-lt"/>
                </a:endParaRPr>
              </a:p>
              <a:p>
                <a:pPr marL="0" indent="0">
                  <a:buNone/>
                </a:pPr>
                <a:endParaRPr lang="en-US" sz="1800" dirty="0">
                  <a:solidFill>
                    <a:schemeClr val="tx1"/>
                  </a:solidFill>
                  <a:latin typeface="+mn-lt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8100" y="2209800"/>
                <a:ext cx="8964010" cy="4525963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2076157" y="6289753"/>
            <a:ext cx="1676693" cy="273844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rPr>
              <a:t>Slide credit: Tom Mitchell</a:t>
            </a:r>
          </a:p>
        </p:txBody>
      </p:sp>
      <p:grpSp>
        <p:nvGrpSpPr>
          <p:cNvPr id="7" name="Group 6"/>
          <p:cNvGrpSpPr/>
          <p:nvPr/>
        </p:nvGrpSpPr>
        <p:grpSpPr>
          <a:xfrm>
            <a:off x="3733800" y="5486400"/>
            <a:ext cx="3348214" cy="755375"/>
            <a:chOff x="3613143" y="5603154"/>
            <a:chExt cx="3348214" cy="755375"/>
          </a:xfrm>
        </p:grpSpPr>
        <p:cxnSp>
          <p:nvCxnSpPr>
            <p:cNvPr id="6" name="Straight Arrow Connector 5"/>
            <p:cNvCxnSpPr/>
            <p:nvPr/>
          </p:nvCxnSpPr>
          <p:spPr>
            <a:xfrm flipV="1">
              <a:off x="3880133" y="5603154"/>
              <a:ext cx="76200" cy="46910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extBox 8"/>
            <p:cNvSpPr txBox="1"/>
            <p:nvPr/>
          </p:nvSpPr>
          <p:spPr>
            <a:xfrm>
              <a:off x="3613143" y="5917795"/>
              <a:ext cx="12192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1800" b="1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Cambria" panose="02040503050406030204" pitchFamily="18" charset="0"/>
                  <a:cs typeface="Arial"/>
                  <a:sym typeface="Arial"/>
                </a:rPr>
                <a:t>Prior</a:t>
              </a:r>
              <a:endPara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Cambria" panose="02040503050406030204" pitchFamily="18" charset="0"/>
                <a:cs typeface="Arial"/>
                <a:sym typeface="Arial"/>
              </a:endParaRPr>
            </a:p>
          </p:txBody>
        </p:sp>
        <p:grpSp>
          <p:nvGrpSpPr>
            <p:cNvPr id="5" name="Group 4"/>
            <p:cNvGrpSpPr/>
            <p:nvPr/>
          </p:nvGrpSpPr>
          <p:grpSpPr>
            <a:xfrm>
              <a:off x="5486252" y="5683242"/>
              <a:ext cx="1475105" cy="675287"/>
              <a:chOff x="5486252" y="5683242"/>
              <a:chExt cx="1475105" cy="675287"/>
            </a:xfrm>
          </p:grpSpPr>
          <p:sp>
            <p:nvSpPr>
              <p:cNvPr id="11" name="TextBox 10"/>
              <p:cNvSpPr txBox="1"/>
              <p:nvPr/>
            </p:nvSpPr>
            <p:spPr>
              <a:xfrm>
                <a:off x="5486252" y="5989197"/>
                <a:ext cx="147510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>
                  <a:defRPr sz="2000" b="1">
                    <a:latin typeface="Cambria" panose="02040503050406030204" pitchFamily="18" charset="0"/>
                    <a:ea typeface="Cambria" panose="02040503050406030204" pitchFamily="18" charset="0"/>
                  </a:defRPr>
                </a:lvl1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r>
                  <a:rPr kumimoji="0" lang="en-US" sz="1800" b="1" i="0" u="none" strike="noStrike" kern="0" cap="none" spc="0" normalizeH="0" baseline="0" noProof="0" dirty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ea typeface="Cambria" panose="02040503050406030204" pitchFamily="18" charset="0"/>
                    <a:cs typeface="Arial"/>
                    <a:sym typeface="Arial"/>
                  </a:rPr>
                  <a:t>Likelihood</a:t>
                </a:r>
                <a:endParaRPr kumimoji="0" lang="en-US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Cambria" panose="02040503050406030204" pitchFamily="18" charset="0"/>
                  <a:cs typeface="Arial"/>
                  <a:sym typeface="Arial"/>
                </a:endParaRPr>
              </a:p>
            </p:txBody>
          </p:sp>
          <p:cxnSp>
            <p:nvCxnSpPr>
              <p:cNvPr id="12" name="Straight Arrow Connector 11"/>
              <p:cNvCxnSpPr/>
              <p:nvPr/>
            </p:nvCxnSpPr>
            <p:spPr>
              <a:xfrm flipV="1">
                <a:off x="5998624" y="5683242"/>
                <a:ext cx="76200" cy="469106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8" name="Rectangle 7"/>
          <p:cNvSpPr/>
          <p:nvPr/>
        </p:nvSpPr>
        <p:spPr>
          <a:xfrm>
            <a:off x="145873" y="1389760"/>
            <a:ext cx="8748464" cy="369332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IN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Goal </a:t>
            </a:r>
            <a:r>
              <a:rPr kumimoji="0" lang="en-IN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of learning </a:t>
            </a:r>
            <a:r>
              <a:rPr kumimoji="0" lang="en-IN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P(Y|X) where </a:t>
            </a:r>
            <a:r>
              <a:rPr kumimoji="0" lang="en-IN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X = </a:t>
            </a:r>
            <a:r>
              <a:rPr kumimoji="0" lang="en-IN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&lt;X</a:t>
            </a:r>
            <a:r>
              <a:rPr kumimoji="0" lang="en-IN" sz="1800" b="0" i="0" u="none" strike="noStrike" kern="0" cap="none" spc="0" normalizeH="0" baseline="-2500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1</a:t>
            </a:r>
            <a:r>
              <a:rPr kumimoji="0" lang="en-IN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,…, </a:t>
            </a:r>
            <a:r>
              <a:rPr kumimoji="0" lang="en-IN" sz="18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X</a:t>
            </a:r>
            <a:r>
              <a:rPr kumimoji="0" lang="en-IN" sz="1800" b="0" i="0" u="none" strike="noStrike" kern="0" cap="none" spc="0" normalizeH="0" baseline="-2500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n</a:t>
            </a:r>
            <a:r>
              <a:rPr kumimoji="0" lang="en-IN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42103371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>
            <p:extLst/>
          </p:nvPr>
        </p:nvGraphicFramePr>
        <p:xfrm>
          <a:off x="5791200" y="3869934"/>
          <a:ext cx="3352800" cy="2683266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4437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68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64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930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4236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9028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3338"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Sky</a:t>
                      </a:r>
                      <a:endParaRPr lang="en-US" sz="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err="1" smtClean="0"/>
                        <a:t>AirTemp</a:t>
                      </a:r>
                      <a:endParaRPr lang="en-US" sz="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Humidity</a:t>
                      </a:r>
                      <a:endParaRPr lang="en-US" sz="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Wind</a:t>
                      </a:r>
                      <a:endParaRPr lang="en-US" sz="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Forecast</a:t>
                      </a:r>
                      <a:endParaRPr lang="en-US" sz="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Enjoy</a:t>
                      </a:r>
                    </a:p>
                    <a:p>
                      <a:r>
                        <a:rPr lang="en-US" sz="800" dirty="0" smtClean="0"/>
                        <a:t>Sport?</a:t>
                      </a:r>
                      <a:endParaRPr lang="en-US" sz="800" b="1" i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741">
                <a:tc>
                  <a:txBody>
                    <a:bodyPr/>
                    <a:lstStyle/>
                    <a:p>
                      <a:r>
                        <a:rPr lang="en-US" sz="800" smtClean="0"/>
                        <a:t>Sunny</a:t>
                      </a:r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smtClean="0"/>
                        <a:t>Warm</a:t>
                      </a:r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Normal</a:t>
                      </a:r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smtClean="0"/>
                        <a:t>Strong</a:t>
                      </a:r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smtClean="0"/>
                        <a:t>Same</a:t>
                      </a:r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smtClean="0"/>
                        <a:t>Yes</a:t>
                      </a:r>
                      <a:endParaRPr 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741"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Sunny</a:t>
                      </a:r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smtClean="0"/>
                        <a:t>Warm</a:t>
                      </a:r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smtClean="0"/>
                        <a:t>High</a:t>
                      </a:r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smtClean="0"/>
                        <a:t>Strong</a:t>
                      </a:r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smtClean="0"/>
                        <a:t>Same</a:t>
                      </a:r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No</a:t>
                      </a:r>
                      <a:endParaRPr 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8741">
                <a:tc>
                  <a:txBody>
                    <a:bodyPr/>
                    <a:lstStyle/>
                    <a:p>
                      <a:r>
                        <a:rPr lang="en-US" sz="800" smtClean="0"/>
                        <a:t>Rainy</a:t>
                      </a:r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smtClean="0"/>
                        <a:t>Cold</a:t>
                      </a:r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smtClean="0"/>
                        <a:t>High</a:t>
                      </a:r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smtClean="0"/>
                        <a:t>Strong</a:t>
                      </a:r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smtClean="0"/>
                        <a:t>Change</a:t>
                      </a:r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No</a:t>
                      </a:r>
                      <a:endParaRPr 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8741"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Sunny</a:t>
                      </a:r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smtClean="0"/>
                        <a:t>Warm</a:t>
                      </a:r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Normal</a:t>
                      </a:r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Breeze</a:t>
                      </a:r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smtClean="0"/>
                        <a:t>Same</a:t>
                      </a:r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Yes</a:t>
                      </a:r>
                      <a:endParaRPr 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8741"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Sunny</a:t>
                      </a:r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Hot</a:t>
                      </a:r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Normal</a:t>
                      </a:r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Breeze</a:t>
                      </a:r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smtClean="0"/>
                        <a:t>Same</a:t>
                      </a:r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No</a:t>
                      </a:r>
                      <a:endParaRPr 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8741">
                <a:tc>
                  <a:txBody>
                    <a:bodyPr/>
                    <a:lstStyle/>
                    <a:p>
                      <a:r>
                        <a:rPr lang="en-US" sz="800" smtClean="0"/>
                        <a:t>Rainy</a:t>
                      </a:r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smtClean="0"/>
                        <a:t>Cold</a:t>
                      </a:r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smtClean="0"/>
                        <a:t>High</a:t>
                      </a:r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smtClean="0"/>
                        <a:t>Strong</a:t>
                      </a:r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smtClean="0"/>
                        <a:t>Change</a:t>
                      </a:r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No</a:t>
                      </a:r>
                      <a:endParaRPr 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8741">
                <a:tc>
                  <a:txBody>
                    <a:bodyPr/>
                    <a:lstStyle/>
                    <a:p>
                      <a:r>
                        <a:rPr lang="en-US" sz="800" smtClean="0"/>
                        <a:t>Sunny</a:t>
                      </a:r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smtClean="0"/>
                        <a:t>Warm</a:t>
                      </a:r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smtClean="0"/>
                        <a:t>High</a:t>
                      </a:r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smtClean="0"/>
                        <a:t>Strong</a:t>
                      </a:r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smtClean="0"/>
                        <a:t>Change</a:t>
                      </a:r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Yes</a:t>
                      </a:r>
                      <a:endParaRPr 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8741"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Rainy</a:t>
                      </a:r>
                      <a:endParaRPr lang="en-US" sz="80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Warm</a:t>
                      </a:r>
                      <a:endParaRPr lang="en-US" sz="80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Normal</a:t>
                      </a:r>
                      <a:endParaRPr lang="en-US" sz="80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Breeze</a:t>
                      </a:r>
                      <a:endParaRPr lang="en-US" sz="80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Same</a:t>
                      </a:r>
                      <a:endParaRPr lang="en-US" sz="80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Yes</a:t>
                      </a:r>
                      <a:endParaRPr lang="en-US" sz="80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1493837"/>
            <a:ext cx="4391025" cy="2514600"/>
          </a:xfrm>
          <a:prstGeom prst="rect">
            <a:avLst/>
          </a:prstGeom>
        </p:spPr>
      </p:pic>
      <p:sp>
        <p:nvSpPr>
          <p:cNvPr id="7" name="Content Placeholder 2"/>
          <p:cNvSpPr>
            <a:spLocks noGrp="1"/>
          </p:cNvSpPr>
          <p:nvPr>
            <p:ph sz="quarter" idx="10"/>
          </p:nvPr>
        </p:nvSpPr>
        <p:spPr>
          <a:xfrm>
            <a:off x="304800" y="589597"/>
            <a:ext cx="6324600" cy="609600"/>
          </a:xfrm>
        </p:spPr>
        <p:txBody>
          <a:bodyPr>
            <a:normAutofit/>
          </a:bodyPr>
          <a:lstStyle/>
          <a:p>
            <a:r>
              <a:rPr lang="en-US" altLang="en-US" sz="2000" dirty="0" smtClean="0"/>
              <a:t>Example: Play Tennis</a:t>
            </a:r>
            <a:endParaRPr lang="en-IN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314325" y="4008437"/>
                <a:ext cx="3677417" cy="50071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kumimoji="0" lang="en-US" sz="1600" b="1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accPr>
                        <m:e>
                          <m:r>
                            <a:rPr kumimoji="0" lang="en-US" sz="1600" b="1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𝐘</m:t>
                          </m:r>
                        </m:e>
                      </m:acc>
                      <m:r>
                        <a:rPr kumimoji="0" lang="en-US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←</m:t>
                      </m:r>
                      <m:func>
                        <m:funcPr>
                          <m:ctrlPr>
                            <a:rPr kumimoji="0" lang="en-US" sz="1600" b="1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kumimoji="0" lang="en-US" sz="1600" b="1" i="1" u="none" strike="noStrike" kern="120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70C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limLowPr>
                            <m:e>
                              <m:r>
                                <a:rPr kumimoji="0" lang="en-US" sz="1600" b="1" i="0" u="none" strike="noStrike" kern="120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70C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𝐚𝐫𝐠𝐦𝐚𝐱</m:t>
                              </m:r>
                            </m:e>
                            <m:lim>
                              <m:sSub>
                                <m:sSubPr>
                                  <m:ctrlPr>
                                    <a:rPr kumimoji="0" lang="en-US" sz="1600" b="1" i="1" u="none" strike="noStrike" kern="120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70C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kumimoji="0" lang="en-US" sz="1600" b="1" i="0" u="none" strike="noStrike" kern="120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70C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𝐲</m:t>
                                  </m:r>
                                </m:e>
                                <m:sub>
                                  <m:r>
                                    <a:rPr kumimoji="0" lang="en-US" sz="1600" b="1" i="0" u="none" strike="noStrike" kern="120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70C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𝐤</m:t>
                                  </m:r>
                                </m:sub>
                              </m:sSub>
                            </m:lim>
                          </m:limLow>
                        </m:fName>
                        <m:e>
                          <m:r>
                            <a:rPr kumimoji="0" lang="en-US" sz="1600" b="1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𝐏</m:t>
                          </m:r>
                          <m:d>
                            <m:dPr>
                              <m:ctrlPr>
                                <a:rPr kumimoji="0" lang="en-US" sz="16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70C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dPr>
                            <m:e>
                              <m:r>
                                <a:rPr kumimoji="0" lang="en-US" sz="1600" b="1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70C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𝐘</m:t>
                              </m:r>
                              <m:r>
                                <a:rPr kumimoji="0" lang="en-US" sz="1600" b="1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70C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kumimoji="0" lang="en-US" sz="1600" b="1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0070C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kumimoji="0" lang="en-US" sz="1600" b="1" i="0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0070C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𝐲</m:t>
                                  </m:r>
                                </m:e>
                                <m:sub>
                                  <m:r>
                                    <a:rPr kumimoji="0" lang="en-US" sz="1600" b="1" i="0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0070C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𝐤</m:t>
                                  </m:r>
                                </m:sub>
                              </m:sSub>
                            </m:e>
                          </m:d>
                          <m:sSub>
                            <m:sSubPr>
                              <m:ctrlPr>
                                <a:rPr kumimoji="0" lang="en-US" sz="16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70C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sz="1600" b="1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70C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𝚷</m:t>
                              </m:r>
                            </m:e>
                            <m:sub>
                              <m:r>
                                <a:rPr kumimoji="0" lang="en-US" sz="1600" b="1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70C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𝐢</m:t>
                              </m:r>
                            </m:sub>
                          </m:sSub>
                          <m:r>
                            <a:rPr kumimoji="0" lang="en-US" sz="1600" b="1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𝐏</m:t>
                          </m:r>
                          <m:d>
                            <m:dPr>
                              <m:endChr m:val="|"/>
                              <m:ctrlPr>
                                <a:rPr kumimoji="0" lang="en-US" sz="16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70C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kumimoji="0" lang="en-US" sz="1600" b="1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0070C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kumimoji="0" lang="en-US" sz="1600" b="1" i="0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0070C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𝐗</m:t>
                                  </m:r>
                                </m:e>
                                <m:sub>
                                  <m:r>
                                    <a:rPr kumimoji="0" lang="en-US" sz="1600" b="1" i="0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0070C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𝐢</m:t>
                                  </m:r>
                                </m:sub>
                              </m:sSub>
                            </m:e>
                          </m:d>
                          <m:r>
                            <a:rPr kumimoji="0" lang="en-US" sz="1600" b="1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𝐘</m:t>
                          </m:r>
                          <m:r>
                            <a:rPr kumimoji="0" lang="en-US" sz="1600" b="1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=</m:t>
                          </m:r>
                          <m:sSub>
                            <m:sSubPr>
                              <m:ctrlPr>
                                <a:rPr kumimoji="0" lang="en-US" sz="16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70C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sz="1600" b="1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70C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𝐲</m:t>
                              </m:r>
                            </m:e>
                            <m:sub>
                              <m:r>
                                <a:rPr kumimoji="0" lang="en-US" sz="1600" b="1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70C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𝐤</m:t>
                              </m:r>
                            </m:sub>
                          </m:sSub>
                          <m:r>
                            <a:rPr kumimoji="0" lang="en-US" sz="1600" b="1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kumimoji="0" lang="en-IN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charset="0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4325" y="4008437"/>
                <a:ext cx="3677417" cy="50071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/>
              <p:cNvSpPr/>
              <p:nvPr/>
            </p:nvSpPr>
            <p:spPr>
              <a:xfrm>
                <a:off x="7924800" y="2746374"/>
                <a:ext cx="1615570" cy="3385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charset="0"/>
                    <a:ea typeface="맑은 고딕" panose="020B0503020000020004" pitchFamily="34" charset="-127"/>
                    <a:cs typeface="+mn-cs"/>
                  </a:rPr>
                  <a:t>P(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0" 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Y</m:t>
                    </m:r>
                  </m:oMath>
                </a14:m>
                <a:r>
                  <a:rPr kumimoji="0" lang="en-US" altLang="ko-KR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charset="0"/>
                    <a:ea typeface="맑은 고딕" panose="020B0503020000020004" pitchFamily="34" charset="-127"/>
                    <a:cs typeface="+mn-cs"/>
                  </a:rPr>
                  <a:t>) ~ </a:t>
                </a:r>
                <a:r>
                  <a:rPr kumimoji="0" lang="en-US" sz="16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charset="0"/>
                    <a:ea typeface="+mn-ea"/>
                    <a:cs typeface="+mn-cs"/>
                  </a:rPr>
                  <a:t>Ber</a:t>
                </a:r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charset="0"/>
                    <a:ea typeface="+mn-ea"/>
                    <a:cs typeface="+mn-cs"/>
                  </a:rPr>
                  <a:t>(p)   </a:t>
                </a:r>
              </a:p>
            </p:txBody>
          </p:sp>
        </mc:Choice>
        <mc:Fallback xmlns=""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24800" y="2746374"/>
                <a:ext cx="1615570" cy="338554"/>
              </a:xfrm>
              <a:prstGeom prst="rect">
                <a:avLst/>
              </a:prstGeom>
              <a:blipFill>
                <a:blip r:embed="rId4"/>
                <a:stretch>
                  <a:fillRect l="-1887" t="-5455" r="-755" b="-2363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Arrow Connector 10"/>
          <p:cNvCxnSpPr>
            <a:stCxn id="9" idx="2"/>
          </p:cNvCxnSpPr>
          <p:nvPr/>
        </p:nvCxnSpPr>
        <p:spPr>
          <a:xfrm>
            <a:off x="8732585" y="3084928"/>
            <a:ext cx="0" cy="6930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/>
              <p:cNvSpPr/>
              <p:nvPr/>
            </p:nvSpPr>
            <p:spPr>
              <a:xfrm>
                <a:off x="3657600" y="1982632"/>
                <a:ext cx="6184900" cy="33855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P(X|Y)</a:t>
                </a:r>
                <a14:m>
                  <m:oMath xmlns:m="http://schemas.openxmlformats.org/officeDocument/2006/math">
                    <m:r>
                      <a:rPr kumimoji="0" 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~ </m:t>
                    </m:r>
                    <m:r>
                      <m:rPr>
                        <m:sty m:val="p"/>
                      </m:rPr>
                      <a:rPr kumimoji="0" 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Multinom</m:t>
                    </m:r>
                    <m:d>
                      <m:dPr>
                        <m:ctrlPr>
                          <a:rPr kumimoji="0" lang="en-US" sz="16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kumimoji="0" lang="en-US" sz="16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π</m:t>
                        </m:r>
                        <m:r>
                          <a:rPr kumimoji="0" lang="en-US" sz="16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kumimoji="0" lang="en-US" sz="16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n</m:t>
                        </m:r>
                      </m:e>
                    </m:d>
                  </m:oMath>
                </a14:m>
                <a:r>
                  <a:rPr kumimoji="0" lang="en-IN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0" 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→  </m:t>
                    </m:r>
                    <m:r>
                      <m:rPr>
                        <m:sty m:val="p"/>
                      </m:rPr>
                      <a:rPr kumimoji="0" 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Multinomial</m:t>
                    </m:r>
                    <m:r>
                      <a:rPr kumimoji="0" 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 </m:t>
                    </m:r>
                    <m:r>
                      <m:rPr>
                        <m:sty m:val="p"/>
                      </m:rPr>
                      <a:rPr kumimoji="0" 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NB</m:t>
                    </m:r>
                  </m:oMath>
                </a14:m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 (X</a:t>
                </a:r>
                <a:r>
                  <a:rPr kumimoji="0" lang="en-US" sz="1600" b="0" i="0" u="none" strike="noStrike" kern="1200" cap="none" spc="0" normalizeH="0" baseline="-2500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i </a:t>
                </a:r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– multinomial)</a:t>
                </a:r>
                <a:r>
                  <a:rPr kumimoji="0" lang="en-US" sz="1600" b="0" i="0" u="none" strike="noStrike" kern="1200" cap="none" spc="0" normalizeH="0" baseline="-2500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 </a:t>
                </a:r>
                <a:endParaRPr kumimoji="0" lang="en-IN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3" name="Rectangle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7600" y="1982632"/>
                <a:ext cx="6184900" cy="338554"/>
              </a:xfrm>
              <a:prstGeom prst="rect">
                <a:avLst/>
              </a:prstGeom>
              <a:blipFill>
                <a:blip r:embed="rId5"/>
                <a:stretch>
                  <a:fillRect l="-493" t="-5357" b="-2142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Arrow Connector 14"/>
          <p:cNvCxnSpPr/>
          <p:nvPr/>
        </p:nvCxnSpPr>
        <p:spPr>
          <a:xfrm>
            <a:off x="6616700" y="2349738"/>
            <a:ext cx="12700" cy="14070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991404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>
            <p:extLst/>
          </p:nvPr>
        </p:nvGraphicFramePr>
        <p:xfrm>
          <a:off x="5791200" y="3869934"/>
          <a:ext cx="3352800" cy="2683266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4437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68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64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930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4236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9028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3338"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Sky</a:t>
                      </a:r>
                      <a:endParaRPr lang="en-US" sz="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err="1" smtClean="0"/>
                        <a:t>AirTemp</a:t>
                      </a:r>
                      <a:endParaRPr lang="en-US" sz="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Humidity</a:t>
                      </a:r>
                      <a:endParaRPr lang="en-US" sz="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Wind</a:t>
                      </a:r>
                      <a:endParaRPr lang="en-US" sz="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Forecast</a:t>
                      </a:r>
                      <a:endParaRPr lang="en-US" sz="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Enjoy</a:t>
                      </a:r>
                    </a:p>
                    <a:p>
                      <a:r>
                        <a:rPr lang="en-US" sz="800" dirty="0" smtClean="0"/>
                        <a:t>Sport?</a:t>
                      </a:r>
                      <a:endParaRPr lang="en-US" sz="800" b="1" i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741">
                <a:tc>
                  <a:txBody>
                    <a:bodyPr/>
                    <a:lstStyle/>
                    <a:p>
                      <a:r>
                        <a:rPr lang="en-US" sz="800" dirty="0" smtClean="0">
                          <a:solidFill>
                            <a:srgbClr val="0070C0"/>
                          </a:solidFill>
                        </a:rPr>
                        <a:t>Sunny</a:t>
                      </a:r>
                      <a:endParaRPr lang="en-US" sz="80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>
                          <a:solidFill>
                            <a:srgbClr val="0070C0"/>
                          </a:solidFill>
                        </a:rPr>
                        <a:t>Warm</a:t>
                      </a:r>
                      <a:endParaRPr lang="en-US" sz="80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>
                          <a:solidFill>
                            <a:srgbClr val="0070C0"/>
                          </a:solidFill>
                        </a:rPr>
                        <a:t>Normal</a:t>
                      </a:r>
                      <a:endParaRPr lang="en-US" sz="80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smtClean="0">
                          <a:solidFill>
                            <a:srgbClr val="0070C0"/>
                          </a:solidFill>
                        </a:rPr>
                        <a:t>Strong</a:t>
                      </a:r>
                      <a:endParaRPr lang="en-US" sz="80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smtClean="0">
                          <a:solidFill>
                            <a:srgbClr val="0070C0"/>
                          </a:solidFill>
                        </a:rPr>
                        <a:t>Same</a:t>
                      </a:r>
                      <a:endParaRPr lang="en-US" sz="80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>
                          <a:solidFill>
                            <a:srgbClr val="0070C0"/>
                          </a:solidFill>
                        </a:rPr>
                        <a:t>Yes</a:t>
                      </a:r>
                      <a:endParaRPr lang="en-US" sz="80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741"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Sunny</a:t>
                      </a:r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Warm</a:t>
                      </a:r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smtClean="0"/>
                        <a:t>High</a:t>
                      </a:r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smtClean="0"/>
                        <a:t>Strong</a:t>
                      </a:r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smtClean="0"/>
                        <a:t>Same</a:t>
                      </a:r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No</a:t>
                      </a:r>
                      <a:endParaRPr 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8741">
                <a:tc>
                  <a:txBody>
                    <a:bodyPr/>
                    <a:lstStyle/>
                    <a:p>
                      <a:r>
                        <a:rPr lang="en-US" sz="800" smtClean="0"/>
                        <a:t>Rainy</a:t>
                      </a:r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smtClean="0"/>
                        <a:t>Cold</a:t>
                      </a:r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smtClean="0"/>
                        <a:t>High</a:t>
                      </a:r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Strong</a:t>
                      </a:r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smtClean="0"/>
                        <a:t>Change</a:t>
                      </a:r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No</a:t>
                      </a:r>
                      <a:endParaRPr 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8741">
                <a:tc>
                  <a:txBody>
                    <a:bodyPr/>
                    <a:lstStyle/>
                    <a:p>
                      <a:r>
                        <a:rPr lang="en-US" sz="800" dirty="0" smtClean="0">
                          <a:solidFill>
                            <a:srgbClr val="0070C0"/>
                          </a:solidFill>
                        </a:rPr>
                        <a:t>Sunny</a:t>
                      </a:r>
                      <a:endParaRPr lang="en-US" sz="80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>
                          <a:solidFill>
                            <a:srgbClr val="0070C0"/>
                          </a:solidFill>
                        </a:rPr>
                        <a:t>Warm</a:t>
                      </a:r>
                      <a:endParaRPr lang="en-US" sz="80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>
                          <a:solidFill>
                            <a:srgbClr val="0070C0"/>
                          </a:solidFill>
                        </a:rPr>
                        <a:t>Normal</a:t>
                      </a:r>
                      <a:endParaRPr lang="en-US" sz="80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>
                          <a:solidFill>
                            <a:srgbClr val="0070C0"/>
                          </a:solidFill>
                        </a:rPr>
                        <a:t>Breeze</a:t>
                      </a:r>
                      <a:endParaRPr lang="en-US" sz="80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smtClean="0">
                          <a:solidFill>
                            <a:srgbClr val="0070C0"/>
                          </a:solidFill>
                        </a:rPr>
                        <a:t>Same</a:t>
                      </a:r>
                      <a:endParaRPr lang="en-US" sz="80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>
                          <a:solidFill>
                            <a:srgbClr val="0070C0"/>
                          </a:solidFill>
                        </a:rPr>
                        <a:t>Yes</a:t>
                      </a:r>
                      <a:endParaRPr lang="en-US" sz="80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8741"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Sunny</a:t>
                      </a:r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Hot</a:t>
                      </a:r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Normal</a:t>
                      </a:r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Breeze</a:t>
                      </a:r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Same</a:t>
                      </a:r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No</a:t>
                      </a:r>
                      <a:endParaRPr 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8741">
                <a:tc>
                  <a:txBody>
                    <a:bodyPr/>
                    <a:lstStyle/>
                    <a:p>
                      <a:r>
                        <a:rPr lang="en-US" sz="800" smtClean="0"/>
                        <a:t>Rainy</a:t>
                      </a:r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smtClean="0"/>
                        <a:t>Cold</a:t>
                      </a:r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smtClean="0"/>
                        <a:t>High</a:t>
                      </a:r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smtClean="0"/>
                        <a:t>Strong</a:t>
                      </a:r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smtClean="0"/>
                        <a:t>Change</a:t>
                      </a:r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No</a:t>
                      </a:r>
                      <a:endParaRPr 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8741">
                <a:tc>
                  <a:txBody>
                    <a:bodyPr/>
                    <a:lstStyle/>
                    <a:p>
                      <a:r>
                        <a:rPr lang="en-US" sz="800" dirty="0" smtClean="0">
                          <a:solidFill>
                            <a:srgbClr val="0070C0"/>
                          </a:solidFill>
                        </a:rPr>
                        <a:t>Sunny</a:t>
                      </a:r>
                      <a:endParaRPr lang="en-US" sz="80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smtClean="0">
                          <a:solidFill>
                            <a:srgbClr val="0070C0"/>
                          </a:solidFill>
                        </a:rPr>
                        <a:t>Warm</a:t>
                      </a:r>
                      <a:endParaRPr lang="en-US" sz="80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smtClean="0">
                          <a:solidFill>
                            <a:srgbClr val="0070C0"/>
                          </a:solidFill>
                        </a:rPr>
                        <a:t>High</a:t>
                      </a:r>
                      <a:endParaRPr lang="en-US" sz="80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smtClean="0">
                          <a:solidFill>
                            <a:srgbClr val="0070C0"/>
                          </a:solidFill>
                        </a:rPr>
                        <a:t>Strong</a:t>
                      </a:r>
                      <a:endParaRPr lang="en-US" sz="80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smtClean="0">
                          <a:solidFill>
                            <a:srgbClr val="0070C0"/>
                          </a:solidFill>
                        </a:rPr>
                        <a:t>Change</a:t>
                      </a:r>
                      <a:endParaRPr lang="en-US" sz="80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>
                          <a:solidFill>
                            <a:srgbClr val="0070C0"/>
                          </a:solidFill>
                        </a:rPr>
                        <a:t>Yes</a:t>
                      </a:r>
                      <a:endParaRPr lang="en-US" sz="80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8741"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Rainy</a:t>
                      </a:r>
                      <a:endParaRPr lang="en-US" sz="80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Warm</a:t>
                      </a:r>
                      <a:endParaRPr lang="en-US" sz="80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Normal</a:t>
                      </a:r>
                      <a:endParaRPr lang="en-US" sz="80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Breeze</a:t>
                      </a:r>
                      <a:endParaRPr lang="en-US" sz="80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Same</a:t>
                      </a:r>
                      <a:endParaRPr lang="en-US" sz="80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Yes</a:t>
                      </a:r>
                      <a:endParaRPr lang="en-US" sz="80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Content Placeholder 2"/>
          <p:cNvSpPr>
            <a:spLocks noGrp="1"/>
          </p:cNvSpPr>
          <p:nvPr>
            <p:ph sz="quarter" idx="10"/>
          </p:nvPr>
        </p:nvSpPr>
        <p:spPr>
          <a:xfrm>
            <a:off x="304800" y="589597"/>
            <a:ext cx="6324600" cy="609600"/>
          </a:xfrm>
        </p:spPr>
        <p:txBody>
          <a:bodyPr>
            <a:normAutofit/>
          </a:bodyPr>
          <a:lstStyle/>
          <a:p>
            <a:r>
              <a:rPr lang="en-US" altLang="en-US" sz="2000" dirty="0" smtClean="0"/>
              <a:t>Example: Play Tennis – Learning Phase</a:t>
            </a:r>
            <a:endParaRPr lang="en-IN" sz="2000" dirty="0"/>
          </a:p>
        </p:txBody>
      </p:sp>
      <p:grpSp>
        <p:nvGrpSpPr>
          <p:cNvPr id="9" name="Group 8"/>
          <p:cNvGrpSpPr/>
          <p:nvPr/>
        </p:nvGrpSpPr>
        <p:grpSpPr>
          <a:xfrm>
            <a:off x="579549" y="1687359"/>
            <a:ext cx="8258671" cy="1046458"/>
            <a:chOff x="808192" y="2624224"/>
            <a:chExt cx="6933258" cy="1964705"/>
          </a:xfrm>
        </p:grpSpPr>
        <p:pic>
          <p:nvPicPr>
            <p:cNvPr id="10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48247" y="2624224"/>
              <a:ext cx="3387396" cy="1052238"/>
            </a:xfrm>
            <a:prstGeom prst="rect">
              <a:avLst/>
            </a:prstGeom>
          </p:spPr>
        </p:pic>
        <p:sp>
          <p:nvSpPr>
            <p:cNvPr id="11" name="object 8"/>
            <p:cNvSpPr txBox="1"/>
            <p:nvPr/>
          </p:nvSpPr>
          <p:spPr>
            <a:xfrm>
              <a:off x="808192" y="3931773"/>
              <a:ext cx="6933258" cy="657156"/>
            </a:xfrm>
            <a:prstGeom prst="rect">
              <a:avLst/>
            </a:prstGeom>
          </p:spPr>
          <p:txBody>
            <a:bodyPr vert="horz" wrap="square" lIns="0" tIns="29135" rIns="0" bIns="0" rtlCol="0">
              <a:spAutoFit/>
            </a:bodyPr>
            <a:lstStyle/>
            <a:p>
              <a:pPr marL="33619" marR="26896" lvl="0" indent="358047" algn="l" defTabSz="914400" rtl="0" eaLnBrk="1" fontAlgn="auto" latinLnBrk="0" hangingPunct="1">
                <a:lnSpc>
                  <a:spcPts val="2471"/>
                </a:lnSpc>
                <a:spcBef>
                  <a:spcPts val="229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1800" b="0" i="0" u="none" strike="noStrike" kern="0" cap="none" spc="-4" normalizeH="0" baseline="0" noProof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mbria" panose="02040503050406030204" pitchFamily="18" charset="0"/>
                  <a:cs typeface="Comic Sans MS"/>
                  <a:sym typeface="Arial"/>
                </a:rPr>
                <a:t>                                                 </a:t>
              </a:r>
              <a:r>
                <a:rPr kumimoji="0" sz="1800" b="0" i="0" u="none" strike="noStrike" kern="0" cap="none" spc="-4" normalizeH="0" baseline="0" noProof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mbria" panose="02040503050406030204" pitchFamily="18" charset="0"/>
                  <a:cs typeface="Comic Sans MS"/>
                  <a:sym typeface="Arial"/>
                </a:rPr>
                <a:t>Number </a:t>
              </a:r>
              <a:r>
                <a:rPr kumimoji="0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mbria" panose="02040503050406030204" pitchFamily="18" charset="0"/>
                  <a:cs typeface="Comic Sans MS"/>
                  <a:sym typeface="Arial"/>
                </a:rPr>
                <a:t>of items in </a:t>
              </a:r>
              <a:r>
                <a:rPr kumimoji="0" sz="1800" b="0" i="0" u="none" strike="noStrike" kern="0" cap="none" spc="4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mbria" panose="02040503050406030204" pitchFamily="18" charset="0"/>
                  <a:cs typeface="Comic Sans MS"/>
                  <a:sym typeface="Arial"/>
                </a:rPr>
                <a:t> </a:t>
              </a:r>
              <a:r>
                <a:rPr kumimoji="0" sz="1800" b="0" i="0" u="none" strike="noStrike" kern="0" cap="none" spc="-4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mbria" panose="02040503050406030204" pitchFamily="18" charset="0"/>
                  <a:cs typeface="Comic Sans MS"/>
                  <a:sym typeface="Arial"/>
                </a:rPr>
                <a:t>dataset</a:t>
              </a:r>
              <a:r>
                <a:rPr kumimoji="0" sz="1800" b="0" i="0" u="none" strike="noStrike" kern="0" cap="none" spc="-18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mbria" panose="02040503050406030204" pitchFamily="18" charset="0"/>
                  <a:cs typeface="Comic Sans MS"/>
                  <a:sym typeface="Arial"/>
                </a:rPr>
                <a:t> </a:t>
              </a:r>
              <a:r>
                <a:rPr kumimoji="0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mbria" panose="02040503050406030204" pitchFamily="18" charset="0"/>
                  <a:cs typeface="Comic Sans MS"/>
                  <a:sym typeface="Arial"/>
                </a:rPr>
                <a:t>D</a:t>
              </a:r>
              <a:r>
                <a:rPr kumimoji="0" sz="1800" b="0" i="0" u="none" strike="noStrike" kern="0" cap="none" spc="-13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mbria" panose="02040503050406030204" pitchFamily="18" charset="0"/>
                  <a:cs typeface="Comic Sans MS"/>
                  <a:sym typeface="Arial"/>
                </a:rPr>
                <a:t> </a:t>
              </a:r>
              <a:r>
                <a:rPr kumimoji="0" sz="1800" b="0" i="0" u="none" strike="noStrike" kern="0" cap="none" spc="-4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mbria" panose="02040503050406030204" pitchFamily="18" charset="0"/>
                  <a:cs typeface="Comic Sans MS"/>
                  <a:sym typeface="Arial"/>
                </a:rPr>
                <a:t>for</a:t>
              </a:r>
              <a:r>
                <a:rPr kumimoji="0" sz="1800" b="0" i="0" u="none" strike="noStrike" kern="0" cap="none" spc="-13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mbria" panose="02040503050406030204" pitchFamily="18" charset="0"/>
                  <a:cs typeface="Comic Sans MS"/>
                  <a:sym typeface="Arial"/>
                </a:rPr>
                <a:t> </a:t>
              </a:r>
              <a:r>
                <a:rPr kumimoji="0" sz="1800" b="0" i="0" u="none" strike="noStrike" kern="0" cap="none" spc="-4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mbria" panose="02040503050406030204" pitchFamily="18" charset="0"/>
                  <a:cs typeface="Comic Sans MS"/>
                  <a:sym typeface="Arial"/>
                </a:rPr>
                <a:t>which</a:t>
              </a:r>
              <a:r>
                <a:rPr kumimoji="0" sz="1800" b="0" i="0" u="none" strike="noStrike" kern="0" cap="none" spc="-13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mbria" panose="02040503050406030204" pitchFamily="18" charset="0"/>
                  <a:cs typeface="Comic Sans MS"/>
                  <a:sym typeface="Arial"/>
                </a:rPr>
                <a:t> </a:t>
              </a:r>
              <a:r>
                <a:rPr kumimoji="0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mbria" panose="02040503050406030204" pitchFamily="18" charset="0"/>
                  <a:cs typeface="Comic Sans MS"/>
                  <a:sym typeface="Arial"/>
                </a:rPr>
                <a:t>Y=y</a:t>
              </a:r>
              <a:r>
                <a:rPr kumimoji="0" sz="1800" b="0" i="0" u="none" strike="noStrike" kern="0" cap="none" spc="0" normalizeH="0" baseline="-20833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mbria" panose="02040503050406030204" pitchFamily="18" charset="0"/>
                  <a:cs typeface="Comic Sans MS"/>
                  <a:sym typeface="Arial"/>
                </a:rPr>
                <a:t>k</a:t>
              </a:r>
            </a:p>
          </p:txBody>
        </p:sp>
      </p:grpSp>
      <p:graphicFrame>
        <p:nvGraphicFramePr>
          <p:cNvPr id="15" name="Group 128"/>
          <p:cNvGraphicFramePr>
            <a:graphicFrameLocks noGrp="1"/>
          </p:cNvGraphicFramePr>
          <p:nvPr>
            <p:extLst/>
          </p:nvPr>
        </p:nvGraphicFramePr>
        <p:xfrm>
          <a:off x="367246" y="2383797"/>
          <a:ext cx="2375954" cy="1101817"/>
        </p:xfrm>
        <a:graphic>
          <a:graphicData uri="http://schemas.openxmlformats.org/drawingml/2006/table">
            <a:tbl>
              <a:tblPr/>
              <a:tblGrid>
                <a:gridCol w="7916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26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16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4559">
                <a:tc>
                  <a:txBody>
                    <a:bodyPr/>
                    <a:lstStyle/>
                    <a:p>
                      <a:pPr marL="0" marR="0" lvl="0" indent="0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Sky</a:t>
                      </a:r>
                    </a:p>
                  </a:txBody>
                  <a:tcPr marL="78191" marR="78191" marT="39109" marB="3910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Play=Yes</a:t>
                      </a:r>
                    </a:p>
                  </a:txBody>
                  <a:tcPr marL="78191" marR="78191" marT="39109" marB="391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Play=No</a:t>
                      </a:r>
                    </a:p>
                  </a:txBody>
                  <a:tcPr marL="78191" marR="78191" marT="39109" marB="391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8629">
                <a:tc>
                  <a:txBody>
                    <a:bodyPr/>
                    <a:lstStyle/>
                    <a:p>
                      <a:pPr marL="0" marR="0" lvl="0" indent="0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Sunny</a:t>
                      </a:r>
                    </a:p>
                  </a:txBody>
                  <a:tcPr marL="78191" marR="78191" marT="39109" marB="3910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3/3</a:t>
                      </a:r>
                    </a:p>
                  </a:txBody>
                  <a:tcPr marL="78191" marR="78191" marT="39109" marB="391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2/4</a:t>
                      </a:r>
                    </a:p>
                  </a:txBody>
                  <a:tcPr marL="78191" marR="78191" marT="39109" marB="391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629">
                <a:tc>
                  <a:txBody>
                    <a:bodyPr/>
                    <a:lstStyle/>
                    <a:p>
                      <a:pPr marL="0" marR="0" lvl="0" indent="0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Rainy</a:t>
                      </a:r>
                    </a:p>
                  </a:txBody>
                  <a:tcPr marL="78191" marR="78191" marT="39109" marB="3910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0/3</a:t>
                      </a:r>
                    </a:p>
                  </a:txBody>
                  <a:tcPr marL="78191" marR="78191" marT="39109" marB="391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2/4</a:t>
                      </a:r>
                    </a:p>
                  </a:txBody>
                  <a:tcPr marL="78191" marR="78191" marT="39109" marB="391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6" name="Group 74"/>
          <p:cNvGraphicFramePr>
            <a:graphicFrameLocks noGrp="1"/>
          </p:cNvGraphicFramePr>
          <p:nvPr>
            <p:extLst/>
          </p:nvPr>
        </p:nvGraphicFramePr>
        <p:xfrm>
          <a:off x="365131" y="4093079"/>
          <a:ext cx="2492785" cy="1177736"/>
        </p:xfrm>
        <a:graphic>
          <a:graphicData uri="http://schemas.openxmlformats.org/drawingml/2006/table">
            <a:tbl>
              <a:tblPr/>
              <a:tblGrid>
                <a:gridCol w="8214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2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92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8769">
                <a:tc>
                  <a:txBody>
                    <a:bodyPr/>
                    <a:lstStyle/>
                    <a:p>
                      <a:pPr marL="0" marR="0" lvl="0" indent="0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AirTemp</a:t>
                      </a:r>
                      <a:endParaRPr kumimoji="0" lang="en-GB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8191" marR="78191" marT="39109" marB="3910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Play=Yes</a:t>
                      </a:r>
                    </a:p>
                  </a:txBody>
                  <a:tcPr marL="78191" marR="78191" marT="39109" marB="391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Play=No</a:t>
                      </a:r>
                    </a:p>
                  </a:txBody>
                  <a:tcPr marL="78191" marR="78191" marT="39109" marB="391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5546">
                <a:tc>
                  <a:txBody>
                    <a:bodyPr/>
                    <a:lstStyle/>
                    <a:p>
                      <a:pPr marL="0" marR="0" lvl="0" indent="0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Hot</a:t>
                      </a:r>
                    </a:p>
                  </a:txBody>
                  <a:tcPr marL="78191" marR="78191" marT="39109" marB="3910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0/3</a:t>
                      </a:r>
                    </a:p>
                  </a:txBody>
                  <a:tcPr marL="78191" marR="78191" marT="39109" marB="391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1/4</a:t>
                      </a:r>
                    </a:p>
                  </a:txBody>
                  <a:tcPr marL="78191" marR="78191" marT="39109" marB="391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5546">
                <a:tc>
                  <a:txBody>
                    <a:bodyPr/>
                    <a:lstStyle/>
                    <a:p>
                      <a:pPr marL="0" marR="0" lvl="0" indent="0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Warm</a:t>
                      </a:r>
                    </a:p>
                  </a:txBody>
                  <a:tcPr marL="78191" marR="78191" marT="39109" marB="3910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3/3</a:t>
                      </a:r>
                    </a:p>
                  </a:txBody>
                  <a:tcPr marL="78191" marR="78191" marT="39109" marB="391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1/4</a:t>
                      </a:r>
                    </a:p>
                  </a:txBody>
                  <a:tcPr marL="78191" marR="78191" marT="39109" marB="391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5546">
                <a:tc>
                  <a:txBody>
                    <a:bodyPr/>
                    <a:lstStyle/>
                    <a:p>
                      <a:pPr marL="0" marR="0" lvl="0" indent="0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Cold</a:t>
                      </a:r>
                    </a:p>
                  </a:txBody>
                  <a:tcPr marL="78191" marR="78191" marT="39109" marB="3910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0/3</a:t>
                      </a:r>
                    </a:p>
                  </a:txBody>
                  <a:tcPr marL="78191" marR="78191" marT="39109" marB="391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2/4</a:t>
                      </a:r>
                    </a:p>
                  </a:txBody>
                  <a:tcPr marL="78191" marR="78191" marT="39109" marB="391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7" name="Group 132"/>
          <p:cNvGraphicFramePr>
            <a:graphicFrameLocks noGrp="1"/>
          </p:cNvGraphicFramePr>
          <p:nvPr>
            <p:extLst/>
          </p:nvPr>
        </p:nvGraphicFramePr>
        <p:xfrm>
          <a:off x="407578" y="5533853"/>
          <a:ext cx="2335622" cy="894600"/>
        </p:xfrm>
        <a:graphic>
          <a:graphicData uri="http://schemas.openxmlformats.org/drawingml/2006/table">
            <a:tbl>
              <a:tblPr/>
              <a:tblGrid>
                <a:gridCol w="7653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10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9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1528">
                <a:tc>
                  <a:txBody>
                    <a:bodyPr/>
                    <a:lstStyle/>
                    <a:p>
                      <a:pPr marL="0" marR="0" lvl="0" indent="0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Humidity</a:t>
                      </a:r>
                    </a:p>
                  </a:txBody>
                  <a:tcPr marL="78191" marR="78191" marT="39095" marB="3909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Play=Yes</a:t>
                      </a:r>
                    </a:p>
                  </a:txBody>
                  <a:tcPr marL="78191" marR="78191" marT="39095" marB="3909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Play=No</a:t>
                      </a:r>
                    </a:p>
                  </a:txBody>
                  <a:tcPr marL="78191" marR="78191" marT="39095" marB="3909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6765">
                <a:tc>
                  <a:txBody>
                    <a:bodyPr/>
                    <a:lstStyle/>
                    <a:p>
                      <a:pPr marL="0" marR="0" lvl="0" indent="0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High</a:t>
                      </a:r>
                    </a:p>
                  </a:txBody>
                  <a:tcPr marL="78191" marR="78191" marT="39095" marB="3909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1/3</a:t>
                      </a:r>
                    </a:p>
                  </a:txBody>
                  <a:tcPr marL="78191" marR="78191" marT="39095" marB="3909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3/4</a:t>
                      </a:r>
                    </a:p>
                  </a:txBody>
                  <a:tcPr marL="78191" marR="78191" marT="39095" marB="3909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6765">
                <a:tc>
                  <a:txBody>
                    <a:bodyPr/>
                    <a:lstStyle/>
                    <a:p>
                      <a:pPr marL="0" marR="0" lvl="0" indent="0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Normal</a:t>
                      </a:r>
                    </a:p>
                  </a:txBody>
                  <a:tcPr marL="78191" marR="78191" marT="39095" marB="3909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2/3</a:t>
                      </a:r>
                    </a:p>
                  </a:txBody>
                  <a:tcPr marL="78191" marR="78191" marT="39095" marB="3909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1/4</a:t>
                      </a:r>
                    </a:p>
                  </a:txBody>
                  <a:tcPr marL="78191" marR="78191" marT="39095" marB="3909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8" name="Group 137"/>
          <p:cNvGraphicFramePr>
            <a:graphicFrameLocks noGrp="1"/>
          </p:cNvGraphicFramePr>
          <p:nvPr>
            <p:extLst/>
          </p:nvPr>
        </p:nvGraphicFramePr>
        <p:xfrm>
          <a:off x="3240323" y="2752049"/>
          <a:ext cx="2259264" cy="1158124"/>
        </p:xfrm>
        <a:graphic>
          <a:graphicData uri="http://schemas.openxmlformats.org/drawingml/2006/table">
            <a:tbl>
              <a:tblPr/>
              <a:tblGrid>
                <a:gridCol w="6469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17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0060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43950">
                <a:tc>
                  <a:txBody>
                    <a:bodyPr/>
                    <a:lstStyle/>
                    <a:p>
                      <a:pPr marL="0" marR="0" lvl="0" indent="0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Wind</a:t>
                      </a:r>
                    </a:p>
                  </a:txBody>
                  <a:tcPr marL="78191" marR="78191" marT="39095" marB="3909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Play=Yes</a:t>
                      </a:r>
                    </a:p>
                  </a:txBody>
                  <a:tcPr marL="78191" marR="78191" marT="39095" marB="3909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Play=No</a:t>
                      </a:r>
                    </a:p>
                  </a:txBody>
                  <a:tcPr marL="78191" marR="78191" marT="39095" marB="3909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7087">
                <a:tc>
                  <a:txBody>
                    <a:bodyPr/>
                    <a:lstStyle/>
                    <a:p>
                      <a:pPr marL="0" marR="0" lvl="0" indent="0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Strong</a:t>
                      </a:r>
                    </a:p>
                  </a:txBody>
                  <a:tcPr marL="78191" marR="78191" marT="39095" marB="3909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2/3</a:t>
                      </a:r>
                    </a:p>
                  </a:txBody>
                  <a:tcPr marL="78191" marR="78191" marT="39095" marB="3909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3/4</a:t>
                      </a:r>
                    </a:p>
                  </a:txBody>
                  <a:tcPr marL="78191" marR="78191" marT="39095" marB="3909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7087">
                <a:tc>
                  <a:txBody>
                    <a:bodyPr/>
                    <a:lstStyle/>
                    <a:p>
                      <a:pPr marL="0" marR="0" lvl="0" indent="0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Breeze</a:t>
                      </a:r>
                    </a:p>
                  </a:txBody>
                  <a:tcPr marL="78191" marR="78191" marT="39095" marB="3909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1/3</a:t>
                      </a:r>
                    </a:p>
                  </a:txBody>
                  <a:tcPr marL="78191" marR="78191" marT="39095" marB="3909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1/4</a:t>
                      </a:r>
                    </a:p>
                  </a:txBody>
                  <a:tcPr marL="78191" marR="78191" marT="39095" marB="3909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9" name="Group 137"/>
          <p:cNvGraphicFramePr>
            <a:graphicFrameLocks noGrp="1"/>
          </p:cNvGraphicFramePr>
          <p:nvPr>
            <p:extLst/>
          </p:nvPr>
        </p:nvGraphicFramePr>
        <p:xfrm>
          <a:off x="3240323" y="4092682"/>
          <a:ext cx="2403727" cy="1158124"/>
        </p:xfrm>
        <a:graphic>
          <a:graphicData uri="http://schemas.openxmlformats.org/drawingml/2006/table">
            <a:tbl>
              <a:tblPr/>
              <a:tblGrid>
                <a:gridCol w="7913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17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0060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43950">
                <a:tc>
                  <a:txBody>
                    <a:bodyPr/>
                    <a:lstStyle/>
                    <a:p>
                      <a:pPr marL="0" marR="0" lvl="0" indent="0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Forecast</a:t>
                      </a:r>
                    </a:p>
                  </a:txBody>
                  <a:tcPr marL="78191" marR="78191" marT="39095" marB="3909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Play=Yes</a:t>
                      </a:r>
                    </a:p>
                  </a:txBody>
                  <a:tcPr marL="78191" marR="78191" marT="39095" marB="3909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Play=No</a:t>
                      </a:r>
                    </a:p>
                  </a:txBody>
                  <a:tcPr marL="78191" marR="78191" marT="39095" marB="3909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7087">
                <a:tc>
                  <a:txBody>
                    <a:bodyPr/>
                    <a:lstStyle/>
                    <a:p>
                      <a:pPr marL="0" marR="0" lvl="0" indent="0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Same</a:t>
                      </a:r>
                    </a:p>
                  </a:txBody>
                  <a:tcPr marL="78191" marR="78191" marT="39095" marB="3909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2/3</a:t>
                      </a:r>
                    </a:p>
                  </a:txBody>
                  <a:tcPr marL="78191" marR="78191" marT="39095" marB="3909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2/4</a:t>
                      </a:r>
                    </a:p>
                  </a:txBody>
                  <a:tcPr marL="78191" marR="78191" marT="39095" marB="3909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7087">
                <a:tc>
                  <a:txBody>
                    <a:bodyPr/>
                    <a:lstStyle/>
                    <a:p>
                      <a:pPr marL="0" marR="0" lvl="0" indent="0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Change</a:t>
                      </a:r>
                    </a:p>
                  </a:txBody>
                  <a:tcPr marL="78191" marR="78191" marT="39095" marB="3909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1/3</a:t>
                      </a:r>
                    </a:p>
                  </a:txBody>
                  <a:tcPr marL="78191" marR="78191" marT="39095" marB="3909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2/4</a:t>
                      </a:r>
                    </a:p>
                  </a:txBody>
                  <a:tcPr marL="78191" marR="78191" marT="39095" marB="3909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0" name="Rectangle 19"/>
          <p:cNvSpPr/>
          <p:nvPr/>
        </p:nvSpPr>
        <p:spPr>
          <a:xfrm>
            <a:off x="-228600" y="1365637"/>
            <a:ext cx="2341025" cy="3416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522288" marR="0" lvl="1" indent="0" algn="l" defTabSz="1042988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US" altLang="en-US" sz="1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Arial"/>
              </a:rPr>
              <a:t>Look up tables</a:t>
            </a:r>
          </a:p>
        </p:txBody>
      </p:sp>
      <p:sp>
        <p:nvSpPr>
          <p:cNvPr id="21" name="object 3"/>
          <p:cNvSpPr txBox="1"/>
          <p:nvPr/>
        </p:nvSpPr>
        <p:spPr>
          <a:xfrm>
            <a:off x="3268357" y="1350962"/>
            <a:ext cx="5549713" cy="288314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 marR="0" lvl="0" indent="0" algn="l" defTabSz="914400" rtl="0" eaLnBrk="1" fontAlgn="auto" latinLnBrk="0" hangingPunct="1">
              <a:lnSpc>
                <a:spcPct val="100000"/>
              </a:lnSpc>
              <a:spcBef>
                <a:spcPts val="88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mbria" panose="02040503050406030204" pitchFamily="18" charset="0"/>
                <a:cs typeface="Arial MT"/>
                <a:sym typeface="Arial"/>
              </a:rPr>
              <a:t>Maximum</a:t>
            </a:r>
            <a:r>
              <a:rPr kumimoji="0" sz="1800" b="0" i="0" u="none" strike="noStrike" kern="0" cap="none" spc="-13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mbria" panose="02040503050406030204" pitchFamily="18" charset="0"/>
                <a:cs typeface="Arial MT"/>
                <a:sym typeface="Arial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mbria" panose="02040503050406030204" pitchFamily="18" charset="0"/>
                <a:cs typeface="Arial MT"/>
                <a:sym typeface="Arial"/>
              </a:rPr>
              <a:t>likelihood</a:t>
            </a:r>
            <a:r>
              <a:rPr kumimoji="0" sz="1800" b="0" i="0" u="none" strike="noStrike" kern="0" cap="none" spc="-9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mbria" panose="02040503050406030204" pitchFamily="18" charset="0"/>
                <a:cs typeface="Arial MT"/>
                <a:sym typeface="Arial"/>
              </a:rPr>
              <a:t> </a:t>
            </a:r>
            <a:r>
              <a:rPr kumimoji="0" sz="1800" b="0" i="0" u="none" strike="noStrike" kern="0" cap="none" spc="-4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mbria" panose="02040503050406030204" pitchFamily="18" charset="0"/>
                <a:cs typeface="Arial MT"/>
                <a:sym typeface="Arial"/>
              </a:rPr>
              <a:t>estimates</a:t>
            </a:r>
            <a:r>
              <a:rPr kumimoji="0" sz="1800" b="0" i="0" u="none" strike="noStrike" kern="0" cap="none" spc="-13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mbria" panose="02040503050406030204" pitchFamily="18" charset="0"/>
                <a:cs typeface="Arial MT"/>
                <a:sym typeface="Arial"/>
              </a:rPr>
              <a:t> </a:t>
            </a:r>
            <a:r>
              <a:rPr kumimoji="0" sz="1800" b="0" i="0" u="none" strike="noStrike" kern="0" cap="none" spc="-4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mbria" panose="02040503050406030204" pitchFamily="18" charset="0"/>
                <a:cs typeface="Arial MT"/>
                <a:sym typeface="Arial"/>
              </a:rPr>
              <a:t>(MLE</a:t>
            </a:r>
            <a:r>
              <a:rPr kumimoji="0" sz="1800" b="0" i="0" u="none" strike="noStrike" kern="0" cap="none" spc="-4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mbria" panose="02040503050406030204" pitchFamily="18" charset="0"/>
                <a:cs typeface="MS PGothic"/>
                <a:sym typeface="Arial"/>
              </a:rPr>
              <a:t>’</a:t>
            </a:r>
            <a:r>
              <a:rPr kumimoji="0" sz="1800" b="0" i="0" u="none" strike="noStrike" kern="0" cap="none" spc="-4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mbria" panose="02040503050406030204" pitchFamily="18" charset="0"/>
                <a:cs typeface="Arial MT"/>
                <a:sym typeface="Arial"/>
              </a:rPr>
              <a:t>s):</a:t>
            </a: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mbria" panose="02040503050406030204" pitchFamily="18" charset="0"/>
              <a:cs typeface="Arial MT"/>
              <a:sym typeface="Arial"/>
            </a:endParaRPr>
          </a:p>
        </p:txBody>
      </p:sp>
      <p:pic>
        <p:nvPicPr>
          <p:cNvPr id="22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644050" y="1707269"/>
            <a:ext cx="2462131" cy="485965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353202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04800" y="1371600"/>
            <a:ext cx="8229600" cy="5257800"/>
          </a:xfrm>
        </p:spPr>
        <p:txBody>
          <a:bodyPr>
            <a:noAutofit/>
          </a:bodyPr>
          <a:lstStyle/>
          <a:p>
            <a:pPr marL="0" indent="0"/>
            <a:r>
              <a:rPr lang="en-US" sz="1400" i="1" dirty="0" smtClean="0"/>
              <a:t>P(Enjoy=Yes | X) </a:t>
            </a:r>
            <a:r>
              <a:rPr lang="en-US" sz="1400" i="1" dirty="0"/>
              <a:t>= </a:t>
            </a:r>
            <a:r>
              <a:rPr lang="en-US" sz="1400" i="1" dirty="0" smtClean="0"/>
              <a:t>P(X </a:t>
            </a:r>
            <a:r>
              <a:rPr lang="en-US" sz="1400" i="1" dirty="0"/>
              <a:t>| </a:t>
            </a:r>
            <a:r>
              <a:rPr lang="en-US" sz="1400" i="1" dirty="0" smtClean="0"/>
              <a:t>Enjoy=Yes). P(Enjoy=Yes) </a:t>
            </a:r>
            <a:r>
              <a:rPr lang="en-US" sz="1400" i="1" dirty="0"/>
              <a:t>/ </a:t>
            </a:r>
            <a:r>
              <a:rPr lang="en-US" sz="1400" i="1" dirty="0" smtClean="0"/>
              <a:t>P(X)</a:t>
            </a:r>
          </a:p>
          <a:p>
            <a:pPr marL="0" indent="0"/>
            <a:r>
              <a:rPr lang="en-US" sz="1400" i="1" dirty="0" smtClean="0"/>
              <a:t>= </a:t>
            </a:r>
            <a:r>
              <a:rPr lang="en-US" sz="1400" i="1" dirty="0"/>
              <a:t>P(X | Enjoy=Yes). P(Enjoy=Yes</a:t>
            </a:r>
            <a:r>
              <a:rPr lang="en-US" sz="1400" i="1" dirty="0" smtClean="0"/>
              <a:t>)</a:t>
            </a:r>
          </a:p>
          <a:p>
            <a:pPr marL="0" indent="0"/>
            <a:r>
              <a:rPr lang="en-US" sz="1400" i="1" dirty="0"/>
              <a:t>= P(X | Enjoy=Yes). </a:t>
            </a:r>
            <a:r>
              <a:rPr lang="en-US" sz="1400" i="1" dirty="0" smtClean="0"/>
              <a:t>(3/7)</a:t>
            </a:r>
          </a:p>
          <a:p>
            <a:pPr marL="0" indent="0"/>
            <a:r>
              <a:rPr lang="en-US" sz="1400" i="1" dirty="0" smtClean="0"/>
              <a:t>= P(Sunny </a:t>
            </a:r>
            <a:r>
              <a:rPr lang="en-US" sz="1400" i="1" dirty="0"/>
              <a:t>| Enjoy=Yes</a:t>
            </a:r>
            <a:r>
              <a:rPr lang="en-US" sz="1400" i="1" dirty="0" smtClean="0"/>
              <a:t>). P(Warm </a:t>
            </a:r>
            <a:r>
              <a:rPr lang="en-US" sz="1400" i="1" dirty="0"/>
              <a:t>| Enjoy=Yes</a:t>
            </a:r>
            <a:r>
              <a:rPr lang="en-US" sz="1400" i="1" dirty="0" smtClean="0"/>
              <a:t>). P(Normal </a:t>
            </a:r>
            <a:r>
              <a:rPr lang="en-US" sz="1400" i="1" dirty="0"/>
              <a:t>| Enjoy=Yes).</a:t>
            </a:r>
            <a:r>
              <a:rPr lang="en-US" sz="1400" i="1" dirty="0" smtClean="0"/>
              <a:t> P(Strong </a:t>
            </a:r>
            <a:r>
              <a:rPr lang="en-US" sz="1400" i="1" dirty="0"/>
              <a:t>| Enjoy=Yes</a:t>
            </a:r>
            <a:r>
              <a:rPr lang="en-US" sz="1400" i="1" dirty="0" smtClean="0"/>
              <a:t>).</a:t>
            </a:r>
            <a:r>
              <a:rPr lang="en-US" sz="1400" i="1" dirty="0"/>
              <a:t> </a:t>
            </a:r>
            <a:r>
              <a:rPr lang="en-US" sz="1400" i="1" dirty="0" smtClean="0"/>
              <a:t>P(Change </a:t>
            </a:r>
            <a:r>
              <a:rPr lang="en-US" sz="1400" i="1" dirty="0"/>
              <a:t>| Enjoy=Yes).</a:t>
            </a:r>
            <a:r>
              <a:rPr lang="en-US" sz="1400" i="1" dirty="0" smtClean="0"/>
              <a:t>(</a:t>
            </a:r>
            <a:r>
              <a:rPr lang="en-US" sz="1400" i="1" dirty="0"/>
              <a:t>3/7</a:t>
            </a:r>
            <a:r>
              <a:rPr lang="en-US" sz="1400" i="1" dirty="0" smtClean="0"/>
              <a:t>)</a:t>
            </a:r>
          </a:p>
          <a:p>
            <a:pPr marL="0" indent="0"/>
            <a:r>
              <a:rPr lang="en-US" sz="1400" i="1" dirty="0" smtClean="0"/>
              <a:t>= (3/3) . (3/3) . (2/3) . (2/3) . (1/3) . (3/7)</a:t>
            </a:r>
          </a:p>
          <a:p>
            <a:pPr marL="0" indent="0"/>
            <a:r>
              <a:rPr lang="en-US" sz="1400" i="1" dirty="0" smtClean="0"/>
              <a:t>=0.0635</a:t>
            </a:r>
          </a:p>
          <a:p>
            <a:pPr marL="0" indent="0"/>
            <a:endParaRPr lang="en-US" sz="1400" i="1" dirty="0"/>
          </a:p>
          <a:p>
            <a:pPr marL="0" indent="0"/>
            <a:endParaRPr lang="en-US" sz="1400" i="1" dirty="0" smtClean="0"/>
          </a:p>
          <a:p>
            <a:pPr marL="0" indent="0"/>
            <a:r>
              <a:rPr lang="en-US" sz="1400" i="1" dirty="0">
                <a:solidFill>
                  <a:srgbClr val="7030A0"/>
                </a:solidFill>
              </a:rPr>
              <a:t>P(Enjoy=Yes | X)  &gt; P(Enjoy=No | X)  </a:t>
            </a:r>
            <a:r>
              <a:rPr lang="en-US" sz="1400" i="1" dirty="0">
                <a:solidFill>
                  <a:srgbClr val="7030A0"/>
                </a:solidFill>
                <a:sym typeface="Wingdings" panose="05000000000000000000" pitchFamily="2" charset="2"/>
              </a:rPr>
              <a:t> </a:t>
            </a:r>
            <a:r>
              <a:rPr lang="en-US" sz="1400" dirty="0">
                <a:solidFill>
                  <a:srgbClr val="7030A0"/>
                </a:solidFill>
              </a:rPr>
              <a:t> </a:t>
            </a:r>
            <a:r>
              <a:rPr lang="en-US" sz="1400" dirty="0" err="1">
                <a:solidFill>
                  <a:srgbClr val="7030A0"/>
                </a:solidFill>
              </a:rPr>
              <a:t>EnjoySport</a:t>
            </a:r>
            <a:r>
              <a:rPr lang="en-US" sz="1400" dirty="0">
                <a:solidFill>
                  <a:srgbClr val="7030A0"/>
                </a:solidFill>
              </a:rPr>
              <a:t> = </a:t>
            </a:r>
            <a:r>
              <a:rPr lang="en-US" sz="1400" b="1" dirty="0">
                <a:solidFill>
                  <a:srgbClr val="7030A0"/>
                </a:solidFill>
              </a:rPr>
              <a:t>Yes</a:t>
            </a:r>
            <a:r>
              <a:rPr lang="en-US" sz="1400" b="1" dirty="0"/>
              <a:t> </a:t>
            </a:r>
          </a:p>
          <a:p>
            <a:pPr marL="0" indent="0"/>
            <a:endParaRPr lang="en-US" sz="1400" i="1" dirty="0" smtClean="0"/>
          </a:p>
          <a:p>
            <a:pPr marL="0" indent="0"/>
            <a:endParaRPr lang="en-US" sz="1400" i="1" dirty="0" smtClean="0"/>
          </a:p>
          <a:p>
            <a:pPr marL="0" indent="0"/>
            <a:endParaRPr lang="en-US" sz="1400" i="1" dirty="0"/>
          </a:p>
          <a:p>
            <a:pPr marL="0" indent="0"/>
            <a:r>
              <a:rPr lang="en-US" sz="1400" i="1" dirty="0" smtClean="0"/>
              <a:t>P(Enjoy=No </a:t>
            </a:r>
            <a:r>
              <a:rPr lang="en-US" sz="1400" i="1" dirty="0"/>
              <a:t>| X</a:t>
            </a:r>
            <a:r>
              <a:rPr lang="en-US" sz="1400" i="1" dirty="0" smtClean="0"/>
              <a:t>) </a:t>
            </a:r>
            <a:r>
              <a:rPr lang="en-US" sz="1400" i="1" dirty="0"/>
              <a:t>= P(X | </a:t>
            </a:r>
            <a:r>
              <a:rPr lang="en-US" sz="1400" i="1" dirty="0" smtClean="0"/>
              <a:t>Enjoy=No). P(Enjoy=No) </a:t>
            </a:r>
            <a:r>
              <a:rPr lang="en-US" sz="1400" i="1" dirty="0"/>
              <a:t>/ P(X)</a:t>
            </a:r>
            <a:endParaRPr lang="en-US" sz="1400" dirty="0" smtClean="0"/>
          </a:p>
          <a:p>
            <a:pPr marL="0" indent="0"/>
            <a:r>
              <a:rPr lang="en-US" sz="1400" i="1" dirty="0" smtClean="0"/>
              <a:t>= </a:t>
            </a:r>
            <a:r>
              <a:rPr lang="en-US" sz="1400" i="1" dirty="0"/>
              <a:t>P(X | Enjoy=No). P(Enjoy=No) </a:t>
            </a:r>
            <a:endParaRPr lang="en-US" sz="1400" i="1" dirty="0" smtClean="0"/>
          </a:p>
          <a:p>
            <a:pPr marL="0" indent="0"/>
            <a:r>
              <a:rPr lang="en-US" sz="1400" i="1" dirty="0"/>
              <a:t>= P(X | Enjoy=No). </a:t>
            </a:r>
            <a:r>
              <a:rPr lang="en-US" sz="1400" i="1" dirty="0" smtClean="0"/>
              <a:t>(4/7)</a:t>
            </a:r>
          </a:p>
          <a:p>
            <a:pPr marL="0" indent="0"/>
            <a:r>
              <a:rPr lang="en-US" sz="1400" i="1" dirty="0"/>
              <a:t>= P(Sunny | </a:t>
            </a:r>
            <a:r>
              <a:rPr lang="en-US" sz="1400" i="1" dirty="0" smtClean="0"/>
              <a:t>Enjoy=No). </a:t>
            </a:r>
            <a:r>
              <a:rPr lang="en-US" sz="1400" i="1" dirty="0"/>
              <a:t>P(Warm | </a:t>
            </a:r>
            <a:r>
              <a:rPr lang="en-US" sz="1400" i="1" dirty="0" smtClean="0"/>
              <a:t>Enjoy=No). </a:t>
            </a:r>
            <a:r>
              <a:rPr lang="en-US" sz="1400" i="1" dirty="0"/>
              <a:t>P(Normal | </a:t>
            </a:r>
            <a:r>
              <a:rPr lang="en-US" sz="1400" i="1" dirty="0" smtClean="0"/>
              <a:t>Enjoy=No). </a:t>
            </a:r>
            <a:r>
              <a:rPr lang="en-US" sz="1400" i="1" dirty="0"/>
              <a:t>P(Strong | </a:t>
            </a:r>
            <a:r>
              <a:rPr lang="en-US" sz="1400" i="1" dirty="0" smtClean="0"/>
              <a:t>Enjoy=No). </a:t>
            </a:r>
            <a:r>
              <a:rPr lang="en-US" sz="1400" i="1" dirty="0"/>
              <a:t>P(Change | </a:t>
            </a:r>
            <a:r>
              <a:rPr lang="en-US" sz="1400" i="1" dirty="0" smtClean="0"/>
              <a:t>Enjoy=No). </a:t>
            </a:r>
            <a:r>
              <a:rPr lang="en-US" sz="1400" i="1" dirty="0"/>
              <a:t>(4/7</a:t>
            </a:r>
            <a:r>
              <a:rPr lang="en-US" sz="1400" i="1" dirty="0" smtClean="0"/>
              <a:t>)</a:t>
            </a:r>
          </a:p>
          <a:p>
            <a:pPr marL="0" indent="0"/>
            <a:r>
              <a:rPr lang="en-US" sz="1400" i="1" dirty="0" smtClean="0"/>
              <a:t>= (2/4) . (1/4) . (1/4) . (3/4) . (2/4) . (4/7)</a:t>
            </a:r>
          </a:p>
          <a:p>
            <a:pPr marL="0" indent="0"/>
            <a:r>
              <a:rPr lang="en-US" sz="1400" i="1" dirty="0" smtClean="0"/>
              <a:t>= 0.006696</a:t>
            </a:r>
            <a:endParaRPr lang="en-US" sz="1400" dirty="0"/>
          </a:p>
          <a:p>
            <a:pPr marL="0" indent="0"/>
            <a:endParaRPr lang="en-US" sz="1400" dirty="0"/>
          </a:p>
          <a:p>
            <a:pPr marL="0" indent="0"/>
            <a:endParaRPr lang="en-US" sz="1400" dirty="0" smtClean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304800" y="589597"/>
            <a:ext cx="6324600" cy="609600"/>
          </a:xfrm>
        </p:spPr>
        <p:txBody>
          <a:bodyPr>
            <a:normAutofit/>
          </a:bodyPr>
          <a:lstStyle/>
          <a:p>
            <a:r>
              <a:rPr lang="en-US" altLang="en-US" sz="2000" dirty="0" smtClean="0"/>
              <a:t>Example: Play Tennis - </a:t>
            </a:r>
            <a:r>
              <a:rPr lang="en-US" altLang="en-US" sz="2000" dirty="0"/>
              <a:t>Testing Phase</a:t>
            </a:r>
            <a:endParaRPr lang="en-IN" sz="2000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/>
          </p:nvPr>
        </p:nvGraphicFramePr>
        <p:xfrm>
          <a:off x="5791200" y="2402541"/>
          <a:ext cx="3352800" cy="2972007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4437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68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64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930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4236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9028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3338"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Sky</a:t>
                      </a:r>
                      <a:endParaRPr lang="en-US" sz="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err="1" smtClean="0"/>
                        <a:t>AirTemp</a:t>
                      </a:r>
                      <a:endParaRPr lang="en-US" sz="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Humidity</a:t>
                      </a:r>
                      <a:endParaRPr lang="en-US" sz="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Wind</a:t>
                      </a:r>
                      <a:endParaRPr lang="en-US" sz="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Forecast</a:t>
                      </a:r>
                      <a:endParaRPr lang="en-US" sz="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Enjoy</a:t>
                      </a:r>
                    </a:p>
                    <a:p>
                      <a:r>
                        <a:rPr lang="en-US" sz="800" dirty="0" smtClean="0"/>
                        <a:t>Sport?</a:t>
                      </a:r>
                      <a:endParaRPr lang="en-US" sz="800" b="1" i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741">
                <a:tc>
                  <a:txBody>
                    <a:bodyPr/>
                    <a:lstStyle/>
                    <a:p>
                      <a:r>
                        <a:rPr lang="en-US" sz="800" dirty="0" smtClean="0">
                          <a:solidFill>
                            <a:srgbClr val="0070C0"/>
                          </a:solidFill>
                        </a:rPr>
                        <a:t>Sunny</a:t>
                      </a:r>
                      <a:endParaRPr lang="en-US" sz="80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>
                          <a:solidFill>
                            <a:srgbClr val="0070C0"/>
                          </a:solidFill>
                        </a:rPr>
                        <a:t>Warm</a:t>
                      </a:r>
                      <a:endParaRPr lang="en-US" sz="80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>
                          <a:solidFill>
                            <a:srgbClr val="0070C0"/>
                          </a:solidFill>
                        </a:rPr>
                        <a:t>Normal</a:t>
                      </a:r>
                      <a:endParaRPr lang="en-US" sz="80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smtClean="0">
                          <a:solidFill>
                            <a:srgbClr val="0070C0"/>
                          </a:solidFill>
                        </a:rPr>
                        <a:t>Strong</a:t>
                      </a:r>
                      <a:endParaRPr lang="en-US" sz="80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smtClean="0">
                          <a:solidFill>
                            <a:srgbClr val="0070C0"/>
                          </a:solidFill>
                        </a:rPr>
                        <a:t>Same</a:t>
                      </a:r>
                      <a:endParaRPr lang="en-US" sz="80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>
                          <a:solidFill>
                            <a:srgbClr val="0070C0"/>
                          </a:solidFill>
                        </a:rPr>
                        <a:t>Yes</a:t>
                      </a:r>
                      <a:endParaRPr lang="en-US" sz="80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741"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Sunny</a:t>
                      </a:r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Warm</a:t>
                      </a:r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smtClean="0"/>
                        <a:t>High</a:t>
                      </a:r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smtClean="0"/>
                        <a:t>Strong</a:t>
                      </a:r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smtClean="0"/>
                        <a:t>Same</a:t>
                      </a:r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No</a:t>
                      </a:r>
                      <a:endParaRPr 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8741">
                <a:tc>
                  <a:txBody>
                    <a:bodyPr/>
                    <a:lstStyle/>
                    <a:p>
                      <a:r>
                        <a:rPr lang="en-US" sz="800" smtClean="0"/>
                        <a:t>Rainy</a:t>
                      </a:r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smtClean="0"/>
                        <a:t>Cold</a:t>
                      </a:r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smtClean="0"/>
                        <a:t>High</a:t>
                      </a:r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Strong</a:t>
                      </a:r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smtClean="0"/>
                        <a:t>Change</a:t>
                      </a:r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No</a:t>
                      </a:r>
                      <a:endParaRPr 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8741">
                <a:tc>
                  <a:txBody>
                    <a:bodyPr/>
                    <a:lstStyle/>
                    <a:p>
                      <a:r>
                        <a:rPr lang="en-US" sz="800" dirty="0" smtClean="0">
                          <a:solidFill>
                            <a:srgbClr val="0070C0"/>
                          </a:solidFill>
                        </a:rPr>
                        <a:t>Sunny</a:t>
                      </a:r>
                      <a:endParaRPr lang="en-US" sz="80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>
                          <a:solidFill>
                            <a:srgbClr val="0070C0"/>
                          </a:solidFill>
                        </a:rPr>
                        <a:t>Warm</a:t>
                      </a:r>
                      <a:endParaRPr lang="en-US" sz="80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>
                          <a:solidFill>
                            <a:srgbClr val="0070C0"/>
                          </a:solidFill>
                        </a:rPr>
                        <a:t>Normal</a:t>
                      </a:r>
                      <a:endParaRPr lang="en-US" sz="80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>
                          <a:solidFill>
                            <a:srgbClr val="0070C0"/>
                          </a:solidFill>
                        </a:rPr>
                        <a:t>Breeze</a:t>
                      </a:r>
                      <a:endParaRPr lang="en-US" sz="80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smtClean="0">
                          <a:solidFill>
                            <a:srgbClr val="0070C0"/>
                          </a:solidFill>
                        </a:rPr>
                        <a:t>Same</a:t>
                      </a:r>
                      <a:endParaRPr lang="en-US" sz="80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>
                          <a:solidFill>
                            <a:srgbClr val="0070C0"/>
                          </a:solidFill>
                        </a:rPr>
                        <a:t>Yes</a:t>
                      </a:r>
                      <a:endParaRPr lang="en-US" sz="80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8741"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Sunny</a:t>
                      </a:r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Hot</a:t>
                      </a:r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Normal</a:t>
                      </a:r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Breeze</a:t>
                      </a:r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Same</a:t>
                      </a:r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No</a:t>
                      </a:r>
                      <a:endParaRPr 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8741">
                <a:tc>
                  <a:txBody>
                    <a:bodyPr/>
                    <a:lstStyle/>
                    <a:p>
                      <a:r>
                        <a:rPr lang="en-US" sz="800" smtClean="0"/>
                        <a:t>Rainy</a:t>
                      </a:r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smtClean="0"/>
                        <a:t>Cold</a:t>
                      </a:r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smtClean="0"/>
                        <a:t>High</a:t>
                      </a:r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smtClean="0"/>
                        <a:t>Strong</a:t>
                      </a:r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smtClean="0"/>
                        <a:t>Change</a:t>
                      </a:r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No</a:t>
                      </a:r>
                      <a:endParaRPr 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8741">
                <a:tc>
                  <a:txBody>
                    <a:bodyPr/>
                    <a:lstStyle/>
                    <a:p>
                      <a:r>
                        <a:rPr lang="en-US" sz="800" dirty="0" smtClean="0">
                          <a:solidFill>
                            <a:srgbClr val="0070C0"/>
                          </a:solidFill>
                        </a:rPr>
                        <a:t>Sunny</a:t>
                      </a:r>
                      <a:endParaRPr lang="en-US" sz="80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smtClean="0">
                          <a:solidFill>
                            <a:srgbClr val="0070C0"/>
                          </a:solidFill>
                        </a:rPr>
                        <a:t>Warm</a:t>
                      </a:r>
                      <a:endParaRPr lang="en-US" sz="80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smtClean="0">
                          <a:solidFill>
                            <a:srgbClr val="0070C0"/>
                          </a:solidFill>
                        </a:rPr>
                        <a:t>High</a:t>
                      </a:r>
                      <a:endParaRPr lang="en-US" sz="80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smtClean="0">
                          <a:solidFill>
                            <a:srgbClr val="0070C0"/>
                          </a:solidFill>
                        </a:rPr>
                        <a:t>Strong</a:t>
                      </a:r>
                      <a:endParaRPr lang="en-US" sz="80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smtClean="0">
                          <a:solidFill>
                            <a:srgbClr val="0070C0"/>
                          </a:solidFill>
                        </a:rPr>
                        <a:t>Change</a:t>
                      </a:r>
                      <a:endParaRPr lang="en-US" sz="80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>
                          <a:solidFill>
                            <a:srgbClr val="0070C0"/>
                          </a:solidFill>
                        </a:rPr>
                        <a:t>Yes</a:t>
                      </a:r>
                      <a:endParaRPr lang="en-US" sz="80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8741"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Sunny</a:t>
                      </a:r>
                      <a:endParaRPr lang="en-US" sz="800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Warm</a:t>
                      </a:r>
                      <a:endParaRPr lang="en-US" sz="800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Normal</a:t>
                      </a:r>
                      <a:endParaRPr lang="en-US" sz="800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Strong</a:t>
                      </a:r>
                      <a:endParaRPr lang="en-US" sz="800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Change</a:t>
                      </a:r>
                      <a:endParaRPr lang="en-US" sz="800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????</a:t>
                      </a:r>
                      <a:endParaRPr lang="en-US" sz="800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8741"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Rainy</a:t>
                      </a:r>
                      <a:endParaRPr lang="en-US" sz="80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Warm</a:t>
                      </a:r>
                      <a:endParaRPr lang="en-US" sz="80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Normal</a:t>
                      </a:r>
                      <a:endParaRPr lang="en-US" sz="80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Breeze</a:t>
                      </a:r>
                      <a:endParaRPr lang="en-US" sz="80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Same</a:t>
                      </a:r>
                      <a:endParaRPr lang="en-US" sz="80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????</a:t>
                      </a:r>
                      <a:endParaRPr lang="en-US" sz="80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pic>
        <p:nvPicPr>
          <p:cNvPr id="6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00400" y="2914650"/>
            <a:ext cx="2462131" cy="485965"/>
          </a:xfrm>
          <a:prstGeom prst="rect">
            <a:avLst/>
          </a:prstGeom>
          <a:ln>
            <a:solidFill>
              <a:srgbClr val="FF0000"/>
            </a:solidFill>
          </a:ln>
        </p:spPr>
      </p:pic>
      <p:cxnSp>
        <p:nvCxnSpPr>
          <p:cNvPr id="7" name="Straight Arrow Connector 6"/>
          <p:cNvCxnSpPr>
            <a:stCxn id="6" idx="0"/>
          </p:cNvCxnSpPr>
          <p:nvPr/>
        </p:nvCxnSpPr>
        <p:spPr>
          <a:xfrm flipH="1" flipV="1">
            <a:off x="2374066" y="1924050"/>
            <a:ext cx="2057400" cy="9906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>
            <a:stCxn id="6" idx="2"/>
          </p:cNvCxnSpPr>
          <p:nvPr/>
        </p:nvCxnSpPr>
        <p:spPr>
          <a:xfrm flipH="1">
            <a:off x="2374066" y="3400615"/>
            <a:ext cx="2057400" cy="19167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5105400" y="991660"/>
            <a:ext cx="1712648" cy="3416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522288" marR="0" lvl="1" indent="0" algn="l" defTabSz="1042988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US" altLang="en-US" sz="1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Arial"/>
              </a:rPr>
              <a:t>MAP rule</a:t>
            </a:r>
          </a:p>
        </p:txBody>
      </p:sp>
      <p:grpSp>
        <p:nvGrpSpPr>
          <p:cNvPr id="12" name="object 7"/>
          <p:cNvGrpSpPr/>
          <p:nvPr/>
        </p:nvGrpSpPr>
        <p:grpSpPr>
          <a:xfrm>
            <a:off x="5662531" y="1336991"/>
            <a:ext cx="3316413" cy="738506"/>
            <a:chOff x="2142710" y="5268212"/>
            <a:chExt cx="5784215" cy="1026794"/>
          </a:xfrm>
        </p:grpSpPr>
        <p:pic>
          <p:nvPicPr>
            <p:cNvPr id="13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162155" y="5268212"/>
              <a:ext cx="5764410" cy="493124"/>
            </a:xfrm>
            <a:prstGeom prst="rect">
              <a:avLst/>
            </a:prstGeom>
          </p:spPr>
        </p:pic>
        <p:pic>
          <p:nvPicPr>
            <p:cNvPr id="14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142710" y="5801612"/>
              <a:ext cx="3254125" cy="49312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4095830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8200" y="163348"/>
            <a:ext cx="7600952" cy="11193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indent="-228600">
              <a:buSzPts val="3600"/>
              <a:buFont typeface="Arial"/>
            </a:pPr>
            <a:r>
              <a:rPr sz="2400" b="1" dirty="0">
                <a:latin typeface="+mj-lt"/>
                <a:cs typeface="Arial"/>
              </a:rPr>
              <a:t>Naïve Bayes Algorithm – discrete X</a:t>
            </a:r>
            <a:r>
              <a:rPr sz="2400" b="1" baseline="-25000" dirty="0">
                <a:latin typeface="+mj-lt"/>
                <a:cs typeface="Arial"/>
              </a:rPr>
              <a:t>i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28600" y="1372496"/>
            <a:ext cx="5954806" cy="2293735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347401" marR="1380078" lvl="0" indent="-302575" algn="l" defTabSz="914400" rtl="0" eaLnBrk="1" fontAlgn="auto" latinLnBrk="0" hangingPunct="1">
              <a:lnSpc>
                <a:spcPct val="118200"/>
              </a:lnSpc>
              <a:spcBef>
                <a:spcPts val="88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Char char="•"/>
              <a:tabLst>
                <a:tab pos="346841" algn="l"/>
                <a:tab pos="347401" algn="l"/>
              </a:tabLst>
              <a:defRPr/>
            </a:pPr>
            <a:r>
              <a:rPr kumimoji="0" sz="1800" b="0" i="0" u="none" strike="noStrike" kern="0" cap="none" spc="-4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Cambria" panose="02040503050406030204" pitchFamily="18" charset="0"/>
                <a:cs typeface="Arial MT"/>
                <a:sym typeface="Arial"/>
              </a:rPr>
              <a:t>Train</a:t>
            </a:r>
            <a:r>
              <a:rPr kumimoji="0" sz="1800" b="0" i="0" u="none" strike="noStrike" kern="0" cap="none" spc="-18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Cambria" panose="02040503050406030204" pitchFamily="18" charset="0"/>
                <a:cs typeface="Arial MT"/>
                <a:sym typeface="Arial"/>
              </a:rPr>
              <a:t> </a:t>
            </a:r>
            <a:r>
              <a:rPr kumimoji="0" sz="1800" b="0" i="0" u="none" strike="noStrike" kern="0" cap="none" spc="-4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Cambria" panose="02040503050406030204" pitchFamily="18" charset="0"/>
                <a:cs typeface="Arial MT"/>
                <a:sym typeface="Arial"/>
              </a:rPr>
              <a:t>Naïve</a:t>
            </a:r>
            <a:r>
              <a:rPr kumimoji="0" sz="1800" b="0" i="0" u="none" strike="noStrike" kern="0" cap="none" spc="-18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Cambria" panose="02040503050406030204" pitchFamily="18" charset="0"/>
                <a:cs typeface="Arial MT"/>
                <a:sym typeface="Arial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Cambria" panose="02040503050406030204" pitchFamily="18" charset="0"/>
                <a:cs typeface="Arial MT"/>
                <a:sym typeface="Arial"/>
              </a:rPr>
              <a:t>Bayes</a:t>
            </a:r>
            <a:r>
              <a:rPr kumimoji="0" sz="1800" b="0" i="0" u="none" strike="noStrike" kern="0" cap="none" spc="-2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Cambria" panose="02040503050406030204" pitchFamily="18" charset="0"/>
                <a:cs typeface="Arial MT"/>
                <a:sym typeface="Arial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Cambria" panose="02040503050406030204" pitchFamily="18" charset="0"/>
                <a:cs typeface="Arial MT"/>
                <a:sym typeface="Arial"/>
              </a:rPr>
              <a:t>(examples) </a:t>
            </a:r>
            <a:r>
              <a:rPr kumimoji="0" sz="1800" b="0" i="0" u="none" strike="noStrike" kern="0" cap="none" spc="-67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Cambria" panose="02040503050406030204" pitchFamily="18" charset="0"/>
                <a:cs typeface="Arial MT"/>
                <a:sym typeface="Arial"/>
              </a:rPr>
              <a:t> </a:t>
            </a:r>
            <a:r>
              <a:rPr kumimoji="0" sz="1800" b="0" i="0" u="none" strike="noStrike" kern="0" cap="none" spc="-4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Cambria" panose="02040503050406030204" pitchFamily="18" charset="0"/>
                <a:cs typeface="Arial MT"/>
                <a:sym typeface="Arial"/>
              </a:rPr>
              <a:t>for</a:t>
            </a:r>
            <a:r>
              <a:rPr kumimoji="0" sz="1800" b="0" i="0" u="none" strike="noStrike" kern="0" cap="none" spc="-9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Cambria" panose="02040503050406030204" pitchFamily="18" charset="0"/>
                <a:cs typeface="Arial MT"/>
                <a:sym typeface="Arial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Cambria" panose="02040503050406030204" pitchFamily="18" charset="0"/>
                <a:cs typeface="Arial MT"/>
                <a:sym typeface="Arial"/>
              </a:rPr>
              <a:t>each</a:t>
            </a:r>
            <a:r>
              <a:rPr kumimoji="0" sz="1800" b="0" i="0" u="none" strike="noStrike" kern="0" cap="none" spc="0" normalizeH="0" baseline="25525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Cambria" panose="02040503050406030204" pitchFamily="18" charset="0"/>
                <a:cs typeface="Arial MT"/>
                <a:sym typeface="Arial"/>
              </a:rPr>
              <a:t>*</a:t>
            </a:r>
            <a:r>
              <a:rPr kumimoji="0" sz="1800" b="0" i="0" u="none" strike="noStrike" kern="0" cap="none" spc="337" normalizeH="0" baseline="25525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Cambria" panose="02040503050406030204" pitchFamily="18" charset="0"/>
                <a:cs typeface="Arial MT"/>
                <a:sym typeface="Arial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Cambria" panose="02040503050406030204" pitchFamily="18" charset="0"/>
                <a:cs typeface="Arial MT"/>
                <a:sym typeface="Arial"/>
              </a:rPr>
              <a:t>value</a:t>
            </a:r>
            <a:r>
              <a:rPr kumimoji="0" sz="1800" b="0" i="0" u="none" strike="noStrike" kern="0" cap="none" spc="-9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Cambria" panose="02040503050406030204" pitchFamily="18" charset="0"/>
                <a:cs typeface="Arial MT"/>
                <a:sym typeface="Arial"/>
              </a:rPr>
              <a:t> </a:t>
            </a:r>
            <a:r>
              <a:rPr kumimoji="0" sz="18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Cambria" panose="02040503050406030204" pitchFamily="18" charset="0"/>
                <a:cs typeface="Times New Roman"/>
                <a:sym typeface="Arial"/>
              </a:rPr>
              <a:t>y</a:t>
            </a:r>
            <a:r>
              <a:rPr kumimoji="0" sz="1800" b="0" i="1" u="none" strike="noStrike" kern="0" cap="none" spc="0" normalizeH="0" baseline="-21021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Cambria" panose="02040503050406030204" pitchFamily="18" charset="0"/>
                <a:cs typeface="Times New Roman"/>
                <a:sym typeface="Arial"/>
              </a:rPr>
              <a:t>k</a:t>
            </a:r>
            <a:endParaRPr kumimoji="0" sz="1800" b="0" i="0" u="none" strike="noStrike" kern="0" cap="none" spc="0" normalizeH="0" baseline="-21021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Cambria" panose="02040503050406030204" pitchFamily="18" charset="0"/>
              <a:cs typeface="Times New Roman"/>
              <a:sym typeface="Arial"/>
            </a:endParaRPr>
          </a:p>
          <a:p>
            <a:pPr marL="851692" marR="0" lvl="0" indent="0" algn="l" defTabSz="914400" rtl="0" eaLnBrk="1" fontAlgn="auto" latinLnBrk="0" hangingPunct="1">
              <a:lnSpc>
                <a:spcPct val="100000"/>
              </a:lnSpc>
              <a:spcBef>
                <a:spcPts val="565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sz="1800" b="0" i="0" u="none" strike="noStrike" kern="0" cap="none" spc="-4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Cambria" panose="02040503050406030204" pitchFamily="18" charset="0"/>
                <a:cs typeface="Arial MT"/>
                <a:sym typeface="Arial"/>
              </a:rPr>
              <a:t>estimate</a:t>
            </a: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Cambria" panose="02040503050406030204" pitchFamily="18" charset="0"/>
              <a:cs typeface="Arial MT"/>
              <a:sym typeface="Arial"/>
            </a:endParaRPr>
          </a:p>
          <a:p>
            <a:pPr marL="851692" marR="0" lvl="0" indent="0" algn="l" defTabSz="914400" rtl="0" eaLnBrk="1" fontAlgn="auto" latinLnBrk="0" hangingPunct="1">
              <a:lnSpc>
                <a:spcPct val="100000"/>
              </a:lnSpc>
              <a:spcBef>
                <a:spcPts val="653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sz="1800" b="0" i="0" u="none" strike="noStrike" kern="0" cap="none" spc="-4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Cambria" panose="02040503050406030204" pitchFamily="18" charset="0"/>
                <a:cs typeface="Arial MT"/>
                <a:sym typeface="Arial"/>
              </a:rPr>
              <a:t>for</a:t>
            </a:r>
            <a:r>
              <a:rPr kumimoji="0" sz="1800" b="0" i="0" u="none" strike="noStrike" kern="0" cap="none" spc="-13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Cambria" panose="02040503050406030204" pitchFamily="18" charset="0"/>
                <a:cs typeface="Arial MT"/>
                <a:sym typeface="Arial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Cambria" panose="02040503050406030204" pitchFamily="18" charset="0"/>
                <a:cs typeface="Arial MT"/>
                <a:sym typeface="Arial"/>
              </a:rPr>
              <a:t>each</a:t>
            </a:r>
            <a:r>
              <a:rPr kumimoji="0" sz="1800" b="0" i="0" u="none" strike="noStrike" kern="0" cap="none" spc="0" normalizeH="0" baseline="25525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Cambria" panose="02040503050406030204" pitchFamily="18" charset="0"/>
                <a:cs typeface="Arial MT"/>
                <a:sym typeface="Arial"/>
              </a:rPr>
              <a:t>*</a:t>
            </a:r>
            <a:r>
              <a:rPr kumimoji="0" sz="1800" b="0" i="0" u="none" strike="noStrike" kern="0" cap="none" spc="337" normalizeH="0" baseline="25525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Cambria" panose="02040503050406030204" pitchFamily="18" charset="0"/>
                <a:cs typeface="Arial MT"/>
                <a:sym typeface="Arial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Cambria" panose="02040503050406030204" pitchFamily="18" charset="0"/>
                <a:cs typeface="Arial MT"/>
                <a:sym typeface="Arial"/>
              </a:rPr>
              <a:t>value</a:t>
            </a:r>
            <a:r>
              <a:rPr kumimoji="0" sz="1800" b="0" i="0" u="none" strike="noStrike" kern="0" cap="none" spc="-13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Cambria" panose="02040503050406030204" pitchFamily="18" charset="0"/>
                <a:cs typeface="Arial MT"/>
                <a:sym typeface="Arial"/>
              </a:rPr>
              <a:t> </a:t>
            </a:r>
            <a:r>
              <a:rPr kumimoji="0" sz="18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Cambria" panose="02040503050406030204" pitchFamily="18" charset="0"/>
                <a:cs typeface="Times New Roman"/>
                <a:sym typeface="Arial"/>
              </a:rPr>
              <a:t>x</a:t>
            </a:r>
            <a:r>
              <a:rPr kumimoji="0" sz="1800" b="0" i="1" u="none" strike="noStrike" kern="0" cap="none" spc="0" normalizeH="0" baseline="-21021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Cambria" panose="02040503050406030204" pitchFamily="18" charset="0"/>
                <a:cs typeface="Times New Roman"/>
                <a:sym typeface="Arial"/>
              </a:rPr>
              <a:t>ij</a:t>
            </a:r>
            <a:r>
              <a:rPr kumimoji="0" sz="1800" b="0" i="1" u="none" strike="noStrike" kern="0" cap="none" spc="403" normalizeH="0" baseline="-21021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Cambria" panose="02040503050406030204" pitchFamily="18" charset="0"/>
                <a:cs typeface="Times New Roman"/>
                <a:sym typeface="Arial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Cambria" panose="02040503050406030204" pitchFamily="18" charset="0"/>
                <a:cs typeface="Arial MT"/>
                <a:sym typeface="Arial"/>
              </a:rPr>
              <a:t>of</a:t>
            </a:r>
            <a:r>
              <a:rPr kumimoji="0" sz="1800" b="0" i="0" u="none" strike="noStrike" kern="0" cap="none" spc="-9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Cambria" panose="02040503050406030204" pitchFamily="18" charset="0"/>
                <a:cs typeface="Arial MT"/>
                <a:sym typeface="Arial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Cambria" panose="02040503050406030204" pitchFamily="18" charset="0"/>
                <a:cs typeface="Arial MT"/>
                <a:sym typeface="Arial"/>
              </a:rPr>
              <a:t>each</a:t>
            </a:r>
            <a:r>
              <a:rPr kumimoji="0" sz="1800" b="0" i="0" u="none" strike="noStrike" kern="0" cap="none" spc="-4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Cambria" panose="02040503050406030204" pitchFamily="18" charset="0"/>
                <a:cs typeface="Arial MT"/>
                <a:sym typeface="Arial"/>
              </a:rPr>
              <a:t> attribute</a:t>
            </a:r>
            <a:r>
              <a:rPr kumimoji="0" sz="1800" b="0" i="0" u="none" strike="noStrike" kern="0" cap="none" spc="-9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Cambria" panose="02040503050406030204" pitchFamily="18" charset="0"/>
                <a:cs typeface="Arial MT"/>
                <a:sym typeface="Arial"/>
              </a:rPr>
              <a:t> </a:t>
            </a:r>
            <a:r>
              <a:rPr kumimoji="0" sz="18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Cambria" panose="02040503050406030204" pitchFamily="18" charset="0"/>
                <a:cs typeface="Times New Roman"/>
                <a:sym typeface="Arial"/>
              </a:rPr>
              <a:t>X</a:t>
            </a:r>
            <a:r>
              <a:rPr kumimoji="0" sz="1800" b="0" i="1" u="none" strike="noStrike" kern="0" cap="none" spc="0" normalizeH="0" baseline="-21021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Cambria" panose="02040503050406030204" pitchFamily="18" charset="0"/>
                <a:cs typeface="Times New Roman"/>
                <a:sym typeface="Arial"/>
              </a:rPr>
              <a:t>i</a:t>
            </a:r>
            <a:endParaRPr kumimoji="0" sz="1800" b="0" i="0" u="none" strike="noStrike" kern="0" cap="none" spc="0" normalizeH="0" baseline="-21021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Cambria" panose="02040503050406030204" pitchFamily="18" charset="0"/>
              <a:cs typeface="Times New Roman"/>
              <a:sym typeface="Arial"/>
            </a:endParaRPr>
          </a:p>
          <a:p>
            <a:pPr marL="1658559" marR="0" lvl="0" indent="0" algn="l" defTabSz="914400" rtl="0" eaLnBrk="1" fontAlgn="auto" latinLnBrk="0" hangingPunct="1">
              <a:lnSpc>
                <a:spcPct val="100000"/>
              </a:lnSpc>
              <a:spcBef>
                <a:spcPts val="565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sz="1800" b="0" i="0" u="none" strike="noStrike" kern="0" cap="none" spc="-4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Cambria" panose="02040503050406030204" pitchFamily="18" charset="0"/>
                <a:cs typeface="Arial MT"/>
                <a:sym typeface="Arial"/>
              </a:rPr>
              <a:t>estimate</a:t>
            </a: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Cambria" panose="02040503050406030204" pitchFamily="18" charset="0"/>
              <a:cs typeface="Arial MT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2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Cambria" panose="02040503050406030204" pitchFamily="18" charset="0"/>
              <a:cs typeface="Arial MT"/>
              <a:sym typeface="Arial"/>
            </a:endParaRPr>
          </a:p>
          <a:p>
            <a:pPr marL="347401" marR="0" lvl="0" indent="-3025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Char char="•"/>
              <a:tabLst>
                <a:tab pos="346841" algn="l"/>
                <a:tab pos="347401" algn="l"/>
              </a:tabLst>
              <a:defRPr/>
            </a:pPr>
            <a:r>
              <a:rPr kumimoji="0" sz="1800" b="0" i="0" u="none" strike="noStrike" kern="0" cap="none" spc="-4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Cambria" panose="02040503050406030204" pitchFamily="18" charset="0"/>
                <a:cs typeface="Arial MT"/>
                <a:sym typeface="Arial"/>
              </a:rPr>
              <a:t>Classify</a:t>
            </a:r>
            <a:r>
              <a:rPr kumimoji="0" sz="1800" b="0" i="0" u="none" strike="noStrike" kern="0" cap="none" spc="-26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Cambria" panose="02040503050406030204" pitchFamily="18" charset="0"/>
                <a:cs typeface="Arial MT"/>
                <a:sym typeface="Arial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Cambria" panose="02040503050406030204" pitchFamily="18" charset="0"/>
                <a:cs typeface="Arial MT"/>
                <a:sym typeface="Arial"/>
              </a:rPr>
              <a:t>(</a:t>
            </a:r>
            <a:r>
              <a:rPr kumimoji="0" sz="18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Cambria" panose="02040503050406030204" pitchFamily="18" charset="0"/>
                <a:cs typeface="Times New Roman"/>
                <a:sym typeface="Arial"/>
              </a:rPr>
              <a:t>X</a:t>
            </a:r>
            <a:r>
              <a:rPr kumimoji="0" sz="1800" b="0" i="1" u="none" strike="noStrike" kern="0" cap="none" spc="0" normalizeH="0" baseline="25525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Cambria" panose="02040503050406030204" pitchFamily="18" charset="0"/>
                <a:cs typeface="Times New Roman"/>
                <a:sym typeface="Arial"/>
              </a:rPr>
              <a:t>new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Cambria" panose="02040503050406030204" pitchFamily="18" charset="0"/>
                <a:cs typeface="Times New Roman"/>
                <a:sym typeface="Arial"/>
              </a:rPr>
              <a:t>)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16888" y="2133600"/>
            <a:ext cx="1580239" cy="23115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907007" y="2905126"/>
            <a:ext cx="3080992" cy="285210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1107675" y="3897380"/>
            <a:ext cx="5103719" cy="905995"/>
            <a:chOff x="2142710" y="5268212"/>
            <a:chExt cx="5784215" cy="1026794"/>
          </a:xfrm>
        </p:grpSpPr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162155" y="5268212"/>
              <a:ext cx="5764410" cy="49312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142710" y="5801612"/>
              <a:ext cx="3254125" cy="49312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343595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04800" y="1371600"/>
            <a:ext cx="8229600" cy="5257800"/>
          </a:xfrm>
        </p:spPr>
        <p:txBody>
          <a:bodyPr>
            <a:noAutofit/>
          </a:bodyPr>
          <a:lstStyle/>
          <a:p>
            <a:pPr marL="0" indent="0"/>
            <a:r>
              <a:rPr lang="en-US" sz="1400" i="1" dirty="0" smtClean="0"/>
              <a:t>P(Enjoy=Yes | X) </a:t>
            </a:r>
            <a:r>
              <a:rPr lang="en-US" sz="1400" i="1" dirty="0"/>
              <a:t>= </a:t>
            </a:r>
            <a:r>
              <a:rPr lang="en-US" sz="1400" i="1" dirty="0" smtClean="0"/>
              <a:t>P(X </a:t>
            </a:r>
            <a:r>
              <a:rPr lang="en-US" sz="1400" i="1" dirty="0"/>
              <a:t>| </a:t>
            </a:r>
            <a:r>
              <a:rPr lang="en-US" sz="1400" i="1" dirty="0" smtClean="0"/>
              <a:t>Enjoy=Yes). P(Enjoy=Yes) </a:t>
            </a:r>
            <a:r>
              <a:rPr lang="en-US" sz="1400" i="1" dirty="0"/>
              <a:t>/ </a:t>
            </a:r>
            <a:r>
              <a:rPr lang="en-US" sz="1400" i="1" dirty="0" smtClean="0"/>
              <a:t>P(X)</a:t>
            </a:r>
          </a:p>
          <a:p>
            <a:pPr marL="0" indent="0"/>
            <a:r>
              <a:rPr lang="en-US" sz="1400" i="1" dirty="0" smtClean="0"/>
              <a:t>= </a:t>
            </a:r>
            <a:r>
              <a:rPr lang="en-US" sz="1400" i="1" dirty="0"/>
              <a:t>P(X | Enjoy=Yes). P(Enjoy=Yes</a:t>
            </a:r>
            <a:r>
              <a:rPr lang="en-US" sz="1400" i="1" dirty="0" smtClean="0"/>
              <a:t>)</a:t>
            </a:r>
          </a:p>
          <a:p>
            <a:pPr marL="0" indent="0"/>
            <a:r>
              <a:rPr lang="en-US" sz="1400" i="1" dirty="0"/>
              <a:t>= P(X | Enjoy=Yes). </a:t>
            </a:r>
            <a:r>
              <a:rPr lang="en-US" sz="1400" i="1" dirty="0" smtClean="0"/>
              <a:t>(3/7)</a:t>
            </a:r>
          </a:p>
          <a:p>
            <a:pPr marL="0" indent="0"/>
            <a:r>
              <a:rPr lang="en-US" sz="1400" i="1" dirty="0" smtClean="0"/>
              <a:t>= P(Rainy </a:t>
            </a:r>
            <a:r>
              <a:rPr lang="en-US" sz="1400" i="1" dirty="0"/>
              <a:t>| Enjoy=Yes</a:t>
            </a:r>
            <a:r>
              <a:rPr lang="en-US" sz="1400" i="1" dirty="0" smtClean="0"/>
              <a:t>). P(Warm </a:t>
            </a:r>
            <a:r>
              <a:rPr lang="en-US" sz="1400" i="1" dirty="0"/>
              <a:t>| Enjoy=Yes</a:t>
            </a:r>
            <a:r>
              <a:rPr lang="en-US" sz="1400" i="1" dirty="0" smtClean="0"/>
              <a:t>). P(Normal </a:t>
            </a:r>
            <a:r>
              <a:rPr lang="en-US" sz="1400" i="1" dirty="0"/>
              <a:t>| Enjoy=Yes).</a:t>
            </a:r>
            <a:r>
              <a:rPr lang="en-US" sz="1400" i="1" dirty="0" smtClean="0"/>
              <a:t> P(Breeze </a:t>
            </a:r>
            <a:r>
              <a:rPr lang="en-US" sz="1400" i="1" dirty="0"/>
              <a:t>| Enjoy=Yes</a:t>
            </a:r>
            <a:r>
              <a:rPr lang="en-US" sz="1400" i="1" dirty="0" smtClean="0"/>
              <a:t>).</a:t>
            </a:r>
            <a:r>
              <a:rPr lang="en-US" sz="1400" i="1" dirty="0"/>
              <a:t> </a:t>
            </a:r>
            <a:r>
              <a:rPr lang="en-US" sz="1400" i="1" dirty="0" smtClean="0"/>
              <a:t>P(Same </a:t>
            </a:r>
            <a:r>
              <a:rPr lang="en-US" sz="1400" i="1" dirty="0"/>
              <a:t>| Enjoy=Yes).</a:t>
            </a:r>
            <a:r>
              <a:rPr lang="en-US" sz="1400" i="1" dirty="0" smtClean="0"/>
              <a:t>(</a:t>
            </a:r>
            <a:r>
              <a:rPr lang="en-US" sz="1400" i="1" dirty="0"/>
              <a:t>3/7</a:t>
            </a:r>
            <a:r>
              <a:rPr lang="en-US" sz="1400" i="1" dirty="0" smtClean="0"/>
              <a:t>)</a:t>
            </a:r>
          </a:p>
          <a:p>
            <a:pPr marL="0" indent="0"/>
            <a:r>
              <a:rPr lang="en-US" sz="1400" i="1" dirty="0" smtClean="0"/>
              <a:t>= </a:t>
            </a:r>
            <a:r>
              <a:rPr lang="en-US" sz="1400" i="1" dirty="0" smtClean="0">
                <a:solidFill>
                  <a:srgbClr val="FF0000"/>
                </a:solidFill>
              </a:rPr>
              <a:t>(0/3)</a:t>
            </a:r>
            <a:r>
              <a:rPr lang="en-US" sz="1400" i="1" dirty="0" smtClean="0"/>
              <a:t> . (3/3) . (2/3) . (1/3) . (2/3) . (3/7)</a:t>
            </a:r>
          </a:p>
          <a:p>
            <a:pPr marL="0" indent="0"/>
            <a:endParaRPr lang="en-US" sz="1400" i="1" dirty="0" smtClean="0"/>
          </a:p>
          <a:p>
            <a:pPr marL="0" indent="0"/>
            <a:endParaRPr lang="en-US" sz="1400" i="1" dirty="0"/>
          </a:p>
          <a:p>
            <a:pPr marL="0" indent="0"/>
            <a:endParaRPr lang="en-US" sz="1400" i="1" dirty="0" smtClean="0"/>
          </a:p>
          <a:p>
            <a:pPr marL="0" indent="0"/>
            <a:r>
              <a:rPr lang="en-US" sz="1400" b="1" dirty="0" smtClean="0"/>
              <a:t> </a:t>
            </a:r>
            <a:endParaRPr lang="en-US" sz="1400" b="1" dirty="0"/>
          </a:p>
          <a:p>
            <a:pPr marL="0" indent="0"/>
            <a:endParaRPr lang="en-US" sz="1400" i="1" dirty="0" smtClean="0"/>
          </a:p>
          <a:p>
            <a:pPr marL="0" indent="0"/>
            <a:endParaRPr lang="en-US" sz="1400" i="1" dirty="0" smtClean="0"/>
          </a:p>
          <a:p>
            <a:pPr marL="0" indent="0"/>
            <a:endParaRPr lang="en-US" sz="1400" i="1" dirty="0" smtClean="0"/>
          </a:p>
          <a:p>
            <a:pPr marL="0" indent="0"/>
            <a:endParaRPr lang="en-US" sz="1400" i="1" dirty="0"/>
          </a:p>
          <a:p>
            <a:pPr marL="0" indent="0"/>
            <a:r>
              <a:rPr lang="en-US" sz="1400" i="1" dirty="0" smtClean="0"/>
              <a:t>P(Enjoy=No </a:t>
            </a:r>
            <a:r>
              <a:rPr lang="en-US" sz="1400" i="1" dirty="0"/>
              <a:t>| X</a:t>
            </a:r>
            <a:r>
              <a:rPr lang="en-US" sz="1400" i="1" dirty="0" smtClean="0"/>
              <a:t>) </a:t>
            </a:r>
            <a:r>
              <a:rPr lang="en-US" sz="1400" i="1" dirty="0"/>
              <a:t>= P(X | </a:t>
            </a:r>
            <a:r>
              <a:rPr lang="en-US" sz="1400" i="1" dirty="0" smtClean="0"/>
              <a:t>Enjoy=No). P(Enjoy=No) </a:t>
            </a:r>
            <a:r>
              <a:rPr lang="en-US" sz="1400" i="1" dirty="0"/>
              <a:t>/ P(X)</a:t>
            </a:r>
            <a:endParaRPr lang="en-US" sz="1400" dirty="0" smtClean="0"/>
          </a:p>
          <a:p>
            <a:pPr marL="0" indent="0"/>
            <a:r>
              <a:rPr lang="en-US" sz="1400" i="1" dirty="0" smtClean="0"/>
              <a:t>= </a:t>
            </a:r>
            <a:r>
              <a:rPr lang="en-US" sz="1400" i="1" dirty="0"/>
              <a:t>P(X | Enjoy=No). P(Enjoy=No) </a:t>
            </a:r>
            <a:endParaRPr lang="en-US" sz="1400" i="1" dirty="0" smtClean="0"/>
          </a:p>
          <a:p>
            <a:pPr marL="0" indent="0"/>
            <a:r>
              <a:rPr lang="en-US" sz="1400" i="1" dirty="0"/>
              <a:t>= P(X | Enjoy=No). </a:t>
            </a:r>
            <a:r>
              <a:rPr lang="en-US" sz="1400" i="1" dirty="0" smtClean="0"/>
              <a:t>(4/7)</a:t>
            </a:r>
          </a:p>
          <a:p>
            <a:pPr marL="0" indent="0"/>
            <a:r>
              <a:rPr lang="en-US" sz="1400" i="1" dirty="0"/>
              <a:t>= </a:t>
            </a:r>
            <a:r>
              <a:rPr lang="en-US" sz="1400" i="1" dirty="0" smtClean="0"/>
              <a:t>P(Rainy </a:t>
            </a:r>
            <a:r>
              <a:rPr lang="en-US" sz="1400" i="1" dirty="0"/>
              <a:t>| </a:t>
            </a:r>
            <a:r>
              <a:rPr lang="en-US" sz="1400" i="1" dirty="0" smtClean="0"/>
              <a:t>Enjoy=No). </a:t>
            </a:r>
            <a:r>
              <a:rPr lang="en-US" sz="1400" i="1" dirty="0"/>
              <a:t>P(Warm | </a:t>
            </a:r>
            <a:r>
              <a:rPr lang="en-US" sz="1400" i="1" dirty="0" smtClean="0"/>
              <a:t>Enjoy=No). </a:t>
            </a:r>
            <a:r>
              <a:rPr lang="en-US" sz="1400" i="1" dirty="0"/>
              <a:t>P(Normal | </a:t>
            </a:r>
            <a:r>
              <a:rPr lang="en-US" sz="1400" i="1" dirty="0" smtClean="0"/>
              <a:t>Enjoy=No). P(Breeze </a:t>
            </a:r>
            <a:r>
              <a:rPr lang="en-US" sz="1400" i="1" dirty="0"/>
              <a:t>| </a:t>
            </a:r>
            <a:r>
              <a:rPr lang="en-US" sz="1400" i="1" dirty="0" smtClean="0"/>
              <a:t>Enjoy=No). P(Same </a:t>
            </a:r>
            <a:r>
              <a:rPr lang="en-US" sz="1400" i="1" dirty="0"/>
              <a:t>| </a:t>
            </a:r>
            <a:r>
              <a:rPr lang="en-US" sz="1400" i="1" dirty="0" smtClean="0"/>
              <a:t>Enjoy=No). </a:t>
            </a:r>
            <a:r>
              <a:rPr lang="en-US" sz="1400" i="1" dirty="0"/>
              <a:t>(4/7</a:t>
            </a:r>
            <a:r>
              <a:rPr lang="en-US" sz="1400" i="1" dirty="0" smtClean="0"/>
              <a:t>)</a:t>
            </a:r>
          </a:p>
          <a:p>
            <a:pPr marL="0" indent="0"/>
            <a:r>
              <a:rPr lang="en-US" sz="1400" i="1" dirty="0" smtClean="0"/>
              <a:t>= </a:t>
            </a:r>
            <a:r>
              <a:rPr lang="en-US" sz="1400" i="1" dirty="0" smtClean="0">
                <a:solidFill>
                  <a:srgbClr val="FF0000"/>
                </a:solidFill>
              </a:rPr>
              <a:t>(2/4)</a:t>
            </a:r>
            <a:r>
              <a:rPr lang="en-US" sz="1400" i="1" dirty="0" smtClean="0"/>
              <a:t> . (1/4) . (1/4) . (1/4) . (2/4) . (4/7)</a:t>
            </a:r>
          </a:p>
          <a:p>
            <a:pPr marL="0" indent="0"/>
            <a:endParaRPr lang="en-US" sz="1400" dirty="0"/>
          </a:p>
          <a:p>
            <a:pPr marL="0" indent="0"/>
            <a:endParaRPr lang="en-US" sz="1400" dirty="0"/>
          </a:p>
          <a:p>
            <a:pPr marL="0" indent="0"/>
            <a:endParaRPr lang="en-US" sz="1400" dirty="0" smtClean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/>
          </p:nvPr>
        </p:nvGraphicFramePr>
        <p:xfrm>
          <a:off x="6234953" y="2424953"/>
          <a:ext cx="2909047" cy="2683266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5468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64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30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23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9028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3338">
                <a:tc>
                  <a:txBody>
                    <a:bodyPr/>
                    <a:lstStyle/>
                    <a:p>
                      <a:r>
                        <a:rPr lang="en-US" sz="800" dirty="0" err="1" smtClean="0"/>
                        <a:t>AirTemp</a:t>
                      </a:r>
                      <a:endParaRPr lang="en-US" sz="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Humidity</a:t>
                      </a:r>
                      <a:endParaRPr lang="en-US" sz="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Wind</a:t>
                      </a:r>
                      <a:endParaRPr lang="en-US" sz="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Forecast</a:t>
                      </a:r>
                      <a:endParaRPr lang="en-US" sz="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Enjoy</a:t>
                      </a:r>
                    </a:p>
                    <a:p>
                      <a:r>
                        <a:rPr lang="en-US" sz="800" dirty="0" smtClean="0"/>
                        <a:t>Sport?</a:t>
                      </a:r>
                      <a:endParaRPr lang="en-US" sz="800" b="1" i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741">
                <a:tc>
                  <a:txBody>
                    <a:bodyPr/>
                    <a:lstStyle/>
                    <a:p>
                      <a:r>
                        <a:rPr lang="en-US" sz="800" dirty="0" smtClean="0">
                          <a:solidFill>
                            <a:srgbClr val="0070C0"/>
                          </a:solidFill>
                        </a:rPr>
                        <a:t>Warm</a:t>
                      </a:r>
                      <a:endParaRPr lang="en-US" sz="80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>
                          <a:solidFill>
                            <a:srgbClr val="0070C0"/>
                          </a:solidFill>
                        </a:rPr>
                        <a:t>Normal</a:t>
                      </a:r>
                      <a:endParaRPr lang="en-US" sz="80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smtClean="0">
                          <a:solidFill>
                            <a:srgbClr val="0070C0"/>
                          </a:solidFill>
                        </a:rPr>
                        <a:t>Strong</a:t>
                      </a:r>
                      <a:endParaRPr lang="en-US" sz="80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smtClean="0">
                          <a:solidFill>
                            <a:srgbClr val="0070C0"/>
                          </a:solidFill>
                        </a:rPr>
                        <a:t>Same</a:t>
                      </a:r>
                      <a:endParaRPr lang="en-US" sz="80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>
                          <a:solidFill>
                            <a:srgbClr val="0070C0"/>
                          </a:solidFill>
                        </a:rPr>
                        <a:t>Yes</a:t>
                      </a:r>
                      <a:endParaRPr lang="en-US" sz="80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741"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Warm</a:t>
                      </a:r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smtClean="0"/>
                        <a:t>High</a:t>
                      </a:r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smtClean="0"/>
                        <a:t>Strong</a:t>
                      </a:r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smtClean="0"/>
                        <a:t>Same</a:t>
                      </a:r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No</a:t>
                      </a:r>
                      <a:endParaRPr 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8741">
                <a:tc>
                  <a:txBody>
                    <a:bodyPr/>
                    <a:lstStyle/>
                    <a:p>
                      <a:r>
                        <a:rPr lang="en-US" sz="800" smtClean="0"/>
                        <a:t>Cold</a:t>
                      </a:r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smtClean="0"/>
                        <a:t>High</a:t>
                      </a:r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Strong</a:t>
                      </a:r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smtClean="0"/>
                        <a:t>Change</a:t>
                      </a:r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No</a:t>
                      </a:r>
                      <a:endParaRPr 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8741">
                <a:tc>
                  <a:txBody>
                    <a:bodyPr/>
                    <a:lstStyle/>
                    <a:p>
                      <a:r>
                        <a:rPr lang="en-US" sz="800" dirty="0" smtClean="0">
                          <a:solidFill>
                            <a:srgbClr val="0070C0"/>
                          </a:solidFill>
                        </a:rPr>
                        <a:t>Warm</a:t>
                      </a:r>
                      <a:endParaRPr lang="en-US" sz="80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>
                          <a:solidFill>
                            <a:srgbClr val="0070C0"/>
                          </a:solidFill>
                        </a:rPr>
                        <a:t>Normal</a:t>
                      </a:r>
                      <a:endParaRPr lang="en-US" sz="80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>
                          <a:solidFill>
                            <a:srgbClr val="0070C0"/>
                          </a:solidFill>
                        </a:rPr>
                        <a:t>Breeze</a:t>
                      </a:r>
                      <a:endParaRPr lang="en-US" sz="80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smtClean="0">
                          <a:solidFill>
                            <a:srgbClr val="0070C0"/>
                          </a:solidFill>
                        </a:rPr>
                        <a:t>Same</a:t>
                      </a:r>
                      <a:endParaRPr lang="en-US" sz="80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>
                          <a:solidFill>
                            <a:srgbClr val="0070C0"/>
                          </a:solidFill>
                        </a:rPr>
                        <a:t>Yes</a:t>
                      </a:r>
                      <a:endParaRPr lang="en-US" sz="80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8741"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Hot</a:t>
                      </a:r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Normal</a:t>
                      </a:r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Breeze</a:t>
                      </a:r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Same</a:t>
                      </a:r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No</a:t>
                      </a:r>
                      <a:endParaRPr 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8741">
                <a:tc>
                  <a:txBody>
                    <a:bodyPr/>
                    <a:lstStyle/>
                    <a:p>
                      <a:r>
                        <a:rPr lang="en-US" sz="800" smtClean="0"/>
                        <a:t>Cold</a:t>
                      </a:r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smtClean="0"/>
                        <a:t>High</a:t>
                      </a:r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smtClean="0"/>
                        <a:t>Strong</a:t>
                      </a:r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smtClean="0"/>
                        <a:t>Change</a:t>
                      </a:r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No</a:t>
                      </a:r>
                      <a:endParaRPr 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8741">
                <a:tc>
                  <a:txBody>
                    <a:bodyPr/>
                    <a:lstStyle/>
                    <a:p>
                      <a:r>
                        <a:rPr lang="en-US" sz="800" smtClean="0">
                          <a:solidFill>
                            <a:srgbClr val="0070C0"/>
                          </a:solidFill>
                        </a:rPr>
                        <a:t>Warm</a:t>
                      </a:r>
                      <a:endParaRPr lang="en-US" sz="80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smtClean="0">
                          <a:solidFill>
                            <a:srgbClr val="0070C0"/>
                          </a:solidFill>
                        </a:rPr>
                        <a:t>High</a:t>
                      </a:r>
                      <a:endParaRPr lang="en-US" sz="80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smtClean="0">
                          <a:solidFill>
                            <a:srgbClr val="0070C0"/>
                          </a:solidFill>
                        </a:rPr>
                        <a:t>Strong</a:t>
                      </a:r>
                      <a:endParaRPr lang="en-US" sz="80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smtClean="0">
                          <a:solidFill>
                            <a:srgbClr val="0070C0"/>
                          </a:solidFill>
                        </a:rPr>
                        <a:t>Change</a:t>
                      </a:r>
                      <a:endParaRPr lang="en-US" sz="80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>
                          <a:solidFill>
                            <a:srgbClr val="0070C0"/>
                          </a:solidFill>
                        </a:rPr>
                        <a:t>Yes</a:t>
                      </a:r>
                      <a:endParaRPr lang="en-US" sz="80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8741"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Warm</a:t>
                      </a:r>
                      <a:endParaRPr lang="en-US" sz="80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Normal</a:t>
                      </a:r>
                      <a:endParaRPr lang="en-US" sz="80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Breeze</a:t>
                      </a:r>
                      <a:endParaRPr lang="en-US" sz="80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Same</a:t>
                      </a:r>
                      <a:endParaRPr lang="en-US" sz="80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????</a:t>
                      </a:r>
                      <a:endParaRPr lang="en-US" sz="80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/>
          </p:nvPr>
        </p:nvGraphicFramePr>
        <p:xfrm>
          <a:off x="4876800" y="2429435"/>
          <a:ext cx="1134035" cy="2683266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4437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02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3338"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Sky</a:t>
                      </a:r>
                      <a:endParaRPr lang="en-US" sz="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Enjoy</a:t>
                      </a:r>
                    </a:p>
                    <a:p>
                      <a:r>
                        <a:rPr lang="en-US" sz="800" dirty="0" smtClean="0"/>
                        <a:t>Sport?</a:t>
                      </a:r>
                      <a:endParaRPr lang="en-US" sz="800" b="1" i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741">
                <a:tc>
                  <a:txBody>
                    <a:bodyPr/>
                    <a:lstStyle/>
                    <a:p>
                      <a:r>
                        <a:rPr lang="en-US" sz="800" dirty="0" smtClean="0">
                          <a:solidFill>
                            <a:srgbClr val="0070C0"/>
                          </a:solidFill>
                        </a:rPr>
                        <a:t>Sunny</a:t>
                      </a:r>
                      <a:endParaRPr lang="en-US" sz="80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>
                          <a:solidFill>
                            <a:srgbClr val="0070C0"/>
                          </a:solidFill>
                        </a:rPr>
                        <a:t>Yes</a:t>
                      </a:r>
                      <a:endParaRPr lang="en-US" sz="80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741"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Sunny</a:t>
                      </a:r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No</a:t>
                      </a:r>
                      <a:endParaRPr 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8741">
                <a:tc>
                  <a:txBody>
                    <a:bodyPr/>
                    <a:lstStyle/>
                    <a:p>
                      <a:r>
                        <a:rPr lang="en-US" sz="800" smtClean="0"/>
                        <a:t>Rainy</a:t>
                      </a:r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No</a:t>
                      </a:r>
                      <a:endParaRPr 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8741">
                <a:tc>
                  <a:txBody>
                    <a:bodyPr/>
                    <a:lstStyle/>
                    <a:p>
                      <a:r>
                        <a:rPr lang="en-US" sz="800" dirty="0" smtClean="0">
                          <a:solidFill>
                            <a:srgbClr val="0070C0"/>
                          </a:solidFill>
                        </a:rPr>
                        <a:t>Sunny</a:t>
                      </a:r>
                      <a:endParaRPr lang="en-US" sz="80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>
                          <a:solidFill>
                            <a:srgbClr val="0070C0"/>
                          </a:solidFill>
                        </a:rPr>
                        <a:t>Yes</a:t>
                      </a:r>
                      <a:endParaRPr lang="en-US" sz="80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8741"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Sunny</a:t>
                      </a:r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No</a:t>
                      </a:r>
                      <a:endParaRPr 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8741">
                <a:tc>
                  <a:txBody>
                    <a:bodyPr/>
                    <a:lstStyle/>
                    <a:p>
                      <a:r>
                        <a:rPr lang="en-US" sz="800" smtClean="0"/>
                        <a:t>Rainy</a:t>
                      </a:r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No</a:t>
                      </a:r>
                      <a:endParaRPr 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8741">
                <a:tc>
                  <a:txBody>
                    <a:bodyPr/>
                    <a:lstStyle/>
                    <a:p>
                      <a:r>
                        <a:rPr lang="en-US" sz="800" dirty="0" smtClean="0">
                          <a:solidFill>
                            <a:srgbClr val="0070C0"/>
                          </a:solidFill>
                        </a:rPr>
                        <a:t>Sunny</a:t>
                      </a:r>
                      <a:endParaRPr lang="en-US" sz="80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>
                          <a:solidFill>
                            <a:srgbClr val="0070C0"/>
                          </a:solidFill>
                        </a:rPr>
                        <a:t>Yes</a:t>
                      </a:r>
                      <a:endParaRPr lang="en-US" sz="80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8741"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Rainy</a:t>
                      </a:r>
                      <a:endParaRPr lang="en-US" sz="80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????</a:t>
                      </a:r>
                      <a:endParaRPr lang="en-US" sz="80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8" name="Content Placeholder 2"/>
          <p:cNvSpPr>
            <a:spLocks noGrp="1"/>
          </p:cNvSpPr>
          <p:nvPr>
            <p:ph sz="quarter" idx="10"/>
          </p:nvPr>
        </p:nvSpPr>
        <p:spPr>
          <a:xfrm>
            <a:off x="304800" y="589597"/>
            <a:ext cx="6324600" cy="609600"/>
          </a:xfrm>
        </p:spPr>
        <p:txBody>
          <a:bodyPr>
            <a:normAutofit/>
          </a:bodyPr>
          <a:lstStyle/>
          <a:p>
            <a:r>
              <a:rPr lang="en-US" altLang="en-US" sz="2000" dirty="0" smtClean="0"/>
              <a:t>Example: Play Tennis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29897613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/>
          <p:cNvSpPr txBox="1">
            <a:spLocks/>
          </p:cNvSpPr>
          <p:nvPr/>
        </p:nvSpPr>
        <p:spPr>
          <a:xfrm>
            <a:off x="978794" y="2590617"/>
            <a:ext cx="7186411" cy="809405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/>
                <a:ea typeface="Cambria" panose="02040503050406030204" pitchFamily="18" charset="0"/>
                <a:cs typeface="Arial"/>
                <a:sym typeface="Arial"/>
              </a:rPr>
              <a:t>Laplace Smoothing</a:t>
            </a:r>
            <a:endParaRPr kumimoji="0" lang="en-IN" sz="3200" b="1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"/>
              <a:ea typeface="Cambria" panose="02040503050406030204" pitchFamily="18" charset="0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884122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b="1" dirty="0" smtClean="0">
                <a:latin typeface="+mj-lt"/>
              </a:rPr>
              <a:t>Smoothing</a:t>
            </a:r>
            <a:endParaRPr lang="en-IN" sz="2400" b="1" dirty="0">
              <a:latin typeface="+mj-lt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73866" y="2642134"/>
            <a:ext cx="8229600" cy="3700517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echnique 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for smoothing categorical data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A small-sample correction, or 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pseudo-count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, will be incorporated in every probability estimate. </a:t>
            </a:r>
            <a:endParaRPr lang="en-US" sz="18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o 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probability will be zero. </a:t>
            </a:r>
            <a:endParaRPr lang="en-IN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B6F15528-21DE-4FAA-801E-634DDDAF4B2B}" type="slidenum">
              <a:rPr kumimoji="0" lang="en-IN" sz="1600" b="1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51</a:t>
            </a:fld>
            <a:endParaRPr kumimoji="0" lang="en-IN" sz="16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011" y="1490906"/>
            <a:ext cx="4262189" cy="785066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rgbClr val="0070C0"/>
            </a:solidFill>
          </a:ln>
        </p:spPr>
      </p:pic>
    </p:spTree>
    <p:extLst>
      <p:ext uri="{BB962C8B-B14F-4D97-AF65-F5344CB8AC3E}">
        <p14:creationId xmlns:p14="http://schemas.microsoft.com/office/powerpoint/2010/main" val="33668927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1223732"/>
            <a:ext cx="9144000" cy="4525963"/>
          </a:xfrm>
        </p:spPr>
        <p:txBody>
          <a:bodyPr>
            <a:normAutofit/>
          </a:bodyPr>
          <a:lstStyle/>
          <a:p>
            <a:pPr marL="0" indent="0">
              <a:buNone/>
              <a:defRPr/>
            </a:pPr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Probability 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estimation:</a:t>
            </a:r>
          </a:p>
        </p:txBody>
      </p:sp>
      <p:sp>
        <p:nvSpPr>
          <p:cNvPr id="5" name="Text Box 5"/>
          <p:cNvSpPr txBox="1">
            <a:spLocks noChangeArrowheads="1"/>
          </p:cNvSpPr>
          <p:nvPr/>
        </p:nvSpPr>
        <p:spPr bwMode="auto">
          <a:xfrm>
            <a:off x="4725182" y="1273871"/>
            <a:ext cx="4114799" cy="46628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8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>
              <a:defRPr sz="20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>
              <a:defRPr sz="20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>
              <a:defRPr sz="20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>
              <a:defRPr sz="20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>
              <a:defRPr sz="20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>
              <a:defRPr sz="20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fontAlgn="auto">
              <a:spcBef>
                <a:spcPct val="50000"/>
              </a:spcBef>
              <a:spcAft>
                <a:spcPts val="0"/>
              </a:spcAft>
              <a:buClr>
                <a:srgbClr val="000000"/>
              </a:buClr>
              <a:defRPr/>
            </a:pPr>
            <a:r>
              <a:rPr lang="en-US" sz="1800" i="1" kern="0" dirty="0" smtClean="0">
                <a:solidFill>
                  <a:srgbClr val="000000"/>
                </a:solidFill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Arial"/>
              </a:rPr>
              <a:t>d</a:t>
            </a:r>
            <a:r>
              <a:rPr lang="en-US" sz="1800" kern="0" dirty="0" smtClean="0">
                <a:solidFill>
                  <a:srgbClr val="000000"/>
                </a:solidFill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Arial"/>
              </a:rPr>
              <a:t>:</a:t>
            </a:r>
            <a:r>
              <a:rPr kumimoji="0" 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Arial"/>
              </a:rPr>
              <a:t> number of distinct</a:t>
            </a:r>
            <a:r>
              <a:rPr kumimoji="0" lang="en-US" sz="1800" b="0" i="0" u="none" strike="noStrike" kern="0" cap="none" spc="0" normalizeH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Arial"/>
              </a:rPr>
              <a:t> </a:t>
            </a:r>
            <a:r>
              <a:rPr lang="en-IN" sz="1800" dirty="0" smtClean="0"/>
              <a:t>values </a:t>
            </a:r>
            <a:r>
              <a:rPr lang="en-IN" sz="1800" dirty="0"/>
              <a:t>of an </a:t>
            </a:r>
            <a:r>
              <a:rPr lang="en-IN" sz="1800" dirty="0" smtClean="0"/>
              <a:t>attribute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Cambria" panose="02040503050406030204" pitchFamily="18" charset="0"/>
              <a:cs typeface="Arial" panose="020B0604020202020204" pitchFamily="34" charset="0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800" b="0" i="1" u="none" strike="noStrike" kern="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Arial"/>
              </a:rPr>
              <a:t>N</a:t>
            </a:r>
            <a:r>
              <a:rPr kumimoji="0" lang="en-US" sz="1800" b="0" i="1" u="none" strike="noStrike" kern="0" cap="none" spc="0" normalizeH="0" baseline="-2500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Arial"/>
              </a:rPr>
              <a:t>c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Arial"/>
              </a:rPr>
              <a:t>: number of instances in the class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Arial"/>
              </a:rPr>
              <a:t> </a:t>
            </a:r>
            <a:b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Arial"/>
              </a:rPr>
            </a:br>
            <a:r>
              <a:rPr kumimoji="0" lang="en-US" sz="1800" b="0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Arial"/>
              </a:rPr>
              <a:t>N</a:t>
            </a:r>
            <a:r>
              <a:rPr kumimoji="0" lang="en-US" sz="1800" b="0" i="1" u="none" strike="noStrike" kern="0" cap="none" spc="0" normalizeH="0" baseline="-25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Arial"/>
              </a:rPr>
              <a:t>ic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Arial"/>
              </a:rPr>
              <a:t>: number of instances having attribute value </a:t>
            </a:r>
            <a:r>
              <a:rPr kumimoji="0" lang="en-US" sz="18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Arial"/>
              </a:rPr>
              <a:t>A</a:t>
            </a:r>
            <a:r>
              <a:rPr kumimoji="0" lang="en-US" sz="1800" b="0" i="1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Arial"/>
              </a:rPr>
              <a:t>i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Arial"/>
              </a:rPr>
              <a:t> in class </a:t>
            </a:r>
            <a:r>
              <a:rPr kumimoji="0" lang="en-US" sz="18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Arial"/>
              </a:rPr>
              <a:t>c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Arial"/>
              </a:rPr>
              <a:t>p: prior probability of the class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Cambria" panose="02040503050406030204" pitchFamily="18" charset="0"/>
              <a:cs typeface="Arial" panose="020B0604020202020204" pitchFamily="34" charset="0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Arial"/>
              </a:rPr>
              <a:t>m: 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Arial"/>
              </a:rPr>
              <a:t>constant called the </a:t>
            </a: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Arial"/>
              </a:rPr>
              <a:t>equivalent sample size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Arial"/>
              </a:rPr>
              <a:t>, which determines how heavily to weight p relative to the observed data</a:t>
            </a:r>
            <a:b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Arial"/>
              </a:rPr>
            </a:b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Arial"/>
              </a:rPr>
              <a:t/>
            </a:r>
            <a:b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Arial"/>
              </a:rPr>
            </a:b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Cambria" panose="02040503050406030204" pitchFamily="18" charset="0"/>
              <a:cs typeface="Arial" panose="020B0604020202020204" pitchFamily="34" charset="0"/>
              <a:sym typeface="Arial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60DB935C-A2BB-404C-A6C5-67E9068028EC}" type="slidenum">
              <a:rPr kumimoji="0" lang="en-US" sz="1600" b="1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52</a:t>
            </a:fld>
            <a:endParaRPr kumimoji="0" lang="en-US" sz="16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8" name="Title 2"/>
          <p:cNvSpPr txBox="1">
            <a:spLocks/>
          </p:cNvSpPr>
          <p:nvPr/>
        </p:nvSpPr>
        <p:spPr>
          <a:xfrm>
            <a:off x="395536" y="394035"/>
            <a:ext cx="6120680" cy="3290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Calibri"/>
                <a:sym typeface="Calibri"/>
              </a:rPr>
              <a:t>Smoothing</a:t>
            </a:r>
            <a:endParaRPr kumimoji="0" lang="en-IN" sz="2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Calibri"/>
              <a:sym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09823" y="5028377"/>
            <a:ext cx="21595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Bayesian approach</a:t>
            </a:r>
            <a:endParaRPr kumimoji="0" lang="en-IN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cxnSp>
        <p:nvCxnSpPr>
          <p:cNvPr id="9" name="Straight Arrow Connector 8"/>
          <p:cNvCxnSpPr/>
          <p:nvPr/>
        </p:nvCxnSpPr>
        <p:spPr>
          <a:xfrm flipH="1" flipV="1">
            <a:off x="1213387" y="4085003"/>
            <a:ext cx="5813" cy="101144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913303"/>
            <a:ext cx="3581400" cy="2171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09136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04800" y="1371600"/>
            <a:ext cx="8229600" cy="5257800"/>
          </a:xfrm>
        </p:spPr>
        <p:txBody>
          <a:bodyPr>
            <a:noAutofit/>
          </a:bodyPr>
          <a:lstStyle/>
          <a:p>
            <a:pPr marL="0" indent="0"/>
            <a:r>
              <a:rPr lang="en-US" sz="1400" i="1" dirty="0" smtClean="0"/>
              <a:t>P(Enjoy=Yes | X) </a:t>
            </a:r>
            <a:r>
              <a:rPr lang="en-US" sz="1400" i="1" dirty="0"/>
              <a:t>= </a:t>
            </a:r>
            <a:r>
              <a:rPr lang="en-US" sz="1400" i="1" dirty="0" smtClean="0"/>
              <a:t>P(X </a:t>
            </a:r>
            <a:r>
              <a:rPr lang="en-US" sz="1400" i="1" dirty="0"/>
              <a:t>| </a:t>
            </a:r>
            <a:r>
              <a:rPr lang="en-US" sz="1400" i="1" dirty="0" smtClean="0"/>
              <a:t>Enjoy=Yes). P(Enjoy=Yes) </a:t>
            </a:r>
            <a:r>
              <a:rPr lang="en-US" sz="1400" i="1" dirty="0"/>
              <a:t>/ </a:t>
            </a:r>
            <a:r>
              <a:rPr lang="en-US" sz="1400" i="1" dirty="0" smtClean="0"/>
              <a:t>P(X)</a:t>
            </a:r>
          </a:p>
          <a:p>
            <a:pPr marL="0" indent="0"/>
            <a:r>
              <a:rPr lang="en-US" sz="1400" i="1" dirty="0" smtClean="0"/>
              <a:t>= </a:t>
            </a:r>
            <a:r>
              <a:rPr lang="en-US" sz="1400" i="1" dirty="0"/>
              <a:t>P(X | Enjoy=Yes). P(Enjoy=Yes</a:t>
            </a:r>
            <a:r>
              <a:rPr lang="en-US" sz="1400" i="1" dirty="0" smtClean="0"/>
              <a:t>)</a:t>
            </a:r>
          </a:p>
          <a:p>
            <a:pPr marL="0" indent="0"/>
            <a:r>
              <a:rPr lang="en-US" sz="1400" i="1" dirty="0"/>
              <a:t>= P(X | Enjoy=Yes). </a:t>
            </a:r>
            <a:r>
              <a:rPr lang="en-US" sz="1400" i="1" dirty="0" smtClean="0"/>
              <a:t>(3/7)</a:t>
            </a:r>
          </a:p>
          <a:p>
            <a:pPr marL="0" indent="0"/>
            <a:r>
              <a:rPr lang="en-US" sz="1400" i="1" dirty="0" smtClean="0"/>
              <a:t>= P(Rainy </a:t>
            </a:r>
            <a:r>
              <a:rPr lang="en-US" sz="1400" i="1" dirty="0"/>
              <a:t>| Enjoy=Yes</a:t>
            </a:r>
            <a:r>
              <a:rPr lang="en-US" sz="1400" i="1" dirty="0" smtClean="0"/>
              <a:t>). P(Warm </a:t>
            </a:r>
            <a:r>
              <a:rPr lang="en-US" sz="1400" i="1" dirty="0"/>
              <a:t>| Enjoy=Yes</a:t>
            </a:r>
            <a:r>
              <a:rPr lang="en-US" sz="1400" i="1" dirty="0" smtClean="0"/>
              <a:t>). P(Normal </a:t>
            </a:r>
            <a:r>
              <a:rPr lang="en-US" sz="1400" i="1" dirty="0"/>
              <a:t>| Enjoy=Yes).</a:t>
            </a:r>
            <a:r>
              <a:rPr lang="en-US" sz="1400" i="1" dirty="0" smtClean="0"/>
              <a:t> P(Breeze </a:t>
            </a:r>
            <a:r>
              <a:rPr lang="en-US" sz="1400" i="1" dirty="0"/>
              <a:t>| Enjoy=Yes</a:t>
            </a:r>
            <a:r>
              <a:rPr lang="en-US" sz="1400" i="1" dirty="0" smtClean="0"/>
              <a:t>).</a:t>
            </a:r>
            <a:r>
              <a:rPr lang="en-US" sz="1400" i="1" dirty="0"/>
              <a:t> </a:t>
            </a:r>
            <a:r>
              <a:rPr lang="en-US" sz="1400" i="1" dirty="0" smtClean="0"/>
              <a:t>P(Same </a:t>
            </a:r>
            <a:r>
              <a:rPr lang="en-US" sz="1400" i="1" dirty="0"/>
              <a:t>| Enjoy=Yes).</a:t>
            </a:r>
            <a:r>
              <a:rPr lang="en-US" sz="1400" i="1" dirty="0" smtClean="0"/>
              <a:t>(</a:t>
            </a:r>
            <a:r>
              <a:rPr lang="en-US" sz="1400" i="1" dirty="0"/>
              <a:t>3/7</a:t>
            </a:r>
            <a:r>
              <a:rPr lang="en-US" sz="1400" i="1" dirty="0" smtClean="0"/>
              <a:t>)</a:t>
            </a:r>
          </a:p>
          <a:p>
            <a:pPr marL="0" indent="0"/>
            <a:r>
              <a:rPr lang="en-US" sz="1400" i="1" dirty="0" smtClean="0"/>
              <a:t>= </a:t>
            </a:r>
            <a:r>
              <a:rPr lang="en-US" sz="1400" i="1" dirty="0" smtClean="0">
                <a:solidFill>
                  <a:srgbClr val="FF0000"/>
                </a:solidFill>
              </a:rPr>
              <a:t>(0+1/3+2)</a:t>
            </a:r>
            <a:r>
              <a:rPr lang="en-US" sz="1400" i="1" dirty="0" smtClean="0"/>
              <a:t> . </a:t>
            </a:r>
            <a:r>
              <a:rPr lang="en-US" sz="1400" i="1" dirty="0"/>
              <a:t>(3 +</a:t>
            </a:r>
            <a:r>
              <a:rPr lang="en-US" sz="1400" i="1" dirty="0" smtClean="0"/>
              <a:t>1/3+3) </a:t>
            </a:r>
            <a:r>
              <a:rPr lang="en-US" sz="1400" i="1" dirty="0"/>
              <a:t>. (2+1/3+2) . (1+1/3+2) . (2+1/3+2) </a:t>
            </a:r>
            <a:r>
              <a:rPr lang="en-US" sz="1400" i="1" dirty="0" smtClean="0"/>
              <a:t>. (3/7)</a:t>
            </a:r>
          </a:p>
          <a:p>
            <a:pPr marL="0" indent="0"/>
            <a:endParaRPr lang="en-US" sz="1400" i="1" dirty="0" smtClean="0"/>
          </a:p>
          <a:p>
            <a:pPr marL="0" indent="0"/>
            <a:endParaRPr lang="en-US" sz="1400" i="1" dirty="0"/>
          </a:p>
          <a:p>
            <a:pPr marL="0" indent="0"/>
            <a:endParaRPr lang="en-US" sz="1400" i="1" dirty="0" smtClean="0"/>
          </a:p>
          <a:p>
            <a:pPr marL="0" indent="0"/>
            <a:r>
              <a:rPr lang="en-US" sz="1400" b="1" dirty="0" smtClean="0"/>
              <a:t> </a:t>
            </a:r>
            <a:endParaRPr lang="en-US" sz="1400" b="1" dirty="0"/>
          </a:p>
          <a:p>
            <a:pPr marL="0" indent="0"/>
            <a:r>
              <a:rPr lang="en-US" sz="1400" b="1" i="1" dirty="0" smtClean="0"/>
              <a:t>      For Laplace smoothing </a:t>
            </a:r>
            <a:r>
              <a:rPr lang="el-GR" sz="1400" b="1" i="1" dirty="0" smtClean="0"/>
              <a:t>α</a:t>
            </a:r>
            <a:r>
              <a:rPr lang="en-US" sz="1400" b="1" i="1" dirty="0" smtClean="0"/>
              <a:t> = 1</a:t>
            </a:r>
          </a:p>
          <a:p>
            <a:pPr marL="0" indent="0"/>
            <a:endParaRPr lang="en-US" sz="1400" i="1" dirty="0" smtClean="0"/>
          </a:p>
          <a:p>
            <a:pPr marL="0" indent="0"/>
            <a:endParaRPr lang="en-US" sz="1400" i="1" dirty="0" smtClean="0"/>
          </a:p>
          <a:p>
            <a:pPr marL="0" indent="0"/>
            <a:endParaRPr lang="en-US" sz="1400" i="1" dirty="0"/>
          </a:p>
          <a:p>
            <a:pPr marL="0" indent="0"/>
            <a:r>
              <a:rPr lang="en-US" sz="1400" i="1" dirty="0" smtClean="0"/>
              <a:t>P(Enjoy=No </a:t>
            </a:r>
            <a:r>
              <a:rPr lang="en-US" sz="1400" i="1" dirty="0"/>
              <a:t>| X</a:t>
            </a:r>
            <a:r>
              <a:rPr lang="en-US" sz="1400" i="1" dirty="0" smtClean="0"/>
              <a:t>) </a:t>
            </a:r>
            <a:r>
              <a:rPr lang="en-US" sz="1400" i="1" dirty="0"/>
              <a:t>= P(X | </a:t>
            </a:r>
            <a:r>
              <a:rPr lang="en-US" sz="1400" i="1" dirty="0" smtClean="0"/>
              <a:t>Enjoy=No). P(Enjoy=No) </a:t>
            </a:r>
            <a:r>
              <a:rPr lang="en-US" sz="1400" i="1" dirty="0"/>
              <a:t>/ P(X)</a:t>
            </a:r>
            <a:endParaRPr lang="en-US" sz="1400" dirty="0" smtClean="0"/>
          </a:p>
          <a:p>
            <a:pPr marL="0" indent="0"/>
            <a:r>
              <a:rPr lang="en-US" sz="1400" i="1" dirty="0" smtClean="0"/>
              <a:t>= </a:t>
            </a:r>
            <a:r>
              <a:rPr lang="en-US" sz="1400" i="1" dirty="0"/>
              <a:t>P(X | Enjoy=No). P(Enjoy=No) </a:t>
            </a:r>
            <a:endParaRPr lang="en-US" sz="1400" i="1" dirty="0" smtClean="0"/>
          </a:p>
          <a:p>
            <a:pPr marL="0" indent="0"/>
            <a:r>
              <a:rPr lang="en-US" sz="1400" i="1" dirty="0"/>
              <a:t>= P(X | Enjoy=No). </a:t>
            </a:r>
            <a:r>
              <a:rPr lang="en-US" sz="1400" i="1" dirty="0" smtClean="0"/>
              <a:t>(4/7)</a:t>
            </a:r>
          </a:p>
          <a:p>
            <a:pPr marL="0" indent="0"/>
            <a:r>
              <a:rPr lang="en-US" sz="1400" i="1" dirty="0"/>
              <a:t>= </a:t>
            </a:r>
            <a:r>
              <a:rPr lang="en-US" sz="1400" i="1" dirty="0" smtClean="0"/>
              <a:t>P(Rainy </a:t>
            </a:r>
            <a:r>
              <a:rPr lang="en-US" sz="1400" i="1" dirty="0"/>
              <a:t>| </a:t>
            </a:r>
            <a:r>
              <a:rPr lang="en-US" sz="1400" i="1" dirty="0" smtClean="0"/>
              <a:t>Enjoy=No). </a:t>
            </a:r>
            <a:r>
              <a:rPr lang="en-US" sz="1400" i="1" dirty="0"/>
              <a:t>P(Warm | </a:t>
            </a:r>
            <a:r>
              <a:rPr lang="en-US" sz="1400" i="1" dirty="0" smtClean="0"/>
              <a:t>Enjoy=No). </a:t>
            </a:r>
            <a:r>
              <a:rPr lang="en-US" sz="1400" i="1" dirty="0"/>
              <a:t>P(Normal | </a:t>
            </a:r>
            <a:r>
              <a:rPr lang="en-US" sz="1400" i="1" dirty="0" smtClean="0"/>
              <a:t>Enjoy=No). P(Breeze </a:t>
            </a:r>
            <a:r>
              <a:rPr lang="en-US" sz="1400" i="1" dirty="0"/>
              <a:t>| </a:t>
            </a:r>
            <a:r>
              <a:rPr lang="en-US" sz="1400" i="1" dirty="0" smtClean="0"/>
              <a:t>Enjoy=No). P(Same </a:t>
            </a:r>
            <a:r>
              <a:rPr lang="en-US" sz="1400" i="1" dirty="0"/>
              <a:t>| </a:t>
            </a:r>
            <a:r>
              <a:rPr lang="en-US" sz="1400" i="1" dirty="0" smtClean="0"/>
              <a:t>Enjoy=No). </a:t>
            </a:r>
            <a:r>
              <a:rPr lang="en-US" sz="1400" i="1" dirty="0"/>
              <a:t>(4/7</a:t>
            </a:r>
            <a:r>
              <a:rPr lang="en-US" sz="1400" i="1" dirty="0" smtClean="0"/>
              <a:t>)</a:t>
            </a:r>
          </a:p>
          <a:p>
            <a:pPr marL="0" indent="0"/>
            <a:r>
              <a:rPr lang="en-US" sz="1400" i="1" dirty="0" smtClean="0"/>
              <a:t>= </a:t>
            </a:r>
            <a:r>
              <a:rPr lang="en-US" sz="1400" i="1" dirty="0" smtClean="0">
                <a:solidFill>
                  <a:srgbClr val="FF0000"/>
                </a:solidFill>
              </a:rPr>
              <a:t>(2+1/4+2)</a:t>
            </a:r>
            <a:r>
              <a:rPr lang="en-US" sz="1400" i="1" dirty="0" smtClean="0"/>
              <a:t> </a:t>
            </a:r>
            <a:r>
              <a:rPr lang="en-US" sz="1400" i="1" dirty="0"/>
              <a:t>. (</a:t>
            </a:r>
            <a:r>
              <a:rPr lang="en-US" sz="1400" i="1" dirty="0" smtClean="0"/>
              <a:t>1+1/4+3) </a:t>
            </a:r>
            <a:r>
              <a:rPr lang="en-US" sz="1400" i="1" dirty="0"/>
              <a:t>. (1+1/4+2) . (1+1/4+2) . (2+1/4+2) . (</a:t>
            </a:r>
            <a:r>
              <a:rPr lang="en-US" sz="1400" i="1" dirty="0" smtClean="0"/>
              <a:t>4/7)</a:t>
            </a:r>
          </a:p>
          <a:p>
            <a:pPr marL="0" indent="0"/>
            <a:endParaRPr lang="en-US" sz="1400" dirty="0"/>
          </a:p>
          <a:p>
            <a:pPr marL="0" indent="0"/>
            <a:endParaRPr lang="en-US" sz="1400" dirty="0"/>
          </a:p>
          <a:p>
            <a:pPr marL="0" indent="0"/>
            <a:endParaRPr lang="en-US" sz="1400" dirty="0" smtClean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/>
          </p:nvPr>
        </p:nvGraphicFramePr>
        <p:xfrm>
          <a:off x="6236338" y="2544567"/>
          <a:ext cx="2909047" cy="2683266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5468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64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30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23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9028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3338">
                <a:tc>
                  <a:txBody>
                    <a:bodyPr/>
                    <a:lstStyle/>
                    <a:p>
                      <a:r>
                        <a:rPr lang="en-US" sz="800" dirty="0" err="1" smtClean="0"/>
                        <a:t>AirTemp</a:t>
                      </a:r>
                      <a:endParaRPr lang="en-US" sz="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Humidity</a:t>
                      </a:r>
                      <a:endParaRPr lang="en-US" sz="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Wind</a:t>
                      </a:r>
                      <a:endParaRPr lang="en-US" sz="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Forecast</a:t>
                      </a:r>
                      <a:endParaRPr lang="en-US" sz="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Enjoy</a:t>
                      </a:r>
                    </a:p>
                    <a:p>
                      <a:r>
                        <a:rPr lang="en-US" sz="800" dirty="0" smtClean="0"/>
                        <a:t>Sport?</a:t>
                      </a:r>
                      <a:endParaRPr lang="en-US" sz="800" b="1" i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741">
                <a:tc>
                  <a:txBody>
                    <a:bodyPr/>
                    <a:lstStyle/>
                    <a:p>
                      <a:r>
                        <a:rPr lang="en-US" sz="800" dirty="0" smtClean="0">
                          <a:solidFill>
                            <a:srgbClr val="0070C0"/>
                          </a:solidFill>
                        </a:rPr>
                        <a:t>Warm</a:t>
                      </a:r>
                      <a:endParaRPr lang="en-US" sz="80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>
                          <a:solidFill>
                            <a:srgbClr val="0070C0"/>
                          </a:solidFill>
                        </a:rPr>
                        <a:t>Normal</a:t>
                      </a:r>
                      <a:endParaRPr lang="en-US" sz="80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smtClean="0">
                          <a:solidFill>
                            <a:srgbClr val="0070C0"/>
                          </a:solidFill>
                        </a:rPr>
                        <a:t>Strong</a:t>
                      </a:r>
                      <a:endParaRPr lang="en-US" sz="80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smtClean="0">
                          <a:solidFill>
                            <a:srgbClr val="0070C0"/>
                          </a:solidFill>
                        </a:rPr>
                        <a:t>Same</a:t>
                      </a:r>
                      <a:endParaRPr lang="en-US" sz="80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>
                          <a:solidFill>
                            <a:srgbClr val="0070C0"/>
                          </a:solidFill>
                        </a:rPr>
                        <a:t>Yes</a:t>
                      </a:r>
                      <a:endParaRPr lang="en-US" sz="80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741"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Warm</a:t>
                      </a:r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smtClean="0"/>
                        <a:t>High</a:t>
                      </a:r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smtClean="0"/>
                        <a:t>Strong</a:t>
                      </a:r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smtClean="0"/>
                        <a:t>Same</a:t>
                      </a:r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No</a:t>
                      </a:r>
                      <a:endParaRPr 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8741">
                <a:tc>
                  <a:txBody>
                    <a:bodyPr/>
                    <a:lstStyle/>
                    <a:p>
                      <a:r>
                        <a:rPr lang="en-US" sz="800" smtClean="0"/>
                        <a:t>Cold</a:t>
                      </a:r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smtClean="0"/>
                        <a:t>High</a:t>
                      </a:r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Strong</a:t>
                      </a:r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smtClean="0"/>
                        <a:t>Change</a:t>
                      </a:r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No</a:t>
                      </a:r>
                      <a:endParaRPr 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8741">
                <a:tc>
                  <a:txBody>
                    <a:bodyPr/>
                    <a:lstStyle/>
                    <a:p>
                      <a:r>
                        <a:rPr lang="en-US" sz="800" dirty="0" smtClean="0">
                          <a:solidFill>
                            <a:srgbClr val="0070C0"/>
                          </a:solidFill>
                        </a:rPr>
                        <a:t>Warm</a:t>
                      </a:r>
                      <a:endParaRPr lang="en-US" sz="80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>
                          <a:solidFill>
                            <a:srgbClr val="0070C0"/>
                          </a:solidFill>
                        </a:rPr>
                        <a:t>Normal</a:t>
                      </a:r>
                      <a:endParaRPr lang="en-US" sz="80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>
                          <a:solidFill>
                            <a:srgbClr val="0070C0"/>
                          </a:solidFill>
                        </a:rPr>
                        <a:t>Breeze</a:t>
                      </a:r>
                      <a:endParaRPr lang="en-US" sz="80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smtClean="0">
                          <a:solidFill>
                            <a:srgbClr val="0070C0"/>
                          </a:solidFill>
                        </a:rPr>
                        <a:t>Same</a:t>
                      </a:r>
                      <a:endParaRPr lang="en-US" sz="80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>
                          <a:solidFill>
                            <a:srgbClr val="0070C0"/>
                          </a:solidFill>
                        </a:rPr>
                        <a:t>Yes</a:t>
                      </a:r>
                      <a:endParaRPr lang="en-US" sz="80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8741"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Hot</a:t>
                      </a:r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Normal</a:t>
                      </a:r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Breeze</a:t>
                      </a:r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Same</a:t>
                      </a:r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No</a:t>
                      </a:r>
                      <a:endParaRPr 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8741">
                <a:tc>
                  <a:txBody>
                    <a:bodyPr/>
                    <a:lstStyle/>
                    <a:p>
                      <a:r>
                        <a:rPr lang="en-US" sz="800" smtClean="0"/>
                        <a:t>Cold</a:t>
                      </a:r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smtClean="0"/>
                        <a:t>High</a:t>
                      </a:r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smtClean="0"/>
                        <a:t>Strong</a:t>
                      </a:r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smtClean="0"/>
                        <a:t>Change</a:t>
                      </a:r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No</a:t>
                      </a:r>
                      <a:endParaRPr 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8741">
                <a:tc>
                  <a:txBody>
                    <a:bodyPr/>
                    <a:lstStyle/>
                    <a:p>
                      <a:r>
                        <a:rPr lang="en-US" sz="800" smtClean="0">
                          <a:solidFill>
                            <a:srgbClr val="0070C0"/>
                          </a:solidFill>
                        </a:rPr>
                        <a:t>Warm</a:t>
                      </a:r>
                      <a:endParaRPr lang="en-US" sz="80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smtClean="0">
                          <a:solidFill>
                            <a:srgbClr val="0070C0"/>
                          </a:solidFill>
                        </a:rPr>
                        <a:t>High</a:t>
                      </a:r>
                      <a:endParaRPr lang="en-US" sz="80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smtClean="0">
                          <a:solidFill>
                            <a:srgbClr val="0070C0"/>
                          </a:solidFill>
                        </a:rPr>
                        <a:t>Strong</a:t>
                      </a:r>
                      <a:endParaRPr lang="en-US" sz="80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smtClean="0">
                          <a:solidFill>
                            <a:srgbClr val="0070C0"/>
                          </a:solidFill>
                        </a:rPr>
                        <a:t>Change</a:t>
                      </a:r>
                      <a:endParaRPr lang="en-US" sz="80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>
                          <a:solidFill>
                            <a:srgbClr val="0070C0"/>
                          </a:solidFill>
                        </a:rPr>
                        <a:t>Yes</a:t>
                      </a:r>
                      <a:endParaRPr lang="en-US" sz="80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8741"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Warm</a:t>
                      </a:r>
                      <a:endParaRPr lang="en-US" sz="80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Normal</a:t>
                      </a:r>
                      <a:endParaRPr lang="en-US" sz="80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Breeze</a:t>
                      </a:r>
                      <a:endParaRPr lang="en-US" sz="80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Same</a:t>
                      </a:r>
                      <a:endParaRPr lang="en-US" sz="80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????</a:t>
                      </a:r>
                      <a:endParaRPr lang="en-US" sz="80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pic>
        <p:nvPicPr>
          <p:cNvPr id="43012" name="Picture 4" descr="https://help.sap.com/doc/PRODUCTION/2cfbc5cf2bc14f028cfbe2a2bba60a50/1.0.12/en-US/loiof2cc55980dbe41aaa7107be714b9ef4c_LowRes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3124200"/>
            <a:ext cx="3168310" cy="762000"/>
          </a:xfrm>
          <a:prstGeom prst="rect">
            <a:avLst/>
          </a:prstGeom>
          <a:noFill/>
          <a:ln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Content Placeholder 2"/>
          <p:cNvSpPr>
            <a:spLocks noGrp="1"/>
          </p:cNvSpPr>
          <p:nvPr>
            <p:ph sz="quarter" idx="10"/>
          </p:nvPr>
        </p:nvSpPr>
        <p:spPr>
          <a:xfrm>
            <a:off x="304800" y="589597"/>
            <a:ext cx="6324600" cy="609600"/>
          </a:xfrm>
        </p:spPr>
        <p:txBody>
          <a:bodyPr>
            <a:normAutofit/>
          </a:bodyPr>
          <a:lstStyle/>
          <a:p>
            <a:r>
              <a:rPr lang="en-US" altLang="en-US" sz="2000" dirty="0" smtClean="0"/>
              <a:t>Example: Play Tennis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22501261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04800" y="1371600"/>
            <a:ext cx="8229600" cy="5257800"/>
          </a:xfrm>
        </p:spPr>
        <p:txBody>
          <a:bodyPr>
            <a:noAutofit/>
          </a:bodyPr>
          <a:lstStyle/>
          <a:p>
            <a:pPr marL="0" indent="0"/>
            <a:r>
              <a:rPr lang="en-US" sz="1400" i="1" dirty="0" smtClean="0"/>
              <a:t>P(Enjoy=Yes | X) </a:t>
            </a:r>
            <a:r>
              <a:rPr lang="en-US" sz="1400" i="1" dirty="0"/>
              <a:t>= </a:t>
            </a:r>
            <a:r>
              <a:rPr lang="en-US" sz="1400" i="1" dirty="0" smtClean="0"/>
              <a:t>P(X </a:t>
            </a:r>
            <a:r>
              <a:rPr lang="en-US" sz="1400" i="1" dirty="0"/>
              <a:t>| </a:t>
            </a:r>
            <a:r>
              <a:rPr lang="en-US" sz="1400" i="1" dirty="0" smtClean="0"/>
              <a:t>Enjoy=Yes). P(Enjoy=Yes) </a:t>
            </a:r>
            <a:r>
              <a:rPr lang="en-US" sz="1400" i="1" dirty="0"/>
              <a:t>/ </a:t>
            </a:r>
            <a:r>
              <a:rPr lang="en-US" sz="1400" i="1" dirty="0" smtClean="0"/>
              <a:t>P(X)</a:t>
            </a:r>
          </a:p>
          <a:p>
            <a:pPr marL="0" indent="0"/>
            <a:r>
              <a:rPr lang="en-US" sz="1400" i="1" dirty="0" smtClean="0"/>
              <a:t>= </a:t>
            </a:r>
            <a:r>
              <a:rPr lang="en-US" sz="1400" i="1" dirty="0"/>
              <a:t>P(X | Enjoy=Yes). P(Enjoy=Yes</a:t>
            </a:r>
            <a:r>
              <a:rPr lang="en-US" sz="1400" i="1" dirty="0" smtClean="0"/>
              <a:t>)</a:t>
            </a:r>
          </a:p>
          <a:p>
            <a:pPr marL="0" indent="0"/>
            <a:r>
              <a:rPr lang="en-US" sz="1400" i="1" dirty="0"/>
              <a:t>= P(X | Enjoy=Yes). </a:t>
            </a:r>
            <a:r>
              <a:rPr lang="en-US" sz="1400" i="1" dirty="0" smtClean="0"/>
              <a:t>(3/7)</a:t>
            </a:r>
          </a:p>
          <a:p>
            <a:pPr marL="0" indent="0"/>
            <a:r>
              <a:rPr lang="en-US" sz="1400" i="1" dirty="0" smtClean="0"/>
              <a:t>= P(Rainy </a:t>
            </a:r>
            <a:r>
              <a:rPr lang="en-US" sz="1400" i="1" dirty="0"/>
              <a:t>| Enjoy=Yes</a:t>
            </a:r>
            <a:r>
              <a:rPr lang="en-US" sz="1400" i="1" dirty="0" smtClean="0"/>
              <a:t>). P(Warm </a:t>
            </a:r>
            <a:r>
              <a:rPr lang="en-US" sz="1400" i="1" dirty="0"/>
              <a:t>| Enjoy=Yes</a:t>
            </a:r>
            <a:r>
              <a:rPr lang="en-US" sz="1400" i="1" dirty="0" smtClean="0"/>
              <a:t>). P(Normal </a:t>
            </a:r>
            <a:r>
              <a:rPr lang="en-US" sz="1400" i="1" dirty="0"/>
              <a:t>| Enjoy=Yes).</a:t>
            </a:r>
            <a:r>
              <a:rPr lang="en-US" sz="1400" i="1" dirty="0" smtClean="0"/>
              <a:t> P(Breeze </a:t>
            </a:r>
            <a:r>
              <a:rPr lang="en-US" sz="1400" i="1" dirty="0"/>
              <a:t>| Enjoy=Yes</a:t>
            </a:r>
            <a:r>
              <a:rPr lang="en-US" sz="1400" i="1" dirty="0" smtClean="0"/>
              <a:t>).</a:t>
            </a:r>
            <a:r>
              <a:rPr lang="en-US" sz="1400" i="1" dirty="0"/>
              <a:t> </a:t>
            </a:r>
            <a:r>
              <a:rPr lang="en-US" sz="1400" i="1" dirty="0" smtClean="0"/>
              <a:t>P(Same </a:t>
            </a:r>
            <a:r>
              <a:rPr lang="en-US" sz="1400" i="1" dirty="0"/>
              <a:t>| Enjoy=Yes).</a:t>
            </a:r>
            <a:r>
              <a:rPr lang="en-US" sz="1400" i="1" dirty="0" smtClean="0"/>
              <a:t>(</a:t>
            </a:r>
            <a:r>
              <a:rPr lang="en-US" sz="1400" i="1" dirty="0"/>
              <a:t>3/7</a:t>
            </a:r>
            <a:r>
              <a:rPr lang="en-US" sz="1400" i="1" dirty="0" smtClean="0"/>
              <a:t>)</a:t>
            </a:r>
          </a:p>
          <a:p>
            <a:pPr marL="0" indent="0"/>
            <a:r>
              <a:rPr lang="en-US" sz="1400" i="1" dirty="0"/>
              <a:t>= (1/5) . </a:t>
            </a:r>
            <a:r>
              <a:rPr lang="en-US" sz="1400" i="1" dirty="0" smtClean="0"/>
              <a:t>(4/6) </a:t>
            </a:r>
            <a:r>
              <a:rPr lang="en-US" sz="1400" i="1" dirty="0"/>
              <a:t>. </a:t>
            </a:r>
            <a:r>
              <a:rPr lang="en-US" sz="1400" i="1" dirty="0" smtClean="0"/>
              <a:t>(3/5) </a:t>
            </a:r>
            <a:r>
              <a:rPr lang="en-US" sz="1400" i="1" dirty="0"/>
              <a:t>. </a:t>
            </a:r>
            <a:r>
              <a:rPr lang="en-US" sz="1400" i="1" dirty="0" smtClean="0"/>
              <a:t>(2/5) </a:t>
            </a:r>
            <a:r>
              <a:rPr lang="en-US" sz="1400" i="1" dirty="0"/>
              <a:t>. </a:t>
            </a:r>
            <a:r>
              <a:rPr lang="en-US" sz="1400" i="1" dirty="0" smtClean="0"/>
              <a:t>(3/5) </a:t>
            </a:r>
            <a:r>
              <a:rPr lang="en-US" sz="1400" i="1" dirty="0"/>
              <a:t>. (3/7) </a:t>
            </a:r>
            <a:endParaRPr lang="en-US" sz="1400" i="1" dirty="0" smtClean="0"/>
          </a:p>
          <a:p>
            <a:pPr marL="0" indent="0"/>
            <a:r>
              <a:rPr lang="en-US" sz="1400" i="1" dirty="0" smtClean="0"/>
              <a:t>=0.00822</a:t>
            </a:r>
          </a:p>
          <a:p>
            <a:pPr marL="0" indent="0"/>
            <a:endParaRPr lang="en-US" sz="1400" i="1" dirty="0"/>
          </a:p>
          <a:p>
            <a:pPr marL="0" indent="0"/>
            <a:endParaRPr lang="en-US" sz="1400" i="1" dirty="0" smtClean="0"/>
          </a:p>
          <a:p>
            <a:pPr marL="0" indent="0"/>
            <a:r>
              <a:rPr lang="en-US" sz="1400" i="1" dirty="0">
                <a:solidFill>
                  <a:srgbClr val="7030A0"/>
                </a:solidFill>
              </a:rPr>
              <a:t>P(Enjoy=Yes | X)  &gt; P(Enjoy=No | X)  </a:t>
            </a:r>
            <a:r>
              <a:rPr lang="en-US" sz="1400" i="1" dirty="0">
                <a:solidFill>
                  <a:srgbClr val="7030A0"/>
                </a:solidFill>
                <a:sym typeface="Wingdings" panose="05000000000000000000" pitchFamily="2" charset="2"/>
              </a:rPr>
              <a:t> </a:t>
            </a:r>
            <a:r>
              <a:rPr lang="en-US" sz="1400" dirty="0">
                <a:solidFill>
                  <a:srgbClr val="7030A0"/>
                </a:solidFill>
              </a:rPr>
              <a:t> </a:t>
            </a:r>
            <a:r>
              <a:rPr lang="en-US" sz="1400" dirty="0" err="1">
                <a:solidFill>
                  <a:srgbClr val="7030A0"/>
                </a:solidFill>
              </a:rPr>
              <a:t>EnjoySport</a:t>
            </a:r>
            <a:r>
              <a:rPr lang="en-US" sz="1400" dirty="0">
                <a:solidFill>
                  <a:srgbClr val="7030A0"/>
                </a:solidFill>
              </a:rPr>
              <a:t> = </a:t>
            </a:r>
            <a:r>
              <a:rPr lang="en-US" sz="1400" b="1" dirty="0">
                <a:solidFill>
                  <a:srgbClr val="7030A0"/>
                </a:solidFill>
              </a:rPr>
              <a:t>Yes</a:t>
            </a:r>
            <a:r>
              <a:rPr lang="en-US" sz="1400" b="1" dirty="0"/>
              <a:t> </a:t>
            </a:r>
          </a:p>
          <a:p>
            <a:pPr marL="0" indent="0"/>
            <a:endParaRPr lang="en-US" sz="1400" i="1" dirty="0" smtClean="0"/>
          </a:p>
          <a:p>
            <a:pPr marL="0" indent="0"/>
            <a:endParaRPr lang="en-US" sz="1400" i="1" dirty="0" smtClean="0"/>
          </a:p>
          <a:p>
            <a:pPr marL="0" indent="0"/>
            <a:endParaRPr lang="en-US" sz="1400" i="1" dirty="0"/>
          </a:p>
          <a:p>
            <a:pPr marL="0" indent="0"/>
            <a:r>
              <a:rPr lang="en-US" sz="1400" i="1" dirty="0" smtClean="0"/>
              <a:t>P(Enjoy=No </a:t>
            </a:r>
            <a:r>
              <a:rPr lang="en-US" sz="1400" i="1" dirty="0"/>
              <a:t>| X</a:t>
            </a:r>
            <a:r>
              <a:rPr lang="en-US" sz="1400" i="1" dirty="0" smtClean="0"/>
              <a:t>) </a:t>
            </a:r>
            <a:r>
              <a:rPr lang="en-US" sz="1400" i="1" dirty="0"/>
              <a:t>= P(X | </a:t>
            </a:r>
            <a:r>
              <a:rPr lang="en-US" sz="1400" i="1" dirty="0" smtClean="0"/>
              <a:t>Enjoy=No). P(Enjoy=No) </a:t>
            </a:r>
            <a:r>
              <a:rPr lang="en-US" sz="1400" i="1" dirty="0"/>
              <a:t>/ P(X)</a:t>
            </a:r>
            <a:endParaRPr lang="en-US" sz="1400" dirty="0" smtClean="0"/>
          </a:p>
          <a:p>
            <a:pPr marL="0" indent="0"/>
            <a:r>
              <a:rPr lang="en-US" sz="1400" i="1" dirty="0" smtClean="0"/>
              <a:t>= </a:t>
            </a:r>
            <a:r>
              <a:rPr lang="en-US" sz="1400" i="1" dirty="0"/>
              <a:t>P(X | Enjoy=No). P(Enjoy=No) </a:t>
            </a:r>
            <a:endParaRPr lang="en-US" sz="1400" i="1" dirty="0" smtClean="0"/>
          </a:p>
          <a:p>
            <a:pPr marL="0" indent="0"/>
            <a:r>
              <a:rPr lang="en-US" sz="1400" i="1" dirty="0"/>
              <a:t>= P(X | Enjoy=No). </a:t>
            </a:r>
            <a:r>
              <a:rPr lang="en-US" sz="1400" i="1" dirty="0" smtClean="0"/>
              <a:t>(4/7)</a:t>
            </a:r>
          </a:p>
          <a:p>
            <a:pPr marL="0" indent="0"/>
            <a:r>
              <a:rPr lang="en-US" sz="1400" i="1" dirty="0"/>
              <a:t>= </a:t>
            </a:r>
            <a:r>
              <a:rPr lang="en-US" sz="1400" i="1" dirty="0" smtClean="0"/>
              <a:t>P(Rainy </a:t>
            </a:r>
            <a:r>
              <a:rPr lang="en-US" sz="1400" i="1" dirty="0"/>
              <a:t>| </a:t>
            </a:r>
            <a:r>
              <a:rPr lang="en-US" sz="1400" i="1" dirty="0" smtClean="0"/>
              <a:t>Enjoy=No). </a:t>
            </a:r>
            <a:r>
              <a:rPr lang="en-US" sz="1400" i="1" dirty="0"/>
              <a:t>P(Warm | </a:t>
            </a:r>
            <a:r>
              <a:rPr lang="en-US" sz="1400" i="1" dirty="0" smtClean="0"/>
              <a:t>Enjoy=No). </a:t>
            </a:r>
            <a:r>
              <a:rPr lang="en-US" sz="1400" i="1" dirty="0"/>
              <a:t>P(Normal | </a:t>
            </a:r>
            <a:r>
              <a:rPr lang="en-US" sz="1400" i="1" dirty="0" smtClean="0"/>
              <a:t>Enjoy=No). P(Breeze </a:t>
            </a:r>
            <a:r>
              <a:rPr lang="en-US" sz="1400" i="1" dirty="0"/>
              <a:t>| </a:t>
            </a:r>
            <a:r>
              <a:rPr lang="en-US" sz="1400" i="1" dirty="0" smtClean="0"/>
              <a:t>Enjoy=No). P(Same </a:t>
            </a:r>
            <a:r>
              <a:rPr lang="en-US" sz="1400" i="1" dirty="0"/>
              <a:t>| </a:t>
            </a:r>
            <a:r>
              <a:rPr lang="en-US" sz="1400" i="1" dirty="0" smtClean="0"/>
              <a:t>Enjoy=No). </a:t>
            </a:r>
            <a:r>
              <a:rPr lang="en-US" sz="1400" i="1" dirty="0"/>
              <a:t>(4/7</a:t>
            </a:r>
            <a:r>
              <a:rPr lang="en-US" sz="1400" i="1" dirty="0" smtClean="0"/>
              <a:t>)</a:t>
            </a:r>
          </a:p>
          <a:p>
            <a:pPr marL="0" indent="0"/>
            <a:r>
              <a:rPr lang="en-US" sz="1400" i="1" dirty="0"/>
              <a:t>= (3/6) . </a:t>
            </a:r>
            <a:r>
              <a:rPr lang="en-US" sz="1400" i="1" dirty="0" smtClean="0"/>
              <a:t>(2/7) </a:t>
            </a:r>
            <a:r>
              <a:rPr lang="en-US" sz="1400" i="1" dirty="0"/>
              <a:t>. </a:t>
            </a:r>
            <a:r>
              <a:rPr lang="en-US" sz="1400" i="1" dirty="0" smtClean="0"/>
              <a:t>(2/6) </a:t>
            </a:r>
            <a:r>
              <a:rPr lang="en-US" sz="1400" i="1" dirty="0"/>
              <a:t>. </a:t>
            </a:r>
            <a:r>
              <a:rPr lang="en-US" sz="1400" i="1" dirty="0" smtClean="0"/>
              <a:t>(2/6) </a:t>
            </a:r>
            <a:r>
              <a:rPr lang="en-US" sz="1400" i="1" dirty="0"/>
              <a:t>. </a:t>
            </a:r>
            <a:r>
              <a:rPr lang="en-US" sz="1400" i="1" dirty="0" smtClean="0"/>
              <a:t>(3/6) </a:t>
            </a:r>
            <a:r>
              <a:rPr lang="en-US" sz="1400" i="1" dirty="0"/>
              <a:t>. (4/7)</a:t>
            </a:r>
          </a:p>
          <a:p>
            <a:pPr marL="0" indent="0"/>
            <a:r>
              <a:rPr lang="en-US" sz="1400" i="1" dirty="0" smtClean="0"/>
              <a:t>= 0.00453</a:t>
            </a:r>
            <a:endParaRPr lang="en-US" sz="1400" dirty="0"/>
          </a:p>
          <a:p>
            <a:pPr marL="0" indent="0"/>
            <a:endParaRPr lang="en-US" sz="1400" dirty="0"/>
          </a:p>
          <a:p>
            <a:pPr marL="0" indent="0"/>
            <a:endParaRPr lang="en-US" sz="1400" dirty="0" smtClean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/>
          </p:nvPr>
        </p:nvGraphicFramePr>
        <p:xfrm>
          <a:off x="5791200" y="2402541"/>
          <a:ext cx="3352800" cy="2972007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4437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68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64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930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4236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9028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3338"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Sky</a:t>
                      </a:r>
                      <a:endParaRPr lang="en-US" sz="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err="1" smtClean="0"/>
                        <a:t>AirTemp</a:t>
                      </a:r>
                      <a:endParaRPr lang="en-US" sz="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Humidity</a:t>
                      </a:r>
                      <a:endParaRPr lang="en-US" sz="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Wind</a:t>
                      </a:r>
                      <a:endParaRPr lang="en-US" sz="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Forecast</a:t>
                      </a:r>
                      <a:endParaRPr lang="en-US" sz="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Enjoy</a:t>
                      </a:r>
                    </a:p>
                    <a:p>
                      <a:r>
                        <a:rPr lang="en-US" sz="800" dirty="0" smtClean="0"/>
                        <a:t>Sport?</a:t>
                      </a:r>
                      <a:endParaRPr lang="en-US" sz="800" b="1" i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741">
                <a:tc>
                  <a:txBody>
                    <a:bodyPr/>
                    <a:lstStyle/>
                    <a:p>
                      <a:r>
                        <a:rPr lang="en-US" sz="800" dirty="0" smtClean="0">
                          <a:solidFill>
                            <a:srgbClr val="0070C0"/>
                          </a:solidFill>
                        </a:rPr>
                        <a:t>Sunny</a:t>
                      </a:r>
                      <a:endParaRPr lang="en-US" sz="80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>
                          <a:solidFill>
                            <a:srgbClr val="0070C0"/>
                          </a:solidFill>
                        </a:rPr>
                        <a:t>Warm</a:t>
                      </a:r>
                      <a:endParaRPr lang="en-US" sz="80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>
                          <a:solidFill>
                            <a:srgbClr val="0070C0"/>
                          </a:solidFill>
                        </a:rPr>
                        <a:t>Normal</a:t>
                      </a:r>
                      <a:endParaRPr lang="en-US" sz="80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smtClean="0">
                          <a:solidFill>
                            <a:srgbClr val="0070C0"/>
                          </a:solidFill>
                        </a:rPr>
                        <a:t>Strong</a:t>
                      </a:r>
                      <a:endParaRPr lang="en-US" sz="80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smtClean="0">
                          <a:solidFill>
                            <a:srgbClr val="0070C0"/>
                          </a:solidFill>
                        </a:rPr>
                        <a:t>Same</a:t>
                      </a:r>
                      <a:endParaRPr lang="en-US" sz="80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>
                          <a:solidFill>
                            <a:srgbClr val="0070C0"/>
                          </a:solidFill>
                        </a:rPr>
                        <a:t>Yes</a:t>
                      </a:r>
                      <a:endParaRPr lang="en-US" sz="80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741"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Sunny</a:t>
                      </a:r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Warm</a:t>
                      </a:r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smtClean="0"/>
                        <a:t>High</a:t>
                      </a:r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smtClean="0"/>
                        <a:t>Strong</a:t>
                      </a:r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smtClean="0"/>
                        <a:t>Same</a:t>
                      </a:r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No</a:t>
                      </a:r>
                      <a:endParaRPr 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8741">
                <a:tc>
                  <a:txBody>
                    <a:bodyPr/>
                    <a:lstStyle/>
                    <a:p>
                      <a:r>
                        <a:rPr lang="en-US" sz="800" smtClean="0"/>
                        <a:t>Rainy</a:t>
                      </a:r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smtClean="0"/>
                        <a:t>Cold</a:t>
                      </a:r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smtClean="0"/>
                        <a:t>High</a:t>
                      </a:r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Strong</a:t>
                      </a:r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smtClean="0"/>
                        <a:t>Change</a:t>
                      </a:r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No</a:t>
                      </a:r>
                      <a:endParaRPr 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8741">
                <a:tc>
                  <a:txBody>
                    <a:bodyPr/>
                    <a:lstStyle/>
                    <a:p>
                      <a:r>
                        <a:rPr lang="en-US" sz="800" dirty="0" smtClean="0">
                          <a:solidFill>
                            <a:srgbClr val="0070C0"/>
                          </a:solidFill>
                        </a:rPr>
                        <a:t>Sunny</a:t>
                      </a:r>
                      <a:endParaRPr lang="en-US" sz="80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>
                          <a:solidFill>
                            <a:srgbClr val="0070C0"/>
                          </a:solidFill>
                        </a:rPr>
                        <a:t>Warm</a:t>
                      </a:r>
                      <a:endParaRPr lang="en-US" sz="80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>
                          <a:solidFill>
                            <a:srgbClr val="0070C0"/>
                          </a:solidFill>
                        </a:rPr>
                        <a:t>Normal</a:t>
                      </a:r>
                      <a:endParaRPr lang="en-US" sz="80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>
                          <a:solidFill>
                            <a:srgbClr val="0070C0"/>
                          </a:solidFill>
                        </a:rPr>
                        <a:t>Breeze</a:t>
                      </a:r>
                      <a:endParaRPr lang="en-US" sz="80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smtClean="0">
                          <a:solidFill>
                            <a:srgbClr val="0070C0"/>
                          </a:solidFill>
                        </a:rPr>
                        <a:t>Same</a:t>
                      </a:r>
                      <a:endParaRPr lang="en-US" sz="80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>
                          <a:solidFill>
                            <a:srgbClr val="0070C0"/>
                          </a:solidFill>
                        </a:rPr>
                        <a:t>Yes</a:t>
                      </a:r>
                      <a:endParaRPr lang="en-US" sz="80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8741"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Sunny</a:t>
                      </a:r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Hot</a:t>
                      </a:r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Normal</a:t>
                      </a:r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Breeze</a:t>
                      </a:r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Same</a:t>
                      </a:r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No</a:t>
                      </a:r>
                      <a:endParaRPr 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8741">
                <a:tc>
                  <a:txBody>
                    <a:bodyPr/>
                    <a:lstStyle/>
                    <a:p>
                      <a:r>
                        <a:rPr lang="en-US" sz="800" smtClean="0"/>
                        <a:t>Rainy</a:t>
                      </a:r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smtClean="0"/>
                        <a:t>Cold</a:t>
                      </a:r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smtClean="0"/>
                        <a:t>High</a:t>
                      </a:r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smtClean="0"/>
                        <a:t>Strong</a:t>
                      </a:r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smtClean="0"/>
                        <a:t>Change</a:t>
                      </a:r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No</a:t>
                      </a:r>
                      <a:endParaRPr 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8741">
                <a:tc>
                  <a:txBody>
                    <a:bodyPr/>
                    <a:lstStyle/>
                    <a:p>
                      <a:r>
                        <a:rPr lang="en-US" sz="800" dirty="0" smtClean="0">
                          <a:solidFill>
                            <a:srgbClr val="0070C0"/>
                          </a:solidFill>
                        </a:rPr>
                        <a:t>Sunny</a:t>
                      </a:r>
                      <a:endParaRPr lang="en-US" sz="80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smtClean="0">
                          <a:solidFill>
                            <a:srgbClr val="0070C0"/>
                          </a:solidFill>
                        </a:rPr>
                        <a:t>Warm</a:t>
                      </a:r>
                      <a:endParaRPr lang="en-US" sz="80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smtClean="0">
                          <a:solidFill>
                            <a:srgbClr val="0070C0"/>
                          </a:solidFill>
                        </a:rPr>
                        <a:t>High</a:t>
                      </a:r>
                      <a:endParaRPr lang="en-US" sz="80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smtClean="0">
                          <a:solidFill>
                            <a:srgbClr val="0070C0"/>
                          </a:solidFill>
                        </a:rPr>
                        <a:t>Strong</a:t>
                      </a:r>
                      <a:endParaRPr lang="en-US" sz="80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smtClean="0">
                          <a:solidFill>
                            <a:srgbClr val="0070C0"/>
                          </a:solidFill>
                        </a:rPr>
                        <a:t>Change</a:t>
                      </a:r>
                      <a:endParaRPr lang="en-US" sz="80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>
                          <a:solidFill>
                            <a:srgbClr val="0070C0"/>
                          </a:solidFill>
                        </a:rPr>
                        <a:t>Yes</a:t>
                      </a:r>
                      <a:endParaRPr lang="en-US" sz="80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8741"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Sunny</a:t>
                      </a:r>
                      <a:endParaRPr lang="en-US" sz="80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Warm</a:t>
                      </a:r>
                      <a:endParaRPr lang="en-US" sz="80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Normal</a:t>
                      </a:r>
                      <a:endParaRPr lang="en-US" sz="80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Strong</a:t>
                      </a:r>
                      <a:endParaRPr lang="en-US" sz="80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Change</a:t>
                      </a:r>
                      <a:endParaRPr lang="en-US" sz="80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????</a:t>
                      </a:r>
                      <a:endParaRPr lang="en-US" sz="80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8741"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Rainy</a:t>
                      </a:r>
                      <a:endParaRPr lang="en-US" sz="80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Warm</a:t>
                      </a:r>
                      <a:endParaRPr lang="en-US" sz="80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Normal</a:t>
                      </a:r>
                      <a:endParaRPr lang="en-US" sz="80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Breeze</a:t>
                      </a:r>
                      <a:endParaRPr lang="en-US" sz="80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Same</a:t>
                      </a:r>
                      <a:endParaRPr lang="en-US" sz="80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????</a:t>
                      </a:r>
                      <a:endParaRPr lang="en-US" sz="80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7" name="Content Placeholder 2"/>
          <p:cNvSpPr>
            <a:spLocks noGrp="1"/>
          </p:cNvSpPr>
          <p:nvPr>
            <p:ph sz="quarter" idx="10"/>
          </p:nvPr>
        </p:nvSpPr>
        <p:spPr>
          <a:xfrm>
            <a:off x="304800" y="589597"/>
            <a:ext cx="6324600" cy="609600"/>
          </a:xfrm>
        </p:spPr>
        <p:txBody>
          <a:bodyPr>
            <a:normAutofit/>
          </a:bodyPr>
          <a:lstStyle/>
          <a:p>
            <a:r>
              <a:rPr lang="en-US" altLang="en-US" sz="2000" dirty="0" smtClean="0"/>
              <a:t>Example: Play Tennis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2007264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274638"/>
            <a:ext cx="8748464" cy="850106"/>
          </a:xfrm>
        </p:spPr>
        <p:txBody>
          <a:bodyPr/>
          <a:lstStyle/>
          <a:p>
            <a:r>
              <a:rPr lang="en-US" sz="2400" b="1" dirty="0">
                <a:latin typeface="+mj-lt"/>
              </a:rPr>
              <a:t>Naïve Bayes: Continuous Features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 Placeholder 3"/>
              <p:cNvSpPr>
                <a:spLocks noGrp="1"/>
              </p:cNvSpPr>
              <p:nvPr>
                <p:ph type="body" idx="1"/>
              </p:nvPr>
            </p:nvSpPr>
            <p:spPr>
              <a:xfrm>
                <a:off x="212501" y="1487622"/>
                <a:ext cx="8229600" cy="4525963"/>
              </a:xfrm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800" i="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800" i="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</m:oMath>
                </a14:m>
                <a:r>
                  <a:rPr lang="en-US" sz="18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can be continuous</a:t>
                </a:r>
              </a:p>
              <a:p>
                <a:endParaRPr lang="en-US" sz="18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:r>
                  <a:rPr lang="en-US" sz="18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Naïve Bayes classifier: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Y</m:t>
                      </m:r>
                      <m:r>
                        <a:rPr lang="en-US" sz="1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8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arg</m:t>
                          </m:r>
                        </m:fName>
                        <m:e>
                          <m:func>
                            <m:funcPr>
                              <m:ctrlPr>
                                <a:rPr lang="en-US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en-US" sz="1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800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max</m:t>
                                  </m:r>
                                </m:e>
                                <m:lim>
                                  <m:r>
                                    <m:rPr>
                                      <m:sty m:val="p"/>
                                    </m:rPr>
                                    <a:rPr lang="en-US" sz="1800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y</m:t>
                                  </m:r>
                                </m:lim>
                              </m:limLow>
                            </m:fName>
                            <m:e>
                              <m:r>
                                <m:rPr>
                                  <m:sty m:val="p"/>
                                </m:rPr>
                                <a:rPr lang="en-US" sz="18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P</m:t>
                              </m:r>
                              <m:d>
                                <m:dPr>
                                  <m:ctrlPr>
                                    <a:rPr lang="en-US" sz="1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800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Y</m:t>
                                  </m:r>
                                  <m:r>
                                    <a:rPr lang="en-US" sz="1800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sz="1800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y</m:t>
                                  </m:r>
                                </m:e>
                              </m:d>
                              <m:nary>
                                <m:naryPr>
                                  <m:chr m:val="∏"/>
                                  <m:supHide m:val="on"/>
                                  <m:ctrlPr>
                                    <a:rPr lang="en-US" sz="1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sz="1800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i</m:t>
                                  </m:r>
                                </m:sub>
                                <m:sup/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800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P</m:t>
                                  </m:r>
                                  <m:r>
                                    <a:rPr lang="en-US" sz="1800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b>
                                    <m:sSubPr>
                                      <m:ctrlPr>
                                        <a:rPr lang="en-US" sz="18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1800" i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X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en-US" sz="1800" i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i</m:t>
                                      </m:r>
                                    </m:sub>
                                  </m:sSub>
                                  <m:r>
                                    <a:rPr lang="en-US" sz="1800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sz="1800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Y</m:t>
                                  </m:r>
                                  <m:r>
                                    <a:rPr lang="en-US" sz="1800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sz="1800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y</m:t>
                                  </m:r>
                                  <m:r>
                                    <a:rPr lang="en-US" sz="1800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nary>
                            </m:e>
                          </m:func>
                        </m:e>
                      </m:func>
                    </m:oMath>
                  </m:oMathPara>
                </a14:m>
                <a:endParaRPr lang="en-US" sz="18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:r>
                  <a:rPr lang="en-US" sz="18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Assumption: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800" i="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P</m:t>
                    </m:r>
                    <m:r>
                      <a:rPr lang="en-US" sz="1800" i="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1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800" i="0" dirty="0" err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800" i="0" dirty="0" err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  <m:r>
                      <a:rPr lang="en-US" sz="1800" i="0" dirty="0" err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US" sz="1800" i="0" dirty="0" err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Y</m:t>
                    </m:r>
                    <m:r>
                      <a:rPr lang="en-US" sz="1800" i="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US" sz="18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has a </a:t>
                </a:r>
                <a:r>
                  <a:rPr lang="en-US" sz="1800" b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Gaussian</a:t>
                </a:r>
                <a:r>
                  <a:rPr lang="en-US" sz="18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distribution  </a:t>
                </a:r>
              </a:p>
              <a:p>
                <a:endParaRPr lang="en-IN" sz="18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" name="Tex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212501" y="1487622"/>
                <a:ext cx="8229600" cy="4525963"/>
              </a:xfrm>
              <a:blipFill>
                <a:blip r:embed="rId3"/>
                <a:stretch>
                  <a:fillRect l="-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lide Number Placeholder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1081A49A-5B14-409F-93CB-CEF6A4DEA4DC}" type="slidenum">
              <a:rPr kumimoji="0" lang="en-US" sz="1500" b="1" i="0" u="none" strike="noStrike" kern="0" cap="none" spc="0" normalizeH="0" baseline="0" noProof="0">
                <a:ln>
                  <a:noFill/>
                </a:ln>
                <a:solidFill>
                  <a:srgbClr val="0F243E"/>
                </a:solidFill>
                <a:effectLst/>
                <a:uLnTx/>
                <a:uFillTx/>
                <a:latin typeface="Calibri"/>
                <a:ea typeface="Tahoma"/>
                <a:cs typeface="Tahoma"/>
                <a:sym typeface="Tahoma"/>
              </a:rPr>
              <a:pPr marL="0" marR="0" lvl="0" indent="0" algn="r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55</a:t>
            </a:fld>
            <a:endParaRPr kumimoji="0" lang="en-US" sz="1500" b="1" i="0" u="none" strike="noStrike" kern="0" cap="none" spc="0" normalizeH="0" baseline="0" noProof="0" dirty="0">
              <a:ln>
                <a:noFill/>
              </a:ln>
              <a:solidFill>
                <a:srgbClr val="0F243E"/>
              </a:solidFill>
              <a:effectLst/>
              <a:uLnTx/>
              <a:uFillTx/>
              <a:latin typeface="Calibri"/>
              <a:ea typeface="Tahoma"/>
              <a:cs typeface="Tahoma"/>
              <a:sym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339591167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62" name="Rectangle 2"/>
          <p:cNvSpPr>
            <a:spLocks noGrp="1" noChangeArrowheads="1"/>
          </p:cNvSpPr>
          <p:nvPr>
            <p:ph type="title"/>
          </p:nvPr>
        </p:nvSpPr>
        <p:spPr>
          <a:xfrm>
            <a:off x="160985" y="267301"/>
            <a:ext cx="8336340" cy="850106"/>
          </a:xfrm>
        </p:spPr>
        <p:txBody>
          <a:bodyPr/>
          <a:lstStyle/>
          <a:p>
            <a:r>
              <a:rPr lang="en-US" sz="2400" b="1" dirty="0">
                <a:latin typeface="+mj-lt"/>
              </a:rPr>
              <a:t>The Gaussian Probability Distribution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7EC3043-C391-4CF2-9801-F60DDF1B7214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160985" y="1414378"/>
                <a:ext cx="8841347" cy="4525963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sz="18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It </a:t>
                </a:r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</a:rPr>
                  <a:t>is a continuous distribution with pdf:</a:t>
                </a:r>
              </a:p>
              <a:p>
                <a:pPr marL="114300" indent="0">
                  <a:lnSpc>
                    <a:spcPct val="150000"/>
                  </a:lnSpc>
                  <a:buNone/>
                </a:pPr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  <a:sym typeface="Symbol" pitchFamily="18" charset="2"/>
                  </a:rPr>
                  <a:t>		</a:t>
                </a:r>
                <a14:m>
                  <m:oMath xmlns:m="http://schemas.openxmlformats.org/officeDocument/2006/math">
                    <m:r>
                      <a:rPr lang="en-US" sz="1800" i="1" dirty="0" smtClean="0">
                        <a:latin typeface="Cambria Math" panose="02040503050406030204" pitchFamily="18" charset="0"/>
                        <a:sym typeface="Symbol" pitchFamily="18" charset="2"/>
                      </a:rPr>
                      <m:t></m:t>
                    </m:r>
                  </m:oMath>
                </a14:m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  <a:sym typeface="Symbol" pitchFamily="18" charset="2"/>
                  </a:rPr>
                  <a:t></a:t>
                </a:r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</a:rPr>
                  <a:t>= mean of distribution </a:t>
                </a:r>
              </a:p>
              <a:p>
                <a:pPr marL="114300" indent="0">
                  <a:lnSpc>
                    <a:spcPct val="150000"/>
                  </a:lnSpc>
                  <a:buNone/>
                </a:pPr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</a:rPr>
                  <a:t>		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</a:rPr>
                  <a:t> =  variance of distribution</a:t>
                </a:r>
              </a:p>
              <a:p>
                <a:pPr marL="114300" indent="0">
                  <a:lnSpc>
                    <a:spcPct val="150000"/>
                  </a:lnSpc>
                  <a:buNone/>
                </a:pPr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</a:rPr>
                  <a:t>		</a:t>
                </a:r>
                <a14:m>
                  <m:oMath xmlns:m="http://schemas.openxmlformats.org/officeDocument/2006/math">
                    <m:r>
                      <a:rPr lang="en-US" sz="1800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</a:rPr>
                  <a:t> is a continuous variable (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−∞≤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≤∞)           </m:t>
                    </m:r>
                  </m:oMath>
                </a14:m>
                <a:endParaRPr lang="en-US" sz="1800" b="0" i="1" dirty="0" smtClean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11430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  <m:rad>
                            <m:radPr>
                              <m:degHide m:val="on"/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</m:rad>
                        </m:den>
                      </m:f>
                      <m:sSup>
                        <m:sSup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 −</m:t>
                                      </m:r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𝜇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2 </m:t>
                              </m:r>
                              <m:sSup>
                                <m:sSupPr>
                                  <m:ctrlP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p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sup>
                      </m:sSup>
                    </m:oMath>
                  </m:oMathPara>
                </a14:m>
                <a:endParaRPr lang="en-US" sz="18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lnSpc>
                    <a:spcPct val="150000"/>
                  </a:lnSpc>
                </a:pPr>
                <a:endParaRPr lang="en-US" sz="18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7EC3043-C391-4CF2-9801-F60DDF1B721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160985" y="1414378"/>
                <a:ext cx="8841347" cy="4525963"/>
              </a:xfr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1081A49A-5B14-409F-93CB-CEF6A4DEA4DC}" type="slidenum">
              <a:rPr kumimoji="0" lang="en-US" sz="1600" b="1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56</a:t>
            </a:fld>
            <a:endParaRPr kumimoji="0" lang="en-US" sz="1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1116163" name="Picture 3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901" y="4103828"/>
            <a:ext cx="5909929" cy="22752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116165" name="Text Box 5"/>
          <p:cNvSpPr txBox="1">
            <a:spLocks noChangeArrowheads="1"/>
          </p:cNvSpPr>
          <p:nvPr/>
        </p:nvSpPr>
        <p:spPr bwMode="auto">
          <a:xfrm>
            <a:off x="3292078" y="5686425"/>
            <a:ext cx="204788" cy="2539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050" b="0" i="1" u="none" strike="noStrike" kern="0" cap="none" spc="0" normalizeH="0" baseline="0" noProof="0">
                <a:ln>
                  <a:noFill/>
                </a:ln>
                <a:solidFill>
                  <a:srgbClr val="0F243E"/>
                </a:solidFill>
                <a:effectLst/>
                <a:uLnTx/>
                <a:uFillTx/>
                <a:latin typeface="Times New Roman" pitchFamily="18" charset="0"/>
                <a:ea typeface="+mn-ea"/>
                <a:cs typeface="Arial"/>
                <a:sym typeface="Arial"/>
              </a:rPr>
              <a:t>x</a:t>
            </a:r>
            <a:endParaRPr kumimoji="0" lang="en-US" sz="1050" b="0" i="0" u="none" strike="noStrike" kern="0" cap="none" spc="0" normalizeH="0" baseline="0" noProof="0">
              <a:ln>
                <a:noFill/>
              </a:ln>
              <a:solidFill>
                <a:srgbClr val="0F243E"/>
              </a:solidFill>
              <a:effectLst/>
              <a:uLnTx/>
              <a:uFillTx/>
              <a:latin typeface="Times New Roman" pitchFamily="18" charset="0"/>
              <a:ea typeface="+mn-ea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501944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15F411C5-6F9D-4995-9921-CF4C3A3AC68B}" type="slidenum">
              <a:rPr kumimoji="0" lang="en-US" altLang="ko-KR" sz="16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57</a:t>
            </a:fld>
            <a:endParaRPr kumimoji="0" lang="en-US" altLang="ko-KR" sz="16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0685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10244"/>
            <a:ext cx="9173467" cy="850106"/>
          </a:xfr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2400" b="1" dirty="0">
                <a:latin typeface="+mj-lt"/>
              </a:rPr>
              <a:t>Continuous Features : </a:t>
            </a:r>
            <a:r>
              <a:rPr lang="en-US" sz="2400" b="1" dirty="0" smtClean="0">
                <a:latin typeface="+mj-lt"/>
              </a:rPr>
              <a:t>learning and prediction</a:t>
            </a:r>
            <a:endParaRPr lang="en-US" altLang="ko-KR" sz="2400" b="1" baseline="-25000" dirty="0">
              <a:latin typeface="+mj-lt"/>
              <a:sym typeface="Arial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6851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0" y="1600200"/>
                <a:ext cx="9144000" cy="5257800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ko-KR" sz="1800" dirty="0" smtClean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For </a:t>
                </a:r>
                <a:r>
                  <a:rPr lang="en-US" altLang="ko-KR" sz="18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each target value </a:t>
                </a:r>
                <a:r>
                  <a:rPr lang="en-US" altLang="ko-KR" sz="1800" dirty="0" err="1" smtClean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Y</a:t>
                </a:r>
                <a:r>
                  <a:rPr lang="en-US" altLang="ko-KR" sz="1800" baseline="-25000" dirty="0" err="1" smtClean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k</a:t>
                </a:r>
                <a:r>
                  <a:rPr lang="en-US" altLang="ko-KR" sz="1800" baseline="-25000" dirty="0" smtClean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ko-KR" sz="18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(</a:t>
                </a:r>
                <a:r>
                  <a:rPr lang="en-US" altLang="ko-KR" sz="1800" dirty="0" smtClean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MLE estimate)</a:t>
                </a:r>
                <a:endParaRPr lang="en-US" altLang="ko-KR" sz="1800" baseline="-25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114300" indent="0">
                  <a:lnSpc>
                    <a:spcPct val="150000"/>
                  </a:lnSpc>
                  <a:buNone/>
                </a:pPr>
                <a:r>
                  <a:rPr lang="en-US" altLang="ko-KR" sz="1800" dirty="0" smtClean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 P(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800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Y</m:t>
                    </m:r>
                    <m:r>
                      <a:rPr lang="en-US" sz="1800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8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8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</m:sub>
                    </m:sSub>
                  </m:oMath>
                </a14:m>
                <a:r>
                  <a:rPr lang="en-US" altLang="ko-KR" sz="1800" dirty="0" smtClean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) </a:t>
                </a:r>
                <a:r>
                  <a:rPr lang="en-US" altLang="ko-KR" sz="18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 </a:t>
                </a:r>
                <a:r>
                  <a:rPr lang="en-US" altLang="ko-KR" sz="1800" dirty="0" smtClean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No. of instances with </a:t>
                </a:r>
                <a:r>
                  <a:rPr lang="en-US" altLang="ko-KR" sz="1800" dirty="0" err="1" smtClean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Y</a:t>
                </a:r>
                <a:r>
                  <a:rPr lang="en-US" altLang="ko-KR" sz="1800" baseline="-25000" dirty="0" err="1" smtClean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k</a:t>
                </a:r>
                <a:r>
                  <a:rPr lang="en-US" altLang="ko-KR" sz="1800" baseline="-25000" dirty="0" smtClean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 </a:t>
                </a:r>
                <a:r>
                  <a:rPr lang="en-US" altLang="ko-KR" sz="1800" dirty="0" smtClean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class/No. of Total instances</a:t>
                </a:r>
                <a:r>
                  <a:rPr lang="en-US" altLang="ko-KR" sz="1800" baseline="-25000" dirty="0" smtClean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ko-KR" sz="1800" dirty="0" smtClean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For </a:t>
                </a:r>
                <a:r>
                  <a:rPr lang="en-US" altLang="ko-KR" sz="18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each attribute value X</a:t>
                </a:r>
                <a:r>
                  <a:rPr lang="en-US" altLang="ko-KR" sz="1800" baseline="-25000" dirty="0" smtClean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</a:t>
                </a:r>
                <a:r>
                  <a:rPr lang="en-US" altLang="ko-KR" sz="1800" dirty="0" smtClean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estimate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800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P</m:t>
                    </m:r>
                    <m:r>
                      <a:rPr lang="en-US" sz="1800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endChr m:val="|"/>
                        <m:ctrlP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1800" i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1800" i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i</m:t>
                            </m:r>
                          </m:sub>
                        </m:sSub>
                      </m:e>
                    </m:d>
                    <m:r>
                      <m:rPr>
                        <m:sty m:val="p"/>
                      </m:rPr>
                      <a:rPr lang="en-US" sz="1800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Y</m:t>
                    </m:r>
                    <m:r>
                      <a:rPr lang="en-US" sz="1800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8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8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</m:sub>
                    </m:sSub>
                    <m:r>
                      <a:rPr lang="en-US" sz="1800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ko-KR" sz="1800" dirty="0" smtClean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Symbol" panose="05050102010706020507" pitchFamily="18" charset="2"/>
                </a:endParaRPr>
              </a:p>
              <a:p>
                <a:pPr lvl="1">
                  <a:lnSpc>
                    <a:spcPct val="150000"/>
                  </a:lnSpc>
                </a:pPr>
                <a:r>
                  <a:rPr lang="en-IN" sz="18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class conditional mean , variance</a:t>
                </a:r>
                <a:endParaRPr lang="en-US" altLang="ko-KR" sz="1800" dirty="0" smtClean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Symbol" panose="05050102010706020507" pitchFamily="18" charset="2"/>
                </a:endParaRPr>
              </a:p>
              <a:p>
                <a:pPr>
                  <a:lnSpc>
                    <a:spcPct val="150000"/>
                  </a:lnSpc>
                </a:pPr>
                <a:endParaRPr lang="en-US" altLang="ko-KR" sz="18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Symbol" panose="05050102010706020507" pitchFamily="18" charset="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ko-KR" sz="1800" dirty="0" smtClean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Classify </a:t>
                </a:r>
                <a:r>
                  <a:rPr lang="en-US" altLang="ko-KR" sz="18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New Instance(x</a:t>
                </a:r>
                <a:r>
                  <a:rPr lang="en-US" altLang="ko-KR" sz="1800" dirty="0" smtClean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)</a:t>
                </a:r>
              </a:p>
              <a:p>
                <a:pPr marL="114300" indent="0">
                  <a:lnSpc>
                    <a:spcPct val="150000"/>
                  </a:lnSpc>
                  <a:buNone/>
                </a:pPr>
                <a:r>
                  <a:rPr lang="en-US" sz="18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Pick the most probable (MAP)  Y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sz="1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en-US" sz="1800" i="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Y</m:t>
                          </m:r>
                        </m:e>
                      </m:acc>
                      <m:r>
                        <a:rPr lang="en-US" sz="1800" i="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←</m:t>
                      </m:r>
                      <m:func>
                        <m:funcPr>
                          <m:ctrlPr>
                            <a:rPr lang="en-US" sz="1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18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1800" i="0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argmax</m:t>
                              </m:r>
                            </m:e>
                            <m:lim>
                              <m:sSub>
                                <m:sSubPr>
                                  <m:ctrlPr>
                                    <a:rPr lang="en-US" sz="18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800" i="0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y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sz="1800" i="0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k</m:t>
                                  </m:r>
                                </m:sub>
                              </m:sSub>
                            </m:lim>
                          </m:limLow>
                        </m:fName>
                        <m:e>
                          <m:r>
                            <m:rPr>
                              <m:sty m:val="p"/>
                            </m:rPr>
                            <a:rPr lang="en-US" sz="18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P</m:t>
                          </m:r>
                          <m:d>
                            <m:dPr>
                              <m:ctrlPr>
                                <a:rPr lang="en-US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sz="18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Y</m:t>
                              </m:r>
                              <m:r>
                                <a:rPr lang="en-US" sz="18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US" sz="1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800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y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sz="1800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k</m:t>
                                  </m:r>
                                </m:sub>
                              </m:sSub>
                            </m:e>
                          </m:d>
                          <m:sSub>
                            <m:sSubPr>
                              <m:ctrlPr>
                                <a:rPr lang="en-US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8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Π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18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n-US" sz="18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P</m:t>
                          </m:r>
                          <m:d>
                            <m:dPr>
                              <m:endChr m:val="|"/>
                              <m:ctrlPr>
                                <a:rPr lang="en-US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800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X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sz="1800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i</m:t>
                                  </m:r>
                                </m:sub>
                              </m:sSub>
                            </m:e>
                          </m:d>
                          <m:r>
                            <m:rPr>
                              <m:sty m:val="p"/>
                            </m:rPr>
                            <a:rPr lang="en-US" sz="18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Y</m:t>
                          </m:r>
                          <m:r>
                            <a:rPr lang="en-US" sz="18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8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y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18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k</m:t>
                              </m:r>
                            </m:sub>
                          </m:sSub>
                          <m:r>
                            <a:rPr lang="en-US" sz="18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en-US" altLang="ko-KR" sz="18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lnSpc>
                    <a:spcPct val="150000"/>
                  </a:lnSpc>
                </a:pPr>
                <a:endParaRPr lang="en-US" altLang="ko-KR" sz="18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06851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0" y="1600200"/>
                <a:ext cx="9144000" cy="5257800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51352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274638"/>
            <a:ext cx="7473456" cy="850106"/>
          </a:xfrm>
        </p:spPr>
        <p:txBody>
          <a:bodyPr/>
          <a:lstStyle/>
          <a:p>
            <a:r>
              <a:rPr lang="en-US" sz="2400" b="1" dirty="0" smtClean="0">
                <a:latin typeface="+mj-lt"/>
              </a:rPr>
              <a:t>Continuous Features : learning</a:t>
            </a:r>
            <a:endParaRPr lang="en-US" sz="2400" b="1" dirty="0">
              <a:latin typeface="+mj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ontent Placeholder 3">
                <a:extLst>
                  <a:ext uri="{FF2B5EF4-FFF2-40B4-BE49-F238E27FC236}">
                    <a16:creationId xmlns:a16="http://schemas.microsoft.com/office/drawing/2014/main" id="{2258283C-FBAC-497B-A8C6-457F9AFE1CD8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80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1800" i="1" dirty="0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18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dirty="0" err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1800" i="1" dirty="0" err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800" i="1" dirty="0" err="1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sz="1800" i="1" dirty="0" err="1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sz="1800" i="1" dirty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</a:rPr>
                  <a:t>is Gaussian</a:t>
                </a:r>
              </a:p>
              <a:p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</a:rPr>
                  <a:t> Training: estimate mean and standard deviation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endParaRPr lang="en-US" sz="1800" b="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lvl="1"/>
                <a14:m>
                  <m:oMath xmlns:m="http://schemas.openxmlformats.org/officeDocument/2006/math">
                    <m:sSubSup>
                      <m:sSubSup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  <m:sub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sz="1800" b="0" i="0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endParaRPr lang="en-US" sz="1800" b="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n-US" sz="1800" b="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n-US" sz="18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n-US" sz="18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n-US" sz="18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4" name="Content Placeholder 3">
                <a:extLst>
                  <a:ext uri="{FF2B5EF4-FFF2-40B4-BE49-F238E27FC236}">
                    <a16:creationId xmlns:a16="http://schemas.microsoft.com/office/drawing/2014/main" id="{2258283C-FBAC-497B-A8C6-457F9AFE1CD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lide Number Placeholder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1081A49A-5B14-409F-93CB-CEF6A4DEA4DC}" type="slidenum">
              <a:rPr kumimoji="0" lang="en-US" sz="1500" b="1" i="0" u="none" strike="noStrike" kern="0" cap="none" spc="0" normalizeH="0" baseline="0" noProof="0">
                <a:ln>
                  <a:noFill/>
                </a:ln>
                <a:solidFill>
                  <a:srgbClr val="0F243E"/>
                </a:solidFill>
                <a:effectLst/>
                <a:uLnTx/>
                <a:uFillTx/>
                <a:latin typeface="Calibri"/>
                <a:ea typeface="Tahoma"/>
                <a:cs typeface="Tahoma"/>
                <a:sym typeface="Tahoma"/>
              </a:rPr>
              <a:pPr marL="0" marR="0" lvl="0" indent="0" algn="r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58</a:t>
            </a:fld>
            <a:endParaRPr kumimoji="0" lang="en-US" sz="1500" b="1" i="0" u="none" strike="noStrike" kern="0" cap="none" spc="0" normalizeH="0" baseline="0" noProof="0" dirty="0">
              <a:ln>
                <a:noFill/>
              </a:ln>
              <a:solidFill>
                <a:srgbClr val="0F243E"/>
              </a:solidFill>
              <a:effectLst/>
              <a:uLnTx/>
              <a:uFillTx/>
              <a:latin typeface="Calibri"/>
              <a:ea typeface="Tahoma"/>
              <a:cs typeface="Tahoma"/>
              <a:sym typeface="Tahom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A18317CF-64EB-49A3-849E-BAED31EA77FF}"/>
                  </a:ext>
                </a:extLst>
              </p:cNvPr>
              <p:cNvGraphicFramePr>
                <a:graphicFrameLocks noGrp="1"/>
              </p:cNvGraphicFramePr>
              <p:nvPr>
                <p:extLst/>
              </p:nvPr>
            </p:nvGraphicFramePr>
            <p:xfrm>
              <a:off x="1497264" y="3649133"/>
              <a:ext cx="5370676" cy="18288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342669">
                      <a:extLst>
                        <a:ext uri="{9D8B030D-6E8A-4147-A177-3AD203B41FA5}">
                          <a16:colId xmlns:a16="http://schemas.microsoft.com/office/drawing/2014/main" val="2578614894"/>
                        </a:ext>
                      </a:extLst>
                    </a:gridCol>
                    <a:gridCol w="1342669">
                      <a:extLst>
                        <a:ext uri="{9D8B030D-6E8A-4147-A177-3AD203B41FA5}">
                          <a16:colId xmlns:a16="http://schemas.microsoft.com/office/drawing/2014/main" val="1677797204"/>
                        </a:ext>
                      </a:extLst>
                    </a:gridCol>
                    <a:gridCol w="1342669">
                      <a:extLst>
                        <a:ext uri="{9D8B030D-6E8A-4147-A177-3AD203B41FA5}">
                          <a16:colId xmlns:a16="http://schemas.microsoft.com/office/drawing/2014/main" val="4068048454"/>
                        </a:ext>
                      </a:extLst>
                    </a:gridCol>
                    <a:gridCol w="1342669">
                      <a:extLst>
                        <a:ext uri="{9D8B030D-6E8A-4147-A177-3AD203B41FA5}">
                          <a16:colId xmlns:a16="http://schemas.microsoft.com/office/drawing/2014/main" val="3559188498"/>
                        </a:ext>
                      </a:extLst>
                    </a:gridCol>
                  </a:tblGrid>
                  <a:tr h="320243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dirty="0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  <m:sub>
                                    <m:r>
                                      <a:rPr lang="en-US" dirty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dirty="0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  <m:sub>
                                    <m:r>
                                      <a:rPr lang="en-US" dirty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dirty="0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  <m:sub>
                                    <m:r>
                                      <a:rPr lang="en-US" dirty="0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dirty="0" smtClean="0">
                                    <a:latin typeface="Cambria Math" panose="02040503050406030204" pitchFamily="18" charset="0"/>
                                  </a:rPr>
                                  <m:t>𝑌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53379125"/>
                      </a:ext>
                    </a:extLst>
                  </a:tr>
                  <a:tr h="320243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dirty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dirty="0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54688235"/>
                      </a:ext>
                    </a:extLst>
                  </a:tr>
                  <a:tr h="320243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dirty="0" smtClean="0">
                                    <a:latin typeface="Cambria Math" panose="02040503050406030204" pitchFamily="18" charset="0"/>
                                  </a:rPr>
                                  <m:t>−1.2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dirty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dirty="0" smtClean="0">
                                    <a:latin typeface="Cambria Math" panose="02040503050406030204" pitchFamily="18" charset="0"/>
                                  </a:rPr>
                                  <m:t>0.4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7702494"/>
                      </a:ext>
                    </a:extLst>
                  </a:tr>
                  <a:tr h="320243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dirty="0" smtClean="0">
                                    <a:latin typeface="Cambria Math" panose="02040503050406030204" pitchFamily="18" charset="0"/>
                                  </a:rPr>
                                  <m:t>1.2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dirty="0" smtClean="0">
                                    <a:latin typeface="Cambria Math" panose="02040503050406030204" pitchFamily="18" charset="0"/>
                                  </a:rPr>
                                  <m:t>0.3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04592594"/>
                      </a:ext>
                    </a:extLst>
                  </a:tr>
                  <a:tr h="320243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dirty="0" smtClean="0">
                                    <a:latin typeface="Cambria Math" panose="02040503050406030204" pitchFamily="18" charset="0"/>
                                  </a:rPr>
                                  <m:t>2.2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dirty="0" smtClean="0">
                                    <a:latin typeface="Cambria Math" panose="02040503050406030204" pitchFamily="18" charset="0"/>
                                  </a:rPr>
                                  <m:t>1.1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7537160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A18317CF-64EB-49A3-849E-BAED31EA77F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38164966"/>
                  </p:ext>
                </p:extLst>
              </p:nvPr>
            </p:nvGraphicFramePr>
            <p:xfrm>
              <a:off x="1497264" y="2791883"/>
              <a:ext cx="5370676" cy="18288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342669">
                      <a:extLst>
                        <a:ext uri="{9D8B030D-6E8A-4147-A177-3AD203B41FA5}">
                          <a16:colId xmlns:a16="http://schemas.microsoft.com/office/drawing/2014/main" val="2578614894"/>
                        </a:ext>
                      </a:extLst>
                    </a:gridCol>
                    <a:gridCol w="1342669">
                      <a:extLst>
                        <a:ext uri="{9D8B030D-6E8A-4147-A177-3AD203B41FA5}">
                          <a16:colId xmlns:a16="http://schemas.microsoft.com/office/drawing/2014/main" val="1677797204"/>
                        </a:ext>
                      </a:extLst>
                    </a:gridCol>
                    <a:gridCol w="1342669">
                      <a:extLst>
                        <a:ext uri="{9D8B030D-6E8A-4147-A177-3AD203B41FA5}">
                          <a16:colId xmlns:a16="http://schemas.microsoft.com/office/drawing/2014/main" val="4068048454"/>
                        </a:ext>
                      </a:extLst>
                    </a:gridCol>
                    <a:gridCol w="1342669">
                      <a:extLst>
                        <a:ext uri="{9D8B030D-6E8A-4147-A177-3AD203B41FA5}">
                          <a16:colId xmlns:a16="http://schemas.microsoft.com/office/drawing/2014/main" val="3559188498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452" t="-1667" r="-300000" b="-40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00909" t="-1667" r="-201364" b="-40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00000" t="-1667" r="-100452" b="-40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301364" t="-1667" r="-909" b="-40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53379125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452" t="-101667" r="-300000" b="-30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00909" t="-101667" r="-201364" b="-30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00000" t="-101667" r="-100452" b="-30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301364" t="-101667" r="-909" b="-30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54688235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452" t="-198361" r="-300000" b="-2016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00909" t="-198361" r="-201364" b="-2016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00000" t="-198361" r="-100452" b="-2016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301364" t="-198361" r="-909" b="-20163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7702494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452" t="-303333" r="-300000" b="-10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00909" t="-303333" r="-201364" b="-10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00000" t="-303333" r="-100452" b="-10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301364" t="-303333" r="-909" b="-105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04592594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452" t="-403333" r="-300000" b="-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00909" t="-403333" r="-201364" b="-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00000" t="-403333" r="-100452" b="-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301364" t="-403333" r="-909" b="-5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7537160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57644375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CFC6F175-3B47-4144-AEF4-1406FE065C15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186930" y="1711349"/>
                <a:ext cx="8229600" cy="4525963"/>
              </a:xfrm>
            </p:spPr>
            <p:txBody>
              <a:bodyPr>
                <a:normAutofit/>
              </a:bodyPr>
              <a:lstStyle/>
              <a:p>
                <a:pPr lvl="1"/>
                <a:endParaRPr lang="en-US" sz="1800" b="0" i="1" dirty="0" smtClean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lvl="1"/>
                <a:endParaRPr lang="en-US" sz="1800" i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endParaRPr lang="en-US" sz="1800" b="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lvl="1"/>
                <a14:m>
                  <m:oMath xmlns:m="http://schemas.openxmlformats.org/officeDocument/2006/math">
                    <m:sSubSup>
                      <m:sSubSup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  <m:sub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sz="1800" b="0" i="0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endParaRPr lang="en-US" sz="1800" b="0" dirty="0" smtClean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lvl="1"/>
                <a:endParaRPr lang="en-US" sz="1800" b="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e>
                    </m:d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2+</m:t>
                        </m:r>
                        <m:d>
                          <m:d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−1.2</m:t>
                            </m:r>
                          </m:e>
                        </m:d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2.2</m:t>
                        </m:r>
                      </m:num>
                      <m:den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sz="1800" b="0" dirty="0" smtClean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lvl="1"/>
                <a14:m>
                  <m:oMath xmlns:m="http://schemas.openxmlformats.org/officeDocument/2006/math">
                    <m:sSubSup>
                      <m:sSubSup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</m:e>
                              <m:sub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</m:e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e>
                    </m:d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endParaRPr lang="en-US" sz="1800" b="0" i="1" dirty="0" smtClean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5715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sSup>
                                <m:sSupPr>
                                  <m:ctrlP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  <m:t>2−1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  <m:t>−1.2 −1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d>
                                <m:dPr>
                                  <m:ctrlP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2.2 −1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=2.43</m:t>
                      </m:r>
                    </m:oMath>
                  </m:oMathPara>
                </a14:m>
                <a:endParaRPr lang="en-US" sz="1800" b="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n-US" sz="1800" b="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n-US" sz="18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n-US" sz="18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n-US" sz="18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CFC6F175-3B47-4144-AEF4-1406FE065C1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186930" y="1711349"/>
                <a:ext cx="8229600" cy="4525963"/>
              </a:xfr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lide Number Placeholder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1081A49A-5B14-409F-93CB-CEF6A4DEA4DC}" type="slidenum">
              <a:rPr kumimoji="0" lang="en-US" sz="1600" b="1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59</a:t>
            </a:fld>
            <a:endParaRPr kumimoji="0" lang="en-US" sz="1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Tahoma"/>
              <a:cs typeface="Tahoma"/>
              <a:sym typeface="Tahom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AF28B67A-1183-44FE-B8D0-BB0DE7C5E20E}"/>
                  </a:ext>
                </a:extLst>
              </p:cNvPr>
              <p:cNvGraphicFramePr>
                <a:graphicFrameLocks noGrp="1"/>
              </p:cNvGraphicFramePr>
              <p:nvPr>
                <p:extLst/>
              </p:nvPr>
            </p:nvGraphicFramePr>
            <p:xfrm>
              <a:off x="5286404" y="1581476"/>
              <a:ext cx="3551816" cy="18288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887954">
                      <a:extLst>
                        <a:ext uri="{9D8B030D-6E8A-4147-A177-3AD203B41FA5}">
                          <a16:colId xmlns:a16="http://schemas.microsoft.com/office/drawing/2014/main" val="2578614894"/>
                        </a:ext>
                      </a:extLst>
                    </a:gridCol>
                    <a:gridCol w="887954">
                      <a:extLst>
                        <a:ext uri="{9D8B030D-6E8A-4147-A177-3AD203B41FA5}">
                          <a16:colId xmlns:a16="http://schemas.microsoft.com/office/drawing/2014/main" val="1677797204"/>
                        </a:ext>
                      </a:extLst>
                    </a:gridCol>
                    <a:gridCol w="887954">
                      <a:extLst>
                        <a:ext uri="{9D8B030D-6E8A-4147-A177-3AD203B41FA5}">
                          <a16:colId xmlns:a16="http://schemas.microsoft.com/office/drawing/2014/main" val="4068048454"/>
                        </a:ext>
                      </a:extLst>
                    </a:gridCol>
                    <a:gridCol w="887954">
                      <a:extLst>
                        <a:ext uri="{9D8B030D-6E8A-4147-A177-3AD203B41FA5}">
                          <a16:colId xmlns:a16="http://schemas.microsoft.com/office/drawing/2014/main" val="3559188498"/>
                        </a:ext>
                      </a:extLst>
                    </a:gridCol>
                  </a:tblGrid>
                  <a:tr h="274523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dirty="0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  <m:sub>
                                    <m:r>
                                      <a:rPr lang="en-US" dirty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dirty="0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  <m:sub>
                                    <m:r>
                                      <a:rPr lang="en-US" dirty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dirty="0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  <m:sub>
                                    <m:r>
                                      <a:rPr lang="en-US" dirty="0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dirty="0" smtClean="0">
                                    <a:latin typeface="Cambria Math" panose="02040503050406030204" pitchFamily="18" charset="0"/>
                                  </a:rPr>
                                  <m:t>𝑌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53379125"/>
                      </a:ext>
                    </a:extLst>
                  </a:tr>
                  <a:tr h="274523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dirty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dirty="0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54688235"/>
                      </a:ext>
                    </a:extLst>
                  </a:tr>
                  <a:tr h="274523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dirty="0" smtClean="0">
                                    <a:latin typeface="Cambria Math" panose="02040503050406030204" pitchFamily="18" charset="0"/>
                                  </a:rPr>
                                  <m:t>−1.2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dirty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dirty="0" smtClean="0">
                                    <a:latin typeface="Cambria Math" panose="02040503050406030204" pitchFamily="18" charset="0"/>
                                  </a:rPr>
                                  <m:t>0.4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7702494"/>
                      </a:ext>
                    </a:extLst>
                  </a:tr>
                  <a:tr h="274523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dirty="0" smtClean="0">
                                    <a:latin typeface="Cambria Math" panose="02040503050406030204" pitchFamily="18" charset="0"/>
                                  </a:rPr>
                                  <m:t>1.2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dirty="0" smtClean="0">
                                    <a:latin typeface="Cambria Math" panose="02040503050406030204" pitchFamily="18" charset="0"/>
                                  </a:rPr>
                                  <m:t>0.3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04592594"/>
                      </a:ext>
                    </a:extLst>
                  </a:tr>
                  <a:tr h="274523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dirty="0" smtClean="0">
                                    <a:latin typeface="Cambria Math" panose="02040503050406030204" pitchFamily="18" charset="0"/>
                                  </a:rPr>
                                  <m:t>2.2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dirty="0" smtClean="0">
                                    <a:latin typeface="Cambria Math" panose="02040503050406030204" pitchFamily="18" charset="0"/>
                                  </a:rPr>
                                  <m:t>1.1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7537160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AF28B67A-1183-44FE-B8D0-BB0DE7C5E20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58760187"/>
                  </p:ext>
                </p:extLst>
              </p:nvPr>
            </p:nvGraphicFramePr>
            <p:xfrm>
              <a:off x="5286404" y="1581476"/>
              <a:ext cx="3551816" cy="15240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887954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578614894"/>
                        </a:ext>
                      </a:extLst>
                    </a:gridCol>
                    <a:gridCol w="887954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1677797204"/>
                        </a:ext>
                      </a:extLst>
                    </a:gridCol>
                    <a:gridCol w="887954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4068048454"/>
                        </a:ext>
                      </a:extLst>
                    </a:gridCol>
                    <a:gridCol w="887954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3559188498"/>
                        </a:ext>
                      </a:extLst>
                    </a:gridCol>
                  </a:tblGrid>
                  <a:tr h="3048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4"/>
                          <a:stretch>
                            <a:fillRect l="-685" t="-2000" r="-300685" b="-406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4"/>
                          <a:stretch>
                            <a:fillRect l="-100685" t="-2000" r="-200685" b="-406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4"/>
                          <a:stretch>
                            <a:fillRect l="-202069" t="-2000" r="-102069" b="-406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4"/>
                          <a:stretch>
                            <a:fillRect l="-300000" t="-2000" r="-1370" b="-406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3853379125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4"/>
                          <a:stretch>
                            <a:fillRect l="-685" t="-102000" r="-300685" b="-306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4"/>
                          <a:stretch>
                            <a:fillRect l="-100685" t="-102000" r="-200685" b="-306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4"/>
                          <a:stretch>
                            <a:fillRect l="-202069" t="-102000" r="-102069" b="-306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4"/>
                          <a:stretch>
                            <a:fillRect l="-300000" t="-102000" r="-1370" b="-306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4254688235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4"/>
                          <a:stretch>
                            <a:fillRect l="-685" t="-198039" r="-300685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4"/>
                          <a:stretch>
                            <a:fillRect l="-100685" t="-198039" r="-200685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4"/>
                          <a:stretch>
                            <a:fillRect l="-202069" t="-198039" r="-102069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4"/>
                          <a:stretch>
                            <a:fillRect l="-300000" t="-198039" r="-1370" b="-2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3307702494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4"/>
                          <a:stretch>
                            <a:fillRect l="-685" t="-304000" r="-300685" b="-10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4"/>
                          <a:stretch>
                            <a:fillRect l="-100685" t="-304000" r="-200685" b="-10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4"/>
                          <a:stretch>
                            <a:fillRect l="-202069" t="-304000" r="-102069" b="-10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4"/>
                          <a:stretch>
                            <a:fillRect l="-300000" t="-304000" r="-1370" b="-104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104592594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4"/>
                          <a:stretch>
                            <a:fillRect l="-685" t="-404000" r="-300685" b="-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4"/>
                          <a:stretch>
                            <a:fillRect l="-100685" t="-404000" r="-200685" b="-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4"/>
                          <a:stretch>
                            <a:fillRect l="-202069" t="-404000" r="-102069" b="-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4"/>
                          <a:stretch>
                            <a:fillRect l="-300000" t="-404000" r="-1370" b="-4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317537160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395536" y="274638"/>
            <a:ext cx="7473456" cy="850106"/>
          </a:xfrm>
        </p:spPr>
        <p:txBody>
          <a:bodyPr/>
          <a:lstStyle/>
          <a:p>
            <a:r>
              <a:rPr lang="en-US" sz="2400" b="1" dirty="0" smtClean="0">
                <a:latin typeface="+mj-lt"/>
              </a:rPr>
              <a:t>Continuous Features : learning</a:t>
            </a:r>
            <a:endParaRPr lang="en-US" sz="2400" b="1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08920298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04800" y="1371600"/>
            <a:ext cx="8229600" cy="5257800"/>
          </a:xfrm>
        </p:spPr>
        <p:txBody>
          <a:bodyPr>
            <a:noAutofit/>
          </a:bodyPr>
          <a:lstStyle/>
          <a:p>
            <a:pPr marL="0" indent="0"/>
            <a:r>
              <a:rPr lang="en-US" sz="1400" i="1" dirty="0" smtClean="0"/>
              <a:t>P(Enjoy=Yes | X) </a:t>
            </a:r>
            <a:r>
              <a:rPr lang="en-US" sz="1400" i="1" dirty="0"/>
              <a:t>= </a:t>
            </a:r>
            <a:r>
              <a:rPr lang="en-US" sz="1400" i="1" dirty="0" smtClean="0"/>
              <a:t>P(X </a:t>
            </a:r>
            <a:r>
              <a:rPr lang="en-US" sz="1400" i="1" dirty="0"/>
              <a:t>| </a:t>
            </a:r>
            <a:r>
              <a:rPr lang="en-US" sz="1400" i="1" dirty="0" smtClean="0"/>
              <a:t>Enjoy=Yes). P(Enjoy=Yes) </a:t>
            </a:r>
            <a:r>
              <a:rPr lang="en-US" sz="1400" i="1" dirty="0"/>
              <a:t>/ </a:t>
            </a:r>
            <a:r>
              <a:rPr lang="en-US" sz="1400" i="1" dirty="0" smtClean="0"/>
              <a:t>P(X)</a:t>
            </a:r>
          </a:p>
          <a:p>
            <a:pPr marL="0" indent="0"/>
            <a:r>
              <a:rPr lang="en-US" sz="1400" i="1" dirty="0" smtClean="0"/>
              <a:t>= </a:t>
            </a:r>
            <a:r>
              <a:rPr lang="en-US" sz="1400" i="1" dirty="0"/>
              <a:t>P(X | Enjoy=Yes). P(Enjoy=Yes</a:t>
            </a:r>
            <a:r>
              <a:rPr lang="en-US" sz="1400" i="1" dirty="0" smtClean="0"/>
              <a:t>)</a:t>
            </a:r>
          </a:p>
          <a:p>
            <a:pPr marL="0" indent="0"/>
            <a:r>
              <a:rPr lang="en-US" sz="1400" i="1" dirty="0"/>
              <a:t>= P(X | Enjoy=Yes). </a:t>
            </a:r>
            <a:r>
              <a:rPr lang="en-US" sz="1400" i="1" dirty="0" smtClean="0"/>
              <a:t>(3/7)</a:t>
            </a:r>
          </a:p>
          <a:p>
            <a:pPr marL="0" indent="0"/>
            <a:r>
              <a:rPr lang="en-US" sz="1400" i="1" dirty="0" smtClean="0"/>
              <a:t>= P(Rainy </a:t>
            </a:r>
            <a:r>
              <a:rPr lang="en-US" sz="1400" i="1" dirty="0"/>
              <a:t>| Enjoy=Yes</a:t>
            </a:r>
            <a:r>
              <a:rPr lang="en-US" sz="1400" i="1" dirty="0" smtClean="0"/>
              <a:t>). P(Warm </a:t>
            </a:r>
            <a:r>
              <a:rPr lang="en-US" sz="1400" i="1" dirty="0"/>
              <a:t>| Enjoy=Yes</a:t>
            </a:r>
            <a:r>
              <a:rPr lang="en-US" sz="1400" i="1" dirty="0" smtClean="0"/>
              <a:t>). </a:t>
            </a:r>
            <a:r>
              <a:rPr lang="en-US" sz="1400" i="1" dirty="0" smtClean="0">
                <a:solidFill>
                  <a:srgbClr val="0070C0"/>
                </a:solidFill>
              </a:rPr>
              <a:t>P(60 </a:t>
            </a:r>
            <a:r>
              <a:rPr lang="en-US" sz="1400" i="1" dirty="0">
                <a:solidFill>
                  <a:srgbClr val="0070C0"/>
                </a:solidFill>
              </a:rPr>
              <a:t>| Enjoy=Yes)</a:t>
            </a:r>
            <a:r>
              <a:rPr lang="en-US" sz="1400" i="1" dirty="0"/>
              <a:t>.</a:t>
            </a:r>
            <a:r>
              <a:rPr lang="en-US" sz="1400" i="1" dirty="0" smtClean="0"/>
              <a:t> P(Breeze </a:t>
            </a:r>
            <a:r>
              <a:rPr lang="en-US" sz="1400" i="1" dirty="0"/>
              <a:t>| Enjoy=Yes</a:t>
            </a:r>
            <a:r>
              <a:rPr lang="en-US" sz="1400" i="1" dirty="0" smtClean="0"/>
              <a:t>).</a:t>
            </a:r>
            <a:r>
              <a:rPr lang="en-US" sz="1400" i="1" dirty="0"/>
              <a:t> </a:t>
            </a:r>
            <a:r>
              <a:rPr lang="en-US" sz="1400" i="1" dirty="0" smtClean="0"/>
              <a:t>P(Same </a:t>
            </a:r>
            <a:r>
              <a:rPr lang="en-US" sz="1400" i="1" dirty="0"/>
              <a:t>| Enjoy=Yes).</a:t>
            </a:r>
            <a:r>
              <a:rPr lang="en-US" sz="1400" i="1" dirty="0" smtClean="0"/>
              <a:t>(</a:t>
            </a:r>
            <a:r>
              <a:rPr lang="en-US" sz="1400" i="1" dirty="0"/>
              <a:t>3/7</a:t>
            </a:r>
            <a:r>
              <a:rPr lang="en-US" sz="1400" i="1" dirty="0" smtClean="0"/>
              <a:t>)</a:t>
            </a:r>
          </a:p>
          <a:p>
            <a:pPr marL="0" indent="0"/>
            <a:r>
              <a:rPr lang="en-US" sz="1400" i="1" dirty="0" smtClean="0"/>
              <a:t>= (1/3) . (3/3) . </a:t>
            </a:r>
            <a:r>
              <a:rPr lang="en-US" sz="1400" i="1" dirty="0" smtClean="0">
                <a:solidFill>
                  <a:srgbClr val="0070C0"/>
                </a:solidFill>
              </a:rPr>
              <a:t>0.15*10</a:t>
            </a:r>
            <a:r>
              <a:rPr lang="en-US" sz="1400" i="1" baseline="30000" dirty="0" smtClean="0">
                <a:solidFill>
                  <a:srgbClr val="0070C0"/>
                </a:solidFill>
              </a:rPr>
              <a:t>-95</a:t>
            </a:r>
            <a:r>
              <a:rPr lang="en-US" sz="1400" i="1" dirty="0" smtClean="0">
                <a:solidFill>
                  <a:srgbClr val="0070C0"/>
                </a:solidFill>
              </a:rPr>
              <a:t> </a:t>
            </a:r>
            <a:r>
              <a:rPr lang="en-US" sz="1400" i="1" dirty="0" smtClean="0"/>
              <a:t>. (1/3) . (2/3) . (3/7)</a:t>
            </a:r>
          </a:p>
          <a:p>
            <a:pPr marL="0" indent="0"/>
            <a:endParaRPr lang="en-US" sz="1400" i="1" dirty="0" smtClean="0"/>
          </a:p>
          <a:p>
            <a:pPr marL="0" indent="0"/>
            <a:endParaRPr lang="en-US" sz="1400" i="1" dirty="0"/>
          </a:p>
          <a:p>
            <a:pPr marL="0" indent="0"/>
            <a:endParaRPr lang="en-US" sz="1400" i="1" dirty="0" smtClean="0"/>
          </a:p>
          <a:p>
            <a:pPr marL="0" indent="0"/>
            <a:r>
              <a:rPr lang="en-US" sz="1400" b="1" dirty="0" smtClean="0"/>
              <a:t> </a:t>
            </a:r>
            <a:endParaRPr lang="en-US" sz="1400" b="1" dirty="0"/>
          </a:p>
          <a:p>
            <a:pPr marL="0" indent="0"/>
            <a:endParaRPr lang="en-US" sz="1400" i="1" dirty="0" smtClean="0"/>
          </a:p>
          <a:p>
            <a:pPr marL="0" indent="0"/>
            <a:endParaRPr lang="en-US" sz="1400" i="1" dirty="0" smtClean="0"/>
          </a:p>
          <a:p>
            <a:pPr marL="0" indent="0"/>
            <a:endParaRPr lang="en-US" sz="1400" i="1" dirty="0" smtClean="0"/>
          </a:p>
          <a:p>
            <a:pPr marL="0" indent="0"/>
            <a:endParaRPr lang="en-US" sz="1400" i="1" dirty="0"/>
          </a:p>
          <a:p>
            <a:pPr marL="0" indent="0"/>
            <a:r>
              <a:rPr lang="en-US" sz="1400" i="1" dirty="0" smtClean="0"/>
              <a:t>P(Enjoy=No </a:t>
            </a:r>
            <a:r>
              <a:rPr lang="en-US" sz="1400" i="1" dirty="0"/>
              <a:t>| X</a:t>
            </a:r>
            <a:r>
              <a:rPr lang="en-US" sz="1400" i="1" dirty="0" smtClean="0"/>
              <a:t>) </a:t>
            </a:r>
            <a:r>
              <a:rPr lang="en-US" sz="1400" i="1" dirty="0"/>
              <a:t>= P(X | </a:t>
            </a:r>
            <a:r>
              <a:rPr lang="en-US" sz="1400" i="1" dirty="0" smtClean="0"/>
              <a:t>Enjoy=No). P(Enjoy=No) </a:t>
            </a:r>
            <a:r>
              <a:rPr lang="en-US" sz="1400" i="1" dirty="0"/>
              <a:t>/ P(X)</a:t>
            </a:r>
            <a:endParaRPr lang="en-US" sz="1400" dirty="0" smtClean="0"/>
          </a:p>
          <a:p>
            <a:pPr marL="0" indent="0"/>
            <a:r>
              <a:rPr lang="en-US" sz="1400" i="1" dirty="0" smtClean="0"/>
              <a:t>= </a:t>
            </a:r>
            <a:r>
              <a:rPr lang="en-US" sz="1400" i="1" dirty="0"/>
              <a:t>P(X | Enjoy=No). P(Enjoy=No) </a:t>
            </a:r>
            <a:endParaRPr lang="en-US" sz="1400" i="1" dirty="0" smtClean="0"/>
          </a:p>
          <a:p>
            <a:pPr marL="0" indent="0"/>
            <a:r>
              <a:rPr lang="en-US" sz="1400" i="1" dirty="0"/>
              <a:t>= P(X | Enjoy=No). </a:t>
            </a:r>
            <a:r>
              <a:rPr lang="en-US" sz="1400" i="1" dirty="0" smtClean="0"/>
              <a:t>(4/7)</a:t>
            </a:r>
          </a:p>
          <a:p>
            <a:pPr marL="0" indent="0"/>
            <a:r>
              <a:rPr lang="en-US" sz="1400" i="1" dirty="0"/>
              <a:t>= </a:t>
            </a:r>
            <a:r>
              <a:rPr lang="en-US" sz="1400" i="1" dirty="0" smtClean="0"/>
              <a:t>P(Rainy </a:t>
            </a:r>
            <a:r>
              <a:rPr lang="en-US" sz="1400" i="1" dirty="0"/>
              <a:t>| </a:t>
            </a:r>
            <a:r>
              <a:rPr lang="en-US" sz="1400" i="1" dirty="0" smtClean="0"/>
              <a:t>Enjoy=No). </a:t>
            </a:r>
            <a:r>
              <a:rPr lang="en-US" sz="1400" i="1" dirty="0"/>
              <a:t>P(Warm | </a:t>
            </a:r>
            <a:r>
              <a:rPr lang="en-US" sz="1400" i="1" dirty="0" smtClean="0"/>
              <a:t>Enjoy=No). </a:t>
            </a:r>
            <a:r>
              <a:rPr lang="en-US" sz="1400" i="1" dirty="0" smtClean="0">
                <a:solidFill>
                  <a:srgbClr val="0070C0"/>
                </a:solidFill>
              </a:rPr>
              <a:t>P(60 </a:t>
            </a:r>
            <a:r>
              <a:rPr lang="en-US" sz="1400" i="1" dirty="0">
                <a:solidFill>
                  <a:srgbClr val="0070C0"/>
                </a:solidFill>
              </a:rPr>
              <a:t>| </a:t>
            </a:r>
            <a:r>
              <a:rPr lang="en-US" sz="1400" i="1" dirty="0" smtClean="0">
                <a:solidFill>
                  <a:srgbClr val="0070C0"/>
                </a:solidFill>
              </a:rPr>
              <a:t>Enjoy=No)</a:t>
            </a:r>
            <a:r>
              <a:rPr lang="en-US" sz="1400" i="1" dirty="0" smtClean="0"/>
              <a:t>. P(Breeze </a:t>
            </a:r>
            <a:r>
              <a:rPr lang="en-US" sz="1400" i="1" dirty="0"/>
              <a:t>| </a:t>
            </a:r>
            <a:r>
              <a:rPr lang="en-US" sz="1400" i="1" dirty="0" smtClean="0"/>
              <a:t>Enjoy=No). P(Same </a:t>
            </a:r>
            <a:r>
              <a:rPr lang="en-US" sz="1400" i="1" dirty="0"/>
              <a:t>| </a:t>
            </a:r>
            <a:r>
              <a:rPr lang="en-US" sz="1400" i="1" dirty="0" smtClean="0"/>
              <a:t>Enjoy=No). </a:t>
            </a:r>
            <a:r>
              <a:rPr lang="en-US" sz="1400" i="1" dirty="0"/>
              <a:t>(4/7</a:t>
            </a:r>
            <a:r>
              <a:rPr lang="en-US" sz="1400" i="1" dirty="0" smtClean="0"/>
              <a:t>)</a:t>
            </a:r>
          </a:p>
          <a:p>
            <a:pPr marL="0" indent="0"/>
            <a:r>
              <a:rPr lang="en-US" sz="1400" i="1" dirty="0" smtClean="0"/>
              <a:t>= (2/4) . (1/4) . </a:t>
            </a:r>
            <a:r>
              <a:rPr lang="en-US" sz="1400" i="1" dirty="0" smtClean="0">
                <a:solidFill>
                  <a:srgbClr val="0070C0"/>
                </a:solidFill>
              </a:rPr>
              <a:t>0.02 </a:t>
            </a:r>
            <a:r>
              <a:rPr lang="en-US" sz="1400" i="1" dirty="0" smtClean="0"/>
              <a:t>. (1/4) . (2/4) . (4/7)</a:t>
            </a:r>
          </a:p>
          <a:p>
            <a:pPr marL="0" indent="0"/>
            <a:endParaRPr lang="en-US" sz="1400" dirty="0"/>
          </a:p>
          <a:p>
            <a:pPr marL="0" indent="0"/>
            <a:endParaRPr lang="en-US" sz="1400" dirty="0"/>
          </a:p>
          <a:p>
            <a:pPr marL="0" indent="0"/>
            <a:endParaRPr lang="en-US" sz="1400" dirty="0" smtClean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/>
          </p:nvPr>
        </p:nvGraphicFramePr>
        <p:xfrm>
          <a:off x="6234953" y="2424953"/>
          <a:ext cx="2909047" cy="2683266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5468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64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30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23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9028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3338">
                <a:tc>
                  <a:txBody>
                    <a:bodyPr/>
                    <a:lstStyle/>
                    <a:p>
                      <a:r>
                        <a:rPr lang="en-US" sz="800" dirty="0" err="1" smtClean="0"/>
                        <a:t>AirTemp</a:t>
                      </a:r>
                      <a:endParaRPr lang="en-US" sz="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Sky</a:t>
                      </a:r>
                      <a:endParaRPr lang="en-US" sz="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Wind</a:t>
                      </a:r>
                      <a:endParaRPr lang="en-US" sz="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Forecast</a:t>
                      </a:r>
                      <a:endParaRPr lang="en-US" sz="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Enjoy</a:t>
                      </a:r>
                    </a:p>
                    <a:p>
                      <a:r>
                        <a:rPr lang="en-US" sz="800" dirty="0" smtClean="0"/>
                        <a:t>Sport?</a:t>
                      </a:r>
                      <a:endParaRPr lang="en-US" sz="800" b="1" i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741">
                <a:tc>
                  <a:txBody>
                    <a:bodyPr/>
                    <a:lstStyle/>
                    <a:p>
                      <a:r>
                        <a:rPr lang="en-US" sz="800" dirty="0" smtClean="0">
                          <a:solidFill>
                            <a:srgbClr val="0070C0"/>
                          </a:solidFill>
                        </a:rPr>
                        <a:t>Warm</a:t>
                      </a:r>
                      <a:endParaRPr lang="en-US" sz="80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>
                          <a:solidFill>
                            <a:srgbClr val="0070C0"/>
                          </a:solidFill>
                        </a:rPr>
                        <a:t>Sunny</a:t>
                      </a:r>
                      <a:endParaRPr lang="en-US" sz="80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smtClean="0">
                          <a:solidFill>
                            <a:srgbClr val="0070C0"/>
                          </a:solidFill>
                        </a:rPr>
                        <a:t>Strong</a:t>
                      </a:r>
                      <a:endParaRPr lang="en-US" sz="80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smtClean="0">
                          <a:solidFill>
                            <a:srgbClr val="0070C0"/>
                          </a:solidFill>
                        </a:rPr>
                        <a:t>Same</a:t>
                      </a:r>
                      <a:endParaRPr lang="en-US" sz="80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>
                          <a:solidFill>
                            <a:srgbClr val="0070C0"/>
                          </a:solidFill>
                        </a:rPr>
                        <a:t>Yes</a:t>
                      </a:r>
                      <a:endParaRPr lang="en-US" sz="80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741"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Warm</a:t>
                      </a:r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Sunny</a:t>
                      </a:r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smtClean="0"/>
                        <a:t>Strong</a:t>
                      </a:r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smtClean="0"/>
                        <a:t>Same</a:t>
                      </a:r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No</a:t>
                      </a:r>
                      <a:endParaRPr 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8741">
                <a:tc>
                  <a:txBody>
                    <a:bodyPr/>
                    <a:lstStyle/>
                    <a:p>
                      <a:r>
                        <a:rPr lang="en-US" sz="800" smtClean="0"/>
                        <a:t>Cold</a:t>
                      </a:r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smtClean="0"/>
                        <a:t>Rainy</a:t>
                      </a:r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Strong</a:t>
                      </a:r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smtClean="0"/>
                        <a:t>Change</a:t>
                      </a:r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No</a:t>
                      </a:r>
                      <a:endParaRPr 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8741">
                <a:tc>
                  <a:txBody>
                    <a:bodyPr/>
                    <a:lstStyle/>
                    <a:p>
                      <a:r>
                        <a:rPr lang="en-US" sz="800" dirty="0" smtClean="0">
                          <a:solidFill>
                            <a:srgbClr val="0070C0"/>
                          </a:solidFill>
                        </a:rPr>
                        <a:t>Warm</a:t>
                      </a:r>
                      <a:endParaRPr lang="en-US" sz="80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>
                          <a:solidFill>
                            <a:srgbClr val="0070C0"/>
                          </a:solidFill>
                        </a:rPr>
                        <a:t>Rainy</a:t>
                      </a:r>
                      <a:endParaRPr lang="en-US" sz="80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>
                          <a:solidFill>
                            <a:srgbClr val="0070C0"/>
                          </a:solidFill>
                        </a:rPr>
                        <a:t>Breeze</a:t>
                      </a:r>
                      <a:endParaRPr lang="en-US" sz="80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smtClean="0">
                          <a:solidFill>
                            <a:srgbClr val="0070C0"/>
                          </a:solidFill>
                        </a:rPr>
                        <a:t>Same</a:t>
                      </a:r>
                      <a:endParaRPr lang="en-US" sz="80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>
                          <a:solidFill>
                            <a:srgbClr val="0070C0"/>
                          </a:solidFill>
                        </a:rPr>
                        <a:t>Yes</a:t>
                      </a:r>
                      <a:endParaRPr lang="en-US" sz="80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8741"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Hot</a:t>
                      </a:r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Sunny</a:t>
                      </a:r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Breeze</a:t>
                      </a:r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Same</a:t>
                      </a:r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No</a:t>
                      </a:r>
                      <a:endParaRPr 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8741">
                <a:tc>
                  <a:txBody>
                    <a:bodyPr/>
                    <a:lstStyle/>
                    <a:p>
                      <a:r>
                        <a:rPr lang="en-US" sz="800" smtClean="0"/>
                        <a:t>Cold</a:t>
                      </a:r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smtClean="0"/>
                        <a:t>Rainy</a:t>
                      </a:r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smtClean="0"/>
                        <a:t>Strong</a:t>
                      </a:r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smtClean="0"/>
                        <a:t>Change</a:t>
                      </a:r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No</a:t>
                      </a:r>
                      <a:endParaRPr 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8741">
                <a:tc>
                  <a:txBody>
                    <a:bodyPr/>
                    <a:lstStyle/>
                    <a:p>
                      <a:r>
                        <a:rPr lang="en-US" sz="800" smtClean="0">
                          <a:solidFill>
                            <a:srgbClr val="0070C0"/>
                          </a:solidFill>
                        </a:rPr>
                        <a:t>Warm</a:t>
                      </a:r>
                      <a:endParaRPr lang="en-US" sz="80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>
                          <a:solidFill>
                            <a:srgbClr val="0070C0"/>
                          </a:solidFill>
                        </a:rPr>
                        <a:t>Sunny</a:t>
                      </a:r>
                      <a:endParaRPr lang="en-US" sz="80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smtClean="0">
                          <a:solidFill>
                            <a:srgbClr val="0070C0"/>
                          </a:solidFill>
                        </a:rPr>
                        <a:t>Strong</a:t>
                      </a:r>
                      <a:endParaRPr lang="en-US" sz="80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smtClean="0">
                          <a:solidFill>
                            <a:srgbClr val="0070C0"/>
                          </a:solidFill>
                        </a:rPr>
                        <a:t>Change</a:t>
                      </a:r>
                      <a:endParaRPr lang="en-US" sz="80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>
                          <a:solidFill>
                            <a:srgbClr val="0070C0"/>
                          </a:solidFill>
                        </a:rPr>
                        <a:t>Yes</a:t>
                      </a:r>
                      <a:endParaRPr lang="en-US" sz="80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8741"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Warm</a:t>
                      </a:r>
                      <a:endParaRPr lang="en-US" sz="80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Rainy</a:t>
                      </a:r>
                      <a:endParaRPr lang="en-US" sz="80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Breeze</a:t>
                      </a:r>
                      <a:endParaRPr lang="en-US" sz="80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Same</a:t>
                      </a:r>
                      <a:endParaRPr lang="en-US" sz="80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????</a:t>
                      </a:r>
                      <a:endParaRPr lang="en-US" sz="80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/>
          </p:nvPr>
        </p:nvGraphicFramePr>
        <p:xfrm>
          <a:off x="4876800" y="2424953"/>
          <a:ext cx="1286522" cy="2683266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5924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40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3338"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Humidity</a:t>
                      </a:r>
                      <a:endParaRPr lang="en-US" sz="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Enjoy</a:t>
                      </a:r>
                    </a:p>
                    <a:p>
                      <a:r>
                        <a:rPr lang="en-US" sz="800" dirty="0" smtClean="0"/>
                        <a:t>Sport?</a:t>
                      </a:r>
                      <a:endParaRPr lang="en-US" sz="800" b="1" i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741">
                <a:tc>
                  <a:txBody>
                    <a:bodyPr/>
                    <a:lstStyle/>
                    <a:p>
                      <a:r>
                        <a:rPr lang="en-US" sz="800" dirty="0" smtClean="0">
                          <a:solidFill>
                            <a:srgbClr val="0070C0"/>
                          </a:solidFill>
                        </a:rPr>
                        <a:t>85</a:t>
                      </a:r>
                      <a:endParaRPr lang="en-US" sz="80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>
                          <a:solidFill>
                            <a:srgbClr val="0070C0"/>
                          </a:solidFill>
                        </a:rPr>
                        <a:t>Yes</a:t>
                      </a:r>
                      <a:endParaRPr lang="en-US" sz="80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741"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80</a:t>
                      </a:r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No</a:t>
                      </a:r>
                      <a:endParaRPr 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8741"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70</a:t>
                      </a:r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No</a:t>
                      </a:r>
                      <a:endParaRPr 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8741">
                <a:tc>
                  <a:txBody>
                    <a:bodyPr/>
                    <a:lstStyle/>
                    <a:p>
                      <a:r>
                        <a:rPr lang="en-US" sz="800" dirty="0" smtClean="0">
                          <a:solidFill>
                            <a:srgbClr val="0070C0"/>
                          </a:solidFill>
                        </a:rPr>
                        <a:t>83</a:t>
                      </a:r>
                      <a:endParaRPr lang="en-US" sz="80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>
                          <a:solidFill>
                            <a:srgbClr val="0070C0"/>
                          </a:solidFill>
                        </a:rPr>
                        <a:t>Yes</a:t>
                      </a:r>
                      <a:endParaRPr lang="en-US" sz="80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8741"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90</a:t>
                      </a:r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No</a:t>
                      </a:r>
                      <a:endParaRPr 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8741"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50</a:t>
                      </a:r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No</a:t>
                      </a:r>
                      <a:endParaRPr 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8741">
                <a:tc>
                  <a:txBody>
                    <a:bodyPr/>
                    <a:lstStyle/>
                    <a:p>
                      <a:r>
                        <a:rPr lang="en-US" sz="800" dirty="0" smtClean="0">
                          <a:solidFill>
                            <a:srgbClr val="0070C0"/>
                          </a:solidFill>
                        </a:rPr>
                        <a:t>85</a:t>
                      </a:r>
                      <a:endParaRPr lang="en-US" sz="80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>
                          <a:solidFill>
                            <a:srgbClr val="0070C0"/>
                          </a:solidFill>
                        </a:rPr>
                        <a:t>Yes</a:t>
                      </a:r>
                      <a:endParaRPr lang="en-US" sz="80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8741"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60</a:t>
                      </a:r>
                      <a:endParaRPr lang="en-US" sz="80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????</a:t>
                      </a:r>
                      <a:endParaRPr lang="en-US" sz="80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8" name="Content Placeholder 2"/>
          <p:cNvSpPr>
            <a:spLocks noGrp="1"/>
          </p:cNvSpPr>
          <p:nvPr>
            <p:ph sz="quarter" idx="10"/>
          </p:nvPr>
        </p:nvSpPr>
        <p:spPr>
          <a:xfrm>
            <a:off x="304800" y="589597"/>
            <a:ext cx="6324600" cy="609600"/>
          </a:xfrm>
        </p:spPr>
        <p:txBody>
          <a:bodyPr>
            <a:normAutofit/>
          </a:bodyPr>
          <a:lstStyle/>
          <a:p>
            <a:r>
              <a:rPr lang="en-US" altLang="en-US" sz="2000" dirty="0" smtClean="0"/>
              <a:t>Example: Play Tennis</a:t>
            </a:r>
            <a:endParaRPr lang="en-IN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/>
              <p:nvPr/>
            </p:nvSpPr>
            <p:spPr>
              <a:xfrm>
                <a:off x="26937" y="3105251"/>
                <a:ext cx="4778231" cy="59811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57200" marR="0" lvl="1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sz="16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kumimoji="0" lang="en-US" sz="16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μ</m:t>
                        </m:r>
                      </m:e>
                      <m:sub>
                        <m:r>
                          <m:rPr>
                            <m:sty m:val="p"/>
                          </m:rPr>
                          <a:rPr kumimoji="0" lang="en-US" sz="16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i</m:t>
                        </m:r>
                      </m:sub>
                    </m:sSub>
                    <m:r>
                      <a:rPr kumimoji="0" 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=</m:t>
                    </m:r>
                    <m:r>
                      <m:rPr>
                        <m:sty m:val="p"/>
                      </m:rPr>
                      <a:rPr kumimoji="0" 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E</m:t>
                    </m:r>
                    <m:d>
                      <m:dPr>
                        <m:begChr m:val="["/>
                        <m:endChr m:val="]"/>
                        <m:ctrlPr>
                          <a:rPr kumimoji="0" lang="en-US" sz="16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kumimoji="0" lang="en-US" sz="16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70C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kumimoji="0" lang="en-US" sz="16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70C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X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kumimoji="0" lang="en-US" sz="16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70C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i</m:t>
                            </m:r>
                          </m:sub>
                        </m:sSub>
                      </m:e>
                      <m:e>
                        <m:r>
                          <m:rPr>
                            <m:sty m:val="p"/>
                          </m:rPr>
                          <a:rPr kumimoji="0" lang="en-US" sz="16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Y</m:t>
                        </m:r>
                        <m:r>
                          <a:rPr kumimoji="0" lang="en-US" sz="16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=</m:t>
                        </m:r>
                        <m:r>
                          <m:rPr>
                            <m:sty m:val="p"/>
                          </m:rPr>
                          <a:rPr kumimoji="0" lang="en-US" sz="16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yes</m:t>
                        </m:r>
                      </m:e>
                    </m:d>
                  </m:oMath>
                </a14:m>
                <a:r>
                  <a:rPr kumimoji="0" lang="en-US" sz="16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 = 84.33</a:t>
                </a:r>
                <a:endPara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endParaRPr>
              </a:p>
              <a:p>
                <a:pPr marL="457200" marR="0" lvl="1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kumimoji="0" lang="en-US" sz="16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kumimoji="0" lang="en-US" sz="16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σ</m:t>
                        </m:r>
                      </m:e>
                      <m:sub>
                        <m:r>
                          <m:rPr>
                            <m:sty m:val="p"/>
                          </m:rPr>
                          <a:rPr kumimoji="0" lang="en-US" sz="16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i</m:t>
                        </m:r>
                      </m:sub>
                      <m:sup>
                        <m:r>
                          <a:rPr kumimoji="0" lang="en-US" sz="16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2</m:t>
                        </m:r>
                      </m:sup>
                    </m:sSubSup>
                    <m:r>
                      <a:rPr kumimoji="0" 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=</m:t>
                    </m:r>
                    <m:r>
                      <m:rPr>
                        <m:sty m:val="p"/>
                      </m:rPr>
                      <a:rPr kumimoji="0" 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E</m:t>
                    </m:r>
                    <m:d>
                      <m:dPr>
                        <m:begChr m:val="["/>
                        <m:endChr m:val="]"/>
                        <m:ctrlPr>
                          <a:rPr kumimoji="0" lang="en-US" sz="16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kumimoji="0" lang="en-US" sz="16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70C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kumimoji="0" lang="en-US" sz="16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kumimoji="0" lang="en-US" sz="16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rgbClr val="0070C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kumimoji="0" lang="en-US" sz="1600" b="0" i="0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rgbClr val="0070C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X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kumimoji="0" lang="en-US" sz="1600" b="0" i="0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rgbClr val="0070C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i</m:t>
                                    </m:r>
                                  </m:sub>
                                </m:sSub>
                                <m:r>
                                  <a:rPr kumimoji="0" lang="en-US" sz="1600" b="0" i="0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kumimoji="0" lang="en-US" sz="16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rgbClr val="0070C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kumimoji="0" lang="en-US" sz="1600" b="0" i="0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rgbClr val="0070C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μ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kumimoji="0" lang="en-US" sz="1600" b="0" i="0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rgbClr val="0070C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i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kumimoji="0" lang="en-US" sz="16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70C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2</m:t>
                            </m:r>
                          </m:sup>
                        </m:sSup>
                      </m:e>
                      <m:e>
                        <m:r>
                          <m:rPr>
                            <m:sty m:val="p"/>
                          </m:rPr>
                          <a:rPr kumimoji="0" lang="en-US" sz="16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Y</m:t>
                        </m:r>
                        <m:r>
                          <a:rPr kumimoji="0" lang="en-US" sz="16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=</m:t>
                        </m:r>
                        <m:r>
                          <m:rPr>
                            <m:sty m:val="p"/>
                          </m:rPr>
                          <a:rPr kumimoji="0" lang="en-US" sz="16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yes</m:t>
                        </m:r>
                      </m:e>
                    </m:d>
                  </m:oMath>
                </a14:m>
                <a:r>
                  <a:rPr kumimoji="0" lang="en-US" sz="16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 = 1.15</a:t>
                </a:r>
                <a:endPara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937" y="3105251"/>
                <a:ext cx="4778231" cy="598112"/>
              </a:xfrm>
              <a:prstGeom prst="rect">
                <a:avLst/>
              </a:prstGeom>
              <a:blipFill>
                <a:blip r:embed="rId2"/>
                <a:stretch>
                  <a:fillRect t="-3030" b="-1111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4038600" y="860643"/>
                <a:ext cx="5181600" cy="33855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charset="0"/>
                    <a:ea typeface="+mn-ea"/>
                    <a:cs typeface="+mn-cs"/>
                  </a:rPr>
                  <a:t>P(X|Y) ~ N(</a:t>
                </a:r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charset="0"/>
                    <a:ea typeface="+mn-ea"/>
                    <a:cs typeface="+mn-cs"/>
                    <a:sym typeface="Symbol" panose="05050102010706020507" pitchFamily="18" charset="2"/>
                  </a:rPr>
                  <a:t>, </a:t>
                </a:r>
                <a:r>
                  <a:rPr kumimoji="0" lang="en-US" sz="1600" b="0" i="0" u="none" strike="noStrike" kern="1200" cap="none" spc="0" normalizeH="0" baseline="3000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charset="0"/>
                    <a:ea typeface="+mn-ea"/>
                    <a:cs typeface="+mn-cs"/>
                    <a:sym typeface="Symbol" panose="05050102010706020507" pitchFamily="18" charset="2"/>
                  </a:rPr>
                  <a:t>2</a:t>
                </a:r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charset="0"/>
                    <a:ea typeface="+mn-ea"/>
                    <a:cs typeface="+mn-cs"/>
                    <a:sym typeface="Symbol" panose="05050102010706020507" pitchFamily="18" charset="2"/>
                  </a:rPr>
                  <a:t>) </a:t>
                </a:r>
                <a14:m>
                  <m:oMath xmlns:m="http://schemas.openxmlformats.org/officeDocument/2006/math">
                    <m:r>
                      <a:rPr kumimoji="0" 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→  </m:t>
                    </m:r>
                    <m:r>
                      <m:rPr>
                        <m:sty m:val="p"/>
                      </m:rPr>
                      <a:rPr kumimoji="0" 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GaussianNB</m:t>
                    </m:r>
                  </m:oMath>
                </a14:m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charset="0"/>
                    <a:ea typeface="+mn-ea"/>
                    <a:cs typeface="+mn-cs"/>
                  </a:rPr>
                  <a:t> (X</a:t>
                </a:r>
                <a:r>
                  <a:rPr kumimoji="0" lang="en-US" sz="1600" b="0" i="0" u="none" strike="noStrike" kern="1200" cap="none" spc="0" normalizeH="0" baseline="-2500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charset="0"/>
                    <a:ea typeface="+mn-ea"/>
                    <a:cs typeface="+mn-cs"/>
                  </a:rPr>
                  <a:t>i </a:t>
                </a:r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charset="0"/>
                    <a:ea typeface="+mn-ea"/>
                    <a:cs typeface="+mn-cs"/>
                  </a:rPr>
                  <a:t>– real valued)</a:t>
                </a:r>
                <a:r>
                  <a:rPr kumimoji="0" lang="en-US" sz="1600" b="0" i="0" u="none" strike="noStrike" kern="1200" cap="none" spc="0" normalizeH="0" baseline="-2500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charset="0"/>
                    <a:ea typeface="+mn-ea"/>
                    <a:cs typeface="+mn-cs"/>
                  </a:rPr>
                  <a:t> </a:t>
                </a:r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8600" y="860643"/>
                <a:ext cx="5181600" cy="338554"/>
              </a:xfrm>
              <a:prstGeom prst="rect">
                <a:avLst/>
              </a:prstGeom>
              <a:blipFill>
                <a:blip r:embed="rId3"/>
                <a:stretch>
                  <a:fillRect l="-706" t="-5357" b="-2142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Arrow Connector 8"/>
          <p:cNvCxnSpPr>
            <a:stCxn id="4" idx="2"/>
          </p:cNvCxnSpPr>
          <p:nvPr/>
        </p:nvCxnSpPr>
        <p:spPr>
          <a:xfrm flipH="1">
            <a:off x="5029200" y="1199197"/>
            <a:ext cx="1600200" cy="12257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/>
              <p:cNvSpPr/>
              <p:nvPr/>
            </p:nvSpPr>
            <p:spPr>
              <a:xfrm>
                <a:off x="0" y="3804686"/>
                <a:ext cx="4114800" cy="59811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57200" marR="0" lvl="1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sz="16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kumimoji="0" lang="en-US" sz="16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μ</m:t>
                        </m:r>
                      </m:e>
                      <m:sub>
                        <m:r>
                          <m:rPr>
                            <m:sty m:val="p"/>
                          </m:rPr>
                          <a:rPr kumimoji="0" lang="en-US" sz="16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i</m:t>
                        </m:r>
                      </m:sub>
                    </m:sSub>
                    <m:r>
                      <a:rPr kumimoji="0" 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=</m:t>
                    </m:r>
                    <m:r>
                      <m:rPr>
                        <m:sty m:val="p"/>
                      </m:rPr>
                      <a:rPr kumimoji="0" 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E</m:t>
                    </m:r>
                    <m:d>
                      <m:dPr>
                        <m:begChr m:val="["/>
                        <m:endChr m:val="]"/>
                        <m:ctrlPr>
                          <a:rPr kumimoji="0" lang="en-US" sz="16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kumimoji="0" lang="en-US" sz="16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70C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kumimoji="0" lang="en-US" sz="16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70C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X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kumimoji="0" lang="en-US" sz="16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70C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i</m:t>
                            </m:r>
                          </m:sub>
                        </m:sSub>
                      </m:e>
                      <m:e>
                        <m:r>
                          <m:rPr>
                            <m:sty m:val="p"/>
                          </m:rPr>
                          <a:rPr kumimoji="0" lang="en-US" sz="16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Y</m:t>
                        </m:r>
                        <m:r>
                          <a:rPr kumimoji="0" lang="en-US" sz="16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=</m:t>
                        </m:r>
                        <m:r>
                          <m:rPr>
                            <m:sty m:val="p"/>
                          </m:rPr>
                          <a:rPr kumimoji="0" lang="en-IN" sz="1600" b="0" i="0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no</m:t>
                        </m:r>
                      </m:e>
                    </m:d>
                  </m:oMath>
                </a14:m>
                <a:r>
                  <a:rPr kumimoji="0" lang="en-US" sz="16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 = 72.5</a:t>
                </a:r>
                <a:endPara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endParaRPr>
              </a:p>
              <a:p>
                <a:pPr marL="457200" marR="0" lvl="1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kumimoji="0" lang="en-US" sz="16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kumimoji="0" lang="en-US" sz="16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σ</m:t>
                        </m:r>
                      </m:e>
                      <m:sub>
                        <m:r>
                          <m:rPr>
                            <m:sty m:val="p"/>
                          </m:rPr>
                          <a:rPr kumimoji="0" lang="en-US" sz="16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i</m:t>
                        </m:r>
                      </m:sub>
                      <m:sup>
                        <m:r>
                          <a:rPr kumimoji="0" lang="en-US" sz="16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2</m:t>
                        </m:r>
                      </m:sup>
                    </m:sSubSup>
                    <m:r>
                      <a:rPr kumimoji="0" 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=</m:t>
                    </m:r>
                    <m:r>
                      <m:rPr>
                        <m:sty m:val="p"/>
                      </m:rPr>
                      <a:rPr kumimoji="0" 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E</m:t>
                    </m:r>
                    <m:d>
                      <m:dPr>
                        <m:begChr m:val="["/>
                        <m:endChr m:val="]"/>
                        <m:ctrlPr>
                          <a:rPr kumimoji="0" lang="en-US" sz="16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kumimoji="0" lang="en-US" sz="16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70C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kumimoji="0" lang="en-US" sz="16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kumimoji="0" lang="en-US" sz="16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rgbClr val="0070C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kumimoji="0" lang="en-US" sz="1600" b="0" i="0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rgbClr val="0070C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X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kumimoji="0" lang="en-US" sz="1600" b="0" i="0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rgbClr val="0070C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i</m:t>
                                    </m:r>
                                  </m:sub>
                                </m:sSub>
                                <m:r>
                                  <a:rPr kumimoji="0" lang="en-US" sz="1600" b="0" i="0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kumimoji="0" lang="en-US" sz="16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rgbClr val="0070C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kumimoji="0" lang="en-US" sz="1600" b="0" i="0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rgbClr val="0070C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μ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kumimoji="0" lang="en-US" sz="1600" b="0" i="0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rgbClr val="0070C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i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kumimoji="0" lang="en-US" sz="16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70C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2</m:t>
                            </m:r>
                          </m:sup>
                        </m:sSup>
                      </m:e>
                      <m:e>
                        <m:r>
                          <m:rPr>
                            <m:sty m:val="p"/>
                          </m:rPr>
                          <a:rPr kumimoji="0" lang="en-US" sz="16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Y</m:t>
                        </m:r>
                        <m:r>
                          <a:rPr kumimoji="0" lang="en-US" sz="16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=</m:t>
                        </m:r>
                        <m:r>
                          <m:rPr>
                            <m:sty m:val="p"/>
                          </m:rPr>
                          <a:rPr kumimoji="0" lang="en-IN" sz="1600" b="0" i="0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no</m:t>
                        </m:r>
                      </m:e>
                    </m:d>
                  </m:oMath>
                </a14:m>
                <a:r>
                  <a:rPr kumimoji="0" lang="en-US" sz="16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 = 17.08</a:t>
                </a:r>
                <a:endPara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0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3804686"/>
                <a:ext cx="4114800" cy="598112"/>
              </a:xfrm>
              <a:prstGeom prst="rect">
                <a:avLst/>
              </a:prstGeom>
              <a:blipFill>
                <a:blip r:embed="rId4"/>
                <a:stretch>
                  <a:fillRect t="-3061" b="-1224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7106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/>
          <p:cNvSpPr>
            <a:spLocks noGrp="1"/>
          </p:cNvSpPr>
          <p:nvPr>
            <p:ph sz="quarter" idx="10"/>
          </p:nvPr>
        </p:nvSpPr>
        <p:spPr>
          <a:xfrm>
            <a:off x="304800" y="589597"/>
            <a:ext cx="7543800" cy="609600"/>
          </a:xfrm>
        </p:spPr>
        <p:txBody>
          <a:bodyPr>
            <a:noAutofit/>
          </a:bodyPr>
          <a:lstStyle/>
          <a:p>
            <a:pPr marL="271463" lvl="0" indent="-42863" fontAlgn="auto">
              <a:lnSpc>
                <a:spcPct val="100000"/>
              </a:lnSpc>
              <a:spcAft>
                <a:spcPts val="0"/>
              </a:spcAft>
              <a:buClr>
                <a:prstClr val="black"/>
              </a:buClr>
              <a:buSzPts val="3600"/>
            </a:pPr>
            <a:r>
              <a:rPr lang="en-IN" sz="2400" spc="0" dirty="0">
                <a:solidFill>
                  <a:prstClr val="black"/>
                </a:solidFill>
                <a:ea typeface="Cambria" panose="02040503050406030204" pitchFamily="18" charset="0"/>
                <a:sym typeface="Arial"/>
              </a:rPr>
              <a:t>Additional Exercises – For Student’s Practice</a:t>
            </a:r>
          </a:p>
        </p:txBody>
      </p:sp>
      <p:sp>
        <p:nvSpPr>
          <p:cNvPr id="2" name="Rectangle 1"/>
          <p:cNvSpPr/>
          <p:nvPr/>
        </p:nvSpPr>
        <p:spPr>
          <a:xfrm>
            <a:off x="314793" y="1524000"/>
            <a:ext cx="8372008" cy="16767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7000"/>
              </a:lnSpc>
              <a:spcBef>
                <a:spcPct val="0"/>
              </a:spcBef>
              <a:spcAft>
                <a:spcPts val="800"/>
              </a:spcAft>
              <a:buClrTx/>
              <a:buSzPts val="1100"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As a part of efforts to improve students’ performance in the exams, you have been 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given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the data showing  number of study hours spent by students, their gender and   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their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final results as pass or fail. Using this sample dataset, apply Naïve 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Bayes classification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technique, to classify 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the below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test 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case: </a:t>
            </a:r>
          </a:p>
          <a:p>
            <a:pPr marL="0" marR="0" lvl="0" indent="0" algn="l" defTabSz="914400" rtl="0" eaLnBrk="1" fontAlgn="base" latinLnBrk="0" hangingPunct="1">
              <a:lnSpc>
                <a:spcPct val="107000"/>
              </a:lnSpc>
              <a:spcBef>
                <a:spcPct val="0"/>
              </a:spcBef>
              <a:spcAft>
                <a:spcPts val="800"/>
              </a:spcAft>
              <a:buClrTx/>
              <a:buSzPts val="1100"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{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No of study hours = 3.5, </a:t>
            </a:r>
            <a:r>
              <a:rPr kumimoji="0" lang="en-US" sz="1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Gender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=”male”} either as “Pass”, or “Fail”.</a:t>
            </a:r>
            <a:endParaRPr kumimoji="0" lang="en-IN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/>
          </p:nvPr>
        </p:nvGraphicFramePr>
        <p:xfrm>
          <a:off x="5954843" y="3352800"/>
          <a:ext cx="3200400" cy="316611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777838724"/>
                    </a:ext>
                  </a:extLst>
                </a:gridCol>
                <a:gridCol w="996696">
                  <a:extLst>
                    <a:ext uri="{9D8B030D-6E8A-4147-A177-3AD203B41FA5}">
                      <a16:colId xmlns:a16="http://schemas.microsoft.com/office/drawing/2014/main" val="3973926251"/>
                    </a:ext>
                  </a:extLst>
                </a:gridCol>
                <a:gridCol w="832104">
                  <a:extLst>
                    <a:ext uri="{9D8B030D-6E8A-4147-A177-3AD203B41FA5}">
                      <a16:colId xmlns:a16="http://schemas.microsoft.com/office/drawing/2014/main" val="248270839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 of study hours</a:t>
                      </a:r>
                      <a:endParaRPr lang="en-IN" sz="14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Gender</a:t>
                      </a:r>
                      <a:endParaRPr lang="en-IN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Final result</a:t>
                      </a:r>
                      <a:endParaRPr lang="en-IN" sz="14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0152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4.5</a:t>
                      </a:r>
                      <a:endParaRPr lang="en-IN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Male</a:t>
                      </a:r>
                      <a:endParaRPr lang="en-IN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Pass</a:t>
                      </a:r>
                      <a:endParaRPr lang="en-IN" sz="14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14921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  <a:endParaRPr lang="en-IN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Female</a:t>
                      </a:r>
                      <a:endParaRPr lang="en-IN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Pass</a:t>
                      </a:r>
                      <a:endParaRPr lang="en-IN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779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en-IN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Male</a:t>
                      </a:r>
                      <a:endParaRPr lang="en-IN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Fail</a:t>
                      </a:r>
                      <a:endParaRPr lang="en-IN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41215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  <a:endParaRPr lang="en-IN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Female</a:t>
                      </a:r>
                      <a:endParaRPr lang="en-IN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Fail</a:t>
                      </a:r>
                      <a:endParaRPr lang="en-IN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29459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2.5</a:t>
                      </a:r>
                      <a:endParaRPr lang="en-IN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Male</a:t>
                      </a:r>
                      <a:endParaRPr lang="en-IN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Fail</a:t>
                      </a:r>
                      <a:endParaRPr lang="en-IN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77302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en-IN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Female</a:t>
                      </a:r>
                      <a:endParaRPr lang="en-IN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Fail</a:t>
                      </a:r>
                      <a:endParaRPr lang="en-IN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7801666"/>
                  </a:ext>
                </a:extLst>
              </a:tr>
              <a:tr h="32067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8.3</a:t>
                      </a:r>
                      <a:endParaRPr lang="en-IN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Male</a:t>
                      </a:r>
                      <a:endParaRPr lang="en-IN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Fail</a:t>
                      </a:r>
                      <a:endParaRPr lang="en-IN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2412077"/>
                  </a:ext>
                </a:extLst>
              </a:tr>
              <a:tr h="36068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  <a:endParaRPr lang="en-IN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Female</a:t>
                      </a:r>
                      <a:endParaRPr lang="en-IN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Pass</a:t>
                      </a:r>
                      <a:endParaRPr lang="en-IN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02972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6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  <a:endParaRPr lang="en-IN" sz="14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Male</a:t>
                      </a:r>
                      <a:endParaRPr lang="en-IN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6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Pass</a:t>
                      </a:r>
                      <a:endParaRPr lang="en-IN" sz="14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7199545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/>
              <p:cNvSpPr/>
              <p:nvPr/>
            </p:nvSpPr>
            <p:spPr>
              <a:xfrm>
                <a:off x="609600" y="3962400"/>
                <a:ext cx="5181600" cy="33855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charset="0"/>
                    <a:ea typeface="+mn-ea"/>
                    <a:cs typeface="+mn-cs"/>
                  </a:rPr>
                  <a:t>Tip: P(X|Y</a:t>
                </a:r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charset="0"/>
                    <a:ea typeface="+mn-ea"/>
                    <a:cs typeface="+mn-cs"/>
                  </a:rPr>
                  <a:t>) ~ N(</a:t>
                </a:r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charset="0"/>
                    <a:ea typeface="+mn-ea"/>
                    <a:cs typeface="+mn-cs"/>
                    <a:sym typeface="Symbol" panose="05050102010706020507" pitchFamily="18" charset="2"/>
                  </a:rPr>
                  <a:t>, </a:t>
                </a:r>
                <a:r>
                  <a:rPr kumimoji="0" lang="en-US" sz="1600" b="0" i="0" u="none" strike="noStrike" kern="1200" cap="none" spc="0" normalizeH="0" baseline="3000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charset="0"/>
                    <a:ea typeface="+mn-ea"/>
                    <a:cs typeface="+mn-cs"/>
                    <a:sym typeface="Symbol" panose="05050102010706020507" pitchFamily="18" charset="2"/>
                  </a:rPr>
                  <a:t>2</a:t>
                </a:r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charset="0"/>
                    <a:ea typeface="+mn-ea"/>
                    <a:cs typeface="+mn-cs"/>
                    <a:sym typeface="Symbol" panose="05050102010706020507" pitchFamily="18" charset="2"/>
                  </a:rPr>
                  <a:t>) </a:t>
                </a:r>
                <a14:m>
                  <m:oMath xmlns:m="http://schemas.openxmlformats.org/officeDocument/2006/math">
                    <m:r>
                      <a:rPr kumimoji="0" 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→  </m:t>
                    </m:r>
                    <m:r>
                      <m:rPr>
                        <m:sty m:val="p"/>
                      </m:rPr>
                      <a:rPr kumimoji="0" 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GaussianNB</m:t>
                    </m:r>
                  </m:oMath>
                </a14:m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charset="0"/>
                    <a:ea typeface="+mn-ea"/>
                    <a:cs typeface="+mn-cs"/>
                  </a:rPr>
                  <a:t> (X</a:t>
                </a:r>
                <a:r>
                  <a:rPr kumimoji="0" lang="en-US" sz="1600" b="0" i="0" u="none" strike="noStrike" kern="1200" cap="none" spc="0" normalizeH="0" baseline="-2500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charset="0"/>
                    <a:ea typeface="+mn-ea"/>
                    <a:cs typeface="+mn-cs"/>
                  </a:rPr>
                  <a:t>i </a:t>
                </a:r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charset="0"/>
                    <a:ea typeface="+mn-ea"/>
                    <a:cs typeface="+mn-cs"/>
                  </a:rPr>
                  <a:t>– real valued)</a:t>
                </a:r>
                <a:r>
                  <a:rPr kumimoji="0" lang="en-US" sz="1600" b="0" i="0" u="none" strike="noStrike" kern="1200" cap="none" spc="0" normalizeH="0" baseline="-2500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charset="0"/>
                    <a:ea typeface="+mn-ea"/>
                    <a:cs typeface="+mn-cs"/>
                  </a:rPr>
                  <a:t> </a:t>
                </a:r>
              </a:p>
            </p:txBody>
          </p:sp>
        </mc:Choice>
        <mc:Fallback xmlns="">
          <p:sp>
            <p:nvSpPr>
              <p:cNvPr id="12" name="Rectangle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3962400"/>
                <a:ext cx="5181600" cy="338554"/>
              </a:xfrm>
              <a:prstGeom prst="rect">
                <a:avLst/>
              </a:prstGeom>
              <a:blipFill>
                <a:blip r:embed="rId2"/>
                <a:stretch>
                  <a:fillRect l="-588" t="-5357" b="-2142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Straight Arrow Connector 13"/>
          <p:cNvCxnSpPr/>
          <p:nvPr/>
        </p:nvCxnSpPr>
        <p:spPr>
          <a:xfrm flipV="1">
            <a:off x="5257800" y="3657600"/>
            <a:ext cx="914400" cy="4572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0171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/>
          <p:cNvSpPr>
            <a:spLocks noGrp="1"/>
          </p:cNvSpPr>
          <p:nvPr>
            <p:ph sz="quarter" idx="10"/>
          </p:nvPr>
        </p:nvSpPr>
        <p:spPr>
          <a:xfrm>
            <a:off x="304800" y="589597"/>
            <a:ext cx="7543800" cy="609600"/>
          </a:xfrm>
        </p:spPr>
        <p:txBody>
          <a:bodyPr>
            <a:noAutofit/>
          </a:bodyPr>
          <a:lstStyle/>
          <a:p>
            <a:pPr marL="271463" lvl="0" indent="-42863" fontAlgn="auto">
              <a:lnSpc>
                <a:spcPct val="100000"/>
              </a:lnSpc>
              <a:spcAft>
                <a:spcPts val="0"/>
              </a:spcAft>
              <a:buClr>
                <a:prstClr val="black"/>
              </a:buClr>
              <a:buSzPts val="3600"/>
            </a:pPr>
            <a:r>
              <a:rPr lang="en-IN" sz="2400" spc="0" dirty="0">
                <a:solidFill>
                  <a:prstClr val="black"/>
                </a:solidFill>
                <a:ea typeface="Cambria" panose="02040503050406030204" pitchFamily="18" charset="0"/>
                <a:sym typeface="Arial"/>
              </a:rPr>
              <a:t>Additional Exercises – For Student’s Practice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/>
          </p:nvPr>
        </p:nvGraphicFramePr>
        <p:xfrm>
          <a:off x="5954843" y="3352800"/>
          <a:ext cx="3200400" cy="316611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777838724"/>
                    </a:ext>
                  </a:extLst>
                </a:gridCol>
                <a:gridCol w="996696">
                  <a:extLst>
                    <a:ext uri="{9D8B030D-6E8A-4147-A177-3AD203B41FA5}">
                      <a16:colId xmlns:a16="http://schemas.microsoft.com/office/drawing/2014/main" val="3973926251"/>
                    </a:ext>
                  </a:extLst>
                </a:gridCol>
                <a:gridCol w="832104">
                  <a:extLst>
                    <a:ext uri="{9D8B030D-6E8A-4147-A177-3AD203B41FA5}">
                      <a16:colId xmlns:a16="http://schemas.microsoft.com/office/drawing/2014/main" val="248270839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 of study hours</a:t>
                      </a:r>
                      <a:endParaRPr lang="en-IN" sz="14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Gender</a:t>
                      </a:r>
                      <a:endParaRPr lang="en-IN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Final result</a:t>
                      </a:r>
                      <a:endParaRPr lang="en-IN" sz="14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0152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4.5</a:t>
                      </a:r>
                      <a:endParaRPr lang="en-IN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Male</a:t>
                      </a:r>
                      <a:endParaRPr lang="en-IN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Pass</a:t>
                      </a:r>
                      <a:endParaRPr lang="en-IN" sz="14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14921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  <a:endParaRPr lang="en-IN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Female</a:t>
                      </a:r>
                      <a:endParaRPr lang="en-IN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Pass</a:t>
                      </a:r>
                      <a:endParaRPr lang="en-IN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779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en-IN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Male</a:t>
                      </a:r>
                      <a:endParaRPr lang="en-IN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Fail</a:t>
                      </a:r>
                      <a:endParaRPr lang="en-IN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41215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  <a:endParaRPr lang="en-IN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Female</a:t>
                      </a:r>
                      <a:endParaRPr lang="en-IN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Fail</a:t>
                      </a:r>
                      <a:endParaRPr lang="en-IN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29459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2.5</a:t>
                      </a:r>
                      <a:endParaRPr lang="en-IN" sz="14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Male</a:t>
                      </a:r>
                      <a:endParaRPr lang="en-IN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Fail</a:t>
                      </a:r>
                      <a:endParaRPr lang="en-IN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77302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en-IN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Female</a:t>
                      </a:r>
                      <a:endParaRPr lang="en-IN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Fail</a:t>
                      </a:r>
                      <a:endParaRPr lang="en-IN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7801666"/>
                  </a:ext>
                </a:extLst>
              </a:tr>
              <a:tr h="32067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8.3</a:t>
                      </a:r>
                      <a:endParaRPr lang="en-IN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Male</a:t>
                      </a:r>
                      <a:endParaRPr lang="en-IN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Fail</a:t>
                      </a:r>
                      <a:endParaRPr lang="en-IN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2412077"/>
                  </a:ext>
                </a:extLst>
              </a:tr>
              <a:tr h="36068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  <a:endParaRPr lang="en-IN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Female</a:t>
                      </a:r>
                      <a:endParaRPr lang="en-IN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Pass</a:t>
                      </a:r>
                      <a:endParaRPr lang="en-IN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02972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6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  <a:endParaRPr lang="en-IN" sz="14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Male</a:t>
                      </a:r>
                      <a:endParaRPr lang="en-IN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6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Pass</a:t>
                      </a:r>
                      <a:endParaRPr lang="en-IN" sz="14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7199545"/>
                  </a:ext>
                </a:extLst>
              </a:tr>
            </a:tbl>
          </a:graphicData>
        </a:graphic>
      </p:graphicFrame>
      <p:sp>
        <p:nvSpPr>
          <p:cNvPr id="8" name="Content Placeholder 1"/>
          <p:cNvSpPr>
            <a:spLocks noGrp="1"/>
          </p:cNvSpPr>
          <p:nvPr>
            <p:ph idx="1"/>
          </p:nvPr>
        </p:nvSpPr>
        <p:spPr>
          <a:xfrm>
            <a:off x="304800" y="1371600"/>
            <a:ext cx="8229600" cy="5257800"/>
          </a:xfrm>
        </p:spPr>
        <p:txBody>
          <a:bodyPr>
            <a:noAutofit/>
          </a:bodyPr>
          <a:lstStyle/>
          <a:p>
            <a:pPr marL="0" indent="0"/>
            <a:r>
              <a:rPr lang="en-US" sz="1400" i="1" dirty="0" smtClean="0"/>
              <a:t>P(Pass | X) </a:t>
            </a:r>
            <a:r>
              <a:rPr lang="en-US" sz="1400" i="1" dirty="0"/>
              <a:t>= </a:t>
            </a:r>
            <a:r>
              <a:rPr lang="en-US" sz="1400" i="1" dirty="0" smtClean="0"/>
              <a:t>P(X </a:t>
            </a:r>
            <a:r>
              <a:rPr lang="en-US" sz="1400" i="1" dirty="0"/>
              <a:t>| </a:t>
            </a:r>
            <a:r>
              <a:rPr lang="en-US" sz="1400" i="1" dirty="0" smtClean="0"/>
              <a:t>Pass). P(Pass) </a:t>
            </a:r>
            <a:r>
              <a:rPr lang="en-US" sz="1400" i="1" dirty="0"/>
              <a:t>/ </a:t>
            </a:r>
            <a:r>
              <a:rPr lang="en-US" sz="1400" i="1" dirty="0" smtClean="0"/>
              <a:t>P(X)</a:t>
            </a:r>
          </a:p>
          <a:p>
            <a:pPr marL="0" indent="0"/>
            <a:r>
              <a:rPr lang="en-US" sz="1400" i="1" dirty="0" smtClean="0"/>
              <a:t>= </a:t>
            </a:r>
            <a:r>
              <a:rPr lang="en-US" sz="1400" i="1" dirty="0"/>
              <a:t>P(X | </a:t>
            </a:r>
            <a:r>
              <a:rPr lang="en-US" sz="1400" i="1" dirty="0" smtClean="0"/>
              <a:t>Pass). P(Pass)</a:t>
            </a:r>
          </a:p>
          <a:p>
            <a:pPr marL="0" indent="0"/>
            <a:r>
              <a:rPr lang="en-US" sz="1400" i="1" dirty="0"/>
              <a:t>= P(X | </a:t>
            </a:r>
            <a:r>
              <a:rPr lang="en-US" sz="1400" i="1" dirty="0" smtClean="0"/>
              <a:t>Pass). (0.44)</a:t>
            </a:r>
          </a:p>
          <a:p>
            <a:pPr marL="0" indent="0"/>
            <a:r>
              <a:rPr lang="en-US" sz="1400" i="1" dirty="0" smtClean="0"/>
              <a:t>= P(Male </a:t>
            </a:r>
            <a:r>
              <a:rPr lang="en-US" sz="1400" i="1" dirty="0"/>
              <a:t>| </a:t>
            </a:r>
            <a:r>
              <a:rPr lang="en-US" sz="1400" i="1" dirty="0" smtClean="0"/>
              <a:t>Pass). </a:t>
            </a:r>
            <a:r>
              <a:rPr lang="en-US" sz="1400" i="1" dirty="0" smtClean="0">
                <a:solidFill>
                  <a:srgbClr val="0070C0"/>
                </a:solidFill>
              </a:rPr>
              <a:t>P(3.5 </a:t>
            </a:r>
            <a:r>
              <a:rPr lang="en-US" sz="1400" i="1" dirty="0">
                <a:solidFill>
                  <a:srgbClr val="0070C0"/>
                </a:solidFill>
              </a:rPr>
              <a:t>| </a:t>
            </a:r>
            <a:r>
              <a:rPr lang="en-US" sz="1400" i="1" dirty="0" smtClean="0">
                <a:solidFill>
                  <a:srgbClr val="0070C0"/>
                </a:solidFill>
              </a:rPr>
              <a:t>Pass)</a:t>
            </a:r>
            <a:r>
              <a:rPr lang="en-US" sz="1400" i="1" dirty="0" smtClean="0"/>
              <a:t>.(0.44)</a:t>
            </a:r>
          </a:p>
          <a:p>
            <a:pPr marL="0" indent="0"/>
            <a:r>
              <a:rPr lang="en-US" sz="1400" i="1" dirty="0" smtClean="0"/>
              <a:t>= (2/4). </a:t>
            </a:r>
            <a:r>
              <a:rPr lang="en-US" sz="1400" i="1" dirty="0" smtClean="0">
                <a:solidFill>
                  <a:srgbClr val="0070C0"/>
                </a:solidFill>
              </a:rPr>
              <a:t>0.1056 </a:t>
            </a:r>
            <a:r>
              <a:rPr lang="en-US" sz="1400" i="1" dirty="0" smtClean="0"/>
              <a:t> . (0.44) </a:t>
            </a:r>
            <a:r>
              <a:rPr lang="en-US" sz="1400" i="1" dirty="0"/>
              <a:t>= </a:t>
            </a:r>
            <a:r>
              <a:rPr lang="en-US" sz="1400" i="1" dirty="0" smtClean="0"/>
              <a:t>0.0235</a:t>
            </a:r>
          </a:p>
          <a:p>
            <a:pPr marL="0" indent="0"/>
            <a:endParaRPr lang="en-US" sz="1400" i="1" dirty="0" smtClean="0"/>
          </a:p>
          <a:p>
            <a:pPr marL="0" indent="0"/>
            <a:endParaRPr lang="en-US" sz="1400" i="1" dirty="0"/>
          </a:p>
          <a:p>
            <a:pPr marL="0" indent="0"/>
            <a:endParaRPr lang="en-US" sz="1400" i="1" dirty="0" smtClean="0"/>
          </a:p>
          <a:p>
            <a:pPr marL="0" indent="0"/>
            <a:r>
              <a:rPr lang="en-US" sz="1400" b="1" dirty="0" smtClean="0"/>
              <a:t> </a:t>
            </a:r>
            <a:endParaRPr lang="en-US" sz="1400" b="1" dirty="0"/>
          </a:p>
          <a:p>
            <a:pPr marL="0" indent="0"/>
            <a:endParaRPr lang="en-US" sz="1400" i="1" dirty="0" smtClean="0"/>
          </a:p>
          <a:p>
            <a:pPr marL="0" indent="0"/>
            <a:endParaRPr lang="en-US" sz="1400" i="1" dirty="0" smtClean="0"/>
          </a:p>
          <a:p>
            <a:pPr marL="0" indent="0"/>
            <a:endParaRPr lang="en-US" sz="1400" i="1" dirty="0" smtClean="0"/>
          </a:p>
          <a:p>
            <a:pPr marL="0" indent="0"/>
            <a:endParaRPr lang="en-US" sz="1400" i="1" dirty="0"/>
          </a:p>
          <a:p>
            <a:pPr marL="0" indent="0"/>
            <a:r>
              <a:rPr lang="en-US" sz="1400" i="1" smtClean="0"/>
              <a:t>P(Fail </a:t>
            </a:r>
            <a:r>
              <a:rPr lang="en-US" sz="1400" i="1" dirty="0"/>
              <a:t>| X) = P(X | </a:t>
            </a:r>
            <a:r>
              <a:rPr lang="en-US" sz="1400" i="1" dirty="0" smtClean="0"/>
              <a:t>Fail). P(</a:t>
            </a:r>
            <a:r>
              <a:rPr lang="en-US" sz="1400" i="1" dirty="0"/>
              <a:t>Fail</a:t>
            </a:r>
            <a:r>
              <a:rPr lang="en-US" sz="1400" i="1" dirty="0" smtClean="0"/>
              <a:t>) </a:t>
            </a:r>
            <a:r>
              <a:rPr lang="en-US" sz="1400" i="1" dirty="0"/>
              <a:t>/ P(X)</a:t>
            </a:r>
          </a:p>
          <a:p>
            <a:pPr marL="0" indent="0"/>
            <a:r>
              <a:rPr lang="en-US" sz="1400" i="1" dirty="0"/>
              <a:t>= P(X | Fail</a:t>
            </a:r>
            <a:r>
              <a:rPr lang="en-US" sz="1400" i="1" dirty="0" smtClean="0"/>
              <a:t>). P(</a:t>
            </a:r>
            <a:r>
              <a:rPr lang="en-US" sz="1400" i="1" dirty="0"/>
              <a:t>Fail</a:t>
            </a:r>
            <a:r>
              <a:rPr lang="en-US" sz="1400" i="1" dirty="0" smtClean="0"/>
              <a:t>)</a:t>
            </a:r>
            <a:endParaRPr lang="en-US" sz="1400" i="1" dirty="0"/>
          </a:p>
          <a:p>
            <a:pPr marL="0" indent="0"/>
            <a:r>
              <a:rPr lang="en-US" sz="1400" i="1" dirty="0"/>
              <a:t>= P(X | Fail</a:t>
            </a:r>
            <a:r>
              <a:rPr lang="en-US" sz="1400" i="1" dirty="0" smtClean="0"/>
              <a:t>). </a:t>
            </a:r>
            <a:r>
              <a:rPr lang="en-US" sz="1400" i="1" dirty="0"/>
              <a:t>(</a:t>
            </a:r>
            <a:r>
              <a:rPr lang="en-US" sz="1400" i="1" dirty="0" smtClean="0"/>
              <a:t>0.56)</a:t>
            </a:r>
            <a:endParaRPr lang="en-US" sz="1400" i="1" dirty="0"/>
          </a:p>
          <a:p>
            <a:pPr marL="0" indent="0"/>
            <a:r>
              <a:rPr lang="en-US" sz="1400" i="1" dirty="0"/>
              <a:t>= P(Male | Fail</a:t>
            </a:r>
            <a:r>
              <a:rPr lang="en-US" sz="1400" i="1" dirty="0" smtClean="0"/>
              <a:t>). </a:t>
            </a:r>
            <a:r>
              <a:rPr lang="en-US" sz="1400" i="1" dirty="0">
                <a:solidFill>
                  <a:srgbClr val="0070C0"/>
                </a:solidFill>
              </a:rPr>
              <a:t>P(3.5 | Fail)</a:t>
            </a:r>
            <a:r>
              <a:rPr lang="en-US" sz="1400" i="1" dirty="0" smtClean="0"/>
              <a:t>.(0.56)</a:t>
            </a:r>
            <a:endParaRPr lang="en-US" sz="1400" i="1" dirty="0"/>
          </a:p>
          <a:p>
            <a:pPr marL="0" indent="0"/>
            <a:r>
              <a:rPr lang="en-US" sz="1400" i="1" dirty="0"/>
              <a:t>= </a:t>
            </a:r>
            <a:r>
              <a:rPr lang="en-US" sz="1400" i="1" dirty="0" smtClean="0"/>
              <a:t>(3/5). </a:t>
            </a:r>
            <a:r>
              <a:rPr lang="en-US" sz="1400" i="1" dirty="0" smtClean="0">
                <a:solidFill>
                  <a:srgbClr val="0070C0"/>
                </a:solidFill>
              </a:rPr>
              <a:t>0.1846 </a:t>
            </a:r>
            <a:r>
              <a:rPr lang="en-US" sz="1400" i="1" dirty="0" smtClean="0"/>
              <a:t> </a:t>
            </a:r>
            <a:r>
              <a:rPr lang="en-US" sz="1400" i="1" dirty="0"/>
              <a:t>. (</a:t>
            </a:r>
            <a:r>
              <a:rPr lang="en-US" sz="1400" i="1" dirty="0" smtClean="0"/>
              <a:t>0.56) </a:t>
            </a:r>
            <a:r>
              <a:rPr lang="en-US" sz="1400" i="1" dirty="0"/>
              <a:t>= </a:t>
            </a:r>
            <a:r>
              <a:rPr lang="en-US" sz="1400" i="1" dirty="0" smtClean="0"/>
              <a:t>0.0615</a:t>
            </a:r>
            <a:endParaRPr lang="en-US" sz="1400" i="1" dirty="0"/>
          </a:p>
          <a:p>
            <a:pPr marL="0" indent="0"/>
            <a:endParaRPr lang="en-US" sz="1400" i="1" dirty="0"/>
          </a:p>
          <a:p>
            <a:pPr marL="0" indent="0"/>
            <a:endParaRPr lang="en-US" sz="1400" dirty="0"/>
          </a:p>
          <a:p>
            <a:pPr marL="0" indent="0"/>
            <a:endParaRPr lang="en-US" sz="1400" dirty="0"/>
          </a:p>
          <a:p>
            <a:pPr marL="0" indent="0"/>
            <a:endParaRPr lang="en-US" sz="1400" dirty="0" smtClean="0"/>
          </a:p>
        </p:txBody>
      </p:sp>
      <p:pic>
        <p:nvPicPr>
          <p:cNvPr id="9" name="Picture 8"/>
          <p:cNvPicPr/>
          <p:nvPr/>
        </p:nvPicPr>
        <p:blipFill>
          <a:blip r:embed="rId2"/>
          <a:stretch>
            <a:fillRect/>
          </a:stretch>
        </p:blipFill>
        <p:spPr>
          <a:xfrm>
            <a:off x="457200" y="3276600"/>
            <a:ext cx="3657600" cy="609600"/>
          </a:xfrm>
          <a:prstGeom prst="rect">
            <a:avLst/>
          </a:prstGeom>
          <a:ln>
            <a:solidFill>
              <a:srgbClr val="C00000"/>
            </a:solidFill>
          </a:ln>
        </p:spPr>
      </p:pic>
    </p:spTree>
    <p:extLst>
      <p:ext uri="{BB962C8B-B14F-4D97-AF65-F5344CB8AC3E}">
        <p14:creationId xmlns:p14="http://schemas.microsoft.com/office/powerpoint/2010/main" val="33833444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" y="2526224"/>
            <a:ext cx="8812164" cy="2185261"/>
          </a:xfrm>
        </p:spPr>
        <p:txBody>
          <a:bodyPr/>
          <a:lstStyle/>
          <a:p>
            <a:pPr algn="ctr">
              <a:buClr>
                <a:srgbClr val="000000"/>
              </a:buClr>
              <a:buFont typeface="Arial"/>
            </a:pPr>
            <a:r>
              <a:rPr lang="en-IN" sz="3200" b="1" dirty="0">
                <a:solidFill>
                  <a:srgbClr val="C00000"/>
                </a:solidFill>
                <a:latin typeface="+mj-lt"/>
                <a:cs typeface="Arial"/>
                <a:sym typeface="Arial"/>
              </a:rPr>
              <a:t>Text Classification</a:t>
            </a:r>
            <a:br>
              <a:rPr lang="en-IN" sz="3200" b="1" dirty="0">
                <a:solidFill>
                  <a:srgbClr val="C00000"/>
                </a:solidFill>
                <a:latin typeface="+mj-lt"/>
                <a:cs typeface="Arial"/>
                <a:sym typeface="Arial"/>
              </a:rPr>
            </a:br>
            <a:r>
              <a:rPr lang="en-IN" sz="3200" b="1" dirty="0">
                <a:solidFill>
                  <a:srgbClr val="C00000"/>
                </a:solidFill>
                <a:latin typeface="+mj-lt"/>
                <a:cs typeface="Arial"/>
                <a:sym typeface="Arial"/>
              </a:rPr>
              <a:t> using </a:t>
            </a:r>
            <a:r>
              <a:rPr lang="en-US" altLang="ko-KR" sz="3200" b="1" dirty="0">
                <a:solidFill>
                  <a:srgbClr val="C00000"/>
                </a:solidFill>
                <a:latin typeface="+mj-lt"/>
                <a:cs typeface="Arial"/>
                <a:sym typeface="Arial"/>
              </a:rPr>
              <a:t>Naive Bayes Classifier</a:t>
            </a:r>
            <a:endParaRPr lang="en-IN" sz="3200" b="1" dirty="0">
              <a:solidFill>
                <a:srgbClr val="C00000"/>
              </a:solidFill>
              <a:latin typeface="+mj-lt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220127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0" y="-3703"/>
            <a:ext cx="7811145" cy="12391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indent="-228600">
              <a:buClr>
                <a:srgbClr val="000000"/>
              </a:buClr>
              <a:buSzPts val="3600"/>
              <a:buFont typeface="Arial"/>
            </a:pPr>
            <a:r>
              <a:rPr sz="2400" b="1" dirty="0">
                <a:latin typeface="+mj-lt"/>
                <a:ea typeface="Arial"/>
                <a:cs typeface="Arial"/>
              </a:rPr>
              <a:t>The Bag of Words Representation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4017" y="1541536"/>
            <a:ext cx="2860504" cy="3632309"/>
          </a:xfrm>
          <a:prstGeom prst="rect">
            <a:avLst/>
          </a:prstGeom>
        </p:spPr>
        <p:txBody>
          <a:bodyPr vert="horz" wrap="square" lIns="0" tIns="5556" rIns="0" bIns="0" rtlCol="0">
            <a:spAutoFit/>
          </a:bodyPr>
          <a:lstStyle/>
          <a:p>
            <a:pPr marL="7938" marR="3175" lvl="0" indent="0" algn="just" defTabSz="914400" rtl="0" eaLnBrk="1" fontAlgn="auto" latinLnBrk="0" hangingPunct="1">
              <a:lnSpc>
                <a:spcPct val="102099"/>
              </a:lnSpc>
              <a:spcBef>
                <a:spcPts val="44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sz="1600" b="0" i="0" u="none" strike="noStrike" kern="0" cap="none" spc="6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Arial"/>
              </a:rPr>
              <a:t>I </a:t>
            </a:r>
            <a:r>
              <a:rPr kumimoji="0" sz="1600" b="0" i="0" u="none" strike="noStrike" kern="0" cap="none" spc="9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Arial"/>
              </a:rPr>
              <a:t>love </a:t>
            </a:r>
            <a:r>
              <a:rPr kumimoji="0" sz="1600" b="0" i="0" u="none" strike="noStrike" kern="0" cap="none" spc="6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Arial"/>
              </a:rPr>
              <a:t>this </a:t>
            </a:r>
            <a:r>
              <a:rPr kumimoji="0" sz="1600" b="0" i="0" u="none" strike="noStrike" kern="0" cap="none" spc="9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Arial"/>
              </a:rPr>
              <a:t>movie! </a:t>
            </a:r>
            <a:r>
              <a:rPr kumimoji="0" sz="1600" b="0" i="0" u="none" strike="noStrike" kern="0" cap="none" spc="3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Arial"/>
              </a:rPr>
              <a:t>It's </a:t>
            </a:r>
            <a:r>
              <a:rPr kumimoji="0" sz="1600" b="0" i="0" u="none" strike="noStrike" kern="0" cap="none" spc="9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Arial"/>
              </a:rPr>
              <a:t>sweet, </a:t>
            </a:r>
            <a:r>
              <a:rPr kumimoji="0" sz="1600" b="0" i="0" u="none" strike="noStrike" kern="0" cap="none" spc="13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Arial"/>
              </a:rPr>
              <a:t> </a:t>
            </a:r>
            <a:r>
              <a:rPr kumimoji="0" sz="1600" b="0" i="0" u="none" strike="noStrike" kern="0" cap="none" spc="9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Arial"/>
              </a:rPr>
              <a:t>but with </a:t>
            </a:r>
            <a:r>
              <a:rPr kumimoji="0" sz="1600" b="0" i="0" u="none" strike="noStrike" kern="0" cap="none" spc="6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Arial"/>
              </a:rPr>
              <a:t>satirical </a:t>
            </a:r>
            <a:r>
              <a:rPr kumimoji="0" sz="1600" b="0" i="0" u="none" strike="noStrike" kern="0" cap="none" spc="-3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Arial"/>
              </a:rPr>
              <a:t>humor. </a:t>
            </a:r>
            <a:r>
              <a:rPr kumimoji="0" sz="1600" b="0" i="0" u="none" strike="noStrike" kern="0" cap="none" spc="13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Arial"/>
              </a:rPr>
              <a:t>The </a:t>
            </a:r>
            <a:r>
              <a:rPr kumimoji="0" sz="1600" b="0" i="0" u="none" strike="noStrike" kern="0" cap="none" spc="-409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Arial"/>
              </a:rPr>
              <a:t> </a:t>
            </a:r>
            <a:r>
              <a:rPr kumimoji="0" sz="1600" b="0" i="0" u="none" strike="noStrike" kern="0" cap="none" spc="9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Arial"/>
              </a:rPr>
              <a:t>dialogue </a:t>
            </a:r>
            <a:r>
              <a:rPr kumimoji="0" sz="1600" b="0" i="0" u="none" strike="noStrike" kern="0" cap="none" spc="6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Arial"/>
              </a:rPr>
              <a:t>is </a:t>
            </a:r>
            <a:r>
              <a:rPr kumimoji="0" sz="1600" b="0" i="0" u="none" strike="noStrike" kern="0" cap="none" spc="9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Arial"/>
              </a:rPr>
              <a:t>great </a:t>
            </a:r>
            <a:r>
              <a:rPr kumimoji="0" sz="1600" b="0" i="0" u="none" strike="noStrike" kern="0" cap="none" spc="13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Arial"/>
              </a:rPr>
              <a:t>and </a:t>
            </a:r>
            <a:r>
              <a:rPr kumimoji="0" sz="1600" b="0" i="0" u="none" strike="noStrike" kern="0" cap="none" spc="9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Arial"/>
              </a:rPr>
              <a:t>the </a:t>
            </a:r>
            <a:r>
              <a:rPr kumimoji="0" sz="1600" b="0" i="0" u="none" strike="noStrike" kern="0" cap="none" spc="13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Arial"/>
              </a:rPr>
              <a:t> </a:t>
            </a:r>
            <a:r>
              <a:rPr kumimoji="0" sz="1600" b="0" i="0" u="none" strike="noStrike" kern="0" cap="none" spc="9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Arial"/>
              </a:rPr>
              <a:t>adventure </a:t>
            </a:r>
            <a:r>
              <a:rPr kumimoji="0" sz="1600" b="0" i="0" u="none" strike="noStrike" kern="0" cap="none" spc="13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Arial"/>
              </a:rPr>
              <a:t>scenes </a:t>
            </a:r>
            <a:r>
              <a:rPr kumimoji="0" sz="1600" b="0" i="0" u="none" strike="noStrike" kern="0" cap="none" spc="9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Arial"/>
              </a:rPr>
              <a:t>are </a:t>
            </a:r>
            <a:r>
              <a:rPr kumimoji="0" sz="1600" b="0" i="0" u="none" strike="noStrike" kern="0" cap="none" spc="6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Arial"/>
              </a:rPr>
              <a:t>fun... </a:t>
            </a:r>
            <a:r>
              <a:rPr kumimoji="0" sz="1600" b="0" i="0" u="none" strike="noStrike" kern="0" cap="none" spc="9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Arial"/>
              </a:rPr>
              <a:t> </a:t>
            </a:r>
            <a:r>
              <a:rPr kumimoji="0" sz="1600" b="0" i="0" u="none" strike="noStrike" kern="0" cap="none" spc="3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Arial"/>
              </a:rPr>
              <a:t>It </a:t>
            </a:r>
            <a:r>
              <a:rPr kumimoji="0" sz="1600" b="0" i="0" u="none" strike="noStrike" kern="0" cap="none" spc="13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Arial"/>
              </a:rPr>
              <a:t>manages </a:t>
            </a:r>
            <a:r>
              <a:rPr kumimoji="0" sz="1600" b="0" i="0" u="none" strike="noStrike" kern="0" cap="none" spc="6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Arial"/>
              </a:rPr>
              <a:t>to </a:t>
            </a:r>
            <a:r>
              <a:rPr kumimoji="0" sz="1600" b="0" i="0" u="none" strike="noStrike" kern="0" cap="none" spc="13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Arial"/>
              </a:rPr>
              <a:t>be </a:t>
            </a:r>
            <a:r>
              <a:rPr kumimoji="0" sz="1600" b="0" i="0" u="none" strike="noStrike" kern="0" cap="none" spc="9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Arial"/>
              </a:rPr>
              <a:t>whimsical </a:t>
            </a:r>
            <a:r>
              <a:rPr kumimoji="0" sz="1600" b="0" i="0" u="none" strike="noStrike" kern="0" cap="none" spc="13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Arial"/>
              </a:rPr>
              <a:t> and </a:t>
            </a:r>
            <a:r>
              <a:rPr kumimoji="0" sz="1600" b="0" i="0" u="none" strike="noStrike" kern="0" cap="none" spc="9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Arial"/>
              </a:rPr>
              <a:t>romantic while laughing </a:t>
            </a:r>
            <a:r>
              <a:rPr kumimoji="0" sz="1600" b="0" i="0" u="none" strike="noStrike" kern="0" cap="none" spc="-409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Arial"/>
              </a:rPr>
              <a:t> </a:t>
            </a:r>
            <a:r>
              <a:rPr kumimoji="0" sz="1600" b="0" i="0" u="none" strike="noStrike" kern="0" cap="none" spc="9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Arial"/>
              </a:rPr>
              <a:t>at the conventions of the </a:t>
            </a:r>
            <a:r>
              <a:rPr kumimoji="0" sz="1600" b="0" i="0" u="none" strike="noStrike" kern="0" cap="none" spc="13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Arial"/>
              </a:rPr>
              <a:t> </a:t>
            </a:r>
            <a:r>
              <a:rPr kumimoji="0" sz="1600" b="0" i="0" u="none" strike="noStrike" kern="0" cap="none" spc="6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Arial"/>
              </a:rPr>
              <a:t>fairy tale </a:t>
            </a:r>
            <a:r>
              <a:rPr kumimoji="0" sz="1600" b="0" i="0" u="none" strike="noStrike" kern="0" cap="none" spc="9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Arial"/>
              </a:rPr>
              <a:t>genre. </a:t>
            </a:r>
            <a:r>
              <a:rPr kumimoji="0" sz="1600" b="0" i="0" u="none" strike="noStrike" kern="0" cap="none" spc="6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Arial"/>
              </a:rPr>
              <a:t>I </a:t>
            </a:r>
            <a:r>
              <a:rPr kumimoji="0" sz="1600" b="0" i="0" u="none" strike="noStrike" kern="0" cap="none" spc="9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Arial"/>
              </a:rPr>
              <a:t>would </a:t>
            </a:r>
            <a:r>
              <a:rPr kumimoji="0" sz="1600" b="0" i="0" u="none" strike="noStrike" kern="0" cap="none" spc="13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Arial"/>
              </a:rPr>
              <a:t> recommend </a:t>
            </a:r>
            <a:r>
              <a:rPr kumimoji="0" sz="1600" b="0" i="0" u="none" strike="noStrike" kern="0" cap="none" spc="3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Arial"/>
              </a:rPr>
              <a:t>it </a:t>
            </a:r>
            <a:r>
              <a:rPr kumimoji="0" sz="1600" b="0" i="0" u="none" strike="noStrike" kern="0" cap="none" spc="6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Arial"/>
              </a:rPr>
              <a:t>to just </a:t>
            </a:r>
            <a:r>
              <a:rPr kumimoji="0" sz="1600" b="0" i="0" u="none" strike="noStrike" kern="0" cap="none" spc="9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Arial"/>
              </a:rPr>
              <a:t>about </a:t>
            </a:r>
            <a:r>
              <a:rPr kumimoji="0" sz="1600" b="0" i="0" u="none" strike="noStrike" kern="0" cap="none" spc="13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Arial"/>
              </a:rPr>
              <a:t> </a:t>
            </a:r>
            <a:r>
              <a:rPr kumimoji="0" sz="1600" b="0" i="0" u="none" strike="noStrike" kern="0" cap="none" spc="9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Arial"/>
              </a:rPr>
              <a:t>anyone. </a:t>
            </a:r>
            <a:r>
              <a:rPr kumimoji="0" sz="1600" b="0" i="0" u="none" strike="noStrike" kern="0" cap="none" spc="6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Arial"/>
              </a:rPr>
              <a:t>I've </a:t>
            </a:r>
            <a:r>
              <a:rPr kumimoji="0" sz="1600" b="0" i="0" u="none" strike="noStrike" kern="0" cap="none" spc="13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Arial"/>
              </a:rPr>
              <a:t>seen </a:t>
            </a:r>
            <a:r>
              <a:rPr kumimoji="0" sz="1600" b="0" i="0" u="none" strike="noStrike" kern="0" cap="none" spc="3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Arial"/>
              </a:rPr>
              <a:t>it </a:t>
            </a:r>
            <a:r>
              <a:rPr kumimoji="0" sz="1600" b="0" i="0" u="none" strike="noStrike" kern="0" cap="none" spc="9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Arial"/>
              </a:rPr>
              <a:t>several </a:t>
            </a:r>
            <a:r>
              <a:rPr kumimoji="0" sz="1600" b="0" i="0" u="none" strike="noStrike" kern="0" cap="none" spc="13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Arial"/>
              </a:rPr>
              <a:t> </a:t>
            </a:r>
            <a:r>
              <a:rPr kumimoji="0" sz="1600" b="0" i="0" u="none" strike="noStrike" kern="0" cap="none" spc="9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Arial"/>
              </a:rPr>
              <a:t>times,</a:t>
            </a:r>
            <a:r>
              <a:rPr kumimoji="0" sz="1600" b="0" i="0" u="none" strike="noStrike" kern="0" cap="none" spc="-3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Arial"/>
              </a:rPr>
              <a:t> </a:t>
            </a:r>
            <a:r>
              <a:rPr kumimoji="0" sz="1600" b="0" i="0" u="none" strike="noStrike" kern="0" cap="none" spc="13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Arial"/>
              </a:rPr>
              <a:t>and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Arial"/>
              </a:rPr>
              <a:t> </a:t>
            </a:r>
            <a:r>
              <a:rPr kumimoji="0" sz="1600" b="0" i="0" u="none" strike="noStrike" kern="0" cap="none" spc="6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Arial"/>
              </a:rPr>
              <a:t>I'm</a:t>
            </a:r>
            <a:r>
              <a:rPr kumimoji="0" sz="1600" b="0" i="0" u="none" strike="noStrike" kern="0" cap="none" spc="-3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Arial"/>
              </a:rPr>
              <a:t> </a:t>
            </a:r>
            <a:r>
              <a:rPr kumimoji="0" sz="1600" b="0" i="0" u="none" strike="noStrike" kern="0" cap="none" spc="9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Arial"/>
              </a:rPr>
              <a:t>always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Arial"/>
              </a:rPr>
              <a:t> </a:t>
            </a:r>
            <a:r>
              <a:rPr kumimoji="0" sz="1600" b="0" i="0" u="none" strike="noStrike" kern="0" cap="none" spc="13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Arial"/>
              </a:rPr>
              <a:t>happy </a:t>
            </a:r>
            <a:r>
              <a:rPr kumimoji="0" sz="1600" b="0" i="0" u="none" strike="noStrike" kern="0" cap="none" spc="-406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Arial"/>
              </a:rPr>
              <a:t> </a:t>
            </a:r>
            <a:r>
              <a:rPr kumimoji="0" sz="1600" b="0" i="0" u="none" strike="noStrike" kern="0" cap="none" spc="6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Arial"/>
              </a:rPr>
              <a:t>to </a:t>
            </a:r>
            <a:r>
              <a:rPr kumimoji="0" sz="1600" b="0" i="0" u="none" strike="noStrike" kern="0" cap="none" spc="13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Arial"/>
              </a:rPr>
              <a:t>see </a:t>
            </a:r>
            <a:r>
              <a:rPr kumimoji="0" sz="1600" b="0" i="0" u="none" strike="noStrike" kern="0" cap="none" spc="3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Arial"/>
              </a:rPr>
              <a:t>it </a:t>
            </a:r>
            <a:r>
              <a:rPr kumimoji="0" sz="1600" b="0" i="0" u="none" strike="noStrike" kern="0" cap="none" spc="9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Arial"/>
              </a:rPr>
              <a:t>again </a:t>
            </a:r>
            <a:r>
              <a:rPr kumimoji="0" sz="1600" b="0" i="0" u="none" strike="noStrike" kern="0" cap="none" spc="13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Arial"/>
              </a:rPr>
              <a:t>whenever </a:t>
            </a:r>
            <a:r>
              <a:rPr kumimoji="0" sz="1600" b="0" i="0" u="none" strike="noStrike" kern="0" cap="none" spc="6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Arial"/>
              </a:rPr>
              <a:t>I </a:t>
            </a:r>
            <a:r>
              <a:rPr kumimoji="0" sz="1600" b="0" i="0" u="none" strike="noStrike" kern="0" cap="none" spc="9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Arial"/>
              </a:rPr>
              <a:t> </a:t>
            </a:r>
            <a:r>
              <a:rPr kumimoji="0" sz="1600" b="0" i="0" u="none" strike="noStrike" kern="0" cap="none" spc="13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Arial"/>
              </a:rPr>
              <a:t>have a </a:t>
            </a:r>
            <a:r>
              <a:rPr kumimoji="0" sz="1600" b="0" i="0" u="none" strike="noStrike" kern="0" cap="none" spc="9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Arial"/>
              </a:rPr>
              <a:t>friend </a:t>
            </a:r>
            <a:r>
              <a:rPr kumimoji="0" sz="1600" b="0" i="0" u="none" strike="noStrike" kern="0" cap="none" spc="13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Arial"/>
              </a:rPr>
              <a:t>who </a:t>
            </a:r>
            <a:r>
              <a:rPr kumimoji="0" sz="1600" b="0" i="0" u="none" strike="noStrike" kern="0" cap="none" spc="9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Arial"/>
              </a:rPr>
              <a:t>hasn't </a:t>
            </a:r>
            <a:r>
              <a:rPr kumimoji="0" sz="1600" b="0" i="0" u="none" strike="noStrike" kern="0" cap="none" spc="13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Arial"/>
              </a:rPr>
              <a:t> seen</a:t>
            </a:r>
            <a:r>
              <a:rPr kumimoji="0" sz="1600" b="0" i="0" u="none" strike="noStrike" kern="0" cap="none" spc="3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Arial"/>
              </a:rPr>
              <a:t> it</a:t>
            </a:r>
            <a:r>
              <a:rPr kumimoji="0" sz="1600" b="0" i="0" u="none" strike="noStrike" kern="0" cap="none" spc="6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Arial"/>
              </a:rPr>
              <a:t> yet!</a:t>
            </a:r>
            <a:endParaRPr kumimoji="0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Cambria" panose="02040503050406030204" pitchFamily="18" charset="0"/>
              <a:cs typeface="Arial" panose="020B0604020202020204" pitchFamily="34" charset="0"/>
              <a:sym typeface="Arial"/>
            </a:endParaRPr>
          </a:p>
          <a:p>
            <a:pPr marL="62309" marR="0" lvl="0" indent="0" algn="just" defTabSz="914400" rtl="0" eaLnBrk="1" fontAlgn="auto" latinLnBrk="0" hangingPunct="1">
              <a:lnSpc>
                <a:spcPct val="100000"/>
              </a:lnSpc>
              <a:spcBef>
                <a:spcPts val="869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Cambria" panose="02040503050406030204" pitchFamily="18" charset="0"/>
              <a:cs typeface="Arial" panose="020B0604020202020204" pitchFamily="34" charset="0"/>
              <a:sym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6473878" y="989916"/>
            <a:ext cx="2306128" cy="5410884"/>
            <a:chOff x="10706101" y="1193801"/>
            <a:chExt cx="3538220" cy="7035800"/>
          </a:xfrm>
        </p:grpSpPr>
        <p:sp>
          <p:nvSpPr>
            <p:cNvPr id="5" name="object 5"/>
            <p:cNvSpPr/>
            <p:nvPr/>
          </p:nvSpPr>
          <p:spPr>
            <a:xfrm>
              <a:off x="10706101" y="1193801"/>
              <a:ext cx="3538220" cy="7035800"/>
            </a:xfrm>
            <a:custGeom>
              <a:avLst/>
              <a:gdLst/>
              <a:ahLst/>
              <a:cxnLst/>
              <a:rect l="l" t="t" r="r" b="b"/>
              <a:pathLst>
                <a:path w="3538219" h="7035800">
                  <a:moveTo>
                    <a:pt x="3538136" y="0"/>
                  </a:moveTo>
                  <a:lnTo>
                    <a:pt x="0" y="0"/>
                  </a:lnTo>
                  <a:lnTo>
                    <a:pt x="0" y="7035798"/>
                  </a:lnTo>
                  <a:lnTo>
                    <a:pt x="3538136" y="7035798"/>
                  </a:lnTo>
                  <a:lnTo>
                    <a:pt x="353813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10776826" y="4280595"/>
              <a:ext cx="1428115" cy="613410"/>
            </a:xfrm>
            <a:custGeom>
              <a:avLst/>
              <a:gdLst/>
              <a:ahLst/>
              <a:cxnLst/>
              <a:rect l="l" t="t" r="r" b="b"/>
              <a:pathLst>
                <a:path w="1428115" h="613410">
                  <a:moveTo>
                    <a:pt x="917844" y="0"/>
                  </a:moveTo>
                  <a:lnTo>
                    <a:pt x="917844" y="122563"/>
                  </a:lnTo>
                  <a:lnTo>
                    <a:pt x="0" y="122563"/>
                  </a:lnTo>
                  <a:lnTo>
                    <a:pt x="0" y="490255"/>
                  </a:lnTo>
                  <a:lnTo>
                    <a:pt x="917844" y="490255"/>
                  </a:lnTo>
                  <a:lnTo>
                    <a:pt x="917844" y="612819"/>
                  </a:lnTo>
                  <a:lnTo>
                    <a:pt x="1427756" y="306410"/>
                  </a:lnTo>
                  <a:lnTo>
                    <a:pt x="917844" y="0"/>
                  </a:lnTo>
                  <a:close/>
                </a:path>
              </a:pathLst>
            </a:custGeom>
            <a:solidFill>
              <a:srgbClr val="048D9F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7" name="object 7"/>
            <p:cNvSpPr/>
            <p:nvPr/>
          </p:nvSpPr>
          <p:spPr>
            <a:xfrm>
              <a:off x="10782492" y="4280595"/>
              <a:ext cx="1422400" cy="613410"/>
            </a:xfrm>
            <a:custGeom>
              <a:avLst/>
              <a:gdLst/>
              <a:ahLst/>
              <a:cxnLst/>
              <a:rect l="l" t="t" r="r" b="b"/>
              <a:pathLst>
                <a:path w="1422400" h="613410">
                  <a:moveTo>
                    <a:pt x="0" y="493660"/>
                  </a:moveTo>
                  <a:lnTo>
                    <a:pt x="0" y="130507"/>
                  </a:lnTo>
                  <a:lnTo>
                    <a:pt x="917843" y="130507"/>
                  </a:lnTo>
                  <a:lnTo>
                    <a:pt x="917843" y="0"/>
                  </a:lnTo>
                  <a:lnTo>
                    <a:pt x="1422090" y="306409"/>
                  </a:lnTo>
                  <a:lnTo>
                    <a:pt x="917843" y="612819"/>
                  </a:lnTo>
                  <a:lnTo>
                    <a:pt x="917843" y="493660"/>
                  </a:lnTo>
                  <a:lnTo>
                    <a:pt x="0" y="493660"/>
                  </a:lnTo>
                  <a:close/>
                </a:path>
              </a:pathLst>
            </a:custGeom>
            <a:ln w="1134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</p:grpSp>
      <p:graphicFrame>
        <p:nvGraphicFramePr>
          <p:cNvPr id="8" name="object 8"/>
          <p:cNvGraphicFramePr>
            <a:graphicFrameLocks noGrp="1"/>
          </p:cNvGraphicFramePr>
          <p:nvPr>
            <p:extLst/>
          </p:nvPr>
        </p:nvGraphicFramePr>
        <p:xfrm>
          <a:off x="7677884" y="755869"/>
          <a:ext cx="1102122" cy="61087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441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79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7959">
                <a:tc>
                  <a:txBody>
                    <a:bodyPr/>
                    <a:lstStyle/>
                    <a:p>
                      <a:pPr marL="31750">
                        <a:lnSpc>
                          <a:spcPts val="2080"/>
                        </a:lnSpc>
                      </a:pPr>
                      <a:r>
                        <a:rPr sz="1600" spc="-10" dirty="0">
                          <a:latin typeface="Arial" panose="020B0604020202020204" pitchFamily="34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it</a:t>
                      </a:r>
                      <a:endParaRPr sz="1600" dirty="0">
                        <a:latin typeface="Arial" panose="020B0604020202020204" pitchFamily="34" charset="0"/>
                        <a:ea typeface="Cambria" panose="020405030504060302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8585">
                        <a:lnSpc>
                          <a:spcPts val="2080"/>
                        </a:lnSpc>
                      </a:pPr>
                      <a:r>
                        <a:rPr sz="1600" dirty="0">
                          <a:latin typeface="Arial" panose="020B0604020202020204" pitchFamily="34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6</a:t>
                      </a:r>
                      <a:endParaRPr sz="1600">
                        <a:latin typeface="Arial" panose="020B0604020202020204" pitchFamily="34" charset="0"/>
                        <a:ea typeface="Cambria" panose="020405030504060302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5691">
                <a:tc>
                  <a:txBody>
                    <a:bodyPr/>
                    <a:lstStyle/>
                    <a:p>
                      <a:pPr marL="31750">
                        <a:lnSpc>
                          <a:spcPts val="2305"/>
                        </a:lnSpc>
                      </a:pPr>
                      <a:r>
                        <a:rPr sz="1600" dirty="0">
                          <a:latin typeface="Arial" panose="020B0604020202020204" pitchFamily="34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I</a:t>
                      </a:r>
                      <a:endParaRPr sz="1600">
                        <a:latin typeface="Arial" panose="020B0604020202020204" pitchFamily="34" charset="0"/>
                        <a:ea typeface="Cambria" panose="020405030504060302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8585">
                        <a:lnSpc>
                          <a:spcPts val="2305"/>
                        </a:lnSpc>
                      </a:pPr>
                      <a:r>
                        <a:rPr sz="1600" dirty="0">
                          <a:latin typeface="Arial" panose="020B0604020202020204" pitchFamily="34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5</a:t>
                      </a:r>
                      <a:endParaRPr sz="1600">
                        <a:latin typeface="Arial" panose="020B0604020202020204" pitchFamily="34" charset="0"/>
                        <a:ea typeface="Cambria" panose="020405030504060302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5691">
                <a:tc>
                  <a:txBody>
                    <a:bodyPr/>
                    <a:lstStyle/>
                    <a:p>
                      <a:pPr marL="31750">
                        <a:lnSpc>
                          <a:spcPts val="2305"/>
                        </a:lnSpc>
                      </a:pPr>
                      <a:r>
                        <a:rPr sz="1600" spc="-10" dirty="0">
                          <a:latin typeface="Arial" panose="020B0604020202020204" pitchFamily="34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the</a:t>
                      </a:r>
                      <a:endParaRPr sz="1600">
                        <a:latin typeface="Arial" panose="020B0604020202020204" pitchFamily="34" charset="0"/>
                        <a:ea typeface="Cambria" panose="020405030504060302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8585">
                        <a:lnSpc>
                          <a:spcPts val="2305"/>
                        </a:lnSpc>
                      </a:pPr>
                      <a:r>
                        <a:rPr sz="1600" dirty="0">
                          <a:latin typeface="Arial" panose="020B0604020202020204" pitchFamily="34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4</a:t>
                      </a:r>
                      <a:endParaRPr sz="1600">
                        <a:latin typeface="Arial" panose="020B0604020202020204" pitchFamily="34" charset="0"/>
                        <a:ea typeface="Cambria" panose="020405030504060302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5691">
                <a:tc>
                  <a:txBody>
                    <a:bodyPr/>
                    <a:lstStyle/>
                    <a:p>
                      <a:pPr marL="31750">
                        <a:lnSpc>
                          <a:spcPts val="2305"/>
                        </a:lnSpc>
                      </a:pPr>
                      <a:r>
                        <a:rPr sz="1600" spc="-10" dirty="0">
                          <a:latin typeface="Arial" panose="020B0604020202020204" pitchFamily="34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to</a:t>
                      </a:r>
                      <a:endParaRPr sz="1600">
                        <a:latin typeface="Arial" panose="020B0604020202020204" pitchFamily="34" charset="0"/>
                        <a:ea typeface="Cambria" panose="020405030504060302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8585">
                        <a:lnSpc>
                          <a:spcPts val="2305"/>
                        </a:lnSpc>
                      </a:pPr>
                      <a:r>
                        <a:rPr sz="1600" dirty="0">
                          <a:latin typeface="Arial" panose="020B0604020202020204" pitchFamily="34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3</a:t>
                      </a:r>
                      <a:endParaRPr sz="1600">
                        <a:latin typeface="Arial" panose="020B0604020202020204" pitchFamily="34" charset="0"/>
                        <a:ea typeface="Cambria" panose="020405030504060302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5691">
                <a:tc>
                  <a:txBody>
                    <a:bodyPr/>
                    <a:lstStyle/>
                    <a:p>
                      <a:pPr marL="31750">
                        <a:lnSpc>
                          <a:spcPts val="2305"/>
                        </a:lnSpc>
                      </a:pPr>
                      <a:r>
                        <a:rPr sz="1600" spc="-5" dirty="0">
                          <a:latin typeface="Arial" panose="020B0604020202020204" pitchFamily="34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and</a:t>
                      </a:r>
                      <a:endParaRPr sz="1600">
                        <a:latin typeface="Arial" panose="020B0604020202020204" pitchFamily="34" charset="0"/>
                        <a:ea typeface="Cambria" panose="020405030504060302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8585">
                        <a:lnSpc>
                          <a:spcPts val="2305"/>
                        </a:lnSpc>
                      </a:pPr>
                      <a:r>
                        <a:rPr sz="1600" dirty="0">
                          <a:latin typeface="Arial" panose="020B0604020202020204" pitchFamily="34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3</a:t>
                      </a:r>
                      <a:endParaRPr sz="1600">
                        <a:latin typeface="Arial" panose="020B0604020202020204" pitchFamily="34" charset="0"/>
                        <a:ea typeface="Cambria" panose="020405030504060302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5691">
                <a:tc>
                  <a:txBody>
                    <a:bodyPr/>
                    <a:lstStyle/>
                    <a:p>
                      <a:pPr marL="31750">
                        <a:lnSpc>
                          <a:spcPts val="2305"/>
                        </a:lnSpc>
                      </a:pPr>
                      <a:r>
                        <a:rPr sz="1600" spc="-5" dirty="0">
                          <a:latin typeface="Arial" panose="020B0604020202020204" pitchFamily="34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seen</a:t>
                      </a:r>
                      <a:endParaRPr sz="1600">
                        <a:latin typeface="Arial" panose="020B0604020202020204" pitchFamily="34" charset="0"/>
                        <a:ea typeface="Cambria" panose="020405030504060302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8585">
                        <a:lnSpc>
                          <a:spcPts val="2305"/>
                        </a:lnSpc>
                      </a:pPr>
                      <a:r>
                        <a:rPr sz="1600" dirty="0">
                          <a:latin typeface="Arial" panose="020B0604020202020204" pitchFamily="34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2</a:t>
                      </a:r>
                      <a:endParaRPr sz="1600">
                        <a:latin typeface="Arial" panose="020B0604020202020204" pitchFamily="34" charset="0"/>
                        <a:ea typeface="Cambria" panose="020405030504060302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5691">
                <a:tc>
                  <a:txBody>
                    <a:bodyPr/>
                    <a:lstStyle/>
                    <a:p>
                      <a:pPr marL="31750">
                        <a:lnSpc>
                          <a:spcPts val="2305"/>
                        </a:lnSpc>
                      </a:pPr>
                      <a:r>
                        <a:rPr sz="1600" spc="-5" dirty="0">
                          <a:latin typeface="Arial" panose="020B0604020202020204" pitchFamily="34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yet</a:t>
                      </a:r>
                      <a:endParaRPr sz="1600">
                        <a:latin typeface="Arial" panose="020B0604020202020204" pitchFamily="34" charset="0"/>
                        <a:ea typeface="Cambria" panose="020405030504060302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8585">
                        <a:lnSpc>
                          <a:spcPts val="2305"/>
                        </a:lnSpc>
                      </a:pPr>
                      <a:r>
                        <a:rPr sz="1600" dirty="0">
                          <a:latin typeface="Arial" panose="020B0604020202020204" pitchFamily="34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1</a:t>
                      </a:r>
                      <a:endParaRPr sz="1600">
                        <a:latin typeface="Arial" panose="020B0604020202020204" pitchFamily="34" charset="0"/>
                        <a:ea typeface="Cambria" panose="020405030504060302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5691">
                <a:tc>
                  <a:txBody>
                    <a:bodyPr/>
                    <a:lstStyle/>
                    <a:p>
                      <a:pPr marL="31750">
                        <a:lnSpc>
                          <a:spcPts val="2305"/>
                        </a:lnSpc>
                      </a:pPr>
                      <a:r>
                        <a:rPr sz="1600" spc="-5" dirty="0">
                          <a:latin typeface="Arial" panose="020B0604020202020204" pitchFamily="34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would</a:t>
                      </a:r>
                      <a:endParaRPr sz="1600" dirty="0">
                        <a:latin typeface="Arial" panose="020B0604020202020204" pitchFamily="34" charset="0"/>
                        <a:ea typeface="Cambria" panose="020405030504060302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8585">
                        <a:lnSpc>
                          <a:spcPts val="2305"/>
                        </a:lnSpc>
                      </a:pPr>
                      <a:r>
                        <a:rPr sz="1600" dirty="0">
                          <a:latin typeface="Arial" panose="020B0604020202020204" pitchFamily="34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1</a:t>
                      </a:r>
                      <a:endParaRPr sz="1600">
                        <a:latin typeface="Arial" panose="020B0604020202020204" pitchFamily="34" charset="0"/>
                        <a:ea typeface="Cambria" panose="020405030504060302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05691">
                <a:tc>
                  <a:txBody>
                    <a:bodyPr/>
                    <a:lstStyle/>
                    <a:p>
                      <a:pPr marL="31750">
                        <a:lnSpc>
                          <a:spcPts val="2305"/>
                        </a:lnSpc>
                      </a:pPr>
                      <a:r>
                        <a:rPr sz="1600" spc="-5" dirty="0">
                          <a:latin typeface="Arial" panose="020B0604020202020204" pitchFamily="34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whimsical</a:t>
                      </a:r>
                      <a:endParaRPr sz="1600">
                        <a:latin typeface="Arial" panose="020B0604020202020204" pitchFamily="34" charset="0"/>
                        <a:ea typeface="Cambria" panose="020405030504060302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8585">
                        <a:lnSpc>
                          <a:spcPts val="2305"/>
                        </a:lnSpc>
                      </a:pPr>
                      <a:r>
                        <a:rPr sz="1600" dirty="0">
                          <a:latin typeface="Arial" panose="020B0604020202020204" pitchFamily="34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1</a:t>
                      </a:r>
                      <a:endParaRPr sz="1600">
                        <a:latin typeface="Arial" panose="020B0604020202020204" pitchFamily="34" charset="0"/>
                        <a:ea typeface="Cambria" panose="020405030504060302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05691">
                <a:tc>
                  <a:txBody>
                    <a:bodyPr/>
                    <a:lstStyle/>
                    <a:p>
                      <a:pPr marL="31750">
                        <a:lnSpc>
                          <a:spcPts val="2305"/>
                        </a:lnSpc>
                      </a:pPr>
                      <a:r>
                        <a:rPr sz="1600" spc="-10" dirty="0">
                          <a:latin typeface="Arial" panose="020B0604020202020204" pitchFamily="34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times</a:t>
                      </a:r>
                      <a:endParaRPr sz="1600" dirty="0">
                        <a:latin typeface="Arial" panose="020B0604020202020204" pitchFamily="34" charset="0"/>
                        <a:ea typeface="Cambria" panose="020405030504060302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8585">
                        <a:lnSpc>
                          <a:spcPts val="2305"/>
                        </a:lnSpc>
                      </a:pPr>
                      <a:r>
                        <a:rPr sz="1600" dirty="0">
                          <a:latin typeface="Arial" panose="020B0604020202020204" pitchFamily="34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1</a:t>
                      </a:r>
                      <a:endParaRPr sz="1600">
                        <a:latin typeface="Arial" panose="020B0604020202020204" pitchFamily="34" charset="0"/>
                        <a:ea typeface="Cambria" panose="020405030504060302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05691">
                <a:tc>
                  <a:txBody>
                    <a:bodyPr/>
                    <a:lstStyle/>
                    <a:p>
                      <a:pPr marL="31750">
                        <a:lnSpc>
                          <a:spcPts val="2305"/>
                        </a:lnSpc>
                      </a:pPr>
                      <a:r>
                        <a:rPr sz="1600" spc="-5" dirty="0">
                          <a:latin typeface="Arial" panose="020B0604020202020204" pitchFamily="34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sweet</a:t>
                      </a:r>
                      <a:endParaRPr sz="1600" dirty="0">
                        <a:latin typeface="Arial" panose="020B0604020202020204" pitchFamily="34" charset="0"/>
                        <a:ea typeface="Cambria" panose="020405030504060302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8585">
                        <a:lnSpc>
                          <a:spcPts val="2305"/>
                        </a:lnSpc>
                      </a:pPr>
                      <a:r>
                        <a:rPr sz="1600" dirty="0">
                          <a:latin typeface="Arial" panose="020B0604020202020204" pitchFamily="34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1</a:t>
                      </a:r>
                      <a:endParaRPr sz="1600">
                        <a:latin typeface="Arial" panose="020B0604020202020204" pitchFamily="34" charset="0"/>
                        <a:ea typeface="Cambria" panose="020405030504060302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05691">
                <a:tc>
                  <a:txBody>
                    <a:bodyPr/>
                    <a:lstStyle/>
                    <a:p>
                      <a:pPr marL="31750">
                        <a:lnSpc>
                          <a:spcPts val="2305"/>
                        </a:lnSpc>
                      </a:pPr>
                      <a:r>
                        <a:rPr sz="1600" spc="-5" dirty="0">
                          <a:latin typeface="Arial" panose="020B0604020202020204" pitchFamily="34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satirical</a:t>
                      </a:r>
                      <a:endParaRPr sz="1600">
                        <a:latin typeface="Arial" panose="020B0604020202020204" pitchFamily="34" charset="0"/>
                        <a:ea typeface="Cambria" panose="020405030504060302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8585">
                        <a:lnSpc>
                          <a:spcPts val="2305"/>
                        </a:lnSpc>
                      </a:pPr>
                      <a:r>
                        <a:rPr sz="1600" dirty="0">
                          <a:latin typeface="Arial" panose="020B0604020202020204" pitchFamily="34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1</a:t>
                      </a:r>
                      <a:endParaRPr sz="1600">
                        <a:latin typeface="Arial" panose="020B0604020202020204" pitchFamily="34" charset="0"/>
                        <a:ea typeface="Cambria" panose="020405030504060302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05691">
                <a:tc>
                  <a:txBody>
                    <a:bodyPr/>
                    <a:lstStyle/>
                    <a:p>
                      <a:pPr marL="31750">
                        <a:lnSpc>
                          <a:spcPts val="2305"/>
                        </a:lnSpc>
                      </a:pPr>
                      <a:r>
                        <a:rPr sz="1600" spc="-5" dirty="0">
                          <a:latin typeface="Arial" panose="020B0604020202020204" pitchFamily="34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adventure</a:t>
                      </a:r>
                      <a:endParaRPr sz="1600">
                        <a:latin typeface="Arial" panose="020B0604020202020204" pitchFamily="34" charset="0"/>
                        <a:ea typeface="Cambria" panose="020405030504060302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8585">
                        <a:lnSpc>
                          <a:spcPts val="2305"/>
                        </a:lnSpc>
                      </a:pPr>
                      <a:r>
                        <a:rPr sz="1600" dirty="0">
                          <a:latin typeface="Arial" panose="020B0604020202020204" pitchFamily="34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1</a:t>
                      </a:r>
                      <a:endParaRPr sz="1600">
                        <a:latin typeface="Arial" panose="020B0604020202020204" pitchFamily="34" charset="0"/>
                        <a:ea typeface="Cambria" panose="020405030504060302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05691">
                <a:tc>
                  <a:txBody>
                    <a:bodyPr/>
                    <a:lstStyle/>
                    <a:p>
                      <a:pPr marL="31750">
                        <a:lnSpc>
                          <a:spcPts val="2305"/>
                        </a:lnSpc>
                      </a:pPr>
                      <a:r>
                        <a:rPr sz="1600" spc="-5" dirty="0">
                          <a:latin typeface="Arial" panose="020B0604020202020204" pitchFamily="34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genre</a:t>
                      </a:r>
                      <a:endParaRPr sz="1600">
                        <a:latin typeface="Arial" panose="020B0604020202020204" pitchFamily="34" charset="0"/>
                        <a:ea typeface="Cambria" panose="020405030504060302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8585">
                        <a:lnSpc>
                          <a:spcPts val="2305"/>
                        </a:lnSpc>
                      </a:pPr>
                      <a:r>
                        <a:rPr sz="1600" dirty="0">
                          <a:latin typeface="Arial" panose="020B0604020202020204" pitchFamily="34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1</a:t>
                      </a:r>
                      <a:endParaRPr sz="1600">
                        <a:latin typeface="Arial" panose="020B0604020202020204" pitchFamily="34" charset="0"/>
                        <a:ea typeface="Cambria" panose="020405030504060302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05691">
                <a:tc>
                  <a:txBody>
                    <a:bodyPr/>
                    <a:lstStyle/>
                    <a:p>
                      <a:pPr marL="31750">
                        <a:lnSpc>
                          <a:spcPts val="2305"/>
                        </a:lnSpc>
                      </a:pPr>
                      <a:r>
                        <a:rPr sz="1600" spc="-5" dirty="0">
                          <a:latin typeface="Arial" panose="020B0604020202020204" pitchFamily="34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fairy</a:t>
                      </a:r>
                      <a:endParaRPr sz="1600">
                        <a:latin typeface="Arial" panose="020B0604020202020204" pitchFamily="34" charset="0"/>
                        <a:ea typeface="Cambria" panose="020405030504060302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8585">
                        <a:lnSpc>
                          <a:spcPts val="2305"/>
                        </a:lnSpc>
                      </a:pPr>
                      <a:r>
                        <a:rPr sz="1600" dirty="0">
                          <a:latin typeface="Arial" panose="020B0604020202020204" pitchFamily="34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1</a:t>
                      </a:r>
                      <a:endParaRPr sz="1600">
                        <a:latin typeface="Arial" panose="020B0604020202020204" pitchFamily="34" charset="0"/>
                        <a:ea typeface="Cambria" panose="020405030504060302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05691">
                <a:tc>
                  <a:txBody>
                    <a:bodyPr/>
                    <a:lstStyle/>
                    <a:p>
                      <a:pPr marL="31750">
                        <a:lnSpc>
                          <a:spcPts val="2305"/>
                        </a:lnSpc>
                      </a:pPr>
                      <a:r>
                        <a:rPr sz="1600" spc="-5" dirty="0">
                          <a:latin typeface="Arial" panose="020B0604020202020204" pitchFamily="34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humor</a:t>
                      </a:r>
                      <a:endParaRPr sz="1600" dirty="0">
                        <a:latin typeface="Arial" panose="020B0604020202020204" pitchFamily="34" charset="0"/>
                        <a:ea typeface="Cambria" panose="020405030504060302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8585">
                        <a:lnSpc>
                          <a:spcPts val="2305"/>
                        </a:lnSpc>
                      </a:pPr>
                      <a:r>
                        <a:rPr sz="1600" dirty="0">
                          <a:latin typeface="Arial" panose="020B0604020202020204" pitchFamily="34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1</a:t>
                      </a:r>
                      <a:endParaRPr sz="1600">
                        <a:latin typeface="Arial" panose="020B0604020202020204" pitchFamily="34" charset="0"/>
                        <a:ea typeface="Cambria" panose="020405030504060302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05691">
                <a:tc>
                  <a:txBody>
                    <a:bodyPr/>
                    <a:lstStyle/>
                    <a:p>
                      <a:pPr marL="31750">
                        <a:lnSpc>
                          <a:spcPts val="2305"/>
                        </a:lnSpc>
                      </a:pPr>
                      <a:r>
                        <a:rPr sz="1600" spc="-5" dirty="0">
                          <a:latin typeface="Arial" panose="020B0604020202020204" pitchFamily="34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have</a:t>
                      </a:r>
                      <a:endParaRPr sz="1600">
                        <a:latin typeface="Arial" panose="020B0604020202020204" pitchFamily="34" charset="0"/>
                        <a:ea typeface="Cambria" panose="020405030504060302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8585">
                        <a:lnSpc>
                          <a:spcPts val="2305"/>
                        </a:lnSpc>
                      </a:pPr>
                      <a:r>
                        <a:rPr sz="1600" dirty="0">
                          <a:latin typeface="Arial" panose="020B0604020202020204" pitchFamily="34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1</a:t>
                      </a:r>
                      <a:endParaRPr sz="1600">
                        <a:latin typeface="Arial" panose="020B0604020202020204" pitchFamily="34" charset="0"/>
                        <a:ea typeface="Cambria" panose="020405030504060302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05691">
                <a:tc>
                  <a:txBody>
                    <a:bodyPr/>
                    <a:lstStyle/>
                    <a:p>
                      <a:pPr marL="31750">
                        <a:lnSpc>
                          <a:spcPts val="2305"/>
                        </a:lnSpc>
                      </a:pPr>
                      <a:r>
                        <a:rPr sz="1600" spc="-5" dirty="0">
                          <a:latin typeface="Arial" panose="020B0604020202020204" pitchFamily="34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great</a:t>
                      </a:r>
                      <a:endParaRPr sz="1600">
                        <a:latin typeface="Arial" panose="020B0604020202020204" pitchFamily="34" charset="0"/>
                        <a:ea typeface="Cambria" panose="020405030504060302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8585">
                        <a:lnSpc>
                          <a:spcPts val="2305"/>
                        </a:lnSpc>
                      </a:pPr>
                      <a:r>
                        <a:rPr sz="1600" dirty="0">
                          <a:latin typeface="Arial" panose="020B0604020202020204" pitchFamily="34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1</a:t>
                      </a:r>
                      <a:endParaRPr sz="1600">
                        <a:latin typeface="Arial" panose="020B0604020202020204" pitchFamily="34" charset="0"/>
                        <a:ea typeface="Cambria" panose="020405030504060302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87959">
                <a:tc>
                  <a:txBody>
                    <a:bodyPr/>
                    <a:lstStyle/>
                    <a:p>
                      <a:pPr marL="31750">
                        <a:lnSpc>
                          <a:spcPts val="2270"/>
                        </a:lnSpc>
                      </a:pPr>
                      <a:r>
                        <a:rPr sz="1600" dirty="0">
                          <a:latin typeface="Arial" panose="020B0604020202020204" pitchFamily="34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…</a:t>
                      </a:r>
                      <a:endParaRPr sz="1600">
                        <a:latin typeface="Arial" panose="020B0604020202020204" pitchFamily="34" charset="0"/>
                        <a:ea typeface="Cambria" panose="020405030504060302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8585">
                        <a:lnSpc>
                          <a:spcPts val="2270"/>
                        </a:lnSpc>
                      </a:pPr>
                      <a:r>
                        <a:rPr sz="1600" dirty="0">
                          <a:latin typeface="Arial" panose="020B0604020202020204" pitchFamily="34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…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</a:tbl>
          </a:graphicData>
        </a:graphic>
      </p:graphicFrame>
      <p:grpSp>
        <p:nvGrpSpPr>
          <p:cNvPr id="54" name="Group 53"/>
          <p:cNvGrpSpPr/>
          <p:nvPr/>
        </p:nvGrpSpPr>
        <p:grpSpPr>
          <a:xfrm>
            <a:off x="3815509" y="1723142"/>
            <a:ext cx="2695972" cy="3867150"/>
            <a:chOff x="3815509" y="1723142"/>
            <a:chExt cx="2695972" cy="3867150"/>
          </a:xfrm>
        </p:grpSpPr>
        <p:grpSp>
          <p:nvGrpSpPr>
            <p:cNvPr id="9" name="object 9"/>
            <p:cNvGrpSpPr/>
            <p:nvPr/>
          </p:nvGrpSpPr>
          <p:grpSpPr>
            <a:xfrm>
              <a:off x="3815509" y="1723142"/>
              <a:ext cx="2695972" cy="3867150"/>
              <a:chOff x="6104814" y="1385427"/>
              <a:chExt cx="4313555" cy="6187440"/>
            </a:xfrm>
          </p:grpSpPr>
          <p:sp>
            <p:nvSpPr>
              <p:cNvPr id="10" name="object 10"/>
              <p:cNvSpPr/>
              <p:nvPr/>
            </p:nvSpPr>
            <p:spPr>
              <a:xfrm>
                <a:off x="6116243" y="2147890"/>
                <a:ext cx="715645" cy="5413375"/>
              </a:xfrm>
              <a:custGeom>
                <a:avLst/>
                <a:gdLst/>
                <a:ahLst/>
                <a:cxnLst/>
                <a:rect l="l" t="t" r="r" b="b"/>
                <a:pathLst>
                  <a:path w="715645" h="5413375">
                    <a:moveTo>
                      <a:pt x="306470" y="0"/>
                    </a:moveTo>
                    <a:lnTo>
                      <a:pt x="0" y="5208967"/>
                    </a:lnTo>
                    <a:lnTo>
                      <a:pt x="715096" y="5413241"/>
                    </a:lnTo>
                    <a:lnTo>
                      <a:pt x="510782" y="102137"/>
                    </a:lnTo>
                    <a:lnTo>
                      <a:pt x="306470" y="0"/>
                    </a:lnTo>
                    <a:close/>
                  </a:path>
                </a:pathLst>
              </a:custGeom>
              <a:solidFill>
                <a:srgbClr val="D5CE9B"/>
              </a:solidFill>
            </p:spPr>
            <p:txBody>
              <a:bodyPr wrap="square" lIns="0" tIns="0" rIns="0" bIns="0" rtlCol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875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11" name="object 11"/>
              <p:cNvSpPr/>
              <p:nvPr/>
            </p:nvSpPr>
            <p:spPr>
              <a:xfrm>
                <a:off x="6116244" y="2147890"/>
                <a:ext cx="715645" cy="5413375"/>
              </a:xfrm>
              <a:custGeom>
                <a:avLst/>
                <a:gdLst/>
                <a:ahLst/>
                <a:cxnLst/>
                <a:rect l="l" t="t" r="r" b="b"/>
                <a:pathLst>
                  <a:path w="715645" h="5413375">
                    <a:moveTo>
                      <a:pt x="510782" y="102136"/>
                    </a:moveTo>
                    <a:lnTo>
                      <a:pt x="306469" y="0"/>
                    </a:lnTo>
                    <a:lnTo>
                      <a:pt x="0" y="5208967"/>
                    </a:lnTo>
                    <a:lnTo>
                      <a:pt x="715095" y="5413240"/>
                    </a:lnTo>
                    <a:lnTo>
                      <a:pt x="510782" y="102136"/>
                    </a:lnTo>
                    <a:close/>
                  </a:path>
                </a:pathLst>
              </a:custGeom>
              <a:ln w="1135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875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12" name="object 12"/>
              <p:cNvSpPr/>
              <p:nvPr/>
            </p:nvSpPr>
            <p:spPr>
              <a:xfrm>
                <a:off x="6627026" y="2045754"/>
                <a:ext cx="3780154" cy="5515610"/>
              </a:xfrm>
              <a:custGeom>
                <a:avLst/>
                <a:gdLst/>
                <a:ahLst/>
                <a:cxnLst/>
                <a:rect l="l" t="t" r="r" b="b"/>
                <a:pathLst>
                  <a:path w="3780154" h="5515609">
                    <a:moveTo>
                      <a:pt x="0" y="0"/>
                    </a:moveTo>
                    <a:lnTo>
                      <a:pt x="204313" y="5515376"/>
                    </a:lnTo>
                    <a:lnTo>
                      <a:pt x="3779791" y="4902556"/>
                    </a:lnTo>
                    <a:lnTo>
                      <a:pt x="3371165" y="20427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5CE9B"/>
              </a:solidFill>
            </p:spPr>
            <p:txBody>
              <a:bodyPr wrap="square" lIns="0" tIns="0" rIns="0" bIns="0" rtlCol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875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13" name="object 13"/>
              <p:cNvSpPr/>
              <p:nvPr/>
            </p:nvSpPr>
            <p:spPr>
              <a:xfrm>
                <a:off x="6627026" y="2045754"/>
                <a:ext cx="3780154" cy="5515610"/>
              </a:xfrm>
              <a:custGeom>
                <a:avLst/>
                <a:gdLst/>
                <a:ahLst/>
                <a:cxnLst/>
                <a:rect l="l" t="t" r="r" b="b"/>
                <a:pathLst>
                  <a:path w="3780154" h="5515609">
                    <a:moveTo>
                      <a:pt x="0" y="0"/>
                    </a:moveTo>
                    <a:lnTo>
                      <a:pt x="204313" y="5515377"/>
                    </a:lnTo>
                    <a:lnTo>
                      <a:pt x="3779791" y="4902557"/>
                    </a:lnTo>
                    <a:lnTo>
                      <a:pt x="3371165" y="204273"/>
                    </a:lnTo>
                    <a:lnTo>
                      <a:pt x="0" y="0"/>
                    </a:lnTo>
                    <a:close/>
                  </a:path>
                </a:pathLst>
              </a:custGeom>
              <a:ln w="1135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875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14" name="object 14"/>
              <p:cNvSpPr/>
              <p:nvPr/>
            </p:nvSpPr>
            <p:spPr>
              <a:xfrm>
                <a:off x="7444278" y="1470766"/>
                <a:ext cx="1635760" cy="677545"/>
              </a:xfrm>
              <a:custGeom>
                <a:avLst/>
                <a:gdLst/>
                <a:ahLst/>
                <a:cxnLst/>
                <a:rect l="l" t="t" r="r" b="b"/>
                <a:pathLst>
                  <a:path w="1635759" h="677544">
                    <a:moveTo>
                      <a:pt x="0" y="574987"/>
                    </a:moveTo>
                    <a:lnTo>
                      <a:pt x="10939" y="511469"/>
                    </a:lnTo>
                    <a:lnTo>
                      <a:pt x="63223" y="363049"/>
                    </a:lnTo>
                    <a:lnTo>
                      <a:pt x="186052" y="192927"/>
                    </a:lnTo>
                    <a:lnTo>
                      <a:pt x="408626" y="64304"/>
                    </a:lnTo>
                    <a:lnTo>
                      <a:pt x="466581" y="47354"/>
                    </a:lnTo>
                    <a:lnTo>
                      <a:pt x="521830" y="33036"/>
                    </a:lnTo>
                    <a:lnTo>
                      <a:pt x="574661" y="21325"/>
                    </a:lnTo>
                    <a:lnTo>
                      <a:pt x="625364" y="12192"/>
                    </a:lnTo>
                    <a:lnTo>
                      <a:pt x="674231" y="5611"/>
                    </a:lnTo>
                    <a:lnTo>
                      <a:pt x="721552" y="1556"/>
                    </a:lnTo>
                    <a:lnTo>
                      <a:pt x="767616" y="0"/>
                    </a:lnTo>
                    <a:lnTo>
                      <a:pt x="812713" y="914"/>
                    </a:lnTo>
                    <a:lnTo>
                      <a:pt x="857135" y="4274"/>
                    </a:lnTo>
                    <a:lnTo>
                      <a:pt x="901172" y="10052"/>
                    </a:lnTo>
                    <a:lnTo>
                      <a:pt x="945113" y="18221"/>
                    </a:lnTo>
                    <a:lnTo>
                      <a:pt x="989248" y="28755"/>
                    </a:lnTo>
                    <a:lnTo>
                      <a:pt x="1033869" y="41626"/>
                    </a:lnTo>
                    <a:lnTo>
                      <a:pt x="1079265" y="56808"/>
                    </a:lnTo>
                    <a:lnTo>
                      <a:pt x="1125727" y="74274"/>
                    </a:lnTo>
                    <a:lnTo>
                      <a:pt x="1173545" y="93997"/>
                    </a:lnTo>
                    <a:lnTo>
                      <a:pt x="1223008" y="115950"/>
                    </a:lnTo>
                    <a:lnTo>
                      <a:pt x="1274408" y="140107"/>
                    </a:lnTo>
                    <a:lnTo>
                      <a:pt x="1328034" y="166440"/>
                    </a:lnTo>
                    <a:lnTo>
                      <a:pt x="1522436" y="319478"/>
                    </a:lnTo>
                    <a:lnTo>
                      <a:pt x="1611505" y="486887"/>
                    </a:lnTo>
                    <a:lnTo>
                      <a:pt x="1635457" y="621744"/>
                    </a:lnTo>
                    <a:lnTo>
                      <a:pt x="1634504" y="677123"/>
                    </a:lnTo>
                  </a:path>
                </a:pathLst>
              </a:custGeom>
              <a:ln w="113488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875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15" name="object 15"/>
              <p:cNvSpPr/>
              <p:nvPr/>
            </p:nvSpPr>
            <p:spPr>
              <a:xfrm>
                <a:off x="7444278" y="1470766"/>
                <a:ext cx="1635760" cy="677545"/>
              </a:xfrm>
              <a:custGeom>
                <a:avLst/>
                <a:gdLst/>
                <a:ahLst/>
                <a:cxnLst/>
                <a:rect l="l" t="t" r="r" b="b"/>
                <a:pathLst>
                  <a:path w="1635759" h="677544">
                    <a:moveTo>
                      <a:pt x="0" y="574987"/>
                    </a:moveTo>
                    <a:lnTo>
                      <a:pt x="10939" y="511469"/>
                    </a:lnTo>
                    <a:lnTo>
                      <a:pt x="63223" y="363049"/>
                    </a:lnTo>
                    <a:lnTo>
                      <a:pt x="186052" y="192927"/>
                    </a:lnTo>
                    <a:lnTo>
                      <a:pt x="408626" y="64304"/>
                    </a:lnTo>
                    <a:lnTo>
                      <a:pt x="466581" y="47354"/>
                    </a:lnTo>
                    <a:lnTo>
                      <a:pt x="521830" y="33036"/>
                    </a:lnTo>
                    <a:lnTo>
                      <a:pt x="574661" y="21325"/>
                    </a:lnTo>
                    <a:lnTo>
                      <a:pt x="625364" y="12192"/>
                    </a:lnTo>
                    <a:lnTo>
                      <a:pt x="674231" y="5611"/>
                    </a:lnTo>
                    <a:lnTo>
                      <a:pt x="721552" y="1556"/>
                    </a:lnTo>
                    <a:lnTo>
                      <a:pt x="767616" y="0"/>
                    </a:lnTo>
                    <a:lnTo>
                      <a:pt x="812713" y="914"/>
                    </a:lnTo>
                    <a:lnTo>
                      <a:pt x="857135" y="4274"/>
                    </a:lnTo>
                    <a:lnTo>
                      <a:pt x="901172" y="10052"/>
                    </a:lnTo>
                    <a:lnTo>
                      <a:pt x="945113" y="18221"/>
                    </a:lnTo>
                    <a:lnTo>
                      <a:pt x="989248" y="28755"/>
                    </a:lnTo>
                    <a:lnTo>
                      <a:pt x="1033869" y="41626"/>
                    </a:lnTo>
                    <a:lnTo>
                      <a:pt x="1079265" y="56808"/>
                    </a:lnTo>
                    <a:lnTo>
                      <a:pt x="1125727" y="74274"/>
                    </a:lnTo>
                    <a:lnTo>
                      <a:pt x="1173545" y="93997"/>
                    </a:lnTo>
                    <a:lnTo>
                      <a:pt x="1223008" y="115950"/>
                    </a:lnTo>
                    <a:lnTo>
                      <a:pt x="1274408" y="140107"/>
                    </a:lnTo>
                    <a:lnTo>
                      <a:pt x="1328034" y="166440"/>
                    </a:lnTo>
                    <a:lnTo>
                      <a:pt x="1522436" y="319478"/>
                    </a:lnTo>
                    <a:lnTo>
                      <a:pt x="1611505" y="486887"/>
                    </a:lnTo>
                    <a:lnTo>
                      <a:pt x="1635457" y="621744"/>
                    </a:lnTo>
                    <a:lnTo>
                      <a:pt x="1634504" y="677123"/>
                    </a:lnTo>
                  </a:path>
                </a:pathLst>
              </a:custGeom>
              <a:ln w="56744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875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16" name="object 16"/>
              <p:cNvSpPr/>
              <p:nvPr/>
            </p:nvSpPr>
            <p:spPr>
              <a:xfrm>
                <a:off x="6116244" y="2045754"/>
                <a:ext cx="4290695" cy="5515610"/>
              </a:xfrm>
              <a:custGeom>
                <a:avLst/>
                <a:gdLst/>
                <a:ahLst/>
                <a:cxnLst/>
                <a:rect l="l" t="t" r="r" b="b"/>
                <a:pathLst>
                  <a:path w="4290695" h="5515609">
                    <a:moveTo>
                      <a:pt x="306469" y="102136"/>
                    </a:moveTo>
                    <a:lnTo>
                      <a:pt x="0" y="5311103"/>
                    </a:lnTo>
                  </a:path>
                  <a:path w="4290695" h="5515609">
                    <a:moveTo>
                      <a:pt x="0" y="5311103"/>
                    </a:moveTo>
                    <a:lnTo>
                      <a:pt x="715095" y="5515377"/>
                    </a:lnTo>
                  </a:path>
                  <a:path w="4290695" h="5515609">
                    <a:moveTo>
                      <a:pt x="408625" y="4902557"/>
                    </a:moveTo>
                    <a:lnTo>
                      <a:pt x="0" y="5311103"/>
                    </a:lnTo>
                  </a:path>
                  <a:path w="4290695" h="5515609">
                    <a:moveTo>
                      <a:pt x="408625" y="4902557"/>
                    </a:moveTo>
                    <a:lnTo>
                      <a:pt x="715095" y="5515377"/>
                    </a:lnTo>
                  </a:path>
                  <a:path w="4290695" h="5515609">
                    <a:moveTo>
                      <a:pt x="520027" y="249581"/>
                    </a:moveTo>
                    <a:lnTo>
                      <a:pt x="408625" y="4902557"/>
                    </a:lnTo>
                  </a:path>
                  <a:path w="4290695" h="5515609">
                    <a:moveTo>
                      <a:pt x="306469" y="102136"/>
                    </a:moveTo>
                    <a:lnTo>
                      <a:pt x="516665" y="158824"/>
                    </a:lnTo>
                  </a:path>
                  <a:path w="4290695" h="5515609">
                    <a:moveTo>
                      <a:pt x="715095" y="5515377"/>
                    </a:moveTo>
                    <a:lnTo>
                      <a:pt x="510782" y="0"/>
                    </a:lnTo>
                  </a:path>
                  <a:path w="4290695" h="5515609">
                    <a:moveTo>
                      <a:pt x="510782" y="0"/>
                    </a:moveTo>
                    <a:lnTo>
                      <a:pt x="3881947" y="204273"/>
                    </a:lnTo>
                  </a:path>
                  <a:path w="4290695" h="5515609">
                    <a:moveTo>
                      <a:pt x="715095" y="5515377"/>
                    </a:moveTo>
                    <a:lnTo>
                      <a:pt x="4290573" y="4902557"/>
                    </a:lnTo>
                  </a:path>
                  <a:path w="4290695" h="5515609">
                    <a:moveTo>
                      <a:pt x="4290573" y="4902557"/>
                    </a:moveTo>
                    <a:lnTo>
                      <a:pt x="3881947" y="204273"/>
                    </a:lnTo>
                  </a:path>
                </a:pathLst>
              </a:custGeom>
              <a:ln w="22699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875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17" name="object 17"/>
              <p:cNvSpPr/>
              <p:nvPr/>
            </p:nvSpPr>
            <p:spPr>
              <a:xfrm>
                <a:off x="7546435" y="1442259"/>
                <a:ext cx="1838960" cy="1114425"/>
              </a:xfrm>
              <a:custGeom>
                <a:avLst/>
                <a:gdLst/>
                <a:ahLst/>
                <a:cxnLst/>
                <a:rect l="l" t="t" r="r" b="b"/>
                <a:pathLst>
                  <a:path w="1838959" h="1114425">
                    <a:moveTo>
                      <a:pt x="0" y="1114176"/>
                    </a:moveTo>
                    <a:lnTo>
                      <a:pt x="6869" y="1007169"/>
                    </a:lnTo>
                    <a:lnTo>
                      <a:pt x="52370" y="752220"/>
                    </a:lnTo>
                    <a:lnTo>
                      <a:pt x="173842" y="448442"/>
                    </a:lnTo>
                    <a:lnTo>
                      <a:pt x="408626" y="194947"/>
                    </a:lnTo>
                    <a:lnTo>
                      <a:pt x="460407" y="162456"/>
                    </a:lnTo>
                    <a:lnTo>
                      <a:pt x="510180" y="132918"/>
                    </a:lnTo>
                    <a:lnTo>
                      <a:pt x="558135" y="106334"/>
                    </a:lnTo>
                    <a:lnTo>
                      <a:pt x="604464" y="82704"/>
                    </a:lnTo>
                    <a:lnTo>
                      <a:pt x="649358" y="62028"/>
                    </a:lnTo>
                    <a:lnTo>
                      <a:pt x="693009" y="44306"/>
                    </a:lnTo>
                    <a:lnTo>
                      <a:pt x="735607" y="29537"/>
                    </a:lnTo>
                    <a:lnTo>
                      <a:pt x="777345" y="17722"/>
                    </a:lnTo>
                    <a:lnTo>
                      <a:pt x="818412" y="8861"/>
                    </a:lnTo>
                    <a:lnTo>
                      <a:pt x="859002" y="2953"/>
                    </a:lnTo>
                    <a:lnTo>
                      <a:pt x="899305" y="0"/>
                    </a:lnTo>
                    <a:lnTo>
                      <a:pt x="939512" y="0"/>
                    </a:lnTo>
                    <a:lnTo>
                      <a:pt x="979814" y="2953"/>
                    </a:lnTo>
                    <a:lnTo>
                      <a:pt x="1020404" y="8861"/>
                    </a:lnTo>
                    <a:lnTo>
                      <a:pt x="1061472" y="17722"/>
                    </a:lnTo>
                    <a:lnTo>
                      <a:pt x="1103209" y="29537"/>
                    </a:lnTo>
                    <a:lnTo>
                      <a:pt x="1145808" y="44306"/>
                    </a:lnTo>
                    <a:lnTo>
                      <a:pt x="1189458" y="62028"/>
                    </a:lnTo>
                    <a:lnTo>
                      <a:pt x="1234353" y="82704"/>
                    </a:lnTo>
                    <a:lnTo>
                      <a:pt x="1280682" y="106334"/>
                    </a:lnTo>
                    <a:lnTo>
                      <a:pt x="1328637" y="132918"/>
                    </a:lnTo>
                    <a:lnTo>
                      <a:pt x="1378409" y="162456"/>
                    </a:lnTo>
                    <a:lnTo>
                      <a:pt x="1430191" y="194947"/>
                    </a:lnTo>
                    <a:lnTo>
                      <a:pt x="1664974" y="448442"/>
                    </a:lnTo>
                    <a:lnTo>
                      <a:pt x="1786446" y="752220"/>
                    </a:lnTo>
                    <a:lnTo>
                      <a:pt x="1831948" y="1007169"/>
                    </a:lnTo>
                    <a:lnTo>
                      <a:pt x="1838817" y="1114176"/>
                    </a:lnTo>
                  </a:path>
                </a:pathLst>
              </a:custGeom>
              <a:ln w="113491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875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18" name="object 18"/>
              <p:cNvSpPr/>
              <p:nvPr/>
            </p:nvSpPr>
            <p:spPr>
              <a:xfrm>
                <a:off x="7546435" y="1442259"/>
                <a:ext cx="1838960" cy="1114425"/>
              </a:xfrm>
              <a:custGeom>
                <a:avLst/>
                <a:gdLst/>
                <a:ahLst/>
                <a:cxnLst/>
                <a:rect l="l" t="t" r="r" b="b"/>
                <a:pathLst>
                  <a:path w="1838959" h="1114425">
                    <a:moveTo>
                      <a:pt x="0" y="1114176"/>
                    </a:moveTo>
                    <a:lnTo>
                      <a:pt x="6869" y="1007169"/>
                    </a:lnTo>
                    <a:lnTo>
                      <a:pt x="52370" y="752220"/>
                    </a:lnTo>
                    <a:lnTo>
                      <a:pt x="173842" y="448442"/>
                    </a:lnTo>
                    <a:lnTo>
                      <a:pt x="408626" y="194947"/>
                    </a:lnTo>
                    <a:lnTo>
                      <a:pt x="460407" y="162456"/>
                    </a:lnTo>
                    <a:lnTo>
                      <a:pt x="510180" y="132918"/>
                    </a:lnTo>
                    <a:lnTo>
                      <a:pt x="558135" y="106334"/>
                    </a:lnTo>
                    <a:lnTo>
                      <a:pt x="604464" y="82704"/>
                    </a:lnTo>
                    <a:lnTo>
                      <a:pt x="649358" y="62028"/>
                    </a:lnTo>
                    <a:lnTo>
                      <a:pt x="693009" y="44306"/>
                    </a:lnTo>
                    <a:lnTo>
                      <a:pt x="735607" y="29537"/>
                    </a:lnTo>
                    <a:lnTo>
                      <a:pt x="777345" y="17722"/>
                    </a:lnTo>
                    <a:lnTo>
                      <a:pt x="818412" y="8861"/>
                    </a:lnTo>
                    <a:lnTo>
                      <a:pt x="859002" y="2953"/>
                    </a:lnTo>
                    <a:lnTo>
                      <a:pt x="899305" y="0"/>
                    </a:lnTo>
                    <a:lnTo>
                      <a:pt x="939512" y="0"/>
                    </a:lnTo>
                    <a:lnTo>
                      <a:pt x="979814" y="2953"/>
                    </a:lnTo>
                    <a:lnTo>
                      <a:pt x="1020404" y="8861"/>
                    </a:lnTo>
                    <a:lnTo>
                      <a:pt x="1061472" y="17722"/>
                    </a:lnTo>
                    <a:lnTo>
                      <a:pt x="1103209" y="29537"/>
                    </a:lnTo>
                    <a:lnTo>
                      <a:pt x="1145808" y="44306"/>
                    </a:lnTo>
                    <a:lnTo>
                      <a:pt x="1189458" y="62028"/>
                    </a:lnTo>
                    <a:lnTo>
                      <a:pt x="1234353" y="82704"/>
                    </a:lnTo>
                    <a:lnTo>
                      <a:pt x="1280682" y="106334"/>
                    </a:lnTo>
                    <a:lnTo>
                      <a:pt x="1328637" y="132918"/>
                    </a:lnTo>
                    <a:lnTo>
                      <a:pt x="1378409" y="162456"/>
                    </a:lnTo>
                    <a:lnTo>
                      <a:pt x="1430191" y="194947"/>
                    </a:lnTo>
                    <a:lnTo>
                      <a:pt x="1664974" y="448442"/>
                    </a:lnTo>
                    <a:lnTo>
                      <a:pt x="1786446" y="752220"/>
                    </a:lnTo>
                    <a:lnTo>
                      <a:pt x="1831948" y="1007169"/>
                    </a:lnTo>
                    <a:lnTo>
                      <a:pt x="1838817" y="1114176"/>
                    </a:lnTo>
                  </a:path>
                </a:pathLst>
              </a:custGeom>
              <a:ln w="56745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875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Arial"/>
                  <a:sym typeface="Arial"/>
                </a:endParaRPr>
              </a:p>
            </p:txBody>
          </p:sp>
        </p:grpSp>
        <p:sp>
          <p:nvSpPr>
            <p:cNvPr id="19" name="object 19"/>
            <p:cNvSpPr txBox="1"/>
            <p:nvPr/>
          </p:nvSpPr>
          <p:spPr>
            <a:xfrm>
              <a:off x="4610444" y="4709695"/>
              <a:ext cx="63500" cy="214466"/>
            </a:xfrm>
            <a:prstGeom prst="rect">
              <a:avLst/>
            </a:prstGeom>
          </p:spPr>
          <p:txBody>
            <a:bodyPr vert="horz" wrap="square" lIns="0" tIns="7541" rIns="0" bIns="0" rtlCol="0">
              <a:spAutoFit/>
            </a:bodyPr>
            <a:lstStyle/>
            <a:p>
              <a:pPr marL="7938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59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sz="1344" b="0" i="0" u="none" strike="noStrike" kern="0" cap="none" spc="-3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MT"/>
                  <a:ea typeface="+mn-ea"/>
                  <a:cs typeface="Arial MT"/>
                  <a:sym typeface="Arial"/>
                </a:rPr>
                <a:t>I</a:t>
              </a:r>
              <a:endParaRPr kumimoji="0" sz="1344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MT"/>
                <a:ea typeface="+mn-ea"/>
                <a:cs typeface="Arial MT"/>
                <a:sym typeface="Arial"/>
              </a:endParaRPr>
            </a:p>
          </p:txBody>
        </p:sp>
        <p:sp>
          <p:nvSpPr>
            <p:cNvPr id="20" name="object 20"/>
            <p:cNvSpPr txBox="1"/>
            <p:nvPr/>
          </p:nvSpPr>
          <p:spPr>
            <a:xfrm>
              <a:off x="6100226" y="3530867"/>
              <a:ext cx="121444" cy="479683"/>
            </a:xfrm>
            <a:prstGeom prst="rect">
              <a:avLst/>
            </a:prstGeom>
          </p:spPr>
          <p:txBody>
            <a:bodyPr vert="horz" wrap="square" lIns="0" tIns="7938" rIns="0" bIns="0" rtlCol="0">
              <a:spAutoFit/>
            </a:bodyPr>
            <a:lstStyle/>
            <a:p>
              <a:pPr marL="7938" marR="3175" lvl="0" indent="19844" algn="l" defTabSz="914400" rtl="0" eaLnBrk="1" fontAlgn="auto" latinLnBrk="0" hangingPunct="1">
                <a:lnSpc>
                  <a:spcPct val="114300"/>
                </a:lnSpc>
                <a:spcBef>
                  <a:spcPts val="63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sz="1344" b="0" i="0" u="none" strike="noStrike" kern="0" cap="none" spc="-3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MT"/>
                  <a:ea typeface="+mn-ea"/>
                  <a:cs typeface="Arial MT"/>
                  <a:sym typeface="Arial"/>
                </a:rPr>
                <a:t>it  </a:t>
              </a:r>
              <a:r>
                <a:rPr kumimoji="0" sz="1344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MT"/>
                  <a:ea typeface="+mn-ea"/>
                  <a:cs typeface="Arial MT"/>
                  <a:sym typeface="Arial"/>
                </a:rPr>
                <a:t> </a:t>
              </a:r>
              <a:r>
                <a:rPr kumimoji="0" sz="1344" b="0" i="0" u="none" strike="noStrike" kern="0" cap="none" spc="-3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MT"/>
                  <a:ea typeface="+mn-ea"/>
                  <a:cs typeface="Arial MT"/>
                  <a:sym typeface="Arial"/>
                </a:rPr>
                <a:t>I</a:t>
              </a:r>
              <a:endParaRPr kumimoji="0" sz="1344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MT"/>
                <a:ea typeface="+mn-ea"/>
                <a:cs typeface="Arial MT"/>
                <a:sym typeface="Arial"/>
              </a:endParaRPr>
            </a:p>
          </p:txBody>
        </p:sp>
        <p:sp>
          <p:nvSpPr>
            <p:cNvPr id="21" name="object 21"/>
            <p:cNvSpPr txBox="1"/>
            <p:nvPr/>
          </p:nvSpPr>
          <p:spPr>
            <a:xfrm>
              <a:off x="5972531" y="2730799"/>
              <a:ext cx="63500" cy="214466"/>
            </a:xfrm>
            <a:prstGeom prst="rect">
              <a:avLst/>
            </a:prstGeom>
          </p:spPr>
          <p:txBody>
            <a:bodyPr vert="horz" wrap="square" lIns="0" tIns="7541" rIns="0" bIns="0" rtlCol="0">
              <a:spAutoFit/>
            </a:bodyPr>
            <a:lstStyle/>
            <a:p>
              <a:pPr marL="7938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59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sz="1344" b="0" i="0" u="none" strike="noStrike" kern="0" cap="none" spc="-3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MT"/>
                  <a:ea typeface="+mn-ea"/>
                  <a:cs typeface="Arial MT"/>
                  <a:sym typeface="Arial"/>
                </a:rPr>
                <a:t>I</a:t>
              </a:r>
              <a:endParaRPr kumimoji="0" sz="1344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MT"/>
                <a:ea typeface="+mn-ea"/>
                <a:cs typeface="Arial MT"/>
                <a:sym typeface="Arial"/>
              </a:endParaRPr>
            </a:p>
          </p:txBody>
        </p:sp>
        <p:sp>
          <p:nvSpPr>
            <p:cNvPr id="22" name="object 22"/>
            <p:cNvSpPr txBox="1"/>
            <p:nvPr/>
          </p:nvSpPr>
          <p:spPr>
            <a:xfrm>
              <a:off x="5192002" y="3230842"/>
              <a:ext cx="915194" cy="214466"/>
            </a:xfrm>
            <a:prstGeom prst="rect">
              <a:avLst/>
            </a:prstGeom>
          </p:spPr>
          <p:txBody>
            <a:bodyPr vert="horz" wrap="square" lIns="0" tIns="7541" rIns="0" bIns="0" rtlCol="0">
              <a:spAutoFit/>
            </a:bodyPr>
            <a:lstStyle/>
            <a:p>
              <a:pPr marL="7938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59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sz="1344" b="0" i="0" u="none" strike="noStrike" kern="0" cap="none" spc="-3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MT"/>
                  <a:ea typeface="+mn-ea"/>
                  <a:cs typeface="Arial MT"/>
                  <a:sym typeface="Arial"/>
                </a:rPr>
                <a:t>recommend</a:t>
              </a:r>
              <a:endParaRPr kumimoji="0" sz="1344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MT"/>
                <a:ea typeface="+mn-ea"/>
                <a:cs typeface="Arial MT"/>
                <a:sym typeface="Arial"/>
              </a:endParaRPr>
            </a:p>
          </p:txBody>
        </p:sp>
        <p:sp>
          <p:nvSpPr>
            <p:cNvPr id="23" name="object 23"/>
            <p:cNvSpPr txBox="1"/>
            <p:nvPr/>
          </p:nvSpPr>
          <p:spPr>
            <a:xfrm>
              <a:off x="4388057" y="4199013"/>
              <a:ext cx="252809" cy="214466"/>
            </a:xfrm>
            <a:prstGeom prst="rect">
              <a:avLst/>
            </a:prstGeom>
          </p:spPr>
          <p:txBody>
            <a:bodyPr vert="horz" wrap="square" lIns="0" tIns="7541" rIns="0" bIns="0" rtlCol="0">
              <a:spAutoFit/>
            </a:bodyPr>
            <a:lstStyle/>
            <a:p>
              <a:pPr marL="7938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59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sz="1344" b="0" i="0" u="none" strike="noStrike" kern="0" cap="none" spc="-6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MT"/>
                  <a:ea typeface="+mn-ea"/>
                  <a:cs typeface="Arial MT"/>
                  <a:sym typeface="Arial"/>
                </a:rPr>
                <a:t>the</a:t>
              </a:r>
              <a:endParaRPr kumimoji="0" sz="1344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MT"/>
                <a:ea typeface="+mn-ea"/>
                <a:cs typeface="Arial MT"/>
                <a:sym typeface="Arial"/>
              </a:endParaRPr>
            </a:p>
          </p:txBody>
        </p:sp>
        <p:sp>
          <p:nvSpPr>
            <p:cNvPr id="24" name="object 24"/>
            <p:cNvSpPr txBox="1"/>
            <p:nvPr/>
          </p:nvSpPr>
          <p:spPr>
            <a:xfrm>
              <a:off x="5537318" y="4071341"/>
              <a:ext cx="252809" cy="214466"/>
            </a:xfrm>
            <a:prstGeom prst="rect">
              <a:avLst/>
            </a:prstGeom>
          </p:spPr>
          <p:txBody>
            <a:bodyPr vert="horz" wrap="square" lIns="0" tIns="7541" rIns="0" bIns="0" rtlCol="0">
              <a:spAutoFit/>
            </a:bodyPr>
            <a:lstStyle/>
            <a:p>
              <a:pPr marL="7938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59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sz="1344" b="0" i="0" u="none" strike="noStrike" kern="0" cap="none" spc="-6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MT"/>
                  <a:ea typeface="+mn-ea"/>
                  <a:cs typeface="Arial MT"/>
                  <a:sym typeface="Arial"/>
                </a:rPr>
                <a:t>the</a:t>
              </a:r>
              <a:endParaRPr kumimoji="0" sz="1344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MT"/>
                <a:ea typeface="+mn-ea"/>
                <a:cs typeface="Arial MT"/>
                <a:sym typeface="Arial"/>
              </a:endParaRPr>
            </a:p>
          </p:txBody>
        </p:sp>
        <p:sp>
          <p:nvSpPr>
            <p:cNvPr id="25" name="object 25"/>
            <p:cNvSpPr txBox="1"/>
            <p:nvPr/>
          </p:nvSpPr>
          <p:spPr>
            <a:xfrm>
              <a:off x="4768733" y="4752252"/>
              <a:ext cx="300037" cy="214466"/>
            </a:xfrm>
            <a:prstGeom prst="rect">
              <a:avLst/>
            </a:prstGeom>
          </p:spPr>
          <p:txBody>
            <a:bodyPr vert="horz" wrap="square" lIns="0" tIns="7541" rIns="0" bIns="0" rtlCol="0">
              <a:spAutoFit/>
            </a:bodyPr>
            <a:lstStyle/>
            <a:p>
              <a:pPr marL="7938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59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sz="1344" b="0" i="0" u="none" strike="noStrike" kern="0" cap="none" spc="-3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MT"/>
                  <a:ea typeface="+mn-ea"/>
                  <a:cs typeface="Arial MT"/>
                  <a:sym typeface="Arial"/>
                </a:rPr>
                <a:t>and</a:t>
              </a:r>
              <a:endParaRPr kumimoji="0" sz="1344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MT"/>
                <a:ea typeface="+mn-ea"/>
                <a:cs typeface="Arial MT"/>
                <a:sym typeface="Arial"/>
              </a:endParaRPr>
            </a:p>
          </p:txBody>
        </p:sp>
        <p:sp>
          <p:nvSpPr>
            <p:cNvPr id="26" name="object 26"/>
            <p:cNvSpPr txBox="1"/>
            <p:nvPr/>
          </p:nvSpPr>
          <p:spPr>
            <a:xfrm>
              <a:off x="4896429" y="4262848"/>
              <a:ext cx="385366" cy="214466"/>
            </a:xfrm>
            <a:prstGeom prst="rect">
              <a:avLst/>
            </a:prstGeom>
          </p:spPr>
          <p:txBody>
            <a:bodyPr vert="horz" wrap="square" lIns="0" tIns="7541" rIns="0" bIns="0" rtlCol="0">
              <a:spAutoFit/>
            </a:bodyPr>
            <a:lstStyle/>
            <a:p>
              <a:pPr marL="7938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59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sz="1344" b="0" i="0" u="none" strike="noStrike" kern="0" cap="none" spc="-3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MT"/>
                  <a:ea typeface="+mn-ea"/>
                  <a:cs typeface="Arial MT"/>
                  <a:sym typeface="Arial"/>
                </a:rPr>
                <a:t>seen</a:t>
              </a:r>
              <a:endParaRPr kumimoji="0" sz="1344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MT"/>
                <a:ea typeface="+mn-ea"/>
                <a:cs typeface="Arial MT"/>
                <a:sym typeface="Arial"/>
              </a:endParaRPr>
            </a:p>
          </p:txBody>
        </p:sp>
        <p:sp>
          <p:nvSpPr>
            <p:cNvPr id="27" name="object 27"/>
            <p:cNvSpPr txBox="1"/>
            <p:nvPr/>
          </p:nvSpPr>
          <p:spPr>
            <a:xfrm>
              <a:off x="4747450" y="2847830"/>
              <a:ext cx="385366" cy="214466"/>
            </a:xfrm>
            <a:prstGeom prst="rect">
              <a:avLst/>
            </a:prstGeom>
          </p:spPr>
          <p:txBody>
            <a:bodyPr vert="horz" wrap="square" lIns="0" tIns="7541" rIns="0" bIns="0" rtlCol="0">
              <a:spAutoFit/>
            </a:bodyPr>
            <a:lstStyle/>
            <a:p>
              <a:pPr marL="7938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59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sz="1344" b="0" i="0" u="none" strike="noStrike" kern="0" cap="none" spc="-3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MT"/>
                  <a:ea typeface="+mn-ea"/>
                  <a:cs typeface="Arial MT"/>
                  <a:sym typeface="Arial"/>
                </a:rPr>
                <a:t>seen</a:t>
              </a:r>
              <a:endParaRPr kumimoji="0" sz="1344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MT"/>
                <a:ea typeface="+mn-ea"/>
                <a:cs typeface="Arial MT"/>
                <a:sym typeface="Arial"/>
              </a:endParaRPr>
            </a:p>
          </p:txBody>
        </p:sp>
        <p:sp>
          <p:nvSpPr>
            <p:cNvPr id="28" name="object 28"/>
            <p:cNvSpPr txBox="1"/>
            <p:nvPr/>
          </p:nvSpPr>
          <p:spPr>
            <a:xfrm>
              <a:off x="5286707" y="3850045"/>
              <a:ext cx="243284" cy="479683"/>
            </a:xfrm>
            <a:prstGeom prst="rect">
              <a:avLst/>
            </a:prstGeom>
          </p:spPr>
          <p:txBody>
            <a:bodyPr vert="horz" wrap="square" lIns="0" tIns="7938" rIns="0" bIns="0" rtlCol="0">
              <a:spAutoFit/>
            </a:bodyPr>
            <a:lstStyle/>
            <a:p>
              <a:pPr marL="28972" marR="3175" lvl="0" indent="-21431" algn="l" defTabSz="914400" rtl="0" eaLnBrk="1" fontAlgn="auto" latinLnBrk="0" hangingPunct="1">
                <a:lnSpc>
                  <a:spcPct val="114300"/>
                </a:lnSpc>
                <a:spcBef>
                  <a:spcPts val="63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sz="1344" b="0" i="0" u="none" strike="noStrike" kern="0" cap="none" spc="-3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MT"/>
                  <a:ea typeface="+mn-ea"/>
                  <a:cs typeface="Arial MT"/>
                  <a:sym typeface="Arial"/>
                </a:rPr>
                <a:t>yet  it</a:t>
              </a:r>
              <a:endParaRPr kumimoji="0" sz="1344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MT"/>
                <a:ea typeface="+mn-ea"/>
                <a:cs typeface="Arial MT"/>
                <a:sym typeface="Arial"/>
              </a:endParaRPr>
            </a:p>
          </p:txBody>
        </p:sp>
        <p:sp>
          <p:nvSpPr>
            <p:cNvPr id="29" name="object 29"/>
            <p:cNvSpPr txBox="1"/>
            <p:nvPr/>
          </p:nvSpPr>
          <p:spPr>
            <a:xfrm>
              <a:off x="5759565" y="4252208"/>
              <a:ext cx="460772" cy="214466"/>
            </a:xfrm>
            <a:prstGeom prst="rect">
              <a:avLst/>
            </a:prstGeom>
          </p:spPr>
          <p:txBody>
            <a:bodyPr vert="horz" wrap="square" lIns="0" tIns="7541" rIns="0" bIns="0" rtlCol="0">
              <a:spAutoFit/>
            </a:bodyPr>
            <a:lstStyle/>
            <a:p>
              <a:pPr marL="7938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59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sz="1344" b="0" i="0" u="none" strike="noStrike" kern="0" cap="none" spc="-3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MT"/>
                  <a:ea typeface="+mn-ea"/>
                  <a:cs typeface="Arial MT"/>
                  <a:sym typeface="Arial"/>
                </a:rPr>
                <a:t>would</a:t>
              </a:r>
              <a:endParaRPr kumimoji="0" sz="1344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MT"/>
                <a:ea typeface="+mn-ea"/>
                <a:cs typeface="Arial MT"/>
                <a:sym typeface="Arial"/>
              </a:endParaRPr>
            </a:p>
          </p:txBody>
        </p:sp>
        <p:sp>
          <p:nvSpPr>
            <p:cNvPr id="30" name="object 30"/>
            <p:cNvSpPr txBox="1"/>
            <p:nvPr/>
          </p:nvSpPr>
          <p:spPr>
            <a:xfrm>
              <a:off x="5944070" y="4901201"/>
              <a:ext cx="404019" cy="214466"/>
            </a:xfrm>
            <a:prstGeom prst="rect">
              <a:avLst/>
            </a:prstGeom>
          </p:spPr>
          <p:txBody>
            <a:bodyPr vert="horz" wrap="square" lIns="0" tIns="7541" rIns="0" bIns="0" rtlCol="0">
              <a:spAutoFit/>
            </a:bodyPr>
            <a:lstStyle/>
            <a:p>
              <a:pPr marL="7938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59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sz="1344" b="0" i="0" u="none" strike="noStrike" kern="0" cap="none" spc="-3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MT"/>
                  <a:ea typeface="+mn-ea"/>
                  <a:cs typeface="Arial MT"/>
                  <a:sym typeface="Arial"/>
                </a:rPr>
                <a:t>while</a:t>
              </a:r>
              <a:endParaRPr kumimoji="0" sz="1344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MT"/>
                <a:ea typeface="+mn-ea"/>
                <a:cs typeface="Arial MT"/>
                <a:sym typeface="Arial"/>
              </a:endParaRPr>
            </a:p>
          </p:txBody>
        </p:sp>
        <p:sp>
          <p:nvSpPr>
            <p:cNvPr id="31" name="object 31"/>
            <p:cNvSpPr txBox="1"/>
            <p:nvPr/>
          </p:nvSpPr>
          <p:spPr>
            <a:xfrm>
              <a:off x="4378483" y="4965037"/>
              <a:ext cx="754459" cy="214466"/>
            </a:xfrm>
            <a:prstGeom prst="rect">
              <a:avLst/>
            </a:prstGeom>
          </p:spPr>
          <p:txBody>
            <a:bodyPr vert="horz" wrap="square" lIns="0" tIns="7541" rIns="0" bIns="0" rtlCol="0">
              <a:spAutoFit/>
            </a:bodyPr>
            <a:lstStyle/>
            <a:p>
              <a:pPr marL="7938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59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sz="1344" b="0" i="0" u="none" strike="noStrike" kern="0" cap="none" spc="-3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MT"/>
                  <a:ea typeface="+mn-ea"/>
                  <a:cs typeface="Arial MT"/>
                  <a:sym typeface="Arial"/>
                </a:rPr>
                <a:t>whenever</a:t>
              </a:r>
              <a:endParaRPr kumimoji="0" sz="1344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MT"/>
                <a:ea typeface="+mn-ea"/>
                <a:cs typeface="Arial MT"/>
                <a:sym typeface="Arial"/>
              </a:endParaRPr>
            </a:p>
          </p:txBody>
        </p:sp>
        <p:sp>
          <p:nvSpPr>
            <p:cNvPr id="32" name="object 32"/>
            <p:cNvSpPr txBox="1"/>
            <p:nvPr/>
          </p:nvSpPr>
          <p:spPr>
            <a:xfrm>
              <a:off x="4231970" y="3922392"/>
              <a:ext cx="565150" cy="214466"/>
            </a:xfrm>
            <a:prstGeom prst="rect">
              <a:avLst/>
            </a:prstGeom>
          </p:spPr>
          <p:txBody>
            <a:bodyPr vert="horz" wrap="square" lIns="0" tIns="7541" rIns="0" bIns="0" rtlCol="0">
              <a:spAutoFit/>
            </a:bodyPr>
            <a:lstStyle/>
            <a:p>
              <a:pPr marL="7938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59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sz="1344" b="0" i="0" u="none" strike="noStrike" kern="0" cap="none" spc="-3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MT"/>
                  <a:ea typeface="+mn-ea"/>
                  <a:cs typeface="Arial MT"/>
                  <a:sym typeface="Arial"/>
                </a:rPr>
                <a:t>several</a:t>
              </a:r>
              <a:endParaRPr kumimoji="0" sz="1344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MT"/>
                <a:ea typeface="+mn-ea"/>
                <a:cs typeface="Arial MT"/>
                <a:sym typeface="Arial"/>
              </a:endParaRPr>
            </a:p>
          </p:txBody>
        </p:sp>
        <p:sp>
          <p:nvSpPr>
            <p:cNvPr id="33" name="object 33"/>
            <p:cNvSpPr txBox="1"/>
            <p:nvPr/>
          </p:nvSpPr>
          <p:spPr>
            <a:xfrm>
              <a:off x="4446043" y="4390518"/>
              <a:ext cx="930275" cy="214466"/>
            </a:xfrm>
            <a:prstGeom prst="rect">
              <a:avLst/>
            </a:prstGeom>
          </p:spPr>
          <p:txBody>
            <a:bodyPr vert="horz" wrap="square" lIns="0" tIns="7541" rIns="0" bIns="0" rtlCol="0">
              <a:spAutoFit/>
            </a:bodyPr>
            <a:lstStyle/>
            <a:p>
              <a:pPr marL="7938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59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>
                  <a:tab pos="245269" algn="l"/>
                  <a:tab pos="874316" algn="l"/>
                </a:tabLst>
                <a:defRPr/>
              </a:pPr>
              <a:r>
                <a:rPr kumimoji="0" sz="1344" b="0" i="0" u="none" strike="noStrike" kern="0" cap="none" spc="-6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MT"/>
                  <a:ea typeface="+mn-ea"/>
                  <a:cs typeface="Arial MT"/>
                  <a:sym typeface="Arial"/>
                </a:rPr>
                <a:t>t</a:t>
              </a:r>
              <a:r>
                <a:rPr kumimoji="0" sz="1344" b="0" i="0" u="none" strike="noStrike" kern="0" cap="none" spc="-3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MT"/>
                  <a:ea typeface="+mn-ea"/>
                  <a:cs typeface="Arial MT"/>
                  <a:sym typeface="Arial"/>
                </a:rPr>
                <a:t>o</a:t>
              </a:r>
              <a:r>
                <a:rPr kumimoji="0" sz="1344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MT"/>
                  <a:ea typeface="+mn-ea"/>
                  <a:cs typeface="Arial MT"/>
                  <a:sym typeface="Arial"/>
                </a:rPr>
                <a:t>	</a:t>
              </a:r>
              <a:r>
                <a:rPr kumimoji="0" sz="1344" b="0" i="0" u="none" strike="noStrike" kern="0" cap="none" spc="-3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MT"/>
                  <a:ea typeface="+mn-ea"/>
                  <a:cs typeface="Arial MT"/>
                  <a:sym typeface="Arial"/>
                </a:rPr>
                <a:t>scenes</a:t>
              </a:r>
              <a:r>
                <a:rPr kumimoji="0" sz="1344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MT"/>
                  <a:ea typeface="+mn-ea"/>
                  <a:cs typeface="Arial MT"/>
                  <a:sym typeface="Arial"/>
                </a:rPr>
                <a:t>	</a:t>
              </a:r>
              <a:r>
                <a:rPr kumimoji="0" sz="1344" b="0" i="0" u="none" strike="noStrike" kern="0" cap="none" spc="-3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MT"/>
                  <a:ea typeface="+mn-ea"/>
                  <a:cs typeface="Arial MT"/>
                  <a:sym typeface="Arial"/>
                </a:rPr>
                <a:t>I</a:t>
              </a:r>
              <a:endParaRPr kumimoji="0" sz="1344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MT"/>
                <a:ea typeface="+mn-ea"/>
                <a:cs typeface="Arial MT"/>
                <a:sym typeface="Arial"/>
              </a:endParaRPr>
            </a:p>
          </p:txBody>
        </p:sp>
        <p:sp>
          <p:nvSpPr>
            <p:cNvPr id="34" name="object 34"/>
            <p:cNvSpPr txBox="1"/>
            <p:nvPr/>
          </p:nvSpPr>
          <p:spPr>
            <a:xfrm>
              <a:off x="5441587" y="3432987"/>
              <a:ext cx="593328" cy="214466"/>
            </a:xfrm>
            <a:prstGeom prst="rect">
              <a:avLst/>
            </a:prstGeom>
          </p:spPr>
          <p:txBody>
            <a:bodyPr vert="horz" wrap="square" lIns="0" tIns="7541" rIns="0" bIns="0" rtlCol="0">
              <a:spAutoFit/>
            </a:bodyPr>
            <a:lstStyle/>
            <a:p>
              <a:pPr marL="7938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59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sz="1344" b="0" i="0" u="none" strike="noStrike" kern="0" cap="none" spc="-3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MT"/>
                  <a:ea typeface="+mn-ea"/>
                  <a:cs typeface="Arial MT"/>
                  <a:sym typeface="Arial"/>
                </a:rPr>
                <a:t>sa</a:t>
              </a:r>
              <a:r>
                <a:rPr kumimoji="0" sz="1344" b="0" i="0" u="none" strike="noStrike" kern="0" cap="none" spc="-6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MT"/>
                  <a:ea typeface="+mn-ea"/>
                  <a:cs typeface="Arial MT"/>
                  <a:sym typeface="Arial"/>
                </a:rPr>
                <a:t>t</a:t>
              </a:r>
              <a:r>
                <a:rPr kumimoji="0" sz="1344" b="0" i="0" u="none" strike="noStrike" kern="0" cap="none" spc="-3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MT"/>
                  <a:ea typeface="+mn-ea"/>
                  <a:cs typeface="Arial MT"/>
                  <a:sym typeface="Arial"/>
                </a:rPr>
                <a:t>irical</a:t>
              </a:r>
              <a:endParaRPr kumimoji="0" sz="1344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MT"/>
                <a:ea typeface="+mn-ea"/>
                <a:cs typeface="Arial MT"/>
                <a:sym typeface="Arial"/>
              </a:endParaRPr>
            </a:p>
          </p:txBody>
        </p:sp>
        <p:sp>
          <p:nvSpPr>
            <p:cNvPr id="35" name="object 35"/>
            <p:cNvSpPr txBox="1"/>
            <p:nvPr/>
          </p:nvSpPr>
          <p:spPr>
            <a:xfrm>
              <a:off x="4262570" y="3486184"/>
              <a:ext cx="1609725" cy="214466"/>
            </a:xfrm>
            <a:prstGeom prst="rect">
              <a:avLst/>
            </a:prstGeom>
          </p:spPr>
          <p:txBody>
            <a:bodyPr vert="horz" wrap="square" lIns="0" tIns="7541" rIns="0" bIns="0" rtlCol="0">
              <a:spAutoFit/>
            </a:bodyPr>
            <a:lstStyle/>
            <a:p>
              <a:pPr marL="3175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59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>
                  <a:tab pos="939800" algn="l"/>
                </a:tabLst>
                <a:defRPr/>
              </a:pPr>
              <a:r>
                <a:rPr kumimoji="0" sz="2016" b="0" i="0" u="none" strike="noStrike" kern="0" cap="none" spc="14" normalizeH="0" baseline="-24547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MT"/>
                  <a:ea typeface="+mn-ea"/>
                  <a:cs typeface="Arial MT"/>
                  <a:sym typeface="Arial"/>
                </a:rPr>
                <a:t>who</a:t>
              </a:r>
              <a:r>
                <a:rPr kumimoji="0" sz="1344" b="0" i="0" u="none" strike="noStrike" kern="0" cap="none" spc="9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MT"/>
                  <a:ea typeface="+mn-ea"/>
                  <a:cs typeface="Arial MT"/>
                  <a:sym typeface="Arial"/>
                </a:rPr>
                <a:t>sweet	</a:t>
              </a:r>
              <a:r>
                <a:rPr kumimoji="0" sz="1344" b="0" i="0" u="none" strike="noStrike" kern="0" cap="none" spc="-3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MT"/>
                  <a:ea typeface="+mn-ea"/>
                  <a:cs typeface="Arial MT"/>
                  <a:sym typeface="Arial"/>
                </a:rPr>
                <a:t>of</a:t>
              </a:r>
              <a:r>
                <a:rPr kumimoji="0" sz="1344" b="0" i="0" u="none" strike="noStrike" kern="0" cap="none" spc="-22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MT"/>
                  <a:ea typeface="+mn-ea"/>
                  <a:cs typeface="Arial MT"/>
                  <a:sym typeface="Arial"/>
                </a:rPr>
                <a:t> </a:t>
              </a:r>
              <a:r>
                <a:rPr kumimoji="0" sz="2016" b="0" i="0" u="none" strike="noStrike" kern="0" cap="none" spc="-4" normalizeH="0" baseline="-41343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MT"/>
                  <a:ea typeface="+mn-ea"/>
                  <a:cs typeface="Arial MT"/>
                  <a:sym typeface="Arial"/>
                </a:rPr>
                <a:t>movie</a:t>
              </a:r>
              <a:endParaRPr kumimoji="0" sz="2016" b="0" i="0" u="none" strike="noStrike" kern="0" cap="none" spc="0" normalizeH="0" baseline="-41343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MT"/>
                <a:ea typeface="+mn-ea"/>
                <a:cs typeface="Arial MT"/>
                <a:sym typeface="Arial"/>
              </a:endParaRPr>
            </a:p>
          </p:txBody>
        </p:sp>
        <p:sp>
          <p:nvSpPr>
            <p:cNvPr id="36" name="object 36"/>
            <p:cNvSpPr txBox="1"/>
            <p:nvPr/>
          </p:nvSpPr>
          <p:spPr>
            <a:xfrm>
              <a:off x="5473469" y="4454354"/>
              <a:ext cx="995363" cy="214466"/>
            </a:xfrm>
            <a:prstGeom prst="rect">
              <a:avLst/>
            </a:prstGeom>
          </p:spPr>
          <p:txBody>
            <a:bodyPr vert="horz" wrap="square" lIns="0" tIns="7541" rIns="0" bIns="0" rtlCol="0">
              <a:spAutoFit/>
            </a:bodyPr>
            <a:lstStyle/>
            <a:p>
              <a:pPr marL="7938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59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sz="1344" b="0" i="0" u="none" strike="noStrike" kern="0" cap="none" spc="-6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MT"/>
                  <a:ea typeface="+mn-ea"/>
                  <a:cs typeface="Arial MT"/>
                  <a:sym typeface="Arial"/>
                </a:rPr>
                <a:t>the</a:t>
              </a:r>
              <a:r>
                <a:rPr kumimoji="0" sz="1344" b="0" i="0" u="none" strike="noStrike" kern="0" cap="none" spc="-81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MT"/>
                  <a:ea typeface="+mn-ea"/>
                  <a:cs typeface="Arial MT"/>
                  <a:sym typeface="Arial"/>
                </a:rPr>
                <a:t> </a:t>
              </a:r>
              <a:r>
                <a:rPr kumimoji="0" sz="1344" b="0" i="0" u="none" strike="noStrike" kern="0" cap="none" spc="-3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MT"/>
                  <a:ea typeface="+mn-ea"/>
                  <a:cs typeface="Arial MT"/>
                  <a:sym typeface="Arial"/>
                </a:rPr>
                <a:t>manages</a:t>
              </a:r>
              <a:endParaRPr kumimoji="0" sz="1344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MT"/>
                <a:ea typeface="+mn-ea"/>
                <a:cs typeface="Arial MT"/>
                <a:sym typeface="Arial"/>
              </a:endParaRPr>
            </a:p>
          </p:txBody>
        </p:sp>
        <p:sp>
          <p:nvSpPr>
            <p:cNvPr id="37" name="object 37"/>
            <p:cNvSpPr txBox="1"/>
            <p:nvPr/>
          </p:nvSpPr>
          <p:spPr>
            <a:xfrm>
              <a:off x="5861295" y="4007506"/>
              <a:ext cx="498872" cy="214466"/>
            </a:xfrm>
            <a:prstGeom prst="rect">
              <a:avLst/>
            </a:prstGeom>
          </p:spPr>
          <p:txBody>
            <a:bodyPr vert="horz" wrap="square" lIns="0" tIns="7541" rIns="0" bIns="0" rtlCol="0">
              <a:spAutoFit/>
            </a:bodyPr>
            <a:lstStyle/>
            <a:p>
              <a:pPr marL="7938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59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sz="1344" b="0" i="0" u="none" strike="noStrike" kern="0" cap="none" spc="-3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MT"/>
                  <a:ea typeface="+mn-ea"/>
                  <a:cs typeface="Arial MT"/>
                  <a:sym typeface="Arial"/>
                </a:rPr>
                <a:t>humor</a:t>
              </a:r>
              <a:endParaRPr kumimoji="0" sz="1344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MT"/>
                <a:ea typeface="+mn-ea"/>
                <a:cs typeface="Arial MT"/>
                <a:sym typeface="Arial"/>
              </a:endParaRPr>
            </a:p>
          </p:txBody>
        </p:sp>
        <p:sp>
          <p:nvSpPr>
            <p:cNvPr id="38" name="object 38"/>
            <p:cNvSpPr txBox="1"/>
            <p:nvPr/>
          </p:nvSpPr>
          <p:spPr>
            <a:xfrm>
              <a:off x="5527813" y="5028873"/>
              <a:ext cx="385366" cy="214466"/>
            </a:xfrm>
            <a:prstGeom prst="rect">
              <a:avLst/>
            </a:prstGeom>
          </p:spPr>
          <p:txBody>
            <a:bodyPr vert="horz" wrap="square" lIns="0" tIns="7541" rIns="0" bIns="0" rtlCol="0">
              <a:spAutoFit/>
            </a:bodyPr>
            <a:lstStyle/>
            <a:p>
              <a:pPr marL="7938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59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sz="1344" b="0" i="0" u="none" strike="noStrike" kern="0" cap="none" spc="-3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MT"/>
                  <a:ea typeface="+mn-ea"/>
                  <a:cs typeface="Arial MT"/>
                  <a:sym typeface="Arial"/>
                </a:rPr>
                <a:t>have</a:t>
              </a:r>
              <a:endParaRPr kumimoji="0" sz="1344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MT"/>
                <a:ea typeface="+mn-ea"/>
                <a:cs typeface="Arial MT"/>
                <a:sym typeface="Arial"/>
              </a:endParaRPr>
            </a:p>
          </p:txBody>
        </p:sp>
        <p:sp>
          <p:nvSpPr>
            <p:cNvPr id="39" name="object 39"/>
            <p:cNvSpPr txBox="1"/>
            <p:nvPr/>
          </p:nvSpPr>
          <p:spPr>
            <a:xfrm>
              <a:off x="4554673" y="3103171"/>
              <a:ext cx="479822" cy="214466"/>
            </a:xfrm>
            <a:prstGeom prst="rect">
              <a:avLst/>
            </a:prstGeom>
          </p:spPr>
          <p:txBody>
            <a:bodyPr vert="horz" wrap="square" lIns="0" tIns="7541" rIns="0" bIns="0" rtlCol="0">
              <a:spAutoFit/>
            </a:bodyPr>
            <a:lstStyle/>
            <a:p>
              <a:pPr marL="7938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59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sz="1344" b="0" i="0" u="none" strike="noStrike" kern="0" cap="none" spc="-3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MT"/>
                  <a:ea typeface="+mn-ea"/>
                  <a:cs typeface="Arial MT"/>
                  <a:sym typeface="Arial"/>
                </a:rPr>
                <a:t>happy</a:t>
              </a:r>
              <a:endParaRPr kumimoji="0" sz="1344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MT"/>
                <a:ea typeface="+mn-ea"/>
                <a:cs typeface="Arial MT"/>
                <a:sym typeface="Arial"/>
              </a:endParaRPr>
            </a:p>
          </p:txBody>
        </p:sp>
        <p:sp>
          <p:nvSpPr>
            <p:cNvPr id="40" name="object 40"/>
            <p:cNvSpPr txBox="1"/>
            <p:nvPr/>
          </p:nvSpPr>
          <p:spPr>
            <a:xfrm>
              <a:off x="4244486" y="4645860"/>
              <a:ext cx="1855788" cy="214466"/>
            </a:xfrm>
            <a:prstGeom prst="rect">
              <a:avLst/>
            </a:prstGeom>
          </p:spPr>
          <p:txBody>
            <a:bodyPr vert="horz" wrap="square" lIns="0" tIns="7541" rIns="0" bIns="0" rtlCol="0">
              <a:spAutoFit/>
            </a:bodyPr>
            <a:lstStyle/>
            <a:p>
              <a:pPr marL="23813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59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>
                  <a:tab pos="789781" algn="l"/>
                  <a:tab pos="1112441" algn="l"/>
                </a:tabLst>
                <a:defRPr/>
              </a:pPr>
              <a:r>
                <a:rPr kumimoji="0" sz="1344" b="0" i="0" u="none" strike="noStrike" kern="0" cap="none" spc="-6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MT"/>
                  <a:ea typeface="+mn-ea"/>
                  <a:cs typeface="Arial MT"/>
                  <a:sym typeface="Arial"/>
                </a:rPr>
                <a:t>fu</a:t>
              </a:r>
              <a:r>
                <a:rPr kumimoji="0" sz="1344" b="0" i="0" u="none" strike="noStrike" kern="0" cap="none" spc="-3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MT"/>
                  <a:ea typeface="+mn-ea"/>
                  <a:cs typeface="Arial MT"/>
                  <a:sym typeface="Arial"/>
                </a:rPr>
                <a:t>n</a:t>
              </a:r>
              <a:r>
                <a:rPr kumimoji="0" sz="1344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MT"/>
                  <a:ea typeface="+mn-ea"/>
                  <a:cs typeface="Arial MT"/>
                  <a:sym typeface="Arial"/>
                </a:rPr>
                <a:t>	</a:t>
              </a:r>
              <a:r>
                <a:rPr kumimoji="0" sz="2016" b="0" i="0" u="none" strike="noStrike" kern="0" cap="none" spc="-9" normalizeH="0" baseline="27131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MT"/>
                  <a:ea typeface="+mn-ea"/>
                  <a:cs typeface="Arial MT"/>
                  <a:sym typeface="Arial"/>
                </a:rPr>
                <a:t>th</a:t>
              </a:r>
              <a:r>
                <a:rPr kumimoji="0" sz="2016" b="0" i="0" u="none" strike="noStrike" kern="0" cap="none" spc="-4" normalizeH="0" baseline="27131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MT"/>
                  <a:ea typeface="+mn-ea"/>
                  <a:cs typeface="Arial MT"/>
                  <a:sym typeface="Arial"/>
                </a:rPr>
                <a:t>e</a:t>
              </a:r>
              <a:r>
                <a:rPr kumimoji="0" sz="2016" b="0" i="0" u="none" strike="noStrike" kern="0" cap="none" spc="0" normalizeH="0" baseline="27131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MT"/>
                  <a:ea typeface="+mn-ea"/>
                  <a:cs typeface="Arial MT"/>
                  <a:sym typeface="Arial"/>
                </a:rPr>
                <a:t>	</a:t>
              </a:r>
              <a:r>
                <a:rPr kumimoji="0" sz="1344" b="0" i="0" u="none" strike="noStrike" kern="0" cap="none" spc="-6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MT"/>
                  <a:ea typeface="+mn-ea"/>
                  <a:cs typeface="Arial MT"/>
                  <a:sym typeface="Arial"/>
                </a:rPr>
                <a:t>t</a:t>
              </a:r>
              <a:r>
                <a:rPr kumimoji="0" sz="1344" b="0" i="0" u="none" strike="noStrike" kern="0" cap="none" spc="-3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MT"/>
                  <a:ea typeface="+mn-ea"/>
                  <a:cs typeface="Arial MT"/>
                  <a:sym typeface="Arial"/>
                </a:rPr>
                <a:t>imes</a:t>
              </a:r>
              <a:r>
                <a:rPr kumimoji="0" sz="1344" b="0" i="0" u="none" strike="noStrike" kern="0" cap="none" spc="-219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MT"/>
                  <a:ea typeface="+mn-ea"/>
                  <a:cs typeface="Arial MT"/>
                  <a:sym typeface="Arial"/>
                </a:rPr>
                <a:t> </a:t>
              </a:r>
              <a:r>
                <a:rPr kumimoji="0" sz="2016" b="0" i="0" u="none" strike="noStrike" kern="0" cap="none" spc="-4" normalizeH="0" baseline="-20671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MT"/>
                  <a:ea typeface="+mn-ea"/>
                  <a:cs typeface="Arial MT"/>
                  <a:sym typeface="Arial"/>
                </a:rPr>
                <a:t>and</a:t>
              </a:r>
              <a:endParaRPr kumimoji="0" sz="2016" b="0" i="0" u="none" strike="noStrike" kern="0" cap="none" spc="0" normalizeH="0" baseline="-20671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MT"/>
                <a:ea typeface="+mn-ea"/>
                <a:cs typeface="Arial MT"/>
                <a:sym typeface="Arial"/>
              </a:endParaRPr>
            </a:p>
          </p:txBody>
        </p:sp>
        <p:sp>
          <p:nvSpPr>
            <p:cNvPr id="41" name="object 41"/>
            <p:cNvSpPr txBox="1"/>
            <p:nvPr/>
          </p:nvSpPr>
          <p:spPr>
            <a:xfrm>
              <a:off x="4243789" y="2986140"/>
              <a:ext cx="442119" cy="214466"/>
            </a:xfrm>
            <a:prstGeom prst="rect">
              <a:avLst/>
            </a:prstGeom>
          </p:spPr>
          <p:txBody>
            <a:bodyPr vert="horz" wrap="square" lIns="0" tIns="7541" rIns="0" bIns="0" rtlCol="0">
              <a:spAutoFit/>
            </a:bodyPr>
            <a:lstStyle/>
            <a:p>
              <a:pPr marL="7938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59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sz="1344" b="0" i="0" u="none" strike="noStrike" kern="0" cap="none" spc="-6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MT"/>
                  <a:ea typeface="+mn-ea"/>
                  <a:cs typeface="Arial MT"/>
                  <a:sym typeface="Arial"/>
                </a:rPr>
                <a:t>f</a:t>
              </a:r>
              <a:r>
                <a:rPr kumimoji="0" sz="1344" b="0" i="0" u="none" strike="noStrike" kern="0" cap="none" spc="-3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MT"/>
                  <a:ea typeface="+mn-ea"/>
                  <a:cs typeface="Arial MT"/>
                  <a:sym typeface="Arial"/>
                </a:rPr>
                <a:t>riend</a:t>
              </a:r>
              <a:endParaRPr kumimoji="0" sz="1344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MT"/>
                <a:ea typeface="+mn-ea"/>
                <a:cs typeface="Arial MT"/>
                <a:sym typeface="Arial"/>
              </a:endParaRPr>
            </a:p>
          </p:txBody>
        </p:sp>
        <p:sp>
          <p:nvSpPr>
            <p:cNvPr id="42" name="object 42"/>
            <p:cNvSpPr txBox="1"/>
            <p:nvPr/>
          </p:nvSpPr>
          <p:spPr>
            <a:xfrm>
              <a:off x="4221426" y="2411621"/>
              <a:ext cx="379413" cy="610344"/>
            </a:xfrm>
            <a:prstGeom prst="rect">
              <a:avLst/>
            </a:prstGeom>
          </p:spPr>
          <p:txBody>
            <a:bodyPr vert="horz" wrap="square" lIns="0" tIns="7541" rIns="0" bIns="0" rtlCol="0">
              <a:spAutoFit/>
            </a:bodyPr>
            <a:lstStyle/>
            <a:p>
              <a:pPr marL="0" marR="44450" lvl="0" indent="0" algn="r" defTabSz="914400" rtl="0" eaLnBrk="1" fontAlgn="auto" latinLnBrk="0" hangingPunct="1">
                <a:lnSpc>
                  <a:spcPts val="1559"/>
                </a:lnSpc>
                <a:spcBef>
                  <a:spcPts val="59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sz="1344" b="0" i="0" u="none" strike="noStrike" kern="0" cap="none" spc="-6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MT"/>
                  <a:ea typeface="+mn-ea"/>
                  <a:cs typeface="Arial MT"/>
                  <a:sym typeface="Arial"/>
                </a:rPr>
                <a:t>f</a:t>
              </a:r>
              <a:r>
                <a:rPr kumimoji="0" sz="1344" b="0" i="0" u="none" strike="noStrike" kern="0" cap="none" spc="-3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MT"/>
                  <a:ea typeface="+mn-ea"/>
                  <a:cs typeface="Arial MT"/>
                  <a:sym typeface="Arial"/>
                </a:rPr>
                <a:t>airy</a:t>
              </a:r>
              <a:endParaRPr kumimoji="0" sz="1344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MT"/>
                <a:ea typeface="+mn-ea"/>
                <a:cs typeface="Arial MT"/>
                <a:sym typeface="Arial"/>
              </a:endParaRPr>
            </a:p>
            <a:p>
              <a:pPr marL="86916" marR="3175" lvl="0" indent="159544" algn="r" defTabSz="914400" rtl="0" eaLnBrk="1" fontAlgn="auto" latinLnBrk="0" hangingPunct="1">
                <a:lnSpc>
                  <a:spcPts val="1506"/>
                </a:lnSpc>
                <a:spcBef>
                  <a:spcPts val="84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sz="1344" b="0" i="0" u="none" strike="noStrike" kern="0" cap="none" spc="-3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MT"/>
                  <a:ea typeface="+mn-ea"/>
                  <a:cs typeface="Arial MT"/>
                  <a:sym typeface="Arial"/>
                </a:rPr>
                <a:t>it </a:t>
              </a:r>
              <a:r>
                <a:rPr kumimoji="0" sz="1344" b="0" i="0" u="none" strike="noStrike" kern="0" cap="none" spc="-366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MT"/>
                  <a:ea typeface="+mn-ea"/>
                  <a:cs typeface="Arial MT"/>
                  <a:sym typeface="Arial"/>
                </a:rPr>
                <a:t> </a:t>
              </a:r>
              <a:r>
                <a:rPr kumimoji="0" sz="1344" b="0" i="0" u="none" strike="noStrike" kern="0" cap="none" spc="-3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MT"/>
                  <a:ea typeface="+mn-ea"/>
                  <a:cs typeface="Arial MT"/>
                  <a:sym typeface="Arial"/>
                </a:rPr>
                <a:t>and</a:t>
              </a:r>
              <a:endParaRPr kumimoji="0" sz="1344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MT"/>
                <a:ea typeface="+mn-ea"/>
                <a:cs typeface="Arial MT"/>
                <a:sym typeface="Arial"/>
              </a:endParaRPr>
            </a:p>
          </p:txBody>
        </p:sp>
        <p:sp>
          <p:nvSpPr>
            <p:cNvPr id="43" name="object 43"/>
            <p:cNvSpPr txBox="1"/>
            <p:nvPr/>
          </p:nvSpPr>
          <p:spPr>
            <a:xfrm>
              <a:off x="5113841" y="3049975"/>
              <a:ext cx="660003" cy="214466"/>
            </a:xfrm>
            <a:prstGeom prst="rect">
              <a:avLst/>
            </a:prstGeom>
          </p:spPr>
          <p:txBody>
            <a:bodyPr vert="horz" wrap="square" lIns="0" tIns="7541" rIns="0" bIns="0" rtlCol="0">
              <a:spAutoFit/>
            </a:bodyPr>
            <a:lstStyle/>
            <a:p>
              <a:pPr marL="7938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59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sz="1344" b="0" i="0" u="none" strike="noStrike" kern="0" cap="none" spc="-3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MT"/>
                  <a:ea typeface="+mn-ea"/>
                  <a:cs typeface="Arial MT"/>
                  <a:sym typeface="Arial"/>
                </a:rPr>
                <a:t>dialogue</a:t>
              </a:r>
              <a:endParaRPr kumimoji="0" sz="1344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MT"/>
                <a:ea typeface="+mn-ea"/>
                <a:cs typeface="Arial MT"/>
                <a:sym typeface="Arial"/>
              </a:endParaRPr>
            </a:p>
          </p:txBody>
        </p:sp>
        <p:sp>
          <p:nvSpPr>
            <p:cNvPr id="44" name="object 44"/>
            <p:cNvSpPr txBox="1"/>
            <p:nvPr/>
          </p:nvSpPr>
          <p:spPr>
            <a:xfrm>
              <a:off x="4462148" y="3752165"/>
              <a:ext cx="1551781" cy="214466"/>
            </a:xfrm>
            <a:prstGeom prst="rect">
              <a:avLst/>
            </a:prstGeom>
          </p:spPr>
          <p:txBody>
            <a:bodyPr vert="horz" wrap="square" lIns="0" tIns="7541" rIns="0" bIns="0" rtlCol="0">
              <a:spAutoFit/>
            </a:bodyPr>
            <a:lstStyle/>
            <a:p>
              <a:pPr marL="23813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59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>
                  <a:tab pos="283766" algn="l"/>
                </a:tabLst>
                <a:defRPr/>
              </a:pPr>
              <a:r>
                <a:rPr kumimoji="0" sz="1344" b="0" i="0" u="none" strike="noStrike" kern="0" cap="none" spc="-3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MT"/>
                  <a:ea typeface="+mn-ea"/>
                  <a:cs typeface="Arial MT"/>
                  <a:sym typeface="Arial"/>
                </a:rPr>
                <a:t>it	</a:t>
              </a:r>
              <a:r>
                <a:rPr kumimoji="0" sz="2016" b="0" i="0" u="none" strike="noStrike" kern="0" cap="none" spc="-4" normalizeH="0" baseline="20671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MT"/>
                  <a:ea typeface="+mn-ea"/>
                  <a:cs typeface="Arial MT"/>
                  <a:sym typeface="Arial"/>
                </a:rPr>
                <a:t>I</a:t>
              </a:r>
              <a:r>
                <a:rPr kumimoji="0" sz="2016" b="0" i="0" u="none" strike="noStrike" kern="0" cap="none" spc="206" normalizeH="0" baseline="20671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MT"/>
                  <a:ea typeface="+mn-ea"/>
                  <a:cs typeface="Arial MT"/>
                  <a:sym typeface="Arial"/>
                </a:rPr>
                <a:t> </a:t>
              </a:r>
              <a:r>
                <a:rPr kumimoji="0" sz="1344" b="0" i="0" u="none" strike="noStrike" kern="0" cap="none" spc="-3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MT"/>
                  <a:ea typeface="+mn-ea"/>
                  <a:cs typeface="Arial MT"/>
                  <a:sym typeface="Arial"/>
                </a:rPr>
                <a:t>but </a:t>
              </a:r>
              <a:r>
                <a:rPr kumimoji="0" sz="2016" b="0" i="0" u="none" strike="noStrike" kern="0" cap="none" spc="-4" normalizeH="0" baseline="20671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MT"/>
                  <a:ea typeface="+mn-ea"/>
                  <a:cs typeface="Arial MT"/>
                  <a:sym typeface="Arial"/>
                </a:rPr>
                <a:t>to</a:t>
              </a:r>
              <a:r>
                <a:rPr kumimoji="0" sz="2016" b="0" i="0" u="none" strike="noStrike" kern="0" cap="none" spc="4" normalizeH="0" baseline="20671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MT"/>
                  <a:ea typeface="+mn-ea"/>
                  <a:cs typeface="Arial MT"/>
                  <a:sym typeface="Arial"/>
                </a:rPr>
                <a:t> </a:t>
              </a:r>
              <a:r>
                <a:rPr kumimoji="0" sz="1344" b="0" i="0" u="none" strike="noStrike" kern="0" cap="none" spc="-3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MT"/>
                  <a:ea typeface="+mn-ea"/>
                  <a:cs typeface="Arial MT"/>
                  <a:sym typeface="Arial"/>
                </a:rPr>
                <a:t>romantic</a:t>
              </a:r>
              <a:endParaRPr kumimoji="0" sz="1344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MT"/>
                <a:ea typeface="+mn-ea"/>
                <a:cs typeface="Arial MT"/>
                <a:sym typeface="Arial"/>
              </a:endParaRPr>
            </a:p>
          </p:txBody>
        </p:sp>
        <p:sp>
          <p:nvSpPr>
            <p:cNvPr id="45" name="object 45"/>
            <p:cNvSpPr txBox="1"/>
            <p:nvPr/>
          </p:nvSpPr>
          <p:spPr>
            <a:xfrm>
              <a:off x="4315992" y="5156543"/>
              <a:ext cx="1164431" cy="341840"/>
            </a:xfrm>
            <a:prstGeom prst="rect">
              <a:avLst/>
            </a:prstGeom>
          </p:spPr>
          <p:txBody>
            <a:bodyPr vert="horz" wrap="square" lIns="0" tIns="84534" rIns="0" bIns="0" rtlCol="0">
              <a:spAutoFit/>
            </a:bodyPr>
            <a:lstStyle/>
            <a:p>
              <a:pPr marL="7938" marR="3175" lvl="0" indent="239713" algn="l" defTabSz="914400" rtl="0" eaLnBrk="1" fontAlgn="auto" latinLnBrk="0" hangingPunct="1">
                <a:lnSpc>
                  <a:spcPct val="62300"/>
                </a:lnSpc>
                <a:spcBef>
                  <a:spcPts val="666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sz="1344" b="0" i="0" u="none" strike="noStrike" kern="0" cap="none" spc="-3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MT"/>
                  <a:ea typeface="+mn-ea"/>
                  <a:cs typeface="Arial MT"/>
                  <a:sym typeface="Arial"/>
                </a:rPr>
                <a:t>conven</a:t>
              </a:r>
              <a:r>
                <a:rPr kumimoji="0" sz="1344" b="0" i="0" u="none" strike="noStrike" kern="0" cap="none" spc="-6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MT"/>
                  <a:ea typeface="+mn-ea"/>
                  <a:cs typeface="Arial MT"/>
                  <a:sym typeface="Arial"/>
                </a:rPr>
                <a:t>t</a:t>
              </a:r>
              <a:r>
                <a:rPr kumimoji="0" sz="1344" b="0" i="0" u="none" strike="noStrike" kern="0" cap="none" spc="-3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MT"/>
                  <a:ea typeface="+mn-ea"/>
                  <a:cs typeface="Arial MT"/>
                  <a:sym typeface="Arial"/>
                </a:rPr>
                <a:t>ions  with</a:t>
              </a:r>
              <a:endParaRPr kumimoji="0" sz="1344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MT"/>
                <a:ea typeface="+mn-ea"/>
                <a:cs typeface="Arial MT"/>
                <a:sym typeface="Arial"/>
              </a:endParaRPr>
            </a:p>
          </p:txBody>
        </p:sp>
        <p:sp>
          <p:nvSpPr>
            <p:cNvPr id="46" name="object 46"/>
            <p:cNvSpPr txBox="1"/>
            <p:nvPr/>
          </p:nvSpPr>
          <p:spPr>
            <a:xfrm>
              <a:off x="5383642" y="2794634"/>
              <a:ext cx="837009" cy="341039"/>
            </a:xfrm>
            <a:prstGeom prst="rect">
              <a:avLst/>
            </a:prstGeom>
          </p:spPr>
          <p:txBody>
            <a:bodyPr vert="horz" wrap="square" lIns="0" tIns="7541" rIns="0" bIns="0" rtlCol="0">
              <a:spAutoFit/>
            </a:bodyPr>
            <a:lstStyle/>
            <a:p>
              <a:pPr marL="7938" marR="0" lvl="0" indent="0" algn="l" defTabSz="914400" rtl="0" eaLnBrk="1" fontAlgn="auto" latinLnBrk="0" hangingPunct="1">
                <a:lnSpc>
                  <a:spcPts val="1309"/>
                </a:lnSpc>
                <a:spcBef>
                  <a:spcPts val="59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sz="1344" b="0" i="0" u="none" strike="noStrike" kern="0" cap="none" spc="-3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MT"/>
                  <a:ea typeface="+mn-ea"/>
                  <a:cs typeface="Arial MT"/>
                  <a:sym typeface="Arial"/>
                </a:rPr>
                <a:t>are</a:t>
              </a:r>
              <a:endParaRPr kumimoji="0" sz="1344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MT"/>
                <a:ea typeface="+mn-ea"/>
                <a:cs typeface="Arial MT"/>
                <a:sym typeface="Arial"/>
              </a:endParaRPr>
            </a:p>
            <a:p>
              <a:pPr marL="269875" marR="0" lvl="0" indent="0" algn="l" defTabSz="914400" rtl="0" eaLnBrk="1" fontAlgn="auto" latinLnBrk="0" hangingPunct="1">
                <a:lnSpc>
                  <a:spcPts val="1309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sz="1344" b="0" i="0" u="none" strike="noStrike" kern="0" cap="none" spc="-3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MT"/>
                  <a:ea typeface="+mn-ea"/>
                  <a:cs typeface="Arial MT"/>
                  <a:sym typeface="Arial"/>
                </a:rPr>
                <a:t>anyone</a:t>
              </a:r>
              <a:endParaRPr kumimoji="0" sz="1344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MT"/>
                <a:ea typeface="+mn-ea"/>
                <a:cs typeface="Arial MT"/>
                <a:sym typeface="Arial"/>
              </a:endParaRPr>
            </a:p>
          </p:txBody>
        </p:sp>
        <p:sp>
          <p:nvSpPr>
            <p:cNvPr id="47" name="object 47"/>
            <p:cNvSpPr txBox="1"/>
            <p:nvPr/>
          </p:nvSpPr>
          <p:spPr>
            <a:xfrm>
              <a:off x="4294474" y="3305316"/>
              <a:ext cx="773509" cy="214466"/>
            </a:xfrm>
            <a:prstGeom prst="rect">
              <a:avLst/>
            </a:prstGeom>
          </p:spPr>
          <p:txBody>
            <a:bodyPr vert="horz" wrap="square" lIns="0" tIns="7541" rIns="0" bIns="0" rtlCol="0">
              <a:spAutoFit/>
            </a:bodyPr>
            <a:lstStyle/>
            <a:p>
              <a:pPr marL="7938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59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sz="1344" b="0" i="0" u="none" strike="noStrike" kern="0" cap="none" spc="-3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MT"/>
                  <a:ea typeface="+mn-ea"/>
                  <a:cs typeface="Arial MT"/>
                  <a:sym typeface="Arial"/>
                </a:rPr>
                <a:t>adven</a:t>
              </a:r>
              <a:r>
                <a:rPr kumimoji="0" sz="1344" b="0" i="0" u="none" strike="noStrike" kern="0" cap="none" spc="-6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MT"/>
                  <a:ea typeface="+mn-ea"/>
                  <a:cs typeface="Arial MT"/>
                  <a:sym typeface="Arial"/>
                </a:rPr>
                <a:t>t</a:t>
              </a:r>
              <a:r>
                <a:rPr kumimoji="0" sz="1344" b="0" i="0" u="none" strike="noStrike" kern="0" cap="none" spc="-3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MT"/>
                  <a:ea typeface="+mn-ea"/>
                  <a:cs typeface="Arial MT"/>
                  <a:sym typeface="Arial"/>
                </a:rPr>
                <a:t>ure</a:t>
              </a:r>
              <a:endParaRPr kumimoji="0" sz="1344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MT"/>
                <a:ea typeface="+mn-ea"/>
                <a:cs typeface="Arial MT"/>
                <a:sym typeface="Arial"/>
              </a:endParaRPr>
            </a:p>
          </p:txBody>
        </p:sp>
        <p:sp>
          <p:nvSpPr>
            <p:cNvPr id="48" name="object 48"/>
            <p:cNvSpPr txBox="1"/>
            <p:nvPr/>
          </p:nvSpPr>
          <p:spPr>
            <a:xfrm>
              <a:off x="4658667" y="2475456"/>
              <a:ext cx="1413669" cy="409968"/>
            </a:xfrm>
            <a:prstGeom prst="rect">
              <a:avLst/>
            </a:prstGeom>
          </p:spPr>
          <p:txBody>
            <a:bodyPr vert="horz" wrap="square" lIns="0" tIns="25003" rIns="0" bIns="0" rtlCol="0">
              <a:spAutoFit/>
            </a:bodyPr>
            <a:lstStyle/>
            <a:p>
              <a:pPr marL="32941" marR="34925" lvl="0" indent="-1588" algn="l" defTabSz="914400" rtl="0" eaLnBrk="1" fontAlgn="auto" latinLnBrk="0" hangingPunct="1">
                <a:lnSpc>
                  <a:spcPts val="1506"/>
                </a:lnSpc>
                <a:spcBef>
                  <a:spcPts val="197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>
                  <a:tab pos="791766" algn="l"/>
                  <a:tab pos="969169" algn="l"/>
                </a:tabLst>
                <a:defRPr/>
              </a:pPr>
              <a:r>
                <a:rPr kumimoji="0" sz="1344" b="0" i="0" u="none" strike="noStrike" kern="0" cap="none" spc="-3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MT"/>
                  <a:ea typeface="+mn-ea"/>
                  <a:cs typeface="Arial MT"/>
                  <a:sym typeface="Arial"/>
                </a:rPr>
                <a:t>always	lov</a:t>
              </a:r>
              <a:r>
                <a:rPr kumimoji="0" sz="1344" b="0" i="0" u="none" strike="noStrike" kern="0" cap="none" spc="106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MT"/>
                  <a:ea typeface="+mn-ea"/>
                  <a:cs typeface="Arial MT"/>
                  <a:sym typeface="Arial"/>
                </a:rPr>
                <a:t>e</a:t>
              </a:r>
              <a:r>
                <a:rPr kumimoji="0" sz="2016" b="0" i="0" u="none" strike="noStrike" kern="0" cap="none" spc="-9" normalizeH="0" baseline="-16795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MT"/>
                  <a:ea typeface="+mn-ea"/>
                  <a:cs typeface="Arial MT"/>
                  <a:sym typeface="Arial"/>
                </a:rPr>
                <a:t>t</a:t>
              </a:r>
              <a:r>
                <a:rPr kumimoji="0" sz="2016" b="0" i="0" u="none" strike="noStrike" kern="0" cap="none" spc="-4" normalizeH="0" baseline="-16795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MT"/>
                  <a:ea typeface="+mn-ea"/>
                  <a:cs typeface="Arial MT"/>
                  <a:sym typeface="Arial"/>
                </a:rPr>
                <a:t>o</a:t>
              </a:r>
              <a:r>
                <a:rPr kumimoji="0" sz="2016" b="0" i="0" u="none" strike="noStrike" kern="0" cap="none" spc="-229" normalizeH="0" baseline="-16795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MT"/>
                  <a:ea typeface="+mn-ea"/>
                  <a:cs typeface="Arial MT"/>
                  <a:sym typeface="Arial"/>
                </a:rPr>
                <a:t> </a:t>
              </a:r>
              <a:r>
                <a:rPr kumimoji="0" sz="2016" b="0" i="0" u="none" strike="noStrike" kern="0" cap="none" spc="-4" normalizeH="0" baseline="20671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MT"/>
                  <a:ea typeface="+mn-ea"/>
                  <a:cs typeface="Arial MT"/>
                  <a:sym typeface="Arial"/>
                </a:rPr>
                <a:t>it  </a:t>
              </a:r>
              <a:r>
                <a:rPr kumimoji="0" sz="1344" b="0" i="0" u="none" strike="noStrike" kern="0" cap="none" spc="-3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MT"/>
                  <a:ea typeface="+mn-ea"/>
                  <a:cs typeface="Arial MT"/>
                  <a:sym typeface="Arial"/>
                </a:rPr>
                <a:t>whimsical		it</a:t>
              </a:r>
              <a:endParaRPr kumimoji="0" sz="1344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MT"/>
                <a:ea typeface="+mn-ea"/>
                <a:cs typeface="Arial MT"/>
                <a:sym typeface="Arial"/>
              </a:endParaRPr>
            </a:p>
          </p:txBody>
        </p:sp>
        <p:sp>
          <p:nvSpPr>
            <p:cNvPr id="49" name="object 49"/>
            <p:cNvSpPr txBox="1"/>
            <p:nvPr/>
          </p:nvSpPr>
          <p:spPr>
            <a:xfrm>
              <a:off x="4745039" y="4071341"/>
              <a:ext cx="432594" cy="214466"/>
            </a:xfrm>
            <a:prstGeom prst="rect">
              <a:avLst/>
            </a:prstGeom>
          </p:spPr>
          <p:txBody>
            <a:bodyPr vert="horz" wrap="square" lIns="0" tIns="7541" rIns="0" bIns="0" rtlCol="0">
              <a:spAutoFit/>
            </a:bodyPr>
            <a:lstStyle/>
            <a:p>
              <a:pPr marL="7938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59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sz="1344" b="0" i="0" u="none" strike="noStrike" kern="0" cap="none" spc="-3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MT"/>
                  <a:ea typeface="+mn-ea"/>
                  <a:cs typeface="Arial MT"/>
                  <a:sym typeface="Arial"/>
                </a:rPr>
                <a:t>again</a:t>
              </a:r>
              <a:endParaRPr kumimoji="0" sz="1344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MT"/>
                <a:ea typeface="+mn-ea"/>
                <a:cs typeface="Arial MT"/>
                <a:sym typeface="Arial"/>
              </a:endParaRPr>
            </a:p>
          </p:txBody>
        </p:sp>
        <p:sp>
          <p:nvSpPr>
            <p:cNvPr id="50" name="object 50"/>
            <p:cNvSpPr txBox="1"/>
            <p:nvPr/>
          </p:nvSpPr>
          <p:spPr>
            <a:xfrm>
              <a:off x="5187235" y="4837366"/>
              <a:ext cx="442119" cy="214466"/>
            </a:xfrm>
            <a:prstGeom prst="rect">
              <a:avLst/>
            </a:prstGeom>
          </p:spPr>
          <p:txBody>
            <a:bodyPr vert="horz" wrap="square" lIns="0" tIns="7541" rIns="0" bIns="0" rtlCol="0">
              <a:spAutoFit/>
            </a:bodyPr>
            <a:lstStyle/>
            <a:p>
              <a:pPr marL="7938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59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sz="1344" b="0" i="0" u="none" strike="noStrike" kern="0" cap="none" spc="-3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MT"/>
                  <a:ea typeface="+mn-ea"/>
                  <a:cs typeface="Arial MT"/>
                  <a:sym typeface="Arial"/>
                </a:rPr>
                <a:t>about</a:t>
              </a:r>
              <a:endParaRPr kumimoji="0" sz="1344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MT"/>
                <a:ea typeface="+mn-ea"/>
                <a:cs typeface="Arial MT"/>
                <a:sym typeface="Arial"/>
              </a:endParaRPr>
            </a:p>
          </p:txBody>
        </p:sp>
      </p:grpSp>
      <p:grpSp>
        <p:nvGrpSpPr>
          <p:cNvPr id="51" name="object 51"/>
          <p:cNvGrpSpPr/>
          <p:nvPr/>
        </p:nvGrpSpPr>
        <p:grpSpPr>
          <a:xfrm>
            <a:off x="3062949" y="3555277"/>
            <a:ext cx="897731" cy="390128"/>
            <a:chOff x="4686052" y="4389221"/>
            <a:chExt cx="1436370" cy="624205"/>
          </a:xfrm>
        </p:grpSpPr>
        <p:sp>
          <p:nvSpPr>
            <p:cNvPr id="52" name="object 52"/>
            <p:cNvSpPr/>
            <p:nvPr/>
          </p:nvSpPr>
          <p:spPr>
            <a:xfrm>
              <a:off x="4686052" y="4394895"/>
              <a:ext cx="1430655" cy="613410"/>
            </a:xfrm>
            <a:custGeom>
              <a:avLst/>
              <a:gdLst/>
              <a:ahLst/>
              <a:cxnLst/>
              <a:rect l="l" t="t" r="r" b="b"/>
              <a:pathLst>
                <a:path w="1430654" h="613410">
                  <a:moveTo>
                    <a:pt x="919408" y="0"/>
                  </a:moveTo>
                  <a:lnTo>
                    <a:pt x="919408" y="122563"/>
                  </a:lnTo>
                  <a:lnTo>
                    <a:pt x="0" y="122563"/>
                  </a:lnTo>
                  <a:lnTo>
                    <a:pt x="0" y="490255"/>
                  </a:lnTo>
                  <a:lnTo>
                    <a:pt x="919408" y="490255"/>
                  </a:lnTo>
                  <a:lnTo>
                    <a:pt x="919408" y="612819"/>
                  </a:lnTo>
                  <a:lnTo>
                    <a:pt x="1430191" y="306410"/>
                  </a:lnTo>
                  <a:lnTo>
                    <a:pt x="919408" y="0"/>
                  </a:lnTo>
                  <a:close/>
                </a:path>
              </a:pathLst>
            </a:custGeom>
            <a:solidFill>
              <a:srgbClr val="048D9F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875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53" name="object 53"/>
            <p:cNvSpPr/>
            <p:nvPr/>
          </p:nvSpPr>
          <p:spPr>
            <a:xfrm>
              <a:off x="4691728" y="4394896"/>
              <a:ext cx="1424940" cy="613410"/>
            </a:xfrm>
            <a:custGeom>
              <a:avLst/>
              <a:gdLst/>
              <a:ahLst/>
              <a:cxnLst/>
              <a:rect l="l" t="t" r="r" b="b"/>
              <a:pathLst>
                <a:path w="1424939" h="613410">
                  <a:moveTo>
                    <a:pt x="0" y="493660"/>
                  </a:moveTo>
                  <a:lnTo>
                    <a:pt x="0" y="130507"/>
                  </a:lnTo>
                  <a:lnTo>
                    <a:pt x="919408" y="130507"/>
                  </a:lnTo>
                  <a:lnTo>
                    <a:pt x="919408" y="0"/>
                  </a:lnTo>
                  <a:lnTo>
                    <a:pt x="1424515" y="306409"/>
                  </a:lnTo>
                  <a:lnTo>
                    <a:pt x="919408" y="612819"/>
                  </a:lnTo>
                  <a:lnTo>
                    <a:pt x="919408" y="493660"/>
                  </a:lnTo>
                  <a:lnTo>
                    <a:pt x="0" y="493660"/>
                  </a:lnTo>
                  <a:close/>
                </a:path>
              </a:pathLst>
            </a:custGeom>
            <a:ln w="113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875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983036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19160" y="190605"/>
            <a:ext cx="7988610" cy="850106"/>
          </a:xfr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indent="-228600">
              <a:buClr>
                <a:srgbClr val="000000"/>
              </a:buClr>
              <a:buSzPts val="3600"/>
              <a:buFont typeface="Arial"/>
            </a:pPr>
            <a:r>
              <a:rPr lang="en-US" sz="2400" b="1" dirty="0">
                <a:latin typeface="+mj-lt"/>
                <a:cs typeface="Arial"/>
              </a:rPr>
              <a:t>Example </a:t>
            </a:r>
            <a:r>
              <a:rPr lang="en-US" sz="2400" b="1" dirty="0" smtClean="0">
                <a:latin typeface="+mj-lt"/>
                <a:cs typeface="Arial"/>
              </a:rPr>
              <a:t>: </a:t>
            </a:r>
            <a:r>
              <a:rPr lang="en-IN" sz="2400" b="1" dirty="0">
                <a:latin typeface="+mj-lt"/>
              </a:rPr>
              <a:t>M</a:t>
            </a:r>
            <a:r>
              <a:rPr lang="en-IN" sz="2400" b="1" dirty="0" smtClean="0">
                <a:latin typeface="+mj-lt"/>
              </a:rPr>
              <a:t>ultinomial model</a:t>
            </a:r>
            <a:r>
              <a:rPr lang="en-IN" sz="2400" b="1" dirty="0">
                <a:latin typeface="+mj-lt"/>
              </a:rPr>
              <a:t> </a:t>
            </a:r>
            <a:r>
              <a:rPr lang="en-IN" sz="2400" b="1" dirty="0" smtClean="0">
                <a:latin typeface="+mj-lt"/>
              </a:rPr>
              <a:t>:</a:t>
            </a:r>
            <a:endParaRPr lang="en-IN" sz="2400" b="1" dirty="0">
              <a:latin typeface="+mj-lt"/>
              <a:cs typeface="Arial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B6F15528-21DE-4FAA-801E-634DDDAF4B2B}" type="slidenum">
              <a:rPr kumimoji="0" lang="en-IN" sz="1600" b="1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65</a:t>
            </a:fld>
            <a:endParaRPr kumimoji="0" lang="en-IN" sz="16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5671" y="784083"/>
            <a:ext cx="3258329" cy="221346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81000" y="886822"/>
            <a:ext cx="444224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Which Tag sentence “ A very close game” belong to?</a:t>
            </a:r>
            <a:endParaRPr kumimoji="0" lang="en-IN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graphicFrame>
        <p:nvGraphicFramePr>
          <p:cNvPr id="11" name="Table 10"/>
          <p:cNvGraphicFramePr>
            <a:graphicFrameLocks noGrp="1"/>
          </p:cNvGraphicFramePr>
          <p:nvPr>
            <p:extLst/>
          </p:nvPr>
        </p:nvGraphicFramePr>
        <p:xfrm>
          <a:off x="228600" y="3922689"/>
          <a:ext cx="8773863" cy="2653737"/>
        </p:xfrm>
        <a:graphic>
          <a:graphicData uri="http://schemas.openxmlformats.org/drawingml/2006/table">
            <a:tbl>
              <a:tblPr firstRow="1" bandRow="1"/>
              <a:tblGrid>
                <a:gridCol w="5333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339">
                  <a:extLst>
                    <a:ext uri="{9D8B030D-6E8A-4147-A177-3AD203B41FA5}">
                      <a16:colId xmlns:a16="http://schemas.microsoft.com/office/drawing/2014/main" val="3143257572"/>
                    </a:ext>
                  </a:extLst>
                </a:gridCol>
                <a:gridCol w="6207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3215">
                  <a:extLst>
                    <a:ext uri="{9D8B030D-6E8A-4147-A177-3AD203B41FA5}">
                      <a16:colId xmlns:a16="http://schemas.microsoft.com/office/drawing/2014/main" val="1145542183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3988606432"/>
                    </a:ext>
                  </a:extLst>
                </a:gridCol>
                <a:gridCol w="567098">
                  <a:extLst>
                    <a:ext uri="{9D8B030D-6E8A-4147-A177-3AD203B41FA5}">
                      <a16:colId xmlns:a16="http://schemas.microsoft.com/office/drawing/2014/main" val="3950003601"/>
                    </a:ext>
                  </a:extLst>
                </a:gridCol>
                <a:gridCol w="620771">
                  <a:extLst>
                    <a:ext uri="{9D8B030D-6E8A-4147-A177-3AD203B41FA5}">
                      <a16:colId xmlns:a16="http://schemas.microsoft.com/office/drawing/2014/main" val="49212233"/>
                    </a:ext>
                  </a:extLst>
                </a:gridCol>
                <a:gridCol w="620771">
                  <a:extLst>
                    <a:ext uri="{9D8B030D-6E8A-4147-A177-3AD203B41FA5}">
                      <a16:colId xmlns:a16="http://schemas.microsoft.com/office/drawing/2014/main" val="2394860682"/>
                    </a:ext>
                  </a:extLst>
                </a:gridCol>
                <a:gridCol w="620771">
                  <a:extLst>
                    <a:ext uri="{9D8B030D-6E8A-4147-A177-3AD203B41FA5}">
                      <a16:colId xmlns:a16="http://schemas.microsoft.com/office/drawing/2014/main" val="2196681913"/>
                    </a:ext>
                  </a:extLst>
                </a:gridCol>
                <a:gridCol w="620771">
                  <a:extLst>
                    <a:ext uri="{9D8B030D-6E8A-4147-A177-3AD203B41FA5}">
                      <a16:colId xmlns:a16="http://schemas.microsoft.com/office/drawing/2014/main" val="2311786812"/>
                    </a:ext>
                  </a:extLst>
                </a:gridCol>
                <a:gridCol w="3788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178363205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007366761"/>
                    </a:ext>
                  </a:extLst>
                </a:gridCol>
                <a:gridCol w="60959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19053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bg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bg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bg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bg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bg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bg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bg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bg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bg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r>
                        <a:rPr lang="en-US" sz="1050" b="1" dirty="0" smtClean="0">
                          <a:solidFill>
                            <a:schemeClr val="bg1"/>
                          </a:solidFill>
                        </a:rPr>
                        <a:t>A</a:t>
                      </a:r>
                      <a:endParaRPr lang="en-US" sz="105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b="1" dirty="0" smtClean="0">
                          <a:solidFill>
                            <a:schemeClr val="bg1"/>
                          </a:solidFill>
                        </a:rPr>
                        <a:t>Great</a:t>
                      </a:r>
                      <a:endParaRPr lang="en-US" sz="105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bg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bg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bg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bg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bg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bg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bg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bg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bg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r>
                        <a:rPr lang="en-US" sz="1050" b="1" dirty="0" smtClean="0">
                          <a:solidFill>
                            <a:schemeClr val="bg1"/>
                          </a:solidFill>
                        </a:rPr>
                        <a:t>Game</a:t>
                      </a:r>
                      <a:endParaRPr lang="en-US" sz="105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b="1" dirty="0" smtClean="0">
                          <a:solidFill>
                            <a:schemeClr val="bg1"/>
                          </a:solidFill>
                        </a:rPr>
                        <a:t>The</a:t>
                      </a:r>
                      <a:endParaRPr lang="en-US" sz="105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b="1" dirty="0" smtClean="0">
                          <a:solidFill>
                            <a:schemeClr val="bg1"/>
                          </a:solidFill>
                        </a:rPr>
                        <a:t>Election</a:t>
                      </a:r>
                      <a:endParaRPr lang="en-US" sz="105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b="1" dirty="0" smtClean="0">
                          <a:solidFill>
                            <a:schemeClr val="bg1"/>
                          </a:solidFill>
                        </a:rPr>
                        <a:t>Was</a:t>
                      </a:r>
                      <a:endParaRPr lang="en-US" sz="105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b="1" dirty="0" smtClean="0">
                          <a:solidFill>
                            <a:schemeClr val="bg1"/>
                          </a:solidFill>
                        </a:rPr>
                        <a:t>Over</a:t>
                      </a:r>
                      <a:endParaRPr lang="en-US" sz="105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b="1" dirty="0" smtClean="0">
                          <a:solidFill>
                            <a:schemeClr val="bg1"/>
                          </a:solidFill>
                        </a:rPr>
                        <a:t>Very</a:t>
                      </a:r>
                      <a:endParaRPr lang="en-US" sz="105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b="1" dirty="0" smtClean="0">
                          <a:solidFill>
                            <a:schemeClr val="bg1"/>
                          </a:solidFill>
                        </a:rPr>
                        <a:t>Clean</a:t>
                      </a:r>
                      <a:endParaRPr lang="en-US" sz="105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b="1" dirty="0" smtClean="0">
                          <a:solidFill>
                            <a:schemeClr val="bg1"/>
                          </a:solidFill>
                        </a:rPr>
                        <a:t>Match</a:t>
                      </a:r>
                      <a:endParaRPr lang="en-US" sz="105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bg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bg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bg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bg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bg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bg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bg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bg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bg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r>
                        <a:rPr lang="en-US" sz="1050" b="1" dirty="0" smtClean="0">
                          <a:solidFill>
                            <a:schemeClr val="bg1"/>
                          </a:solidFill>
                        </a:rPr>
                        <a:t>But</a:t>
                      </a:r>
                      <a:endParaRPr lang="en-US" sz="105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bg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bg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bg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bg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bg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bg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bg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bg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bg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r>
                        <a:rPr lang="en-US" sz="1050" b="1" dirty="0" smtClean="0">
                          <a:solidFill>
                            <a:schemeClr val="bg1"/>
                          </a:solidFill>
                        </a:rPr>
                        <a:t>Forgettable</a:t>
                      </a:r>
                      <a:endParaRPr lang="en-US" sz="105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b="1" dirty="0" smtClean="0">
                          <a:solidFill>
                            <a:schemeClr val="bg1"/>
                          </a:solidFill>
                        </a:rPr>
                        <a:t>It</a:t>
                      </a:r>
                      <a:endParaRPr lang="en-US" sz="105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b="1" dirty="0" smtClean="0">
                          <a:solidFill>
                            <a:schemeClr val="bg1"/>
                          </a:solidFill>
                        </a:rPr>
                        <a:t>Close</a:t>
                      </a:r>
                      <a:endParaRPr lang="en-US" sz="105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bg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bg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bg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bg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bg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bg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bg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bg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bg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r>
                        <a:rPr lang="en-US" sz="1050" b="1" i="1" dirty="0" smtClean="0">
                          <a:solidFill>
                            <a:schemeClr val="bg1"/>
                          </a:solidFill>
                        </a:rPr>
                        <a:t>Sports or Not Sports</a:t>
                      </a:r>
                      <a:endParaRPr lang="en-US" sz="1050" b="1" i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9114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r>
                        <a:rPr lang="en-US" sz="1050" dirty="0" smtClean="0"/>
                        <a:t>1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dirty="0" smtClean="0"/>
                        <a:t>1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r>
                        <a:rPr lang="en-US" sz="1050" dirty="0" smtClean="0"/>
                        <a:t>1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r>
                        <a:rPr lang="en-US" sz="1050" dirty="0" smtClean="0"/>
                        <a:t>1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9114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dirty="0" smtClean="0"/>
                        <a:t>1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dirty="0" smtClean="0"/>
                        <a:t>1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dirty="0" smtClean="0"/>
                        <a:t>1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dirty="0" smtClean="0"/>
                        <a:t>1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r>
                        <a:rPr lang="en-US" sz="1050" dirty="0" smtClean="0"/>
                        <a:t>0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9114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dirty="0" smtClean="0"/>
                        <a:t>1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dirty="0" smtClean="0"/>
                        <a:t>1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dirty="0" smtClean="0"/>
                        <a:t>1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r>
                        <a:rPr lang="en-US" sz="1050" dirty="0" smtClean="0"/>
                        <a:t>1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9114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r>
                        <a:rPr lang="en-US" sz="1050" dirty="0" smtClean="0"/>
                        <a:t>1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r>
                        <a:rPr lang="en-US" sz="1050" dirty="0" smtClean="0"/>
                        <a:t>1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dirty="0" smtClean="0"/>
                        <a:t>1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r>
                        <a:rPr lang="en-US" sz="1050" dirty="0" smtClean="0"/>
                        <a:t>1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r>
                        <a:rPr lang="en-US" sz="1050" dirty="0" smtClean="0"/>
                        <a:t>1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r>
                        <a:rPr lang="en-US" sz="1050" dirty="0" smtClean="0"/>
                        <a:t>1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9114">
                <a:tc>
                  <a:txBody>
                    <a:bodyPr/>
                    <a:lstStyle/>
                    <a:p>
                      <a:r>
                        <a:rPr lang="en-US" sz="1050" dirty="0" smtClean="0"/>
                        <a:t>1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dirty="0" smtClean="0"/>
                        <a:t>1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dirty="0" smtClean="0"/>
                        <a:t>1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dirty="0" smtClean="0"/>
                        <a:t>1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dirty="0" smtClean="0"/>
                        <a:t>1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dirty="0" smtClean="0"/>
                        <a:t>0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05611803"/>
                  </a:ext>
                </a:extLst>
              </a:tr>
              <a:tr h="339114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r>
                        <a:rPr lang="en-US" sz="1050" dirty="0" smtClean="0"/>
                        <a:t>1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/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r>
                        <a:rPr lang="en-US" sz="1050" dirty="0" smtClean="0"/>
                        <a:t>1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dirty="0" smtClean="0"/>
                        <a:t>1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/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/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dirty="0" smtClean="0"/>
                        <a:t>1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/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r>
                        <a:rPr lang="en-US" sz="1050" dirty="0" smtClean="0"/>
                        <a:t>????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81000" y="1306040"/>
            <a:ext cx="28194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P(Sports=Yes) = 3/5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P(Sports=No) = 2/5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P(A | Sports=Yes) = 2/11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P(A | Sports=No) = 1/9</a:t>
            </a:r>
            <a:endParaRPr kumimoji="0" lang="en-IN" sz="1400" b="0" i="0" u="none" strike="noStrike" kern="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119160" y="2475591"/>
            <a:ext cx="8763000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1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P(Sports=Yes </a:t>
            </a: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| X) = P(X | </a:t>
            </a:r>
            <a:r>
              <a:rPr kumimoji="0" lang="en-US" sz="1400" b="0" i="1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Sports=Yes</a:t>
            </a: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). </a:t>
            </a:r>
            <a:r>
              <a:rPr kumimoji="0" lang="en-US" sz="1400" b="0" i="1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P(Sports=Yes</a:t>
            </a: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) / P(X)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1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= </a:t>
            </a: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P(X | </a:t>
            </a:r>
            <a:r>
              <a:rPr kumimoji="0" lang="en-US" sz="1400" b="0" i="1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Sports=Yes</a:t>
            </a: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). </a:t>
            </a:r>
            <a:r>
              <a:rPr kumimoji="0" lang="en-US" sz="1400" b="0" i="1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(3/5)</a:t>
            </a:r>
            <a:endParaRPr kumimoji="0" lang="en-US" sz="14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= </a:t>
            </a:r>
            <a:r>
              <a:rPr kumimoji="0" lang="en-US" sz="1400" b="0" i="1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P(A| </a:t>
            </a: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Sports=Yes</a:t>
            </a:r>
            <a:r>
              <a:rPr kumimoji="0" lang="en-US" sz="1400" b="0" i="1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). P(Very </a:t>
            </a: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| Sports=Yes</a:t>
            </a:r>
            <a:r>
              <a:rPr kumimoji="0" lang="en-US" sz="1400" b="0" i="1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). P(Close </a:t>
            </a: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| Sports=Yes</a:t>
            </a:r>
            <a:r>
              <a:rPr kumimoji="0" lang="en-US" sz="1400" b="0" i="1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). P(Game </a:t>
            </a: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| Sports=Yes</a:t>
            </a:r>
            <a:r>
              <a:rPr kumimoji="0" lang="en-US" sz="1400" b="0" i="1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). (3/5)</a:t>
            </a:r>
            <a:endParaRPr kumimoji="0" lang="en-US" sz="14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= </a:t>
            </a:r>
            <a:r>
              <a:rPr kumimoji="0" lang="en-US" sz="1400" b="0" i="1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(2/11) </a:t>
            </a: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. </a:t>
            </a:r>
            <a:r>
              <a:rPr kumimoji="0" lang="en-US" sz="1400" b="0" i="1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(1/11) </a:t>
            </a: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. </a:t>
            </a: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(</a:t>
            </a:r>
            <a:r>
              <a:rPr kumimoji="0" lang="en-US" sz="1400" b="0" i="1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0/11)</a:t>
            </a:r>
            <a:r>
              <a:rPr kumimoji="0" lang="en-US" sz="1400" b="0" i="1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. (</a:t>
            </a:r>
            <a:r>
              <a:rPr kumimoji="0" lang="en-US" sz="1400" b="0" i="1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2/11) </a:t>
            </a: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. </a:t>
            </a:r>
            <a:r>
              <a:rPr kumimoji="0" lang="en-US" sz="1400" b="0" i="1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(3/5)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51725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536" y="1600200"/>
            <a:ext cx="6878622" cy="2450911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95536" y="4084448"/>
            <a:ext cx="7224464" cy="12875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Arial"/>
              </a:rPr>
              <a:t>In our example</a:t>
            </a: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Arial"/>
              </a:rPr>
              <a:t>we 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Arial"/>
              </a:rPr>
              <a:t>add 1 to every probability, therefore the probability, such as </a:t>
            </a: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Arial"/>
              </a:rPr>
              <a:t>P(close | sports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Arial"/>
              </a:rPr>
              <a:t>), will never be 0</a:t>
            </a:r>
            <a:r>
              <a:rPr kumimoji="0" 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Arial"/>
              </a:rPr>
              <a:t>. 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b="1" dirty="0" smtClean="0">
                <a:latin typeface="+mj-lt"/>
              </a:rPr>
              <a:t>Laplace Smoothing</a:t>
            </a:r>
            <a:endParaRPr lang="en-IN" sz="2400" b="1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8937806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19160" y="190605"/>
            <a:ext cx="7988610" cy="850106"/>
          </a:xfr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indent="-228600">
              <a:buClr>
                <a:srgbClr val="000000"/>
              </a:buClr>
              <a:buSzPts val="3600"/>
              <a:buFont typeface="Arial"/>
            </a:pPr>
            <a:r>
              <a:rPr lang="en-US" sz="2400" b="1" dirty="0">
                <a:latin typeface="+mj-lt"/>
                <a:cs typeface="Arial"/>
              </a:rPr>
              <a:t>Example </a:t>
            </a:r>
            <a:r>
              <a:rPr lang="en-US" sz="2400" b="1" dirty="0" smtClean="0">
                <a:latin typeface="+mj-lt"/>
                <a:cs typeface="Arial"/>
              </a:rPr>
              <a:t>: </a:t>
            </a:r>
            <a:r>
              <a:rPr lang="en-IN" sz="2400" b="1" dirty="0">
                <a:latin typeface="+mj-lt"/>
              </a:rPr>
              <a:t>M</a:t>
            </a:r>
            <a:r>
              <a:rPr lang="en-IN" sz="2400" b="1" dirty="0" smtClean="0">
                <a:latin typeface="+mj-lt"/>
              </a:rPr>
              <a:t>ultinomial model</a:t>
            </a:r>
            <a:r>
              <a:rPr lang="en-IN" sz="2400" b="1" dirty="0">
                <a:latin typeface="+mj-lt"/>
              </a:rPr>
              <a:t> </a:t>
            </a:r>
            <a:r>
              <a:rPr lang="en-IN" sz="2400" b="1" dirty="0" smtClean="0">
                <a:latin typeface="+mj-lt"/>
              </a:rPr>
              <a:t>:</a:t>
            </a:r>
            <a:endParaRPr lang="en-IN" sz="2400" b="1" dirty="0">
              <a:latin typeface="+mj-lt"/>
              <a:cs typeface="Arial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B6F15528-21DE-4FAA-801E-634DDDAF4B2B}" type="slidenum">
              <a:rPr kumimoji="0" lang="en-IN" sz="1600" b="1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67</a:t>
            </a:fld>
            <a:endParaRPr kumimoji="0" lang="en-IN" sz="16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5671" y="784083"/>
            <a:ext cx="3258329" cy="221346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81000" y="886822"/>
            <a:ext cx="444224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Which Tag sentence “ A very close game” belong to?</a:t>
            </a:r>
            <a:endParaRPr kumimoji="0" lang="en-IN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graphicFrame>
        <p:nvGraphicFramePr>
          <p:cNvPr id="11" name="Table 10"/>
          <p:cNvGraphicFramePr>
            <a:graphicFrameLocks noGrp="1"/>
          </p:cNvGraphicFramePr>
          <p:nvPr>
            <p:extLst/>
          </p:nvPr>
        </p:nvGraphicFramePr>
        <p:xfrm>
          <a:off x="228600" y="3922689"/>
          <a:ext cx="8773863" cy="2653737"/>
        </p:xfrm>
        <a:graphic>
          <a:graphicData uri="http://schemas.openxmlformats.org/drawingml/2006/table">
            <a:tbl>
              <a:tblPr firstRow="1" bandRow="1"/>
              <a:tblGrid>
                <a:gridCol w="5333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339">
                  <a:extLst>
                    <a:ext uri="{9D8B030D-6E8A-4147-A177-3AD203B41FA5}">
                      <a16:colId xmlns:a16="http://schemas.microsoft.com/office/drawing/2014/main" val="3143257572"/>
                    </a:ext>
                  </a:extLst>
                </a:gridCol>
                <a:gridCol w="6207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3215">
                  <a:extLst>
                    <a:ext uri="{9D8B030D-6E8A-4147-A177-3AD203B41FA5}">
                      <a16:colId xmlns:a16="http://schemas.microsoft.com/office/drawing/2014/main" val="1145542183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3988606432"/>
                    </a:ext>
                  </a:extLst>
                </a:gridCol>
                <a:gridCol w="567098">
                  <a:extLst>
                    <a:ext uri="{9D8B030D-6E8A-4147-A177-3AD203B41FA5}">
                      <a16:colId xmlns:a16="http://schemas.microsoft.com/office/drawing/2014/main" val="3950003601"/>
                    </a:ext>
                  </a:extLst>
                </a:gridCol>
                <a:gridCol w="620771">
                  <a:extLst>
                    <a:ext uri="{9D8B030D-6E8A-4147-A177-3AD203B41FA5}">
                      <a16:colId xmlns:a16="http://schemas.microsoft.com/office/drawing/2014/main" val="49212233"/>
                    </a:ext>
                  </a:extLst>
                </a:gridCol>
                <a:gridCol w="620771">
                  <a:extLst>
                    <a:ext uri="{9D8B030D-6E8A-4147-A177-3AD203B41FA5}">
                      <a16:colId xmlns:a16="http://schemas.microsoft.com/office/drawing/2014/main" val="2394860682"/>
                    </a:ext>
                  </a:extLst>
                </a:gridCol>
                <a:gridCol w="620771">
                  <a:extLst>
                    <a:ext uri="{9D8B030D-6E8A-4147-A177-3AD203B41FA5}">
                      <a16:colId xmlns:a16="http://schemas.microsoft.com/office/drawing/2014/main" val="2196681913"/>
                    </a:ext>
                  </a:extLst>
                </a:gridCol>
                <a:gridCol w="620771">
                  <a:extLst>
                    <a:ext uri="{9D8B030D-6E8A-4147-A177-3AD203B41FA5}">
                      <a16:colId xmlns:a16="http://schemas.microsoft.com/office/drawing/2014/main" val="2311786812"/>
                    </a:ext>
                  </a:extLst>
                </a:gridCol>
                <a:gridCol w="3788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178363205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007366761"/>
                    </a:ext>
                  </a:extLst>
                </a:gridCol>
                <a:gridCol w="60959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19053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bg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bg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bg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bg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bg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bg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bg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bg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bg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r>
                        <a:rPr lang="en-US" sz="1050" b="1" dirty="0" smtClean="0">
                          <a:solidFill>
                            <a:schemeClr val="bg1"/>
                          </a:solidFill>
                        </a:rPr>
                        <a:t>A</a:t>
                      </a:r>
                      <a:endParaRPr lang="en-US" sz="105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b="1" dirty="0" smtClean="0">
                          <a:solidFill>
                            <a:schemeClr val="bg1"/>
                          </a:solidFill>
                        </a:rPr>
                        <a:t>Great</a:t>
                      </a:r>
                      <a:endParaRPr lang="en-US" sz="105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bg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bg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bg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bg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bg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bg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bg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bg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bg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r>
                        <a:rPr lang="en-US" sz="1050" b="1" dirty="0" smtClean="0">
                          <a:solidFill>
                            <a:schemeClr val="bg1"/>
                          </a:solidFill>
                        </a:rPr>
                        <a:t>Game</a:t>
                      </a:r>
                      <a:endParaRPr lang="en-US" sz="105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b="1" dirty="0" smtClean="0">
                          <a:solidFill>
                            <a:schemeClr val="bg1"/>
                          </a:solidFill>
                        </a:rPr>
                        <a:t>The</a:t>
                      </a:r>
                      <a:endParaRPr lang="en-US" sz="105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b="1" dirty="0" smtClean="0">
                          <a:solidFill>
                            <a:schemeClr val="bg1"/>
                          </a:solidFill>
                        </a:rPr>
                        <a:t>Election</a:t>
                      </a:r>
                      <a:endParaRPr lang="en-US" sz="105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b="1" dirty="0" smtClean="0">
                          <a:solidFill>
                            <a:schemeClr val="bg1"/>
                          </a:solidFill>
                        </a:rPr>
                        <a:t>Was</a:t>
                      </a:r>
                      <a:endParaRPr lang="en-US" sz="105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b="1" dirty="0" smtClean="0">
                          <a:solidFill>
                            <a:schemeClr val="bg1"/>
                          </a:solidFill>
                        </a:rPr>
                        <a:t>Over</a:t>
                      </a:r>
                      <a:endParaRPr lang="en-US" sz="105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b="1" dirty="0" smtClean="0">
                          <a:solidFill>
                            <a:schemeClr val="bg1"/>
                          </a:solidFill>
                        </a:rPr>
                        <a:t>Very</a:t>
                      </a:r>
                      <a:endParaRPr lang="en-US" sz="105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b="1" dirty="0" smtClean="0">
                          <a:solidFill>
                            <a:schemeClr val="bg1"/>
                          </a:solidFill>
                        </a:rPr>
                        <a:t>Clean</a:t>
                      </a:r>
                      <a:endParaRPr lang="en-US" sz="105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b="1" dirty="0" smtClean="0">
                          <a:solidFill>
                            <a:schemeClr val="bg1"/>
                          </a:solidFill>
                        </a:rPr>
                        <a:t>Match</a:t>
                      </a:r>
                      <a:endParaRPr lang="en-US" sz="105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bg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bg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bg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bg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bg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bg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bg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bg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bg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r>
                        <a:rPr lang="en-US" sz="1050" b="1" dirty="0" smtClean="0">
                          <a:solidFill>
                            <a:schemeClr val="bg1"/>
                          </a:solidFill>
                        </a:rPr>
                        <a:t>But</a:t>
                      </a:r>
                      <a:endParaRPr lang="en-US" sz="105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bg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bg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bg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bg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bg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bg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bg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bg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bg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r>
                        <a:rPr lang="en-US" sz="1050" b="1" dirty="0" smtClean="0">
                          <a:solidFill>
                            <a:schemeClr val="bg1"/>
                          </a:solidFill>
                        </a:rPr>
                        <a:t>Forgettable</a:t>
                      </a:r>
                      <a:endParaRPr lang="en-US" sz="105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b="1" dirty="0" smtClean="0">
                          <a:solidFill>
                            <a:schemeClr val="bg1"/>
                          </a:solidFill>
                        </a:rPr>
                        <a:t>It</a:t>
                      </a:r>
                      <a:endParaRPr lang="en-US" sz="105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b="1" dirty="0" smtClean="0">
                          <a:solidFill>
                            <a:schemeClr val="bg1"/>
                          </a:solidFill>
                        </a:rPr>
                        <a:t>Close</a:t>
                      </a:r>
                      <a:endParaRPr lang="en-US" sz="105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bg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bg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bg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bg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bg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bg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bg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bg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bg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r>
                        <a:rPr lang="en-US" sz="1050" b="1" i="1" dirty="0" smtClean="0">
                          <a:solidFill>
                            <a:schemeClr val="bg1"/>
                          </a:solidFill>
                        </a:rPr>
                        <a:t>Sports or Not Sports</a:t>
                      </a:r>
                      <a:endParaRPr lang="en-US" sz="1050" b="1" i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9114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r>
                        <a:rPr lang="en-US" sz="1050" dirty="0" smtClean="0"/>
                        <a:t>1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dirty="0" smtClean="0"/>
                        <a:t>1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r>
                        <a:rPr lang="en-US" sz="1050" dirty="0" smtClean="0"/>
                        <a:t>1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r>
                        <a:rPr lang="en-US" sz="1050" dirty="0" smtClean="0"/>
                        <a:t>1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9114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dirty="0" smtClean="0"/>
                        <a:t>1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dirty="0" smtClean="0"/>
                        <a:t>1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dirty="0" smtClean="0"/>
                        <a:t>1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dirty="0" smtClean="0"/>
                        <a:t>1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r>
                        <a:rPr lang="en-US" sz="1050" dirty="0" smtClean="0"/>
                        <a:t>0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9114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dirty="0" smtClean="0"/>
                        <a:t>1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dirty="0" smtClean="0"/>
                        <a:t>1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dirty="0" smtClean="0"/>
                        <a:t>1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r>
                        <a:rPr lang="en-US" sz="1050" dirty="0" smtClean="0"/>
                        <a:t>1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9114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r>
                        <a:rPr lang="en-US" sz="1050" dirty="0" smtClean="0"/>
                        <a:t>1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r>
                        <a:rPr lang="en-US" sz="1050" dirty="0" smtClean="0"/>
                        <a:t>1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dirty="0" smtClean="0"/>
                        <a:t>1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r>
                        <a:rPr lang="en-US" sz="1050" dirty="0" smtClean="0"/>
                        <a:t>1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r>
                        <a:rPr lang="en-US" sz="1050" dirty="0" smtClean="0"/>
                        <a:t>1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r>
                        <a:rPr lang="en-US" sz="1050" dirty="0" smtClean="0"/>
                        <a:t>1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9114">
                <a:tc>
                  <a:txBody>
                    <a:bodyPr/>
                    <a:lstStyle/>
                    <a:p>
                      <a:r>
                        <a:rPr lang="en-US" sz="1050" dirty="0" smtClean="0"/>
                        <a:t>1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dirty="0" smtClean="0"/>
                        <a:t>1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dirty="0" smtClean="0"/>
                        <a:t>1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dirty="0" smtClean="0"/>
                        <a:t>1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dirty="0" smtClean="0"/>
                        <a:t>1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dirty="0" smtClean="0"/>
                        <a:t>0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05611803"/>
                  </a:ext>
                </a:extLst>
              </a:tr>
              <a:tr h="339114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r>
                        <a:rPr lang="en-US" sz="1050" dirty="0" smtClean="0"/>
                        <a:t>1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/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r>
                        <a:rPr lang="en-US" sz="1050" dirty="0" smtClean="0"/>
                        <a:t>1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dirty="0" smtClean="0"/>
                        <a:t>1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/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/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dirty="0" smtClean="0"/>
                        <a:t>1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/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r>
                        <a:rPr lang="en-US" sz="1050" dirty="0" smtClean="0"/>
                        <a:t>????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81000" y="1306040"/>
            <a:ext cx="28194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P(Sports=Yes) = 3/5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P(Sports=No) = 2/5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P(A | Sports=Yes) = 2/11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P(A | Sports=No) = 1/9</a:t>
            </a:r>
            <a:endParaRPr kumimoji="0" lang="en-IN" sz="1400" b="0" i="0" u="none" strike="noStrike" kern="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119160" y="2475591"/>
            <a:ext cx="8763000" cy="16004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1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P(Sports=Yes </a:t>
            </a: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| X) = P(X | </a:t>
            </a:r>
            <a:r>
              <a:rPr kumimoji="0" lang="en-US" sz="1400" b="0" i="1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Sports=Yes</a:t>
            </a: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). </a:t>
            </a:r>
            <a:r>
              <a:rPr kumimoji="0" lang="en-US" sz="1400" b="0" i="1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P(Sports=Yes</a:t>
            </a: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) / P(X)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1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= </a:t>
            </a: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P(X | </a:t>
            </a:r>
            <a:r>
              <a:rPr kumimoji="0" lang="en-US" sz="1400" b="0" i="1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Sports=Yes</a:t>
            </a: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). </a:t>
            </a:r>
            <a:r>
              <a:rPr kumimoji="0" lang="en-US" sz="1400" b="0" i="1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(3/5)</a:t>
            </a:r>
            <a:endParaRPr kumimoji="0" lang="en-US" sz="14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= </a:t>
            </a:r>
            <a:r>
              <a:rPr kumimoji="0" lang="en-US" sz="1400" b="0" i="1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P(A| </a:t>
            </a: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Sports=Yes</a:t>
            </a:r>
            <a:r>
              <a:rPr kumimoji="0" lang="en-US" sz="1400" b="0" i="1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). P(Very </a:t>
            </a: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| Sports=Yes</a:t>
            </a:r>
            <a:r>
              <a:rPr kumimoji="0" lang="en-US" sz="1400" b="0" i="1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). P(Close </a:t>
            </a: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| Sports=Yes</a:t>
            </a:r>
            <a:r>
              <a:rPr kumimoji="0" lang="en-US" sz="1400" b="0" i="1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). P(Game </a:t>
            </a: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| Sports=Yes</a:t>
            </a:r>
            <a:r>
              <a:rPr kumimoji="0" lang="en-US" sz="1400" b="0" i="1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). (3/5)</a:t>
            </a:r>
            <a:endParaRPr kumimoji="0" lang="en-US" sz="14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= </a:t>
            </a:r>
            <a:r>
              <a:rPr kumimoji="0" lang="en-US" sz="1400" b="0" i="1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(2/11) </a:t>
            </a: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. </a:t>
            </a:r>
            <a:r>
              <a:rPr kumimoji="0" lang="en-US" sz="1400" b="0" i="1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(1/11) </a:t>
            </a: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. </a:t>
            </a: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(</a:t>
            </a:r>
            <a:r>
              <a:rPr kumimoji="0" lang="en-US" sz="1400" b="0" i="1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0/11)</a:t>
            </a:r>
            <a:r>
              <a:rPr kumimoji="0" lang="en-US" sz="1400" b="0" i="1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. (</a:t>
            </a:r>
            <a:r>
              <a:rPr kumimoji="0" lang="en-US" sz="1400" b="0" i="1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2/11) </a:t>
            </a: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. </a:t>
            </a:r>
            <a:r>
              <a:rPr kumimoji="0" lang="en-US" sz="1400" b="0" i="1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(3/5)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1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= (2+1/11+14) </a:t>
            </a: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. (</a:t>
            </a:r>
            <a:r>
              <a:rPr kumimoji="0" lang="en-US" sz="1400" b="0" i="1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1+1/11+14) </a:t>
            </a: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. </a:t>
            </a: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(</a:t>
            </a:r>
            <a:r>
              <a:rPr kumimoji="0" lang="en-US" sz="1400" b="0" i="1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0+1/11+14)</a:t>
            </a:r>
            <a:r>
              <a:rPr kumimoji="0" lang="en-US" sz="1400" b="0" i="1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. (</a:t>
            </a:r>
            <a:r>
              <a:rPr kumimoji="0" lang="en-US" sz="1400" b="0" i="1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2+1/11+14) </a:t>
            </a: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. </a:t>
            </a:r>
            <a:r>
              <a:rPr kumimoji="0" lang="en-US" sz="1400" b="0" i="1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(3/5)			</a:t>
            </a:r>
            <a:r>
              <a:rPr kumimoji="0" lang="en-US" sz="1400" b="0" i="1" u="none" strike="noStrike" kern="1200" cap="none" spc="0" normalizeH="0" baseline="0" noProof="0" dirty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(3+14/5+28)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1" u="none" strike="noStrike" kern="1200" cap="none" spc="0" normalizeH="0" baseline="0" noProof="0" dirty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= 0.00002765							=0.00002396</a:t>
            </a:r>
            <a:endParaRPr kumimoji="0" lang="en-US" sz="1400" b="0" i="1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44001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769546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Text Box 1"/>
          <p:cNvSpPr txBox="1">
            <a:spLocks noChangeArrowheads="1"/>
          </p:cNvSpPr>
          <p:nvPr/>
        </p:nvSpPr>
        <p:spPr bwMode="auto">
          <a:xfrm>
            <a:off x="6553200" y="6477000"/>
            <a:ext cx="2133600" cy="24447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0000" tIns="46800" rIns="90000" bIns="4680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/>
            </a:pPr>
            <a:fld id="{48895EFF-1DBE-4654-84B8-EE5B6E2FA3CA}" type="slidenum"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charset="0"/>
                <a:ea typeface="+mn-ea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ct val="100000"/>
                <a:buFont typeface="Arial"/>
                <a:buNone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/>
              </a:pPr>
              <a:t>69</a:t>
            </a:fld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charset="0"/>
              <a:ea typeface="+mn-ea"/>
              <a:cs typeface="Arial"/>
              <a:sym typeface="Arial"/>
            </a:endParaRPr>
          </a:p>
        </p:txBody>
      </p:sp>
      <p:sp>
        <p:nvSpPr>
          <p:cNvPr id="84997" name="Text Box 4"/>
          <p:cNvSpPr txBox="1">
            <a:spLocks noChangeArrowheads="1"/>
          </p:cNvSpPr>
          <p:nvPr/>
        </p:nvSpPr>
        <p:spPr bwMode="auto">
          <a:xfrm>
            <a:off x="7640638" y="-33338"/>
            <a:ext cx="925512" cy="336551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  <a:defRPr/>
            </a:pPr>
            <a:endParaRPr kumimoji="0" lang="de-DE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pic>
        <p:nvPicPr>
          <p:cNvPr id="8" name="Picture 7" descr="133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722" y="1551949"/>
            <a:ext cx="7705878" cy="173138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70771" y="4883942"/>
            <a:ext cx="768682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Arial"/>
              </a:rPr>
              <a:t>N</a:t>
            </a:r>
            <a:r>
              <a:rPr kumimoji="0" lang="en-US" sz="1800" b="0" i="0" u="none" strike="noStrike" kern="0" cap="none" spc="0" normalizeH="0" baseline="-25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Arial"/>
              </a:rPr>
              <a:t>yes</a:t>
            </a:r>
            <a:r>
              <a:rPr kumimoji="0" lang="en-US" sz="180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Arial"/>
              </a:rPr>
              <a:t> 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Arial"/>
              </a:rPr>
              <a:t>(W=Chinese) = </a:t>
            </a:r>
            <a:r>
              <a:rPr kumimoji="0" 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Arial"/>
              </a:rPr>
              <a:t>5, </a:t>
            </a: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Arial"/>
              </a:rPr>
              <a:t>N</a:t>
            </a:r>
            <a:r>
              <a:rPr kumimoji="0" lang="en-US" sz="1800" b="0" i="0" u="none" strike="noStrike" kern="0" cap="none" spc="0" normalizeH="0" baseline="-25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Arial"/>
              </a:rPr>
              <a:t>No</a:t>
            </a:r>
            <a:r>
              <a:rPr kumimoji="0" lang="en-US" sz="180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Arial"/>
              </a:rPr>
              <a:t> 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Arial"/>
              </a:rPr>
              <a:t>(W=Chinese) = 1,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Cambria" panose="02040503050406030204" pitchFamily="18" charset="0"/>
              <a:cs typeface="Arial" panose="020B0604020202020204" pitchFamily="34" charset="0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Arial"/>
              </a:rPr>
              <a:t>|v| = 6 = {</a:t>
            </a:r>
            <a:r>
              <a:rPr kumimoji="0" lang="en-IN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Arial"/>
              </a:rPr>
              <a:t>Chinese, Beijing, Shanghai, Macao, </a:t>
            </a:r>
            <a:r>
              <a:rPr kumimoji="0" lang="en-IN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Arial"/>
              </a:rPr>
              <a:t>Tokyo </a:t>
            </a:r>
            <a:r>
              <a:rPr kumimoji="0" lang="en-IN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Arial"/>
              </a:rPr>
              <a:t>Japan}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Arial"/>
              </a:rPr>
              <a:t>No of features (</a:t>
            </a:r>
            <a:r>
              <a:rPr kumimoji="0" 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Arial"/>
              </a:rPr>
              <a:t>words</a:t>
            </a:r>
            <a:r>
              <a:rPr kumimoji="0" 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Arial"/>
              </a:rPr>
              <a:t>) in Yes class = 8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Arial"/>
              </a:rPr>
              <a:t>No of features (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Arial"/>
              </a:rPr>
              <a:t>words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Arial"/>
              </a:rPr>
              <a:t>) in </a:t>
            </a:r>
            <a:r>
              <a:rPr kumimoji="0" 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Arial"/>
              </a:rPr>
              <a:t>No 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Arial"/>
              </a:rPr>
              <a:t>class = 3</a:t>
            </a:r>
            <a:endParaRPr kumimoji="0" lang="en-IN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Cambria" panose="02040503050406030204" pitchFamily="18" charset="0"/>
              <a:cs typeface="Arial" panose="020B0604020202020204" pitchFamily="34" charset="0"/>
              <a:sym typeface="Arial"/>
            </a:endParaRPr>
          </a:p>
        </p:txBody>
      </p:sp>
      <p:grpSp>
        <p:nvGrpSpPr>
          <p:cNvPr id="4" name="Group 3"/>
          <p:cNvGrpSpPr/>
          <p:nvPr/>
        </p:nvGrpSpPr>
        <p:grpSpPr>
          <a:xfrm>
            <a:off x="237972" y="3975338"/>
            <a:ext cx="2422409" cy="789919"/>
            <a:chOff x="130828" y="4318480"/>
            <a:chExt cx="2593804" cy="864834"/>
          </a:xfrm>
        </p:grpSpPr>
        <p:pic>
          <p:nvPicPr>
            <p:cNvPr id="2" name="Picture 1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30828" y="4318480"/>
              <a:ext cx="1272264" cy="599532"/>
            </a:xfrm>
            <a:prstGeom prst="rect">
              <a:avLst/>
            </a:prstGeom>
          </p:spPr>
        </p:pic>
        <p:pic>
          <p:nvPicPr>
            <p:cNvPr id="3" name="Picture 2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403091" y="4446355"/>
              <a:ext cx="1321541" cy="736959"/>
            </a:xfrm>
            <a:prstGeom prst="rect">
              <a:avLst/>
            </a:prstGeom>
          </p:spPr>
        </p:pic>
      </p:grpSp>
      <p:sp>
        <p:nvSpPr>
          <p:cNvPr id="13" name="Title 3"/>
          <p:cNvSpPr txBox="1">
            <a:spLocks/>
          </p:cNvSpPr>
          <p:nvPr/>
        </p:nvSpPr>
        <p:spPr>
          <a:xfrm>
            <a:off x="237972" y="282560"/>
            <a:ext cx="7988610" cy="850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buClr>
                <a:schemeClr val="dk1"/>
              </a:buClr>
              <a:buSzPts val="3200"/>
              <a:buFont typeface="Calibri"/>
              <a:buNone/>
              <a:defRPr sz="3600">
                <a:solidFill>
                  <a:schemeClr val="dk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  <a:sym typeface="Calibri"/>
              </a:defRPr>
            </a:lvl1pPr>
            <a:lvl2pPr>
              <a:buSzPts val="1400"/>
              <a:buNone/>
              <a:defRPr sz="1800"/>
            </a:lvl2pPr>
            <a:lvl3pPr>
              <a:buSzPts val="1400"/>
              <a:buNone/>
              <a:defRPr sz="1800"/>
            </a:lvl3pPr>
            <a:lvl4pPr>
              <a:buSzPts val="1400"/>
              <a:buNone/>
              <a:defRPr sz="1800"/>
            </a:lvl4pPr>
            <a:lvl5pPr>
              <a:buSzPts val="1400"/>
              <a:buNone/>
              <a:defRPr sz="1800"/>
            </a:lvl5pPr>
            <a:lvl6pPr>
              <a:buSzPts val="1400"/>
              <a:buNone/>
              <a:defRPr sz="1800"/>
            </a:lvl6pPr>
            <a:lvl7pPr>
              <a:buSzPts val="1400"/>
              <a:buNone/>
              <a:defRPr sz="1800"/>
            </a:lvl7pPr>
            <a:lvl8pPr>
              <a:buSzPts val="1400"/>
              <a:buNone/>
              <a:defRPr sz="1800"/>
            </a:lvl8pPr>
            <a:lvl9pPr>
              <a:buSzPts val="1400"/>
              <a:buNone/>
              <a:defRPr sz="18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Cambria" panose="02040503050406030204" pitchFamily="18" charset="0"/>
                <a:cs typeface="Arial" panose="020B0604020202020204" pitchFamily="34" charset="0"/>
                <a:sym typeface="Calibri"/>
              </a:rPr>
              <a:t>Example 2: </a:t>
            </a:r>
            <a:r>
              <a:rPr kumimoji="0" lang="en-I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Cambria" panose="02040503050406030204" pitchFamily="18" charset="0"/>
                <a:cs typeface="Arial" panose="020B0604020202020204" pitchFamily="34" charset="0"/>
                <a:sym typeface="Calibri"/>
              </a:rPr>
              <a:t>M</a:t>
            </a:r>
            <a:r>
              <a:rPr kumimoji="0" lang="en-IN" sz="24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Cambria" panose="02040503050406030204" pitchFamily="18" charset="0"/>
                <a:cs typeface="Arial" panose="020B0604020202020204" pitchFamily="34" charset="0"/>
                <a:sym typeface="Calibri"/>
              </a:rPr>
              <a:t>ultinomial</a:t>
            </a:r>
            <a:r>
              <a:rPr kumimoji="0" lang="en-IN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Cambria" panose="02040503050406030204" pitchFamily="18" charset="0"/>
                <a:cs typeface="Arial" panose="020B0604020202020204" pitchFamily="34" charset="0"/>
                <a:sym typeface="Calibri"/>
              </a:rPr>
              <a:t> </a:t>
            </a:r>
            <a:r>
              <a:rPr kumimoji="0" lang="en-I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Cambria" panose="02040503050406030204" pitchFamily="18" charset="0"/>
                <a:cs typeface="Arial" panose="020B0604020202020204" pitchFamily="34" charset="0"/>
                <a:sym typeface="Calibri"/>
              </a:rPr>
              <a:t>model </a:t>
            </a:r>
          </a:p>
        </p:txBody>
      </p:sp>
      <p:sp>
        <p:nvSpPr>
          <p:cNvPr id="5" name="Rectangle 4"/>
          <p:cNvSpPr/>
          <p:nvPr/>
        </p:nvSpPr>
        <p:spPr>
          <a:xfrm>
            <a:off x="4419600" y="6138446"/>
            <a:ext cx="4546950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 smtClean="0">
                <a:solidFill>
                  <a:schemeClr val="bg1">
                    <a:lumMod val="65000"/>
                  </a:schemeClr>
                </a:solidFill>
              </a:rPr>
              <a:t>Source Credit : https</a:t>
            </a:r>
            <a:r>
              <a:rPr lang="en-IN" dirty="0">
                <a:solidFill>
                  <a:schemeClr val="bg1">
                    <a:lumMod val="65000"/>
                  </a:schemeClr>
                </a:solidFill>
              </a:rPr>
              <a:t>://nlp.stanford.edu/IR-book</a:t>
            </a:r>
          </a:p>
        </p:txBody>
      </p:sp>
    </p:spTree>
    <p:extLst>
      <p:ext uri="{BB962C8B-B14F-4D97-AF65-F5344CB8AC3E}">
        <p14:creationId xmlns:p14="http://schemas.microsoft.com/office/powerpoint/2010/main" val="3696160128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Text Box 1"/>
          <p:cNvSpPr txBox="1">
            <a:spLocks noChangeArrowheads="1"/>
          </p:cNvSpPr>
          <p:nvPr/>
        </p:nvSpPr>
        <p:spPr bwMode="auto">
          <a:xfrm>
            <a:off x="6553200" y="6477000"/>
            <a:ext cx="2133600" cy="24447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0000" tIns="46800" rIns="90000" bIns="4680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/>
            </a:pPr>
            <a:fld id="{48895EFF-1DBE-4654-84B8-EE5B6E2FA3CA}" type="slidenum"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charset="0"/>
                <a:ea typeface="+mn-ea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ct val="100000"/>
                <a:buFont typeface="Arial"/>
                <a:buNone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/>
              </a:pPr>
              <a:t>70</a:t>
            </a:fld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charset="0"/>
              <a:ea typeface="+mn-ea"/>
              <a:cs typeface="Arial"/>
              <a:sym typeface="Arial"/>
            </a:endParaRPr>
          </a:p>
        </p:txBody>
      </p:sp>
      <p:sp>
        <p:nvSpPr>
          <p:cNvPr id="84995" name="Text Box 2"/>
          <p:cNvSpPr txBox="1">
            <a:spLocks noChangeArrowheads="1"/>
          </p:cNvSpPr>
          <p:nvPr/>
        </p:nvSpPr>
        <p:spPr bwMode="auto">
          <a:xfrm>
            <a:off x="0" y="12700"/>
            <a:ext cx="9358346" cy="140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buClr>
                <a:schemeClr val="dk1"/>
              </a:buClr>
              <a:buSzPts val="3200"/>
              <a:buFont typeface="Calibri"/>
              <a:buNone/>
              <a:defRPr sz="3600">
                <a:solidFill>
                  <a:schemeClr val="dk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  <a:sym typeface="Calibri"/>
              </a:defRPr>
            </a:lvl1pPr>
            <a:lvl2pPr>
              <a:buSzPts val="1400"/>
              <a:buNone/>
              <a:defRPr sz="1800"/>
            </a:lvl2pPr>
            <a:lvl3pPr>
              <a:buSzPts val="1400"/>
              <a:buNone/>
              <a:defRPr sz="1800"/>
            </a:lvl3pPr>
            <a:lvl4pPr>
              <a:buSzPts val="1400"/>
              <a:buNone/>
              <a:defRPr sz="1800"/>
            </a:lvl4pPr>
            <a:lvl5pPr>
              <a:buSzPts val="1400"/>
              <a:buNone/>
              <a:defRPr sz="1800"/>
            </a:lvl5pPr>
            <a:lvl6pPr>
              <a:buSzPts val="1400"/>
              <a:buNone/>
              <a:defRPr sz="1800"/>
            </a:lvl6pPr>
            <a:lvl7pPr>
              <a:buSzPts val="1400"/>
              <a:buNone/>
              <a:defRPr sz="1800"/>
            </a:lvl7pPr>
            <a:lvl8pPr>
              <a:buSzPts val="1400"/>
              <a:buNone/>
              <a:defRPr sz="1800"/>
            </a:lvl8pPr>
            <a:lvl9pPr>
              <a:buSzPts val="1400"/>
              <a:buNone/>
              <a:defRPr sz="18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Cambria" panose="02040503050406030204" pitchFamily="18" charset="0"/>
                <a:cs typeface="Calibri"/>
                <a:sym typeface="Calibri"/>
              </a:rPr>
              <a:t>  </a:t>
            </a:r>
            <a:r>
              <a:rPr kumimoji="0" 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Cambria" panose="02040503050406030204" pitchFamily="18" charset="0"/>
                <a:cs typeface="Calibri"/>
                <a:sym typeface="Calibri"/>
              </a:rPr>
              <a:t>Example 2</a:t>
            </a:r>
            <a:endParaRPr kumimoji="0" lang="en-US" sz="2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Cambria" panose="02040503050406030204" pitchFamily="18" charset="0"/>
              <a:cs typeface="Calibri"/>
              <a:sym typeface="Calibri"/>
            </a:endParaRPr>
          </a:p>
        </p:txBody>
      </p:sp>
      <p:sp>
        <p:nvSpPr>
          <p:cNvPr id="84997" name="Text Box 4"/>
          <p:cNvSpPr txBox="1">
            <a:spLocks noChangeArrowheads="1"/>
          </p:cNvSpPr>
          <p:nvPr/>
        </p:nvSpPr>
        <p:spPr bwMode="auto">
          <a:xfrm>
            <a:off x="7640638" y="-33338"/>
            <a:ext cx="925512" cy="336551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  <a:defRPr/>
            </a:pPr>
            <a:endParaRPr kumimoji="0" lang="de-DE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pic>
        <p:nvPicPr>
          <p:cNvPr id="14" name="Picture 13" descr="133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826" y="1509898"/>
            <a:ext cx="7349736" cy="1651367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0" y="4084023"/>
            <a:ext cx="3259325" cy="358168"/>
          </a:xfrm>
          <a:prstGeom prst="rect">
            <a:avLst/>
          </a:prstGeom>
          <a:ln>
            <a:noFill/>
          </a:ln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7962" y="4522282"/>
            <a:ext cx="5888831" cy="1342568"/>
          </a:xfrm>
          <a:prstGeom prst="rect">
            <a:avLst/>
          </a:prstGeom>
          <a:ln>
            <a:noFill/>
          </a:ln>
        </p:spPr>
      </p:pic>
      <p:grpSp>
        <p:nvGrpSpPr>
          <p:cNvPr id="19" name="Group 18"/>
          <p:cNvGrpSpPr/>
          <p:nvPr/>
        </p:nvGrpSpPr>
        <p:grpSpPr>
          <a:xfrm>
            <a:off x="6519862" y="3794430"/>
            <a:ext cx="2589063" cy="937354"/>
            <a:chOff x="130828" y="4318480"/>
            <a:chExt cx="2593804" cy="864834"/>
          </a:xfrm>
        </p:grpSpPr>
        <p:pic>
          <p:nvPicPr>
            <p:cNvPr id="20" name="Picture 19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30828" y="4318480"/>
              <a:ext cx="1272264" cy="599532"/>
            </a:xfrm>
            <a:prstGeom prst="rect">
              <a:avLst/>
            </a:prstGeom>
          </p:spPr>
        </p:pic>
        <p:pic>
          <p:nvPicPr>
            <p:cNvPr id="21" name="Picture 20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403091" y="4446355"/>
              <a:ext cx="1321541" cy="736959"/>
            </a:xfrm>
            <a:prstGeom prst="rect">
              <a:avLst/>
            </a:prstGeom>
          </p:spPr>
        </p:pic>
      </p:grpSp>
      <p:sp>
        <p:nvSpPr>
          <p:cNvPr id="11" name="Rectangle 10"/>
          <p:cNvSpPr/>
          <p:nvPr/>
        </p:nvSpPr>
        <p:spPr>
          <a:xfrm>
            <a:off x="4419600" y="6138446"/>
            <a:ext cx="4546950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 smtClean="0">
                <a:solidFill>
                  <a:schemeClr val="bg1">
                    <a:lumMod val="65000"/>
                  </a:schemeClr>
                </a:solidFill>
              </a:rPr>
              <a:t>Source Credit : https</a:t>
            </a:r>
            <a:r>
              <a:rPr lang="en-IN" dirty="0">
                <a:solidFill>
                  <a:schemeClr val="bg1">
                    <a:lumMod val="65000"/>
                  </a:schemeClr>
                </a:solidFill>
              </a:rPr>
              <a:t>://nlp.stanford.edu/IR-book</a:t>
            </a:r>
          </a:p>
        </p:txBody>
      </p:sp>
    </p:spTree>
    <p:extLst>
      <p:ext uri="{BB962C8B-B14F-4D97-AF65-F5344CB8AC3E}">
        <p14:creationId xmlns:p14="http://schemas.microsoft.com/office/powerpoint/2010/main" val="724082389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133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4048802"/>
            <a:ext cx="4900898" cy="720400"/>
          </a:xfrm>
          <a:prstGeom prst="rect">
            <a:avLst/>
          </a:prstGeom>
          <a:ln>
            <a:noFill/>
          </a:ln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953" y="3124199"/>
            <a:ext cx="3032333" cy="924603"/>
          </a:xfrm>
          <a:prstGeom prst="rect">
            <a:avLst/>
          </a:prstGeom>
        </p:spPr>
      </p:pic>
      <p:pic>
        <p:nvPicPr>
          <p:cNvPr id="5" name="Picture 4" descr="133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953" y="1498832"/>
            <a:ext cx="7352064" cy="165189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342064" y="3352800"/>
            <a:ext cx="3211135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Arial"/>
              </a:rPr>
              <a:t>u</a:t>
            </a:r>
            <a:r>
              <a:rPr kumimoji="0" 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Arial"/>
              </a:rPr>
              <a:t>-each word in test document</a:t>
            </a:r>
            <a:endParaRPr kumimoji="0" lang="en-IN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Cambria" panose="02040503050406030204" pitchFamily="18" charset="0"/>
              <a:cs typeface="Arial" panose="020B0604020202020204" pitchFamily="34" charset="0"/>
              <a:sym typeface="Arial"/>
            </a:endParaRPr>
          </a:p>
        </p:txBody>
      </p:sp>
      <p:sp>
        <p:nvSpPr>
          <p:cNvPr id="8" name="Text Box 2"/>
          <p:cNvSpPr txBox="1">
            <a:spLocks noChangeArrowheads="1"/>
          </p:cNvSpPr>
          <p:nvPr/>
        </p:nvSpPr>
        <p:spPr bwMode="auto">
          <a:xfrm>
            <a:off x="0" y="12700"/>
            <a:ext cx="9358346" cy="140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buClr>
                <a:schemeClr val="dk1"/>
              </a:buClr>
              <a:buSzPts val="3200"/>
              <a:buFont typeface="Calibri"/>
              <a:buNone/>
              <a:defRPr sz="3600">
                <a:solidFill>
                  <a:schemeClr val="dk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  <a:sym typeface="Calibri"/>
              </a:defRPr>
            </a:lvl1pPr>
            <a:lvl2pPr>
              <a:buSzPts val="1400"/>
              <a:buNone/>
              <a:defRPr sz="1800"/>
            </a:lvl2pPr>
            <a:lvl3pPr>
              <a:buSzPts val="1400"/>
              <a:buNone/>
              <a:defRPr sz="1800"/>
            </a:lvl3pPr>
            <a:lvl4pPr>
              <a:buSzPts val="1400"/>
              <a:buNone/>
              <a:defRPr sz="1800"/>
            </a:lvl4pPr>
            <a:lvl5pPr>
              <a:buSzPts val="1400"/>
              <a:buNone/>
              <a:defRPr sz="1800"/>
            </a:lvl5pPr>
            <a:lvl6pPr>
              <a:buSzPts val="1400"/>
              <a:buNone/>
              <a:defRPr sz="1800"/>
            </a:lvl6pPr>
            <a:lvl7pPr>
              <a:buSzPts val="1400"/>
              <a:buNone/>
              <a:defRPr sz="1800"/>
            </a:lvl7pPr>
            <a:lvl8pPr>
              <a:buSzPts val="1400"/>
              <a:buNone/>
              <a:defRPr sz="1800"/>
            </a:lvl8pPr>
            <a:lvl9pPr>
              <a:buSzPts val="1400"/>
              <a:buNone/>
              <a:defRPr sz="18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Cambria" panose="02040503050406030204" pitchFamily="18" charset="0"/>
                <a:cs typeface="Calibri"/>
                <a:sym typeface="Calibri"/>
              </a:rPr>
              <a:t>  </a:t>
            </a:r>
            <a:r>
              <a:rPr kumimoji="0" 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Cambria" panose="02040503050406030204" pitchFamily="18" charset="0"/>
                <a:cs typeface="Calibri"/>
                <a:sym typeface="Calibri"/>
              </a:rPr>
              <a:t>Example 2</a:t>
            </a:r>
            <a:endParaRPr kumimoji="0" lang="en-US" sz="2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Cambria" panose="02040503050406030204" pitchFamily="18" charset="0"/>
              <a:cs typeface="Calibri"/>
              <a:sym typeface="Calibri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419600" y="6138446"/>
            <a:ext cx="4546950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 smtClean="0">
                <a:solidFill>
                  <a:schemeClr val="bg1">
                    <a:lumMod val="65000"/>
                  </a:schemeClr>
                </a:solidFill>
              </a:rPr>
              <a:t>Source Credit : https</a:t>
            </a:r>
            <a:r>
              <a:rPr lang="en-IN" dirty="0">
                <a:solidFill>
                  <a:schemeClr val="bg1">
                    <a:lumMod val="65000"/>
                  </a:schemeClr>
                </a:solidFill>
              </a:rPr>
              <a:t>://nlp.stanford.edu/IR-book</a:t>
            </a:r>
          </a:p>
        </p:txBody>
      </p:sp>
    </p:spTree>
    <p:extLst>
      <p:ext uri="{BB962C8B-B14F-4D97-AF65-F5344CB8AC3E}">
        <p14:creationId xmlns:p14="http://schemas.microsoft.com/office/powerpoint/2010/main" val="9222996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6746" y="244699"/>
            <a:ext cx="7872701" cy="850106"/>
          </a:xfrm>
        </p:spPr>
        <p:txBody>
          <a:bodyPr/>
          <a:lstStyle/>
          <a:p>
            <a:r>
              <a:rPr lang="en-US" sz="2400" b="1" dirty="0">
                <a:latin typeface="+mj-lt"/>
              </a:rPr>
              <a:t>Naïve Bayes classifier: </a:t>
            </a:r>
            <a:r>
              <a:rPr lang="en-US" sz="2400" b="1" dirty="0" smtClean="0">
                <a:latin typeface="+mj-lt"/>
              </a:rPr>
              <a:t>Summary Model</a:t>
            </a:r>
            <a:br>
              <a:rPr lang="en-US" sz="2400" b="1" dirty="0" smtClean="0">
                <a:latin typeface="+mj-lt"/>
              </a:rPr>
            </a:br>
            <a:endParaRPr lang="en-IN" sz="2400" b="1" dirty="0">
              <a:latin typeface="+mj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/>
              <p:cNvSpPr>
                <a:spLocks noGrp="1"/>
              </p:cNvSpPr>
              <p:nvPr>
                <p:ph type="body" idx="1"/>
              </p:nvPr>
            </p:nvSpPr>
            <p:spPr>
              <a:xfrm>
                <a:off x="115910" y="1484290"/>
                <a:ext cx="9118242" cy="4525963"/>
              </a:xfrm>
            </p:spPr>
            <p:txBody>
              <a:bodyPr>
                <a:normAutofit/>
              </a:bodyPr>
              <a:lstStyle/>
              <a:p>
                <a:pPr marL="114300" indent="0">
                  <a:buNone/>
                </a:pPr>
                <a:r>
                  <a:rPr lang="en-US" sz="1800" b="1" u="sng" dirty="0" smtClean="0">
                    <a:solidFill>
                      <a:schemeClr val="tx1"/>
                    </a:solidFill>
                    <a:latin typeface="+mn-lt"/>
                  </a:rPr>
                  <a:t>Model</a:t>
                </a:r>
                <a:r>
                  <a:rPr lang="en-US" sz="1800" b="1" u="sng" dirty="0">
                    <a:solidFill>
                      <a:schemeClr val="tx1"/>
                    </a:solidFill>
                    <a:latin typeface="+mn-lt"/>
                  </a:rPr>
                  <a:t>:</a:t>
                </a:r>
                <a:r>
                  <a:rPr lang="en-US" sz="1800" dirty="0">
                    <a:solidFill>
                      <a:schemeClr val="tx1"/>
                    </a:solidFill>
                    <a:latin typeface="+mn-lt"/>
                  </a:rPr>
                  <a:t>  joint probability distribution given by</a:t>
                </a:r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800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P</m:t>
                    </m:r>
                    <m:d>
                      <m:dPr>
                        <m:ctrlP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18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en-US" sz="18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sz="18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</m:e>
                    </m:d>
                    <m:r>
                      <a:rPr lang="en-US" sz="1800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1800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P</m:t>
                    </m:r>
                    <m:d>
                      <m:dPr>
                        <m:ctrlP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18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</m:e>
                    </m:d>
                    <m:r>
                      <a:rPr lang="en-US" sz="1800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 </m:t>
                    </m:r>
                    <m:r>
                      <m:rPr>
                        <m:sty m:val="p"/>
                      </m:rPr>
                      <a:rPr lang="en-US" sz="1800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P</m:t>
                    </m:r>
                    <m:d>
                      <m:dPr>
                        <m:ctrlP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18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e>
                        <m:r>
                          <m:rPr>
                            <m:sty m:val="p"/>
                          </m:rPr>
                          <a:rPr lang="en-US" sz="18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</m:e>
                    </m:d>
                  </m:oMath>
                </a14:m>
                <a:endParaRPr lang="en-US" sz="1800" dirty="0" smtClean="0">
                  <a:solidFill>
                    <a:schemeClr val="tx1"/>
                  </a:solidFill>
                  <a:latin typeface="+mn-lt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80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P</m:t>
                    </m:r>
                    <m:d>
                      <m:dPr>
                        <m:ctrlP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18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en-US" sz="18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1800" i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b>
                            <m:r>
                              <a:rPr lang="en-US" sz="1800" i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18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 ⋯,</m:t>
                        </m:r>
                        <m:sSub>
                          <m:sSubPr>
                            <m:ctrlPr>
                              <a:rPr 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1800" i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1800" i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n</m:t>
                            </m:r>
                          </m:sub>
                        </m:sSub>
                        <m:r>
                          <a:rPr lang="en-US" sz="18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sz="18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  <m:r>
                          <a:rPr lang="en-US" sz="18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1800" i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1800" i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k</m:t>
                            </m:r>
                          </m:sub>
                        </m:sSub>
                      </m:e>
                    </m:d>
                    <m:r>
                      <a:rPr lang="en-US" sz="1800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1800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P</m:t>
                    </m:r>
                    <m:d>
                      <m:dPr>
                        <m:ctrlP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18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  <m:r>
                          <a:rPr lang="en-US" sz="18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1800" i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1800" i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k</m:t>
                            </m:r>
                          </m:sub>
                        </m:sSub>
                      </m:e>
                    </m:d>
                    <m:r>
                      <a:rPr lang="en-US" sz="1800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 </m:t>
                    </m:r>
                    <m:r>
                      <m:rPr>
                        <m:sty m:val="p"/>
                      </m:rPr>
                      <a:rPr lang="en-US" sz="1800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P</m:t>
                    </m:r>
                    <m:r>
                      <a:rPr lang="en-US" sz="1800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sz="1800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sz="18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8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a:rPr lang="en-US" sz="18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800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 ⋯,</m:t>
                    </m:r>
                    <m:sSub>
                      <m:sSubPr>
                        <m:ctrlP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8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8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  <m:r>
                      <a:rPr lang="en-US" sz="1800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US" sz="1800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Y</m:t>
                    </m:r>
                    <m:r>
                      <a:rPr lang="en-US" sz="1800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8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8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</m:sub>
                    </m:sSub>
                    <m:r>
                      <a:rPr lang="en-US" sz="1800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1800" dirty="0" smtClean="0">
                  <a:solidFill>
                    <a:schemeClr val="tx1"/>
                  </a:solidFill>
                  <a:latin typeface="+mn-lt"/>
                </a:endParaRPr>
              </a:p>
              <a:p>
                <a:pPr lvl="1"/>
                <a:endParaRPr lang="en-US" sz="1800" dirty="0" smtClean="0">
                  <a:solidFill>
                    <a:schemeClr val="tx1"/>
                  </a:solidFill>
                  <a:latin typeface="+mn-lt"/>
                </a:endParaRPr>
              </a:p>
              <a:p>
                <a:pPr marL="114300" indent="0">
                  <a:buNone/>
                </a:pPr>
                <a:r>
                  <a:rPr lang="en-US" sz="1800" b="1" u="sng" dirty="0" smtClean="0">
                    <a:solidFill>
                      <a:schemeClr val="tx1"/>
                    </a:solidFill>
                    <a:latin typeface="+mn-lt"/>
                  </a:rPr>
                  <a:t>Learning/Training:</a:t>
                </a:r>
              </a:p>
              <a:p>
                <a:pPr marL="114300" indent="0">
                  <a:buNone/>
                </a:pPr>
                <a:r>
                  <a:rPr lang="en-US" sz="1800" dirty="0">
                    <a:solidFill>
                      <a:schemeClr val="tx1"/>
                    </a:solidFill>
                    <a:latin typeface="+mn-lt"/>
                  </a:rPr>
                  <a:t>For output variable Y</a:t>
                </a:r>
              </a:p>
              <a:p>
                <a:r>
                  <a:rPr lang="en-US" altLang="ko-KR" sz="1800" dirty="0" smtClean="0">
                    <a:solidFill>
                      <a:schemeClr val="tx1"/>
                    </a:solidFill>
                    <a:latin typeface="+mn-lt"/>
                  </a:rPr>
                  <a:t>P</a:t>
                </a:r>
                <a:r>
                  <a:rPr lang="en-US" altLang="ko-KR" sz="1800" dirty="0">
                    <a:solidFill>
                      <a:schemeClr val="tx1"/>
                    </a:solidFill>
                    <a:latin typeface="+mn-lt"/>
                  </a:rPr>
                  <a:t>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800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Y</m:t>
                    </m:r>
                  </m:oMath>
                </a14:m>
                <a:r>
                  <a:rPr lang="en-US" altLang="ko-KR" sz="1800" dirty="0">
                    <a:solidFill>
                      <a:schemeClr val="tx1"/>
                    </a:solidFill>
                    <a:latin typeface="+mn-lt"/>
                  </a:rPr>
                  <a:t>) </a:t>
                </a:r>
                <a:r>
                  <a:rPr lang="en-US" altLang="ko-KR" sz="1800" dirty="0" smtClean="0">
                    <a:solidFill>
                      <a:schemeClr val="tx1"/>
                    </a:solidFill>
                    <a:latin typeface="+mn-lt"/>
                  </a:rPr>
                  <a:t>~ </a:t>
                </a:r>
                <a:r>
                  <a:rPr lang="en-US" sz="1800" dirty="0" err="1" smtClean="0">
                    <a:solidFill>
                      <a:schemeClr val="tx1"/>
                    </a:solidFill>
                    <a:latin typeface="+mn-lt"/>
                  </a:rPr>
                  <a:t>Ber</a:t>
                </a:r>
                <a:r>
                  <a:rPr lang="en-US" sz="1800" dirty="0" smtClean="0">
                    <a:solidFill>
                      <a:schemeClr val="tx1"/>
                    </a:solidFill>
                    <a:latin typeface="+mn-lt"/>
                  </a:rPr>
                  <a:t>(p)   </a:t>
                </a:r>
              </a:p>
              <a:p>
                <a:endParaRPr lang="en-US" altLang="ko-KR" sz="1800" baseline="-25000" dirty="0">
                  <a:solidFill>
                    <a:schemeClr val="tx1"/>
                  </a:solidFill>
                  <a:latin typeface="+mn-lt"/>
                </a:endParaRPr>
              </a:p>
              <a:p>
                <a:pPr marL="114300" indent="0">
                  <a:buNone/>
                </a:pPr>
                <a:r>
                  <a:rPr lang="en-US" altLang="ko-KR" sz="1800" dirty="0">
                    <a:solidFill>
                      <a:schemeClr val="tx1"/>
                    </a:solidFill>
                    <a:latin typeface="+mn-lt"/>
                  </a:rPr>
                  <a:t>For each attribute </a:t>
                </a:r>
                <a:r>
                  <a:rPr lang="en-US" altLang="ko-KR" sz="1800" dirty="0" smtClean="0">
                    <a:solidFill>
                      <a:schemeClr val="tx1"/>
                    </a:solidFill>
                    <a:latin typeface="+mn-lt"/>
                  </a:rPr>
                  <a:t>X</a:t>
                </a:r>
                <a:endParaRPr lang="en-US" altLang="ko-KR" sz="1800" dirty="0">
                  <a:solidFill>
                    <a:schemeClr val="tx1"/>
                  </a:solidFill>
                  <a:latin typeface="+mn-lt"/>
                </a:endParaRPr>
              </a:p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1800" dirty="0">
                        <a:solidFill>
                          <a:schemeClr val="tx1"/>
                        </a:solidFill>
                        <a:latin typeface="+mn-lt"/>
                      </a:rPr>
                      <m:t>P</m:t>
                    </m:r>
                    <m:r>
                      <m:rPr>
                        <m:nor/>
                      </m:rPr>
                      <a:rPr lang="en-US" sz="1800" dirty="0">
                        <a:solidFill>
                          <a:schemeClr val="tx1"/>
                        </a:solidFill>
                        <a:latin typeface="+mn-lt"/>
                      </a:rPr>
                      <m:t>(</m:t>
                    </m:r>
                    <m:r>
                      <m:rPr>
                        <m:nor/>
                      </m:rPr>
                      <a:rPr lang="en-US" sz="1800" dirty="0">
                        <a:solidFill>
                          <a:schemeClr val="tx1"/>
                        </a:solidFill>
                        <a:latin typeface="+mn-lt"/>
                      </a:rPr>
                      <m:t>X</m:t>
                    </m:r>
                    <m:r>
                      <m:rPr>
                        <m:nor/>
                      </m:rPr>
                      <a:rPr lang="en-US" sz="1800" dirty="0">
                        <a:solidFill>
                          <a:schemeClr val="tx1"/>
                        </a:solidFill>
                        <a:latin typeface="+mn-lt"/>
                      </a:rPr>
                      <m:t>|</m:t>
                    </m:r>
                    <m:r>
                      <m:rPr>
                        <m:nor/>
                      </m:rPr>
                      <a:rPr lang="en-US" sz="1800" dirty="0">
                        <a:solidFill>
                          <a:schemeClr val="tx1"/>
                        </a:solidFill>
                        <a:latin typeface="+mn-lt"/>
                      </a:rPr>
                      <m:t>Y</m:t>
                    </m:r>
                    <m:r>
                      <m:rPr>
                        <m:nor/>
                      </m:rPr>
                      <a:rPr lang="en-US" sz="1800" dirty="0">
                        <a:solidFill>
                          <a:schemeClr val="tx1"/>
                        </a:solidFill>
                        <a:latin typeface="+mn-lt"/>
                      </a:rPr>
                      <m:t>)</m:t>
                    </m:r>
                    <m:r>
                      <a:rPr lang="en-US" sz="1800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~ </m:t>
                    </m:r>
                    <m:r>
                      <m:rPr>
                        <m:sty m:val="p"/>
                      </m:rPr>
                      <a:rPr lang="en-US" sz="1800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Ber</m:t>
                    </m:r>
                    <m:d>
                      <m:dPr>
                        <m:ctrlP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18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</m:d>
                    <m:r>
                      <a:rPr lang="en-US" sz="1800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   →    </m:t>
                    </m:r>
                    <m:r>
                      <m:rPr>
                        <m:sty m:val="p"/>
                      </m:rPr>
                      <a:rPr lang="en-US" sz="1800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Multivariate</m:t>
                    </m:r>
                    <m:r>
                      <a:rPr lang="en-US" sz="1800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1800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Bernoulli</m:t>
                    </m:r>
                    <m:r>
                      <a:rPr lang="en-US" sz="1800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1800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NB</m:t>
                    </m:r>
                  </m:oMath>
                </a14:m>
                <a:r>
                  <a:rPr lang="en-US" sz="1800" b="0" dirty="0" smtClean="0">
                    <a:solidFill>
                      <a:schemeClr val="tx1"/>
                    </a:solidFill>
                    <a:latin typeface="+mn-lt"/>
                  </a:rPr>
                  <a:t> (X</a:t>
                </a:r>
                <a:r>
                  <a:rPr lang="en-US" sz="1800" b="0" baseline="-25000" dirty="0" smtClean="0">
                    <a:solidFill>
                      <a:schemeClr val="tx1"/>
                    </a:solidFill>
                    <a:latin typeface="+mn-lt"/>
                  </a:rPr>
                  <a:t>i </a:t>
                </a:r>
                <a:r>
                  <a:rPr lang="en-US" sz="1800" dirty="0" smtClean="0">
                    <a:solidFill>
                      <a:schemeClr val="tx1"/>
                    </a:solidFill>
                    <a:latin typeface="+mn-lt"/>
                  </a:rPr>
                  <a:t>– binary)</a:t>
                </a:r>
                <a:r>
                  <a:rPr lang="en-US" sz="1800" b="0" baseline="-25000" dirty="0" smtClean="0">
                    <a:solidFill>
                      <a:schemeClr val="tx1"/>
                    </a:solidFill>
                    <a:latin typeface="+mn-lt"/>
                  </a:rPr>
                  <a:t> </a:t>
                </a:r>
                <a:r>
                  <a:rPr lang="en-US" sz="1800" dirty="0" smtClean="0">
                    <a:solidFill>
                      <a:schemeClr val="tx1"/>
                    </a:solidFill>
                    <a:latin typeface="+mn-lt"/>
                  </a:rPr>
                  <a:t> </a:t>
                </a:r>
              </a:p>
              <a:p>
                <a:r>
                  <a:rPr lang="en-US" sz="1800" dirty="0" smtClean="0">
                    <a:solidFill>
                      <a:schemeClr val="tx1"/>
                    </a:solidFill>
                    <a:latin typeface="+mn-lt"/>
                  </a:rPr>
                  <a:t>P(X|Y</a:t>
                </a:r>
                <a:r>
                  <a:rPr lang="en-US" sz="1800" dirty="0">
                    <a:solidFill>
                      <a:schemeClr val="tx1"/>
                    </a:solidFill>
                    <a:latin typeface="+mn-lt"/>
                  </a:rPr>
                  <a:t>)</a:t>
                </a:r>
                <a14:m>
                  <m:oMath xmlns:m="http://schemas.openxmlformats.org/officeDocument/2006/math">
                    <m:r>
                      <a:rPr lang="en-US" sz="1800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~ </m:t>
                    </m:r>
                    <m:r>
                      <m:rPr>
                        <m:sty m:val="p"/>
                      </m:rPr>
                      <a:rPr lang="en-US" sz="1800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Multinom</m:t>
                    </m:r>
                    <m:d>
                      <m:dPr>
                        <m:ctrlP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18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a:rPr lang="en-US" sz="18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sz="18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e>
                    </m:d>
                  </m:oMath>
                </a14:m>
                <a:r>
                  <a:rPr lang="en-IN" sz="1800" dirty="0" smtClean="0">
                    <a:solidFill>
                      <a:schemeClr val="tx1"/>
                    </a:solidFill>
                    <a:latin typeface="+mn-lt"/>
                  </a:rPr>
                  <a:t> </a:t>
                </a:r>
                <a14:m>
                  <m:oMath xmlns:m="http://schemas.openxmlformats.org/officeDocument/2006/math">
                    <m:r>
                      <a:rPr lang="en-US" sz="1800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→  </m:t>
                    </m:r>
                    <m:r>
                      <m:rPr>
                        <m:sty m:val="p"/>
                      </m:rPr>
                      <a:rPr lang="en-US" sz="18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Multinomial</m:t>
                    </m:r>
                    <m:r>
                      <a:rPr lang="en-US" sz="18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1800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NB</m:t>
                    </m:r>
                  </m:oMath>
                </a14:m>
                <a:r>
                  <a:rPr lang="en-US" sz="1800" dirty="0" smtClean="0">
                    <a:solidFill>
                      <a:schemeClr val="tx1"/>
                    </a:solidFill>
                    <a:latin typeface="+mn-lt"/>
                  </a:rPr>
                  <a:t> </a:t>
                </a:r>
                <a:r>
                  <a:rPr lang="en-US" sz="1800" dirty="0">
                    <a:solidFill>
                      <a:schemeClr val="tx1"/>
                    </a:solidFill>
                    <a:latin typeface="+mn-lt"/>
                  </a:rPr>
                  <a:t>(X</a:t>
                </a:r>
                <a:r>
                  <a:rPr lang="en-US" sz="1800" baseline="-25000" dirty="0">
                    <a:solidFill>
                      <a:schemeClr val="tx1"/>
                    </a:solidFill>
                    <a:latin typeface="+mn-lt"/>
                  </a:rPr>
                  <a:t>i </a:t>
                </a:r>
                <a:r>
                  <a:rPr lang="en-US" sz="1800" dirty="0">
                    <a:solidFill>
                      <a:schemeClr val="tx1"/>
                    </a:solidFill>
                    <a:latin typeface="+mn-lt"/>
                  </a:rPr>
                  <a:t>– </a:t>
                </a:r>
                <a:r>
                  <a:rPr lang="en-US" sz="1800" dirty="0" smtClean="0">
                    <a:solidFill>
                      <a:schemeClr val="tx1"/>
                    </a:solidFill>
                    <a:latin typeface="+mn-lt"/>
                  </a:rPr>
                  <a:t>multinomial)</a:t>
                </a:r>
                <a:r>
                  <a:rPr lang="en-US" sz="1800" baseline="-25000" dirty="0" smtClean="0">
                    <a:solidFill>
                      <a:schemeClr val="tx1"/>
                    </a:solidFill>
                    <a:latin typeface="+mn-lt"/>
                  </a:rPr>
                  <a:t> </a:t>
                </a:r>
                <a:endParaRPr lang="en-US" sz="1800" baseline="-25000" dirty="0">
                  <a:solidFill>
                    <a:schemeClr val="tx1"/>
                  </a:solidFill>
                  <a:latin typeface="+mn-lt"/>
                </a:endParaRPr>
              </a:p>
              <a:p>
                <a:r>
                  <a:rPr lang="en-US" sz="1800" dirty="0" smtClean="0">
                    <a:solidFill>
                      <a:schemeClr val="tx1"/>
                    </a:solidFill>
                    <a:latin typeface="+mn-lt"/>
                  </a:rPr>
                  <a:t>P(X|Y) ~ N(</a:t>
                </a:r>
                <a:r>
                  <a:rPr lang="en-US" sz="1800" dirty="0" smtClean="0">
                    <a:solidFill>
                      <a:schemeClr val="tx1"/>
                    </a:solidFill>
                    <a:latin typeface="+mn-lt"/>
                    <a:sym typeface="Symbol" panose="05050102010706020507" pitchFamily="18" charset="2"/>
                  </a:rPr>
                  <a:t>, </a:t>
                </a:r>
                <a:r>
                  <a:rPr lang="en-US" sz="1800" baseline="30000" dirty="0" smtClean="0">
                    <a:solidFill>
                      <a:schemeClr val="tx1"/>
                    </a:solidFill>
                    <a:latin typeface="+mn-lt"/>
                    <a:sym typeface="Symbol" panose="05050102010706020507" pitchFamily="18" charset="2"/>
                  </a:rPr>
                  <a:t>2</a:t>
                </a:r>
                <a:r>
                  <a:rPr lang="en-US" sz="1800" dirty="0" smtClean="0">
                    <a:solidFill>
                      <a:schemeClr val="tx1"/>
                    </a:solidFill>
                    <a:latin typeface="+mn-lt"/>
                    <a:sym typeface="Symbol" panose="05050102010706020507" pitchFamily="18" charset="2"/>
                  </a:rPr>
                  <a:t>) </a:t>
                </a:r>
                <a14:m>
                  <m:oMath xmlns:m="http://schemas.openxmlformats.org/officeDocument/2006/math">
                    <m:r>
                      <a:rPr lang="en-US" sz="1800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→  </m:t>
                    </m:r>
                    <m:r>
                      <m:rPr>
                        <m:sty m:val="p"/>
                      </m:rPr>
                      <a:rPr lang="en-US" sz="18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Gaussian</m:t>
                    </m:r>
                    <m:r>
                      <m:rPr>
                        <m:sty m:val="p"/>
                      </m:rPr>
                      <a:rPr lang="en-US" sz="1800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NB</m:t>
                    </m:r>
                  </m:oMath>
                </a14:m>
                <a:r>
                  <a:rPr lang="en-US" sz="1800" dirty="0" smtClean="0">
                    <a:solidFill>
                      <a:schemeClr val="tx1"/>
                    </a:solidFill>
                    <a:latin typeface="+mn-lt"/>
                  </a:rPr>
                  <a:t> </a:t>
                </a:r>
                <a:r>
                  <a:rPr lang="en-US" sz="1800" dirty="0">
                    <a:solidFill>
                      <a:schemeClr val="tx1"/>
                    </a:solidFill>
                    <a:latin typeface="+mn-lt"/>
                  </a:rPr>
                  <a:t>(X</a:t>
                </a:r>
                <a:r>
                  <a:rPr lang="en-US" sz="1800" baseline="-25000" dirty="0">
                    <a:solidFill>
                      <a:schemeClr val="tx1"/>
                    </a:solidFill>
                    <a:latin typeface="+mn-lt"/>
                  </a:rPr>
                  <a:t>i </a:t>
                </a:r>
                <a:r>
                  <a:rPr lang="en-US" sz="1800" dirty="0">
                    <a:solidFill>
                      <a:schemeClr val="tx1"/>
                    </a:solidFill>
                    <a:latin typeface="+mn-lt"/>
                  </a:rPr>
                  <a:t>– </a:t>
                </a:r>
                <a:r>
                  <a:rPr lang="en-US" sz="1800" dirty="0" smtClean="0">
                    <a:solidFill>
                      <a:schemeClr val="tx1"/>
                    </a:solidFill>
                    <a:latin typeface="+mn-lt"/>
                  </a:rPr>
                  <a:t>real valued)</a:t>
                </a:r>
                <a:r>
                  <a:rPr lang="en-US" sz="1800" baseline="-25000" dirty="0" smtClean="0">
                    <a:solidFill>
                      <a:schemeClr val="tx1"/>
                    </a:solidFill>
                    <a:latin typeface="+mn-lt"/>
                  </a:rPr>
                  <a:t> </a:t>
                </a:r>
                <a:endParaRPr lang="en-US" sz="1800" baseline="-25000" dirty="0">
                  <a:solidFill>
                    <a:schemeClr val="tx1"/>
                  </a:solidFill>
                  <a:latin typeface="+mn-lt"/>
                </a:endParaRPr>
              </a:p>
              <a:p>
                <a:pPr marL="114300" indent="0">
                  <a:buNone/>
                </a:pPr>
                <a:endParaRPr lang="en-US" sz="1800" dirty="0">
                  <a:solidFill>
                    <a:schemeClr val="tx1"/>
                  </a:solidFill>
                  <a:latin typeface="+mn-lt"/>
                </a:endParaRPr>
              </a:p>
              <a:p>
                <a:pPr marL="114300" indent="0">
                  <a:buNone/>
                </a:pPr>
                <a:endParaRPr lang="en-IN" sz="1800" baseline="30000" dirty="0">
                  <a:solidFill>
                    <a:schemeClr val="tx1"/>
                  </a:solidFill>
                  <a:latin typeface="+mn-lt"/>
                </a:endParaRPr>
              </a:p>
            </p:txBody>
          </p:sp>
        </mc:Choice>
        <mc:Fallback xmlns="">
          <p:sp>
            <p:nvSpPr>
              <p:cNvPr id="3" name="Tex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115910" y="1484290"/>
                <a:ext cx="9118242" cy="4525963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/>
          <p:cNvSpPr/>
          <p:nvPr/>
        </p:nvSpPr>
        <p:spPr>
          <a:xfrm>
            <a:off x="4419600" y="6138446"/>
            <a:ext cx="4546950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 smtClean="0">
                <a:solidFill>
                  <a:schemeClr val="bg1">
                    <a:lumMod val="65000"/>
                  </a:schemeClr>
                </a:solidFill>
              </a:rPr>
              <a:t>Source Credit : https</a:t>
            </a:r>
            <a:r>
              <a:rPr lang="en-IN" dirty="0">
                <a:solidFill>
                  <a:schemeClr val="bg1">
                    <a:lumMod val="65000"/>
                  </a:schemeClr>
                </a:solidFill>
              </a:rPr>
              <a:t>://nlp.stanford.edu/IR-book</a:t>
            </a:r>
          </a:p>
        </p:txBody>
      </p:sp>
    </p:spTree>
    <p:extLst>
      <p:ext uri="{BB962C8B-B14F-4D97-AF65-F5344CB8AC3E}">
        <p14:creationId xmlns:p14="http://schemas.microsoft.com/office/powerpoint/2010/main" val="15122448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9195" y="167224"/>
            <a:ext cx="7595859" cy="11085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sz="2400" b="1" dirty="0">
                <a:latin typeface="+mj-lt"/>
                <a:sym typeface="Arial"/>
              </a:rPr>
              <a:t>Logistic Regression</a:t>
            </a:r>
            <a:r>
              <a:rPr lang="en-US" sz="2400" b="1" dirty="0">
                <a:latin typeface="+mj-lt"/>
                <a:sym typeface="Arial"/>
              </a:rPr>
              <a:t> vs Naïve Bayes</a:t>
            </a:r>
            <a:endParaRPr sz="2400" b="1" dirty="0">
              <a:latin typeface="+mj-lt"/>
              <a:sym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72461" y="1954369"/>
            <a:ext cx="8839200" cy="1832101"/>
          </a:xfrm>
          <a:prstGeom prst="rect">
            <a:avLst/>
          </a:prstGeom>
        </p:spPr>
        <p:txBody>
          <a:bodyPr vert="horz" wrap="square" lIns="0" tIns="79562" rIns="0" bIns="0" rtlCol="0">
            <a:spAutoFit/>
          </a:bodyPr>
          <a:lstStyle/>
          <a:p>
            <a:pPr marL="11206" marR="0" lvl="0" indent="0" algn="l" defTabSz="914400" rtl="0" eaLnBrk="1" fontAlgn="auto" latinLnBrk="0" hangingPunct="1">
              <a:lnSpc>
                <a:spcPct val="150000"/>
              </a:lnSpc>
              <a:spcBef>
                <a:spcPts val="627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Arial"/>
              </a:rPr>
              <a:t>Idea:</a:t>
            </a:r>
          </a:p>
          <a:p>
            <a:pPr marL="313781" marR="4483" lvl="0" indent="-302575" algn="l" defTabSz="914400" rtl="0" eaLnBrk="1" fontAlgn="auto" latinLnBrk="0" hangingPunct="1">
              <a:lnSpc>
                <a:spcPct val="150000"/>
              </a:lnSpc>
              <a:spcBef>
                <a:spcPts val="662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Char char="•"/>
              <a:tabLst>
                <a:tab pos="313221" algn="l"/>
                <a:tab pos="313781" algn="l"/>
              </a:tabLst>
              <a:defRPr/>
            </a:pPr>
            <a:r>
              <a:rPr kumimoji="0" sz="1800" b="0" i="0" u="none" strike="noStrike" kern="0" cap="none" spc="-4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Arial"/>
              </a:rPr>
              <a:t>Naïve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Arial"/>
              </a:rPr>
              <a:t>Bayes allows </a:t>
            </a:r>
            <a:r>
              <a:rPr kumimoji="0" sz="1800" b="0" i="0" u="none" strike="noStrike" kern="0" cap="none" spc="-4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Arial"/>
              </a:rPr>
              <a:t>computing P(Y|X) </a:t>
            </a:r>
            <a:r>
              <a:rPr kumimoji="0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Arial"/>
              </a:rPr>
              <a:t>by</a:t>
            </a:r>
            <a:r>
              <a:rPr kumimoji="0" 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Arial"/>
              </a:rPr>
              <a:t> </a:t>
            </a:r>
            <a:r>
              <a:rPr kumimoji="0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Arial"/>
              </a:rPr>
              <a:t> 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Arial"/>
              </a:rPr>
              <a:t>learning P(Y) </a:t>
            </a:r>
            <a:r>
              <a:rPr kumimoji="0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Arial"/>
              </a:rPr>
              <a:t>and</a:t>
            </a:r>
            <a:r>
              <a:rPr kumimoji="0" 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Arial"/>
              </a:rPr>
              <a:t> </a:t>
            </a:r>
            <a:r>
              <a:rPr kumimoji="0" sz="1800" b="0" i="0" u="none" strike="noStrike" kern="0" cap="none" spc="-4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Arial"/>
              </a:rPr>
              <a:t>P(X|Y</a:t>
            </a:r>
            <a:r>
              <a:rPr kumimoji="0" sz="1800" b="0" i="0" u="none" strike="noStrike" kern="0" cap="none" spc="-4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Arial"/>
              </a:rPr>
              <a:t>)</a:t>
            </a: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Cambria" panose="02040503050406030204" pitchFamily="18" charset="0"/>
              <a:cs typeface="Arial" panose="020B0604020202020204" pitchFamily="34" charset="0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8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Char char="•"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Cambria" panose="02040503050406030204" pitchFamily="18" charset="0"/>
              <a:cs typeface="Arial" panose="020B0604020202020204" pitchFamily="34" charset="0"/>
              <a:sym typeface="Arial"/>
            </a:endParaRPr>
          </a:p>
          <a:p>
            <a:pPr marL="313781" marR="0" lvl="0" indent="-302575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Char char="•"/>
              <a:tabLst>
                <a:tab pos="313221" algn="l"/>
                <a:tab pos="313781" algn="l"/>
              </a:tabLst>
              <a:defRPr/>
            </a:pPr>
            <a:r>
              <a:rPr kumimoji="0" sz="1800" b="0" i="0" u="none" strike="noStrike" kern="0" cap="none" spc="-4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Arial"/>
              </a:rPr>
              <a:t>Why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Arial"/>
              </a:rPr>
              <a:t>not learn </a:t>
            </a:r>
            <a:r>
              <a:rPr kumimoji="0" sz="1800" b="0" i="0" u="none" strike="noStrike" kern="0" cap="none" spc="-4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Arial"/>
              </a:rPr>
              <a:t>P(Y|X)</a:t>
            </a:r>
            <a:r>
              <a:rPr kumimoji="0" sz="1800" b="0" i="0" u="none" strike="noStrike" kern="0" cap="none" spc="-9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Arial"/>
              </a:rPr>
              <a:t> </a:t>
            </a:r>
            <a:r>
              <a:rPr kumimoji="0" sz="1800" b="0" i="0" u="none" strike="noStrike" kern="0" cap="none" spc="-4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Arial"/>
              </a:rPr>
              <a:t>directly?</a:t>
            </a: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Cambria" panose="02040503050406030204" pitchFamily="18" charset="0"/>
              <a:cs typeface="Arial" panose="020B0604020202020204" pitchFamily="34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83814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18053"/>
            <a:ext cx="6324600" cy="1143000"/>
          </a:xfrm>
        </p:spPr>
        <p:txBody>
          <a:bodyPr/>
          <a:lstStyle/>
          <a:p>
            <a:pPr algn="l"/>
            <a:r>
              <a:rPr lang="en-US" sz="2400" b="1" dirty="0" smtClean="0">
                <a:latin typeface="+mj-lt"/>
                <a:ea typeface="Cambria" panose="02040503050406030204" pitchFamily="18" charset="0"/>
              </a:rPr>
              <a:t>Logistic Regression and </a:t>
            </a:r>
            <a:br>
              <a:rPr lang="en-US" sz="2400" b="1" dirty="0" smtClean="0">
                <a:latin typeface="+mj-lt"/>
                <a:ea typeface="Cambria" panose="02040503050406030204" pitchFamily="18" charset="0"/>
              </a:rPr>
            </a:br>
            <a:r>
              <a:rPr lang="en-US" sz="2400" b="1" dirty="0" smtClean="0">
                <a:latin typeface="+mj-lt"/>
                <a:ea typeface="Cambria" panose="02040503050406030204" pitchFamily="18" charset="0"/>
              </a:rPr>
              <a:t>Gaussian Naïve Bayes Classifier</a:t>
            </a:r>
            <a:endParaRPr lang="en-US" sz="2400" b="1" dirty="0">
              <a:latin typeface="+mj-lt"/>
              <a:ea typeface="Cambria" panose="02040503050406030204" pitchFamily="18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60DB935C-A2BB-404C-A6C5-67E9068028EC}" type="slidenum">
              <a:rPr kumimoji="0" lang="en-US" sz="14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74</a:t>
            </a:fld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39521" y="1752600"/>
            <a:ext cx="8686800" cy="37805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marR="0" lvl="0" indent="-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Arial"/>
              </a:rPr>
              <a:t>Interestingly, the parametric form of P(Y|X) used by Logistic Regression is precisely the form implied by the assumptions of a Gaussian Naive Bayes classiﬁer</a:t>
            </a:r>
            <a:r>
              <a:rPr kumimoji="0" 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Arial"/>
              </a:rPr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Arial"/>
              </a:rPr>
              <a:t> </a:t>
            </a:r>
          </a:p>
          <a:p>
            <a:pPr marL="457200" marR="0" lvl="0" indent="-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Arial"/>
              </a:rPr>
              <a:t>Therefore, we can view Logistic Regression as a closely related alternative to 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Arial"/>
              </a:rPr>
              <a:t>GNB, though the two can produce different results in many </a:t>
            </a:r>
            <a:r>
              <a:rPr kumimoji="0" 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Arial"/>
              </a:rPr>
              <a:t>cases</a:t>
            </a:r>
          </a:p>
          <a:p>
            <a:pPr marL="457200" marR="0" lvl="0" indent="-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Cambria" panose="02040503050406030204" pitchFamily="18" charset="0"/>
              <a:cs typeface="Arial" panose="020B0604020202020204" pitchFamily="34" charset="0"/>
              <a:sym typeface="Arial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Arial"/>
              </a:rPr>
              <a:t>Derivation given in CS-5 slides in self learning section and also attached PDF of new chapter from Tom Mitchell book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Cambria" panose="02040503050406030204" pitchFamily="18" charset="0"/>
              <a:cs typeface="Arial" panose="020B0604020202020204" pitchFamily="34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801032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5"/>
          <p:cNvSpPr txBox="1">
            <a:spLocks noGrp="1"/>
          </p:cNvSpPr>
          <p:nvPr>
            <p:ph type="title"/>
          </p:nvPr>
        </p:nvSpPr>
        <p:spPr>
          <a:xfrm>
            <a:off x="395536" y="274638"/>
            <a:ext cx="6120680" cy="850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 sz="2400" b="1" dirty="0">
                <a:latin typeface="+mj-lt"/>
              </a:rPr>
              <a:t>Features of Bayesian learning</a:t>
            </a:r>
            <a:endParaRPr sz="2400" b="1" dirty="0">
              <a:latin typeface="+mj-lt"/>
            </a:endParaRPr>
          </a:p>
        </p:txBody>
      </p:sp>
      <p:sp>
        <p:nvSpPr>
          <p:cNvPr id="535" name="Google Shape;535;p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Each observed training example can </a:t>
            </a:r>
            <a:r>
              <a:rPr lang="en-US" sz="1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incrementally decrease or increase the estimated probability 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that a hypothesis is correct. </a:t>
            </a:r>
            <a:endParaRPr lang="en-US" sz="18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endParaRPr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lvl="0" indent="-342900" algn="l" rtl="0">
              <a:lnSpc>
                <a:spcPct val="15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Flexible approach to learning than algorithms that </a:t>
            </a:r>
            <a:r>
              <a:rPr lang="en-US" sz="1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completely eliminate a hypothesis 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if it is found to be inconsistent with any single example. </a:t>
            </a:r>
            <a:endParaRPr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36" name="Google Shape;536;p5"/>
          <p:cNvSpPr txBox="1">
            <a:spLocks noGrp="1"/>
          </p:cNvSpPr>
          <p:nvPr>
            <p:ph type="sldNum" idx="12"/>
          </p:nvPr>
        </p:nvSpPr>
        <p:spPr>
          <a:xfrm>
            <a:off x="2195736" y="6237312"/>
            <a:ext cx="439248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sz="12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75</a:t>
            </a:fld>
            <a:endParaRPr kumimoji="0" sz="1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Tahoma"/>
              <a:cs typeface="Tahoma"/>
              <a:sym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7447927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 smtClean="0">
                <a:ea typeface="Cambria" panose="02040503050406030204" pitchFamily="18" charset="0"/>
              </a:rPr>
              <a:t>Require </a:t>
            </a:r>
            <a:r>
              <a:rPr lang="en-US" sz="1800" dirty="0">
                <a:ea typeface="Cambria" panose="02040503050406030204" pitchFamily="18" charset="0"/>
              </a:rPr>
              <a:t>initial knowledge of many </a:t>
            </a:r>
            <a:r>
              <a:rPr lang="en-US" sz="1800" dirty="0" smtClean="0">
                <a:ea typeface="Cambria" panose="02040503050406030204" pitchFamily="18" charset="0"/>
              </a:rPr>
              <a:t>probabilities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 smtClean="0">
                <a:ea typeface="Cambria" panose="02040503050406030204" pitchFamily="18" charset="0"/>
              </a:rPr>
              <a:t>Often </a:t>
            </a:r>
            <a:r>
              <a:rPr lang="en-US" sz="1800" dirty="0">
                <a:ea typeface="Cambria" panose="02040503050406030204" pitchFamily="18" charset="0"/>
              </a:rPr>
              <a:t>estimated based on background knowledge, </a:t>
            </a:r>
            <a:r>
              <a:rPr lang="en-US" sz="1800" dirty="0" smtClean="0">
                <a:ea typeface="Cambria" panose="02040503050406030204" pitchFamily="18" charset="0"/>
              </a:rPr>
              <a:t>previously </a:t>
            </a:r>
            <a:r>
              <a:rPr lang="en-US" sz="1800" dirty="0">
                <a:ea typeface="Cambria" panose="02040503050406030204" pitchFamily="18" charset="0"/>
              </a:rPr>
              <a:t>available data, and assumptions about the form of the underlying </a:t>
            </a:r>
            <a:r>
              <a:rPr lang="en-US" sz="1800" dirty="0" smtClean="0">
                <a:ea typeface="Cambria" panose="02040503050406030204" pitchFamily="18" charset="0"/>
              </a:rPr>
              <a:t>distributions.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 smtClean="0">
                <a:ea typeface="Cambria" panose="02040503050406030204" pitchFamily="18" charset="0"/>
              </a:rPr>
              <a:t>Significant </a:t>
            </a:r>
            <a:r>
              <a:rPr lang="en-US" sz="1800" dirty="0">
                <a:ea typeface="Cambria" panose="02040503050406030204" pitchFamily="18" charset="0"/>
              </a:rPr>
              <a:t>computational cost required to determine the Bayes optimal hypothesis in the general case (linear in the number of candidate hypotheses)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7696200" cy="1143000"/>
          </a:xfr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indent="-228600">
              <a:lnSpc>
                <a:spcPct val="100000"/>
              </a:lnSpc>
              <a:buClr>
                <a:srgbClr val="000000"/>
              </a:buClr>
              <a:buSzPts val="3600"/>
            </a:pPr>
            <a:r>
              <a:rPr lang="en-US" sz="2400" dirty="0">
                <a:latin typeface="+mj-lt"/>
                <a:ea typeface="Cambria" panose="02040503050406030204" pitchFamily="18" charset="0"/>
                <a:cs typeface="Arial"/>
              </a:rPr>
              <a:t>Practical Issues of Bayesian learning</a:t>
            </a:r>
          </a:p>
        </p:txBody>
      </p:sp>
    </p:spTree>
    <p:extLst>
      <p:ext uri="{BB962C8B-B14F-4D97-AF65-F5344CB8AC3E}">
        <p14:creationId xmlns:p14="http://schemas.microsoft.com/office/powerpoint/2010/main" val="26352987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dirty="0">
                <a:hlinkClick r:id="rId2"/>
              </a:rPr>
              <a:t>https://</a:t>
            </a:r>
            <a:r>
              <a:rPr lang="en-IN" sz="1800" dirty="0" smtClean="0">
                <a:hlinkClick r:id="rId2"/>
              </a:rPr>
              <a:t>www.inf.ed.ac.uk/teaching/courses/inf2b/learnnotes/inf2b-learn07-notes-nup.pdf</a:t>
            </a:r>
            <a:endParaRPr lang="en-IN" sz="1800" dirty="0" smtClean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dirty="0">
                <a:hlinkClick r:id="rId3"/>
              </a:rPr>
              <a:t>https://</a:t>
            </a:r>
            <a:r>
              <a:rPr lang="en-IN" sz="1800" dirty="0" smtClean="0">
                <a:hlinkClick r:id="rId3"/>
              </a:rPr>
              <a:t>cs229.stanford.edu/summer2019/cs229-notes2.pdf</a:t>
            </a:r>
            <a:endParaRPr lang="en-IN" sz="1800" dirty="0" smtClean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Tom Mitchell </a:t>
            </a:r>
            <a:r>
              <a:rPr lang="en-US" sz="1800" dirty="0" smtClean="0"/>
              <a:t>– Chapter 6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dirty="0"/>
              <a:t>https://nlp.stanford.edu/IR-book/pdf/13bayes.pdf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/>
        <p:txBody>
          <a:bodyPr>
            <a:normAutofit/>
          </a:bodyPr>
          <a:lstStyle/>
          <a:p>
            <a:r>
              <a:rPr lang="en-US" sz="2400" dirty="0" smtClean="0"/>
              <a:t>References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4772955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794196" y="2328930"/>
            <a:ext cx="7705859" cy="2014470"/>
          </a:xfrm>
        </p:spPr>
        <p:txBody>
          <a:bodyPr>
            <a:noAutofit/>
          </a:bodyPr>
          <a:lstStyle/>
          <a:p>
            <a:pPr algn="ctr"/>
            <a:r>
              <a:rPr lang="en-IN" sz="3200" dirty="0" smtClean="0">
                <a:solidFill>
                  <a:schemeClr val="accent2">
                    <a:lumMod val="75000"/>
                  </a:schemeClr>
                </a:solidFill>
                <a:latin typeface="+mj-lt"/>
              </a:rPr>
              <a:t>Logistic Regression &amp; Naïve Bayes</a:t>
            </a:r>
          </a:p>
          <a:p>
            <a:pPr algn="ctr"/>
            <a:endParaRPr lang="en-US" sz="3200" dirty="0">
              <a:solidFill>
                <a:schemeClr val="accent2">
                  <a:lumMod val="75000"/>
                </a:schemeClr>
              </a:solidFill>
              <a:latin typeface="+mj-lt"/>
            </a:endParaRPr>
          </a:p>
          <a:p>
            <a:pPr algn="ctr"/>
            <a:r>
              <a:rPr lang="en-US" sz="2400" dirty="0" smtClean="0">
                <a:solidFill>
                  <a:schemeClr val="accent2">
                    <a:lumMod val="75000"/>
                  </a:schemeClr>
                </a:solidFill>
                <a:latin typeface="+mj-lt"/>
              </a:rPr>
              <a:t>Self Read </a:t>
            </a:r>
          </a:p>
          <a:p>
            <a:pPr algn="ctr"/>
            <a:r>
              <a:rPr lang="en-US" sz="1800" dirty="0" smtClean="0">
                <a:solidFill>
                  <a:srgbClr val="0000FF"/>
                </a:solidFill>
                <a:latin typeface="+mj-lt"/>
              </a:rPr>
              <a:t>(Proof : Mathematical Relation between Logistic Regression and Naïve Bayes)</a:t>
            </a:r>
            <a:endParaRPr lang="en-IN" sz="1800" dirty="0">
              <a:solidFill>
                <a:srgbClr val="0000FF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1961831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Where does the </a:t>
            </a:r>
            <a:r>
              <a:rPr lang="en-US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form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come from?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533400" y="1487242"/>
                <a:ext cx="7886700" cy="4239665"/>
              </a:xfrm>
            </p:spPr>
            <p:txBody>
              <a:bodyPr>
                <a:normAutofit fontScale="92500" lnSpcReduction="10000"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</a:rPr>
                  <a:t>Logistic regression hypothesis representation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d>
                        <m:d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18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1+</m:t>
                          </m:r>
                          <m:sSup>
                            <m:sSup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p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  <m:t>⊤</m:t>
                                  </m:r>
                                </m:sup>
                              </m:sSup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</m:den>
                      </m:f>
                      <m:r>
                        <a:rPr lang="en-US" sz="18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1+</m:t>
                          </m:r>
                          <m:sSup>
                            <m:sSup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−(</m:t>
                              </m:r>
                              <m:sSub>
                                <m:sSubPr>
                                  <m:ctrlP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+⋯+</m:t>
                              </m:r>
                              <m:sSub>
                                <m:sSubPr>
                                  <m:ctrlP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sz="18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lnSpc>
                    <a:spcPct val="150000"/>
                  </a:lnSpc>
                </a:pPr>
                <a:endParaRPr lang="en-US" sz="1800" dirty="0" smtClean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sz="18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Consider </a:t>
                </a:r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</a:rPr>
                  <a:t>learning f: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</a:rPr>
                  <a:t>, where</a:t>
                </a:r>
              </a:p>
              <a:p>
                <a:pPr lvl="1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</a:rPr>
                  <a:t> is a vector of real-valued features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8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i="1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sz="18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, ⋯,</m:t>
                            </m:r>
                            <m:sSub>
                              <m:sSubPr>
                                <m:ctrlPr>
                                  <a:rPr lang="en-US" sz="18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i="1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sz="18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⊤</m:t>
                        </m:r>
                      </m:sup>
                    </m:sSup>
                  </m:oMath>
                </a14:m>
                <a:endParaRPr lang="en-US" sz="18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lvl="1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</a:rPr>
                  <a:t>is Boolean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</a:rPr>
                  <a:t>Assume all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</a:rPr>
                  <a:t> are conditionally independent given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endParaRPr lang="en-US" sz="18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lvl="1">
                  <a:lnSpc>
                    <a:spcPct val="150000"/>
                  </a:lnSpc>
                </a:pPr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</a:rPr>
                  <a:t>Model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𝑌</m:t>
                        </m:r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</a:rPr>
                  <a:t> as Gaussian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</a:rPr>
                      <m:t>𝑁</m:t>
                    </m:r>
                    <m:d>
                      <m:d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𝑖𝑘</m:t>
                            </m:r>
                          </m:sub>
                        </m:s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endParaRPr lang="en-US" sz="18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lvl="1">
                  <a:lnSpc>
                    <a:spcPct val="150000"/>
                  </a:lnSpc>
                </a:pPr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</a:rPr>
                  <a:t>Model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d>
                  </m:oMath>
                </a14:m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</a:rPr>
                  <a:t> as Bernoulli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endParaRPr lang="en-US" sz="18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lvl="2">
                  <a:lnSpc>
                    <a:spcPct val="150000"/>
                  </a:lnSpc>
                </a:pPr>
                <a:endParaRPr lang="en-US" sz="18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n-US" sz="18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33400" y="1487242"/>
                <a:ext cx="7886700" cy="4239665"/>
              </a:xfrm>
              <a:blipFill rotWithShape="0">
                <a:blip r:embed="rId3"/>
                <a:stretch>
                  <a:fillRect l="-38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2552570" y="5631419"/>
                <a:ext cx="2930546" cy="369332"/>
              </a:xfrm>
              <a:prstGeom prst="rect">
                <a:avLst/>
              </a:prstGeom>
              <a:ln w="76200">
                <a:solidFill>
                  <a:srgbClr val="00B050"/>
                </a:solidFill>
              </a:ln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+mn-ea"/>
                    <a:cs typeface="+mn-cs"/>
                  </a:rPr>
                  <a:t>What is </a:t>
                </a:r>
                <a14:m>
                  <m:oMath xmlns:m="http://schemas.openxmlformats.org/officeDocument/2006/math">
                    <m:r>
                      <a:rPr kumimoji="0" lang="en-US" sz="1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𝑃</m:t>
                    </m:r>
                    <m:d>
                      <m:dPr>
                        <m:ctrlPr>
                          <a:rPr kumimoji="0" lang="en-US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r>
                          <a:rPr kumimoji="0" lang="en-US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𝑌</m:t>
                        </m:r>
                        <m:r>
                          <a:rPr kumimoji="0" lang="en-US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|</m:t>
                        </m:r>
                        <m:sSub>
                          <m:sSubPr>
                            <m:ctrlPr>
                              <a:rPr kumimoji="0" lang="en-US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en-US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𝑋</m:t>
                            </m:r>
                          </m:e>
                          <m:sub>
                            <m:r>
                              <a:rPr kumimoji="0" lang="en-US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1</m:t>
                            </m:r>
                          </m:sub>
                        </m:sSub>
                        <m:r>
                          <a:rPr kumimoji="0" lang="en-US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,</m:t>
                        </m:r>
                        <m:sSub>
                          <m:sSubPr>
                            <m:ctrlPr>
                              <a:rPr kumimoji="0" lang="en-US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en-US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𝑋</m:t>
                            </m:r>
                          </m:e>
                          <m:sub>
                            <m:r>
                              <a:rPr kumimoji="0" lang="en-US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2</m:t>
                            </m:r>
                          </m:sub>
                        </m:sSub>
                        <m:r>
                          <a:rPr kumimoji="0" lang="en-US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, ⋯,</m:t>
                        </m:r>
                        <m:sSub>
                          <m:sSubPr>
                            <m:ctrlPr>
                              <a:rPr kumimoji="0" lang="en-US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en-US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𝑋</m:t>
                            </m:r>
                          </m:e>
                          <m:sub>
                            <m:r>
                              <a:rPr kumimoji="0" lang="en-US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+mn-ea"/>
                    <a:cs typeface="+mn-cs"/>
                  </a:rPr>
                  <a:t>?</a:t>
                </a:r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52570" y="5631419"/>
                <a:ext cx="2930546" cy="369332"/>
              </a:xfrm>
              <a:prstGeom prst="rect">
                <a:avLst/>
              </a:prstGeom>
              <a:blipFill rotWithShape="0">
                <a:blip r:embed="rId4"/>
                <a:stretch>
                  <a:fillRect l="-609" b="-12329"/>
                </a:stretch>
              </a:blipFill>
              <a:ln w="76200">
                <a:solidFill>
                  <a:srgbClr val="00B050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Footer Placeholder 3"/>
          <p:cNvSpPr>
            <a:spLocks noGrp="1"/>
          </p:cNvSpPr>
          <p:nvPr>
            <p:ph type="ftr" sz="quarter" idx="4294967295"/>
          </p:nvPr>
        </p:nvSpPr>
        <p:spPr>
          <a:xfrm>
            <a:off x="7467307" y="5726907"/>
            <a:ext cx="1676693" cy="273844"/>
          </a:xfrm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Slide credit: Tom Mitchell</a:t>
            </a:r>
          </a:p>
        </p:txBody>
      </p:sp>
    </p:spTree>
    <p:extLst>
      <p:ext uri="{BB962C8B-B14F-4D97-AF65-F5344CB8AC3E}">
        <p14:creationId xmlns:p14="http://schemas.microsoft.com/office/powerpoint/2010/main" val="37183777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287295" y="1283059"/>
                <a:ext cx="8228056" cy="4902543"/>
              </a:xfrm>
            </p:spPr>
            <p:txBody>
              <a:bodyPr>
                <a:normAutofit fontScale="92500" lnSpcReduction="10000"/>
              </a:bodyPr>
              <a:lstStyle/>
              <a:p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𝑌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=1|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𝑌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=1</m:t>
                            </m:r>
                          </m:e>
                        </m:d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|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𝑌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=1)</m:t>
                        </m:r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𝑌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=1</m:t>
                            </m:r>
                          </m:e>
                        </m:d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|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𝑌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=1) +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𝑌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=0)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|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𝑌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=0)</m:t>
                        </m:r>
                      </m:den>
                    </m:f>
                  </m:oMath>
                </a14:m>
                <a:endParaRPr lang="en-US" sz="24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sz="2400" dirty="0">
                    <a:ea typeface="Cambria Math" panose="02040503050406030204" pitchFamily="18" charset="0"/>
                  </a:rPr>
                  <a:t>	</a:t>
                </a:r>
                <a14:m>
                  <m:oMath xmlns:m="http://schemas.openxmlformats.org/officeDocument/2006/math">
                    <m:r>
                      <a:rPr lang="en-US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             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=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1+</m:t>
                        </m:r>
                        <m:f>
                          <m:f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𝑃</m:t>
                            </m:r>
                            <m:d>
                              <m:d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𝑌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=0</m:t>
                                </m:r>
                              </m:e>
                            </m:d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𝑃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𝑋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𝑌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=0)</m:t>
                            </m:r>
                          </m:num>
                          <m:den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𝑃</m:t>
                            </m:r>
                            <m:d>
                              <m:d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𝑌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=1</m:t>
                                </m:r>
                              </m:e>
                            </m:d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𝑃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𝑋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𝑌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=1)</m:t>
                            </m:r>
                          </m:den>
                        </m:f>
                      </m:den>
                    </m:f>
                  </m:oMath>
                </a14:m>
                <a:endParaRPr lang="en-US" sz="24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sz="2400" dirty="0">
                    <a:ea typeface="Cambria Math" panose="02040503050406030204" pitchFamily="18" charset="0"/>
                  </a:rPr>
                  <a:t>                         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1+</m:t>
                        </m:r>
                        <m:r>
                          <m:rPr>
                            <m:sty m:val="p"/>
                          </m:rPr>
                          <a:rPr lang="en-US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exp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US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ln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⁡(</m:t>
                        </m:r>
                        <m:f>
                          <m:f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𝑃</m:t>
                            </m:r>
                            <m:d>
                              <m:d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𝑌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=0</m:t>
                                </m:r>
                              </m:e>
                            </m:d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𝑃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𝑋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𝑌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=0)</m:t>
                            </m:r>
                          </m:num>
                          <m:den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𝑃</m:t>
                            </m:r>
                            <m:d>
                              <m:d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𝑌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=1</m:t>
                                </m:r>
                              </m:e>
                            </m:d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𝑃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𝑋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𝑌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=1)</m:t>
                            </m:r>
                          </m:den>
                        </m:f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))</m:t>
                        </m:r>
                      </m:den>
                    </m:f>
                  </m:oMath>
                </a14:m>
                <a:endParaRPr lang="en-US" sz="2400" dirty="0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                        =</m:t>
                    </m:r>
                  </m:oMath>
                </a14:m>
                <a:r>
                  <a:rPr 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1+</m:t>
                        </m:r>
                        <m:r>
                          <m:rPr>
                            <m:sty m:val="p"/>
                          </m:rPr>
                          <a:rPr lang="en-US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exp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func>
                          <m:func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4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ln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1−</m:t>
                                    </m:r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𝜋</m:t>
                                    </m:r>
                                  </m:num>
                                  <m:den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𝜋</m:t>
                                    </m:r>
                                  </m:den>
                                </m:f>
                              </m:e>
                            </m:d>
                          </m:e>
                        </m:func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nary>
                          <m:naryPr>
                            <m:chr m:val="∑"/>
                            <m:supHide m:val="on"/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  <m:sup/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𝑙𝑛</m:t>
                            </m:r>
                          </m:e>
                        </m:nary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f>
                          <m:f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𝑃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𝑌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=0)</m:t>
                            </m:r>
                          </m:num>
                          <m:den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𝑃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𝑌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=1)</m:t>
                            </m:r>
                          </m:den>
                        </m:f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endParaRPr lang="en-US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sz="18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b="0" dirty="0"/>
              </a:p>
              <a:p>
                <a:endParaRPr lang="en-US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=1|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, ⋯,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1+</m:t>
                          </m:r>
                          <m:r>
                            <m:rPr>
                              <m:sty m:val="p"/>
                            </m:rPr>
                            <a:rPr lang="en-US" sz="2400">
                              <a:latin typeface="Cambria Math" panose="02040503050406030204" pitchFamily="18" charset="0"/>
                            </a:rPr>
                            <m:t>exp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+</m:t>
                          </m:r>
                          <m:nary>
                            <m:naryPr>
                              <m:chr m:val="∑"/>
                              <m:supHide m:val="on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87295" y="1283059"/>
                <a:ext cx="8228056" cy="4902543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4269344" y="4051326"/>
                <a:ext cx="3474413" cy="91428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kumimoji="0" lang="en-US" sz="21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</m:ctrlPr>
                        </m:naryPr>
                        <m:sub>
                          <m:r>
                            <a:rPr kumimoji="0" lang="en-US" sz="21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𝑖</m:t>
                          </m:r>
                        </m:sub>
                        <m:sup/>
                        <m:e>
                          <m:r>
                            <a:rPr kumimoji="0" lang="en-US" sz="21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(</m:t>
                          </m:r>
                          <m:f>
                            <m:fPr>
                              <m:ctrlPr>
                                <a:rPr kumimoji="0" lang="en-US" sz="21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kumimoji="0" lang="en-US" sz="21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kumimoji="0" lang="en-US" sz="21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+mn-cs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kumimoji="0" lang="en-US" sz="21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+mn-cs"/>
                                    </a:rPr>
                                    <m:t>𝑖</m:t>
                                  </m:r>
                                  <m:r>
                                    <a:rPr kumimoji="0" lang="en-US" sz="21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+mn-cs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kumimoji="0" lang="en-US" sz="21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kumimoji="0" lang="en-US" sz="21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kumimoji="0" lang="en-US" sz="21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+mn-cs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kumimoji="0" lang="en-US" sz="21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+mn-cs"/>
                                    </a:rPr>
                                    <m:t>𝑖</m:t>
                                  </m:r>
                                  <m:r>
                                    <a:rPr kumimoji="0" lang="en-US" sz="21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+mn-cs"/>
                                    </a:rPr>
                                    <m:t>1</m:t>
                                  </m:r>
                                </m:sub>
                              </m:sSub>
                            </m:num>
                            <m:den>
                              <m:sSubSup>
                                <m:sSubSupPr>
                                  <m:ctrlPr>
                                    <a:rPr kumimoji="0" lang="en-US" sz="21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+mn-cs"/>
                                    </a:rPr>
                                  </m:ctrlPr>
                                </m:sSubSupPr>
                                <m:e>
                                  <m:r>
                                    <a:rPr kumimoji="0" lang="en-US" sz="21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+mn-cs"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a:rPr kumimoji="0" lang="en-US" sz="21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+mn-cs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kumimoji="0" lang="en-US" sz="21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+mn-cs"/>
                                    </a:rPr>
                                    <m:t>2</m:t>
                                  </m:r>
                                </m:sup>
                              </m:sSubSup>
                            </m:den>
                          </m:f>
                        </m:e>
                      </m:nary>
                      <m:sSub>
                        <m:sSubPr>
                          <m:ctrlPr>
                            <a:rPr kumimoji="0" lang="en-US" sz="21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21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𝑋</m:t>
                          </m:r>
                        </m:e>
                        <m:sub>
                          <m:r>
                            <a:rPr kumimoji="0" lang="en-US" sz="21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𝑖</m:t>
                          </m:r>
                        </m:sub>
                      </m:sSub>
                      <m:r>
                        <a:rPr kumimoji="0" lang="en-US" sz="2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+</m:t>
                      </m:r>
                      <m:f>
                        <m:fPr>
                          <m:ctrlPr>
                            <a:rPr kumimoji="0" lang="en-US" sz="21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kumimoji="0" lang="en-US" sz="21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</m:ctrlPr>
                            </m:sSubSupPr>
                            <m:e>
                              <m:r>
                                <a:rPr kumimoji="0" lang="en-US" sz="21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𝜇</m:t>
                              </m:r>
                            </m:e>
                            <m:sub>
                              <m:r>
                                <a:rPr kumimoji="0" lang="en-US" sz="21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𝑖</m:t>
                              </m:r>
                              <m:r>
                                <a:rPr kumimoji="0" lang="en-US" sz="21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1</m:t>
                              </m:r>
                            </m:sub>
                            <m:sup>
                              <m:r>
                                <a:rPr kumimoji="0" lang="en-US" sz="21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2</m:t>
                              </m:r>
                            </m:sup>
                          </m:sSubSup>
                          <m:r>
                            <a:rPr kumimoji="0" lang="en-US" sz="21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−</m:t>
                          </m:r>
                          <m:sSubSup>
                            <m:sSubSupPr>
                              <m:ctrlPr>
                                <a:rPr kumimoji="0" lang="en-US" sz="21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</m:ctrlPr>
                            </m:sSubSupPr>
                            <m:e>
                              <m:r>
                                <a:rPr kumimoji="0" lang="en-US" sz="21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𝜇</m:t>
                              </m:r>
                            </m:e>
                            <m:sub>
                              <m:r>
                                <a:rPr kumimoji="0" lang="en-US" sz="21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𝑖</m:t>
                              </m:r>
                              <m:r>
                                <a:rPr kumimoji="0" lang="en-US" sz="21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0</m:t>
                              </m:r>
                            </m:sub>
                            <m:sup>
                              <m:r>
                                <a:rPr kumimoji="0" lang="en-US" sz="21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2</m:t>
                              </m:r>
                            </m:sup>
                          </m:sSubSup>
                        </m:num>
                        <m:den>
                          <m:r>
                            <a:rPr kumimoji="0" lang="en-US" sz="21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2</m:t>
                          </m:r>
                          <m:sSubSup>
                            <m:sSubSupPr>
                              <m:ctrlPr>
                                <a:rPr kumimoji="0" lang="en-US" sz="21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</m:ctrlPr>
                            </m:sSubSupPr>
                            <m:e>
                              <m:r>
                                <a:rPr kumimoji="0" lang="en-US" sz="21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𝜎</m:t>
                              </m:r>
                            </m:e>
                            <m:sub>
                              <m:r>
                                <a:rPr kumimoji="0" lang="en-US" sz="21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𝑖</m:t>
                              </m:r>
                            </m:sub>
                            <m:sup>
                              <m:r>
                                <a:rPr kumimoji="0" lang="en-US" sz="21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2</m:t>
                              </m:r>
                            </m:sup>
                          </m:sSubSup>
                        </m:den>
                      </m:f>
                      <m:r>
                        <a:rPr kumimoji="0" lang="en-US" sz="2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)</m:t>
                      </m:r>
                    </m:oMath>
                  </m:oMathPara>
                </a14:m>
                <a:endParaRPr kumimoji="0" lang="en-US" sz="21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92458" y="4258768"/>
                <a:ext cx="4535152" cy="118821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4132283" y="3584671"/>
            <a:ext cx="1733036" cy="52212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132283" y="4162274"/>
            <a:ext cx="3611473" cy="93900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848368" y="4164878"/>
            <a:ext cx="1028700" cy="776604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" name="Rectangle 7"/>
          <p:cNvSpPr/>
          <p:nvPr/>
        </p:nvSpPr>
        <p:spPr>
          <a:xfrm flipH="1">
            <a:off x="5683794" y="1410127"/>
            <a:ext cx="314588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Applying Bayes rule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/>
              <p:cNvSpPr/>
              <p:nvPr/>
            </p:nvSpPr>
            <p:spPr>
              <a:xfrm flipH="1">
                <a:off x="4534043" y="1946579"/>
                <a:ext cx="4295632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Tahoma" charset="0"/>
                    <a:ea typeface="+mn-ea"/>
                    <a:cs typeface="+mn-cs"/>
                  </a:rPr>
                  <a:t>Divide by </a:t>
                </a:r>
                <a14:m>
                  <m:oMath xmlns:m="http://schemas.openxmlformats.org/officeDocument/2006/math">
                    <m:r>
                      <a:rPr kumimoji="0" lang="en-US" sz="1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𝑃</m:t>
                    </m:r>
                    <m:d>
                      <m:dPr>
                        <m:ctrlPr>
                          <a:rPr kumimoji="0" lang="en-US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C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</m:ctrlPr>
                      </m:dPr>
                      <m:e>
                        <m:r>
                          <a:rPr kumimoji="0" lang="en-US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C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𝑌</m:t>
                        </m:r>
                        <m:r>
                          <a:rPr kumimoji="0" lang="en-US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C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=1</m:t>
                        </m:r>
                      </m:e>
                    </m:d>
                    <m:r>
                      <a:rPr kumimoji="0" lang="en-US" sz="1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𝑃</m:t>
                    </m:r>
                    <m:r>
                      <a:rPr kumimoji="0" lang="en-US" sz="1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(</m:t>
                    </m:r>
                    <m:r>
                      <a:rPr kumimoji="0" lang="en-US" sz="1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𝑋</m:t>
                    </m:r>
                    <m:r>
                      <a:rPr kumimoji="0" lang="en-US" sz="1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|</m:t>
                    </m:r>
                    <m:r>
                      <a:rPr kumimoji="0" lang="en-US" sz="1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𝑌</m:t>
                    </m:r>
                    <m:r>
                      <a:rPr kumimoji="0" lang="en-US" sz="1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=1)</m:t>
                    </m:r>
                  </m:oMath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Tahoma" charset="0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4534043" y="1946579"/>
                <a:ext cx="4295632" cy="369332"/>
              </a:xfrm>
              <a:prstGeom prst="rect">
                <a:avLst/>
              </a:prstGeom>
              <a:blipFill rotWithShape="0">
                <a:blip r:embed="rId4"/>
                <a:stretch>
                  <a:fillRect t="-8197" r="-568" b="-2459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/>
              <p:cNvSpPr/>
              <p:nvPr/>
            </p:nvSpPr>
            <p:spPr>
              <a:xfrm flipH="1">
                <a:off x="6364574" y="2633593"/>
                <a:ext cx="2465101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Tahoma" charset="0"/>
                    <a:ea typeface="+mn-ea"/>
                    <a:cs typeface="+mn-cs"/>
                  </a:rPr>
                  <a:t>Apply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exp</m:t>
                    </m:r>
                    <m:r>
                      <a:rPr kumimoji="0" lang="en-US" sz="1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⁡(</m:t>
                    </m:r>
                    <m:r>
                      <m:rPr>
                        <m:sty m:val="p"/>
                      </m:rPr>
                      <a: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ln</m:t>
                    </m:r>
                    <m:r>
                      <a:rPr kumimoji="0" lang="en-US" sz="1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⁡(⋅))</m:t>
                    </m:r>
                  </m:oMath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Tahoma" charset="0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0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6364574" y="2633593"/>
                <a:ext cx="2465101" cy="369332"/>
              </a:xfrm>
              <a:prstGeom prst="rect">
                <a:avLst/>
              </a:prstGeom>
              <a:blipFill rotWithShape="0">
                <a:blip r:embed="rId5"/>
                <a:stretch>
                  <a:fillRect t="-8197" r="-1238" b="-2459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/>
              <p:cNvSpPr/>
              <p:nvPr/>
            </p:nvSpPr>
            <p:spPr>
              <a:xfrm flipH="1">
                <a:off x="6466444" y="3412296"/>
                <a:ext cx="2363231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Tahoma" charset="0"/>
                    <a:ea typeface="+mn-ea"/>
                    <a:cs typeface="+mn-cs"/>
                  </a:rPr>
                  <a:t>Plug in </a:t>
                </a:r>
                <a14:m>
                  <m:oMath xmlns:m="http://schemas.openxmlformats.org/officeDocument/2006/math">
                    <m:r>
                      <a:rPr kumimoji="0" lang="en-US" sz="1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𝑃</m:t>
                    </m:r>
                    <m:r>
                      <a:rPr kumimoji="0" lang="en-US" sz="1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(</m:t>
                    </m:r>
                    <m:sSub>
                      <m:sSubPr>
                        <m:ctrlPr>
                          <a:rPr kumimoji="0" lang="en-US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C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C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𝑋</m:t>
                        </m:r>
                      </m:e>
                      <m:sub>
                        <m:r>
                          <a:rPr kumimoji="0" lang="en-US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C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𝑖</m:t>
                        </m:r>
                      </m:sub>
                    </m:sSub>
                    <m:r>
                      <a:rPr kumimoji="0" lang="en-US" sz="1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|</m:t>
                    </m:r>
                    <m:r>
                      <a:rPr kumimoji="0" lang="en-US" sz="1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𝑌</m:t>
                    </m:r>
                    <m:r>
                      <a:rPr kumimoji="0" lang="en-US" sz="1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)</m:t>
                    </m:r>
                  </m:oMath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Tahoma" charset="0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1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6466444" y="3412296"/>
                <a:ext cx="2363231" cy="369332"/>
              </a:xfrm>
              <a:prstGeom prst="rect">
                <a:avLst/>
              </a:prstGeom>
              <a:blipFill rotWithShape="0">
                <a:blip r:embed="rId6"/>
                <a:stretch>
                  <a:fillRect t="-10000" r="-1034" b="-26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/>
              <p:cNvSpPr/>
              <p:nvPr/>
            </p:nvSpPr>
            <p:spPr>
              <a:xfrm>
                <a:off x="287295" y="4145857"/>
                <a:ext cx="2964145" cy="814647"/>
              </a:xfrm>
              <a:prstGeom prst="rect">
                <a:avLst/>
              </a:prstGeom>
              <a:ln w="38100">
                <a:solidFill>
                  <a:srgbClr val="0070C0"/>
                </a:solidFill>
              </a:ln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𝑃</m:t>
                      </m:r>
                      <m:d>
                        <m:dPr>
                          <m:ctrlP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𝑥</m:t>
                          </m:r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|</m:t>
                          </m:r>
                          <m:sSub>
                            <m:sSubPr>
                              <m:ctrlP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𝑦</m:t>
                              </m:r>
                            </m:e>
                            <m:sub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𝑘</m:t>
                              </m:r>
                            </m:sub>
                          </m:sSub>
                        </m:e>
                      </m:d>
                      <m:r>
                        <a:rPr kumimoji="0" lang="en-US" sz="1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=</m:t>
                      </m:r>
                      <m:f>
                        <m:fPr>
                          <m:ctrlP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</m:ctrlPr>
                        </m:fPr>
                        <m:num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</m:ctrlPr>
                            </m:radPr>
                            <m:deg/>
                            <m:e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2</m:t>
                              </m:r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𝜋</m:t>
                              </m:r>
                            </m:e>
                          </m:rad>
                          <m:sSub>
                            <m:sSubPr>
                              <m:ctrlP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𝜎</m:t>
                              </m:r>
                            </m:e>
                            <m:sub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𝑖</m:t>
                              </m:r>
                            </m:sub>
                          </m:sSub>
                        </m:den>
                      </m:f>
                      <m:sSup>
                        <m:sSupPr>
                          <m:ctrlP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</m:ctrlPr>
                        </m:sSupPr>
                        <m:e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𝑒</m:t>
                          </m:r>
                        </m:e>
                        <m:sup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−</m:t>
                          </m:r>
                          <m:f>
                            <m:fPr>
                              <m:ctrlP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kumimoji="0" lang="en-US" sz="18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+mn-cs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kumimoji="0" lang="en-US" sz="18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+mn-cs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kumimoji="0" lang="en-US" sz="18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+mn-cs"/>
                                        </a:rPr>
                                        <m:t>𝑥</m:t>
                                      </m:r>
                                      <m:r>
                                        <a:rPr kumimoji="0" lang="en-US" sz="18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+mn-cs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kumimoji="0" lang="en-US" sz="1800" b="0" i="1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srgbClr val="000000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+mn-cs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kumimoji="0" lang="en-US" sz="1800" b="0" i="1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srgbClr val="000000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+mn-cs"/>
                                            </a:rPr>
                                            <m:t>𝜇</m:t>
                                          </m:r>
                                        </m:e>
                                        <m:sub>
                                          <m:r>
                                            <a:rPr kumimoji="0" lang="en-US" sz="1800" b="0" i="1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srgbClr val="000000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+mn-cs"/>
                                            </a:rPr>
                                            <m:t>𝑖𝑘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kumimoji="0" lang="en-US" sz="18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+mn-cs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2</m:t>
                              </m:r>
                              <m:sSubSup>
                                <m:sSubSupPr>
                                  <m:ctrlPr>
                                    <a:rPr kumimoji="0" lang="en-US" sz="18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+mn-cs"/>
                                    </a:rPr>
                                  </m:ctrlPr>
                                </m:sSubSupPr>
                                <m:e>
                                  <m:r>
                                    <a:rPr kumimoji="0" lang="en-US" sz="18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+mn-cs"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a:rPr kumimoji="0" lang="en-US" sz="18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+mn-cs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kumimoji="0" lang="en-US" sz="18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+mn-cs"/>
                                    </a:rPr>
                                    <m:t>2</m:t>
                                  </m:r>
                                </m:sup>
                              </m:sSubSup>
                            </m:den>
                          </m:f>
                        </m:sup>
                      </m:sSup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2" name="Rectangle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3059" y="4384808"/>
                <a:ext cx="3862789" cy="105548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 w="38100">
                <a:solidFill>
                  <a:srgbClr val="0070C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ectangle 12"/>
          <p:cNvSpPr/>
          <p:nvPr/>
        </p:nvSpPr>
        <p:spPr>
          <a:xfrm>
            <a:off x="6480161" y="5774829"/>
            <a:ext cx="371600" cy="334950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4" name="Footer Placeholder 3"/>
          <p:cNvSpPr>
            <a:spLocks noGrp="1"/>
          </p:cNvSpPr>
          <p:nvPr>
            <p:ph type="ftr" sz="quarter" idx="4294967295"/>
          </p:nvPr>
        </p:nvSpPr>
        <p:spPr>
          <a:xfrm>
            <a:off x="7467307" y="5726907"/>
            <a:ext cx="1676693" cy="273844"/>
          </a:xfrm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Slide credit: Tom Mitchell</a:t>
            </a:r>
          </a:p>
        </p:txBody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395536" y="274638"/>
            <a:ext cx="6120680" cy="850106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Where does the </a:t>
            </a:r>
            <a:r>
              <a:rPr lang="en-US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form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come from?</a:t>
            </a:r>
          </a:p>
        </p:txBody>
      </p:sp>
    </p:spTree>
    <p:extLst>
      <p:ext uri="{BB962C8B-B14F-4D97-AF65-F5344CB8AC3E}">
        <p14:creationId xmlns:p14="http://schemas.microsoft.com/office/powerpoint/2010/main" val="8158462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0322" y="206443"/>
            <a:ext cx="8797616" cy="850106"/>
          </a:xfrm>
        </p:spPr>
        <p:txBody>
          <a:bodyPr>
            <a:noAutofit/>
          </a:bodyPr>
          <a:lstStyle/>
          <a:p>
            <a:r>
              <a:rPr lang="en-US" sz="2400" dirty="0" smtClean="0">
                <a:latin typeface="+mj-lt"/>
              </a:rPr>
              <a:t>Where does the </a:t>
            </a:r>
            <a:r>
              <a:rPr lang="en-US" sz="2400" b="1" dirty="0" smtClean="0">
                <a:solidFill>
                  <a:srgbClr val="FF0000"/>
                </a:solidFill>
                <a:latin typeface="+mj-lt"/>
              </a:rPr>
              <a:t>hypothesis function </a:t>
            </a:r>
            <a:r>
              <a:rPr lang="en-US" sz="2400" dirty="0" smtClean="0">
                <a:latin typeface="+mj-lt"/>
              </a:rPr>
              <a:t>come from?</a:t>
            </a:r>
            <a:endParaRPr lang="en-US" sz="2400" dirty="0">
              <a:latin typeface="+mj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40322" y="1260744"/>
                <a:ext cx="9144000" cy="5597256"/>
              </a:xfrm>
            </p:spPr>
            <p:txBody>
              <a:bodyPr>
                <a:normAutofit/>
              </a:bodyPr>
              <a:lstStyle/>
              <a:p>
                <a:r>
                  <a:rPr lang="en-US" sz="2000" dirty="0" smtClean="0">
                    <a:solidFill>
                      <a:schemeClr val="tx1"/>
                    </a:solidFill>
                  </a:rPr>
                  <a:t>Logistic regression hypothesis representation</a:t>
                </a:r>
              </a:p>
              <a:p>
                <a:pPr marL="0" indent="0">
                  <a:buNone/>
                </a:pPr>
                <a:r>
                  <a:rPr lang="en-US" sz="2000" dirty="0">
                    <a:solidFill>
                      <a:schemeClr val="tx1"/>
                    </a:solidFill>
                  </a:rPr>
                  <a:t>                         P(Y=1|X) =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20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000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0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1+</m:t>
                        </m:r>
                        <m:sSup>
                          <m:sSupPr>
                            <m:ctrlP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sz="2000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en-US" sz="20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000" b="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p>
                                <m:r>
                                  <a:rPr lang="en-US" sz="2000" b="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⊤</m:t>
                                </m:r>
                              </m:sup>
                            </m:sSup>
                            <m:r>
                              <a:rPr lang="en-US" sz="2000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den>
                    </m:f>
                    <m:r>
                      <a:rPr lang="en-US" sz="2000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0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1+</m:t>
                        </m:r>
                        <m:sSup>
                          <m:sSupPr>
                            <m:ctrlP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sz="2000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−(</m:t>
                            </m:r>
                            <m:sSub>
                              <m:sSubPr>
                                <m:ctrlPr>
                                  <a:rPr lang="en-US" sz="20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en-US" sz="2000" b="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en-US" sz="2000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sz="20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en-US" sz="2000" b="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sz="20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2000" b="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sz="2000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sz="20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en-US" sz="2000" b="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sz="20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2000" b="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sz="2000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+⋯+</m:t>
                            </m:r>
                            <m:sSub>
                              <m:sSubPr>
                                <m:ctrlPr>
                                  <a:rPr lang="en-US" sz="20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en-US" sz="2000" b="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sz="20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2000" b="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  <m:r>
                              <a:rPr lang="en-US" sz="2000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</m:den>
                    </m:f>
                  </m:oMath>
                </a14:m>
                <a:endParaRPr lang="en-US" sz="2000" dirty="0" smtClean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endParaRPr lang="en-US" sz="2000" dirty="0">
                  <a:solidFill>
                    <a:schemeClr val="tx1"/>
                  </a:solidFill>
                </a:endParaRPr>
              </a:p>
              <a:p>
                <a:pPr lvl="1"/>
                <a:r>
                  <a:rPr lang="en-US" sz="2000" dirty="0" smtClean="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Model  </a:t>
                </a:r>
                <a:r>
                  <a:rPr lang="en-US" sz="2000" b="1" u="sng" dirty="0" smtClean="0">
                    <a:solidFill>
                      <a:srgbClr val="00206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likelihood</a:t>
                </a:r>
                <a:r>
                  <a:rPr lang="en-US" sz="2000" b="1" dirty="0">
                    <a:solidFill>
                      <a:srgbClr val="00206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𝑷</m:t>
                    </m:r>
                    <m:d>
                      <m:dPr>
                        <m:ctrlPr>
                          <a:rPr lang="en-US" sz="20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b="1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1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𝑿</m:t>
                            </m:r>
                          </m:e>
                          <m:sub>
                            <m:r>
                              <a:rPr lang="en-US" sz="2000" b="1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</m:e>
                      <m:e>
                        <m:r>
                          <a:rPr lang="en-US" sz="20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𝒀</m:t>
                        </m:r>
                        <m:r>
                          <a:rPr lang="en-US" sz="20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sz="2000" b="1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1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𝒚</m:t>
                            </m:r>
                          </m:e>
                          <m:sub>
                            <m:r>
                              <a:rPr lang="en-US" sz="2000" b="1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𝒌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000" dirty="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as Gaussian </a:t>
                </a:r>
                <a14:m>
                  <m:oMath xmlns:m="http://schemas.openxmlformats.org/officeDocument/2006/math">
                    <m:r>
                      <a:rPr lang="en-US" sz="2000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d>
                      <m:dPr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sz="2000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𝑖𝑘</m:t>
                            </m:r>
                          </m:sub>
                        </m:sSub>
                        <m:r>
                          <a:rPr lang="en-US" sz="20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sz="2000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000" dirty="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and </a:t>
                </a:r>
                <a:r>
                  <a:rPr lang="en-US" sz="2000" spc="-4" dirty="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Times New Roman"/>
                  </a:rPr>
                  <a:t>assume variance is independent of class, </a:t>
                </a:r>
                <a:r>
                  <a:rPr lang="en-US" sz="2000" spc="-4" dirty="0" smtClean="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Times New Roman"/>
                  </a:rPr>
                  <a:t>    </a:t>
                </a:r>
                <a:r>
                  <a:rPr lang="en-US" sz="2000" spc="-4" dirty="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Times New Roman"/>
                  </a:rPr>
                  <a:t>i.e. σ</a:t>
                </a:r>
                <a:r>
                  <a:rPr lang="en-US" sz="2000" spc="-4" baseline="-25000" dirty="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Times New Roman"/>
                  </a:rPr>
                  <a:t>i0</a:t>
                </a:r>
                <a:r>
                  <a:rPr lang="en-US" sz="2000" spc="-4" dirty="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Times New Roman"/>
                  </a:rPr>
                  <a:t> = σ</a:t>
                </a:r>
                <a:r>
                  <a:rPr lang="en-US" sz="2000" spc="-4" baseline="-25000" dirty="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Times New Roman"/>
                  </a:rPr>
                  <a:t>i1</a:t>
                </a:r>
                <a:r>
                  <a:rPr lang="en-US" sz="2000" spc="-4" dirty="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Times New Roman"/>
                  </a:rPr>
                  <a:t> = </a:t>
                </a:r>
                <a:r>
                  <a:rPr lang="en-US" sz="2000" spc="-4" dirty="0" err="1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Times New Roman"/>
                  </a:rPr>
                  <a:t>σ</a:t>
                </a:r>
                <a:r>
                  <a:rPr lang="en-US" sz="2000" spc="-4" baseline="-25000" dirty="0" err="1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Times New Roman"/>
                  </a:rPr>
                  <a:t>i</a:t>
                </a:r>
                <a:endParaRPr lang="en-US" sz="2000" spc="-4" baseline="-25000" dirty="0">
                  <a:solidFill>
                    <a:schemeClr val="tx1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/>
                </a:endParaRPr>
              </a:p>
              <a:p>
                <a:pPr lvl="1"/>
                <a:endParaRPr lang="en-US" sz="2000" dirty="0">
                  <a:solidFill>
                    <a:schemeClr val="tx1"/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lvl="1"/>
                <a:endParaRPr lang="en-US" sz="2000" dirty="0" smtClean="0">
                  <a:solidFill>
                    <a:schemeClr val="tx1"/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lvl="1"/>
                <a:endParaRPr lang="en-US" sz="2000" dirty="0">
                  <a:solidFill>
                    <a:schemeClr val="tx1"/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lvl="1"/>
                <a:endParaRPr lang="en-US" sz="2000" dirty="0" smtClean="0">
                  <a:solidFill>
                    <a:schemeClr val="tx1"/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lvl="1"/>
                <a:endParaRPr lang="en-US" sz="2000" dirty="0" smtClean="0">
                  <a:solidFill>
                    <a:schemeClr val="tx1"/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lvl="1"/>
                <a:r>
                  <a:rPr lang="en-US" sz="2000" dirty="0" smtClean="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Model</a:t>
                </a:r>
                <a:r>
                  <a:rPr lang="en-US" sz="2000" u="sng" dirty="0" smtClean="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</a:t>
                </a:r>
                <a:r>
                  <a:rPr lang="en-US" sz="2000" b="1" u="sng" dirty="0" smtClean="0">
                    <a:solidFill>
                      <a:srgbClr val="00206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prior </a:t>
                </a:r>
                <a14:m>
                  <m:oMath xmlns:m="http://schemas.openxmlformats.org/officeDocument/2006/math">
                    <m:r>
                      <a:rPr lang="en-US" sz="20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𝑷</m:t>
                    </m:r>
                    <m:d>
                      <m:dPr>
                        <m:ctrlPr>
                          <a:rPr lang="en-US" sz="20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𝒀</m:t>
                        </m:r>
                      </m:e>
                    </m:d>
                  </m:oMath>
                </a14:m>
                <a:r>
                  <a:rPr lang="en-US" sz="2000" dirty="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as Bernoulli </a:t>
                </a:r>
                <a14:m>
                  <m:oMath xmlns:m="http://schemas.openxmlformats.org/officeDocument/2006/math">
                    <m:r>
                      <a:rPr lang="en-US" sz="2000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 : </a:t>
                </a:r>
                <a:r>
                  <a:rPr lang="en-US" sz="2000" b="1" dirty="0" smtClean="0">
                    <a:solidFill>
                      <a:srgbClr val="00206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Times New Roman"/>
                  </a:rPr>
                  <a:t>P(Y=1</a:t>
                </a:r>
                <a:r>
                  <a:rPr lang="en-US" sz="2000" b="1" dirty="0">
                    <a:solidFill>
                      <a:srgbClr val="00206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Times New Roman"/>
                  </a:rPr>
                  <a:t>)</a:t>
                </a:r>
                <a:r>
                  <a:rPr lang="en-US" sz="2000" b="1" spc="-19" dirty="0">
                    <a:solidFill>
                      <a:srgbClr val="00206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Times New Roman"/>
                  </a:rPr>
                  <a:t> </a:t>
                </a:r>
                <a:r>
                  <a:rPr lang="en-US" sz="2000" b="1" dirty="0">
                    <a:solidFill>
                      <a:srgbClr val="00206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Times New Roman"/>
                  </a:rPr>
                  <a:t>=</a:t>
                </a:r>
                <a:r>
                  <a:rPr lang="en-US" sz="2000" b="1" spc="8" dirty="0">
                    <a:solidFill>
                      <a:srgbClr val="00206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Times New Roman"/>
                  </a:rPr>
                  <a:t> </a:t>
                </a:r>
                <a:r>
                  <a:rPr lang="en-US" sz="2000" b="1" dirty="0">
                    <a:solidFill>
                      <a:srgbClr val="00206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Times New Roman"/>
                  </a:rPr>
                  <a:t>π </a:t>
                </a:r>
                <a:r>
                  <a:rPr lang="en-US" sz="2000" b="1" dirty="0" smtClean="0">
                    <a:solidFill>
                      <a:srgbClr val="00206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Times New Roman"/>
                  </a:rPr>
                  <a:t> and P(Y=0</a:t>
                </a:r>
                <a:r>
                  <a:rPr lang="en-US" sz="2000" b="1" dirty="0">
                    <a:solidFill>
                      <a:srgbClr val="00206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Times New Roman"/>
                  </a:rPr>
                  <a:t>)</a:t>
                </a:r>
                <a:r>
                  <a:rPr lang="en-US" sz="2000" b="1" spc="-38" dirty="0">
                    <a:solidFill>
                      <a:srgbClr val="00206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Times New Roman"/>
                  </a:rPr>
                  <a:t> </a:t>
                </a:r>
                <a:r>
                  <a:rPr lang="en-US" sz="2000" b="1" dirty="0">
                    <a:solidFill>
                      <a:srgbClr val="00206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Times New Roman"/>
                  </a:rPr>
                  <a:t>=</a:t>
                </a:r>
                <a:r>
                  <a:rPr lang="en-US" sz="2000" b="1" spc="-15" dirty="0">
                    <a:solidFill>
                      <a:srgbClr val="00206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Times New Roman"/>
                  </a:rPr>
                  <a:t> </a:t>
                </a:r>
                <a:r>
                  <a:rPr lang="en-US" sz="2000" b="1" dirty="0">
                    <a:solidFill>
                      <a:srgbClr val="00206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Times New Roman"/>
                  </a:rPr>
                  <a:t>1-π</a:t>
                </a:r>
              </a:p>
              <a:p>
                <a:pPr lvl="1"/>
                <a:endParaRPr lang="en-US" sz="2000" dirty="0">
                  <a:solidFill>
                    <a:schemeClr val="tx1"/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lvl="2"/>
                <a:endParaRPr lang="en-US" sz="2000" dirty="0">
                  <a:solidFill>
                    <a:schemeClr val="tx1"/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marL="0" indent="0">
                  <a:buNone/>
                </a:pPr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40322" y="1260744"/>
                <a:ext cx="9144000" cy="5597256"/>
              </a:xfr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1445124" y="5925202"/>
                <a:ext cx="5735907" cy="523220"/>
              </a:xfrm>
              <a:prstGeom prst="rect">
                <a:avLst/>
              </a:prstGeom>
              <a:ln w="76200">
                <a:solidFill>
                  <a:srgbClr val="00B050"/>
                </a:solidFill>
              </a:ln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r>
                  <a:rPr kumimoji="0" lang="en-US" sz="2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ea typeface="+mn-ea"/>
                    <a:cs typeface="Arial"/>
                    <a:sym typeface="Arial"/>
                  </a:rPr>
                  <a:t>What is </a:t>
                </a:r>
                <a14:m>
                  <m:oMath xmlns:m="http://schemas.openxmlformats.org/officeDocument/2006/math">
                    <m:r>
                      <a:rPr kumimoji="0" lang="en-US" sz="2800" b="0" i="1" u="none" strike="noStrike" kern="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  <a:sym typeface="Arial"/>
                      </a:rPr>
                      <m:t>𝑃</m:t>
                    </m:r>
                    <m:d>
                      <m:dPr>
                        <m:ctrlPr>
                          <a:rPr kumimoji="0" lang="en-US" sz="28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Arial"/>
                          </a:rPr>
                        </m:ctrlPr>
                      </m:dPr>
                      <m:e>
                        <m:r>
                          <a:rPr kumimoji="0" lang="en-US" sz="28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Arial"/>
                          </a:rPr>
                          <m:t>𝑌</m:t>
                        </m:r>
                        <m:r>
                          <a:rPr kumimoji="0" lang="en-US" sz="28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Arial"/>
                          </a:rPr>
                          <m:t>|</m:t>
                        </m:r>
                        <m:sSub>
                          <m:sSubPr>
                            <m:ctrlPr>
                              <a:rPr kumimoji="0" lang="en-US" sz="2800" b="0" i="1" u="none" strike="noStrike" kern="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  <a:sym typeface="Arial"/>
                              </a:rPr>
                            </m:ctrlPr>
                          </m:sSubPr>
                          <m:e>
                            <m:r>
                              <a:rPr kumimoji="0" lang="en-US" sz="2800" b="0" i="1" u="none" strike="noStrike" kern="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  <a:sym typeface="Arial"/>
                              </a:rPr>
                              <m:t>𝑋</m:t>
                            </m:r>
                          </m:e>
                          <m:sub>
                            <m:r>
                              <a:rPr kumimoji="0" lang="en-US" sz="2800" b="0" i="1" u="none" strike="noStrike" kern="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  <a:sym typeface="Arial"/>
                              </a:rPr>
                              <m:t>1</m:t>
                            </m:r>
                          </m:sub>
                        </m:sSub>
                        <m:r>
                          <a:rPr kumimoji="0" lang="en-US" sz="28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Arial"/>
                          </a:rPr>
                          <m:t>,</m:t>
                        </m:r>
                        <m:sSub>
                          <m:sSubPr>
                            <m:ctrlPr>
                              <a:rPr kumimoji="0" lang="en-US" sz="2800" b="0" i="1" u="none" strike="noStrike" kern="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  <a:sym typeface="Arial"/>
                              </a:rPr>
                            </m:ctrlPr>
                          </m:sSubPr>
                          <m:e>
                            <m:r>
                              <a:rPr kumimoji="0" lang="en-US" sz="2800" b="0" i="1" u="none" strike="noStrike" kern="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  <a:sym typeface="Arial"/>
                              </a:rPr>
                              <m:t>𝑋</m:t>
                            </m:r>
                          </m:e>
                          <m:sub>
                            <m:r>
                              <a:rPr kumimoji="0" lang="en-US" sz="2800" b="0" i="1" u="none" strike="noStrike" kern="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  <a:sym typeface="Arial"/>
                              </a:rPr>
                              <m:t>2</m:t>
                            </m:r>
                          </m:sub>
                        </m:sSub>
                        <m:r>
                          <a:rPr kumimoji="0" lang="en-US" sz="28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Arial"/>
                          </a:rPr>
                          <m:t>, ⋯,</m:t>
                        </m:r>
                        <m:sSub>
                          <m:sSubPr>
                            <m:ctrlPr>
                              <a:rPr kumimoji="0" lang="en-US" sz="2800" b="0" i="1" u="none" strike="noStrike" kern="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  <a:sym typeface="Arial"/>
                              </a:rPr>
                            </m:ctrlPr>
                          </m:sSubPr>
                          <m:e>
                            <m:r>
                              <a:rPr kumimoji="0" lang="en-US" sz="2800" b="0" i="1" u="none" strike="noStrike" kern="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  <a:sym typeface="Arial"/>
                              </a:rPr>
                              <m:t>𝑋</m:t>
                            </m:r>
                          </m:e>
                          <m:sub>
                            <m:r>
                              <a:rPr kumimoji="0" lang="en-US" sz="2800" b="0" i="1" u="none" strike="noStrike" kern="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  <a:sym typeface="Arial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r>
                  <a:rPr kumimoji="0" lang="en-US" sz="2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ea typeface="+mn-ea"/>
                    <a:cs typeface="Arial"/>
                    <a:sym typeface="Arial"/>
                  </a:rPr>
                  <a:t>?</a:t>
                </a:r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5124" y="5925202"/>
                <a:ext cx="5735907" cy="523220"/>
              </a:xfrm>
              <a:prstGeom prst="rect">
                <a:avLst/>
              </a:prstGeom>
              <a:blipFill rotWithShape="0">
                <a:blip r:embed="rId4"/>
                <a:stretch>
                  <a:fillRect l="-1468" t="-5051" b="-20202"/>
                </a:stretch>
              </a:blipFill>
              <a:ln w="76200">
                <a:solidFill>
                  <a:srgbClr val="00B050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Footer Placeholder 3"/>
          <p:cNvSpPr>
            <a:spLocks noGrp="1"/>
          </p:cNvSpPr>
          <p:nvPr>
            <p:ph type="ftr" sz="quarter" idx="4294967295"/>
          </p:nvPr>
        </p:nvSpPr>
        <p:spPr>
          <a:xfrm>
            <a:off x="-1" y="6652617"/>
            <a:ext cx="2171721" cy="205383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Slide credit: Tom Mitchell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/>
              <p:cNvSpPr/>
              <p:nvPr/>
            </p:nvSpPr>
            <p:spPr>
              <a:xfrm>
                <a:off x="1792853" y="3435039"/>
                <a:ext cx="4208701" cy="1055482"/>
              </a:xfrm>
              <a:prstGeom prst="rect">
                <a:avLst/>
              </a:prstGeom>
              <a:ln w="38100">
                <a:solidFill>
                  <a:srgbClr val="0070C0"/>
                </a:solidFill>
              </a:ln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2400" b="0" i="1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  <a:sym typeface="Arial"/>
                        </a:rPr>
                        <m:t>𝑃</m:t>
                      </m:r>
                      <m:d>
                        <m:dPr>
                          <m:ctrlPr>
                            <a:rPr kumimoji="0" lang="en-US" sz="2400" b="0" i="1" u="none" strike="noStrike" kern="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  <a:sym typeface="Arial"/>
                            </a:rPr>
                          </m:ctrlPr>
                        </m:dPr>
                        <m:e>
                          <m:r>
                            <a:rPr kumimoji="0" lang="en-US" sz="2400" b="0" i="1" u="none" strike="noStrike" kern="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  <a:sym typeface="Arial"/>
                            </a:rPr>
                            <m:t>𝑥</m:t>
                          </m:r>
                          <m:r>
                            <a:rPr kumimoji="0" lang="en-US" sz="2400" b="0" i="1" u="none" strike="noStrike" kern="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  <a:sym typeface="Arial"/>
                            </a:rPr>
                            <m:t>|</m:t>
                          </m:r>
                          <m:sSub>
                            <m:sSubPr>
                              <m:ctrlPr>
                                <a:rPr kumimoji="0" lang="en-US" sz="2400" b="0" i="1" u="none" strike="noStrike" kern="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  <a:sym typeface="Arial"/>
                                </a:rPr>
                              </m:ctrlPr>
                            </m:sSubPr>
                            <m:e>
                              <m:r>
                                <a:rPr kumimoji="0" lang="en-US" sz="2400" b="0" i="1" u="none" strike="noStrike" kern="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  <a:sym typeface="Arial"/>
                                </a:rPr>
                                <m:t>𝑦</m:t>
                              </m:r>
                            </m:e>
                            <m:sub>
                              <m:r>
                                <a:rPr kumimoji="0" lang="en-US" sz="2400" b="0" i="1" u="none" strike="noStrike" kern="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  <a:sym typeface="Arial"/>
                                </a:rPr>
                                <m:t>𝑘</m:t>
                              </m:r>
                            </m:sub>
                          </m:sSub>
                        </m:e>
                      </m:d>
                      <m:r>
                        <a:rPr kumimoji="0" lang="en-US" sz="2400" b="0" i="1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  <a:sym typeface="Arial"/>
                        </a:rPr>
                        <m:t>=</m:t>
                      </m:r>
                      <m:f>
                        <m:fPr>
                          <m:ctrlPr>
                            <a:rPr kumimoji="0" lang="en-US" sz="2400" b="0" i="1" u="none" strike="noStrike" kern="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  <a:sym typeface="Arial"/>
                            </a:rPr>
                          </m:ctrlPr>
                        </m:fPr>
                        <m:num>
                          <m:r>
                            <a:rPr kumimoji="0" lang="en-US" sz="2400" b="0" i="1" u="none" strike="noStrike" kern="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  <a:sym typeface="Arial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kumimoji="0" lang="en-US" sz="2400" b="0" i="1" u="none" strike="noStrike" kern="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  <a:sym typeface="Arial"/>
                                </a:rPr>
                              </m:ctrlPr>
                            </m:radPr>
                            <m:deg/>
                            <m:e>
                              <m:r>
                                <a:rPr kumimoji="0" lang="en-US" sz="2400" b="0" i="1" u="none" strike="noStrike" kern="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  <a:sym typeface="Arial"/>
                                </a:rPr>
                                <m:t>2</m:t>
                              </m:r>
                              <m:r>
                                <a:rPr kumimoji="0" lang="en-US" sz="2400" b="0" i="1" u="none" strike="noStrike" kern="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  <a:sym typeface="Arial"/>
                                </a:rPr>
                                <m:t>𝜋</m:t>
                              </m:r>
                            </m:e>
                          </m:rad>
                          <m:sSub>
                            <m:sSubPr>
                              <m:ctrlPr>
                                <a:rPr kumimoji="0" lang="en-US" sz="2400" b="0" i="1" u="none" strike="noStrike" kern="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  <a:sym typeface="Arial"/>
                                </a:rPr>
                              </m:ctrlPr>
                            </m:sSubPr>
                            <m:e>
                              <m:r>
                                <a:rPr kumimoji="0" lang="en-US" sz="2400" b="0" i="1" u="none" strike="noStrike" kern="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  <a:sym typeface="Arial"/>
                                </a:rPr>
                                <m:t>𝜎</m:t>
                              </m:r>
                            </m:e>
                            <m:sub>
                              <m:r>
                                <a:rPr kumimoji="0" lang="en-US" sz="2400" b="0" i="1" u="none" strike="noStrike" kern="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  <a:sym typeface="Arial"/>
                                </a:rPr>
                                <m:t>𝑖</m:t>
                              </m:r>
                            </m:sub>
                          </m:sSub>
                        </m:den>
                      </m:f>
                      <m:sSup>
                        <m:sSupPr>
                          <m:ctrlPr>
                            <a:rPr kumimoji="0" lang="en-US" sz="2400" b="0" i="1" u="none" strike="noStrike" kern="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  <a:sym typeface="Arial"/>
                            </a:rPr>
                          </m:ctrlPr>
                        </m:sSupPr>
                        <m:e>
                          <m:r>
                            <a:rPr kumimoji="0" lang="en-US" sz="2400" b="0" i="1" u="none" strike="noStrike" kern="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  <a:sym typeface="Arial"/>
                            </a:rPr>
                            <m:t>𝑒</m:t>
                          </m:r>
                        </m:e>
                        <m:sup>
                          <m:r>
                            <a:rPr kumimoji="0" lang="en-US" sz="2400" b="0" i="1" u="none" strike="noStrike" kern="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  <a:sym typeface="Arial"/>
                            </a:rPr>
                            <m:t>−</m:t>
                          </m:r>
                          <m:f>
                            <m:fPr>
                              <m:ctrlPr>
                                <a:rPr kumimoji="0" lang="en-US" sz="2400" b="0" i="1" u="none" strike="noStrike" kern="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  <a:sym typeface="Arial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kumimoji="0" lang="en-US" sz="2400" b="0" i="1" u="none" strike="noStrike" kern="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+mn-cs"/>
                                      <a:sym typeface="Arial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kumimoji="0" lang="en-US" sz="2400" b="0" i="1" u="none" strike="noStrike" kern="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+mn-cs"/>
                                          <a:sym typeface="Arial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kumimoji="0" lang="en-US" sz="2400" b="0" i="1" u="none" strike="noStrike" kern="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+mn-cs"/>
                                          <a:sym typeface="Arial"/>
                                        </a:rPr>
                                        <m:t>𝑥</m:t>
                                      </m:r>
                                      <m:r>
                                        <a:rPr kumimoji="0" lang="en-US" sz="2400" b="0" i="1" u="none" strike="noStrike" kern="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+mn-cs"/>
                                          <a:sym typeface="Arial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kumimoji="0" lang="en-US" sz="2400" b="0" i="1" u="none" strike="noStrike" kern="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srgbClr val="000000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+mn-cs"/>
                                              <a:sym typeface="Arial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kumimoji="0" lang="en-US" sz="2400" b="0" i="1" u="none" strike="noStrike" kern="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srgbClr val="000000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+mn-cs"/>
                                              <a:sym typeface="Arial"/>
                                            </a:rPr>
                                            <m:t>𝜇</m:t>
                                          </m:r>
                                        </m:e>
                                        <m:sub>
                                          <m:r>
                                            <a:rPr kumimoji="0" lang="en-US" sz="2400" b="0" i="1" u="none" strike="noStrike" kern="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srgbClr val="000000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+mn-cs"/>
                                              <a:sym typeface="Arial"/>
                                            </a:rPr>
                                            <m:t>𝑖𝑘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kumimoji="0" lang="en-US" sz="2400" b="0" i="1" u="none" strike="noStrike" kern="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+mn-cs"/>
                                      <a:sym typeface="Arial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kumimoji="0" lang="en-US" sz="2400" b="0" i="1" u="none" strike="noStrike" kern="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  <a:sym typeface="Arial"/>
                                </a:rPr>
                                <m:t>2</m:t>
                              </m:r>
                              <m:sSubSup>
                                <m:sSubSupPr>
                                  <m:ctrlPr>
                                    <a:rPr kumimoji="0" lang="en-US" sz="2400" b="0" i="1" u="none" strike="noStrike" kern="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+mn-cs"/>
                                      <a:sym typeface="Arial"/>
                                    </a:rPr>
                                  </m:ctrlPr>
                                </m:sSubSupPr>
                                <m:e>
                                  <m:r>
                                    <a:rPr kumimoji="0" lang="en-US" sz="2400" b="0" i="1" u="none" strike="noStrike" kern="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+mn-cs"/>
                                      <a:sym typeface="Arial"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a:rPr kumimoji="0" lang="en-US" sz="2400" b="0" i="1" u="none" strike="noStrike" kern="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+mn-cs"/>
                                      <a:sym typeface="Arial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kumimoji="0" lang="en-US" sz="2400" b="0" i="1" u="none" strike="noStrike" kern="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+mn-cs"/>
                                      <a:sym typeface="Arial"/>
                                    </a:rPr>
                                    <m:t>2</m:t>
                                  </m:r>
                                </m:sup>
                              </m:sSubSup>
                            </m:den>
                          </m:f>
                        </m:sup>
                      </m:sSup>
                    </m:oMath>
                  </m:oMathPara>
                </a14:m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Arial"/>
                  <a:sym typeface="Arial"/>
                </a:endParaRPr>
              </a:p>
            </p:txBody>
          </p:sp>
        </mc:Choice>
        <mc:Fallback xmlns=""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2853" y="3435039"/>
                <a:ext cx="4208701" cy="1055482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  <a:ln w="38100">
                <a:solidFill>
                  <a:srgbClr val="0070C0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773287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Screen Clippi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824" y="1533494"/>
            <a:ext cx="6209411" cy="818686"/>
          </a:xfrm>
          <a:prstGeom prst="rect">
            <a:avLst/>
          </a:prstGeom>
        </p:spPr>
      </p:pic>
      <p:pic>
        <p:nvPicPr>
          <p:cNvPr id="5" name="Picture 4" descr="Screen Clippi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969" y="2336856"/>
            <a:ext cx="4735216" cy="1317790"/>
          </a:xfrm>
          <a:prstGeom prst="rect">
            <a:avLst/>
          </a:prstGeom>
        </p:spPr>
      </p:pic>
      <p:pic>
        <p:nvPicPr>
          <p:cNvPr id="6" name="Picture 5" descr="Screen Clippi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969" y="3526272"/>
            <a:ext cx="5926890" cy="1261409"/>
          </a:xfrm>
          <a:prstGeom prst="rect">
            <a:avLst/>
          </a:prstGeom>
        </p:spPr>
      </p:pic>
      <p:sp>
        <p:nvSpPr>
          <p:cNvPr id="7" name="object 2"/>
          <p:cNvSpPr txBox="1">
            <a:spLocks/>
          </p:cNvSpPr>
          <p:nvPr/>
        </p:nvSpPr>
        <p:spPr>
          <a:xfrm>
            <a:off x="170824" y="138400"/>
            <a:ext cx="8870145" cy="1117614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buClr>
                <a:schemeClr val="dk1"/>
              </a:buClr>
              <a:buSzPts val="3200"/>
              <a:buFont typeface="Calibri"/>
              <a:buNone/>
              <a:defRPr sz="3600">
                <a:solidFill>
                  <a:schemeClr val="dk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  <a:sym typeface="Calibri"/>
              </a:defRPr>
            </a:lvl1pPr>
            <a:lvl2pPr>
              <a:buSzPts val="1400"/>
              <a:buNone/>
              <a:defRPr sz="1800"/>
            </a:lvl2pPr>
            <a:lvl3pPr>
              <a:buSzPts val="1400"/>
              <a:buNone/>
              <a:defRPr sz="1800"/>
            </a:lvl3pPr>
            <a:lvl4pPr>
              <a:buSzPts val="1400"/>
              <a:buNone/>
              <a:defRPr sz="1800"/>
            </a:lvl4pPr>
            <a:lvl5pPr>
              <a:buSzPts val="1400"/>
              <a:buNone/>
              <a:defRPr sz="1800"/>
            </a:lvl5pPr>
            <a:lvl6pPr>
              <a:buSzPts val="1400"/>
              <a:buNone/>
              <a:defRPr sz="1800"/>
            </a:lvl6pPr>
            <a:lvl7pPr>
              <a:buSzPts val="1400"/>
              <a:buNone/>
              <a:defRPr sz="1800"/>
            </a:lvl7pPr>
            <a:lvl8pPr>
              <a:buSzPts val="1400"/>
              <a:buNone/>
              <a:defRPr sz="1800"/>
            </a:lvl8pPr>
            <a:lvl9pPr>
              <a:buSzPts val="1400"/>
              <a:buNone/>
              <a:defRPr sz="18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  <a:tabLst/>
              <a:defRPr/>
            </a:pPr>
            <a:r>
              <a:rPr kumimoji="0" lang="en-I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Cambria" panose="02040503050406030204" pitchFamily="18" charset="0"/>
                <a:cs typeface="Calibri"/>
                <a:sym typeface="Calibri"/>
              </a:rPr>
              <a:t>Logistic Regression –Bayesian Analysis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4969" y="5008557"/>
            <a:ext cx="6778248" cy="1340727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 flipH="1">
            <a:off x="6764995" y="1569393"/>
            <a:ext cx="2379005" cy="400110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Arial"/>
                <a:sym typeface="Arial"/>
              </a:rPr>
              <a:t>Applying Bayes rule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/>
              <p:cNvSpPr/>
              <p:nvPr/>
            </p:nvSpPr>
            <p:spPr>
              <a:xfrm flipH="1">
                <a:off x="5370971" y="2645096"/>
                <a:ext cx="3773029" cy="400110"/>
              </a:xfrm>
              <a:prstGeom prst="rect">
                <a:avLst/>
              </a:prstGeom>
              <a:solidFill>
                <a:srgbClr val="FFFF00"/>
              </a:solidFill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Cambria" panose="02040503050406030204" pitchFamily="18" charset="0"/>
                    <a:cs typeface="Arial"/>
                    <a:sym typeface="Arial"/>
                  </a:rPr>
                  <a:t>Divide by </a:t>
                </a:r>
                <a14:m>
                  <m:oMath xmlns:m="http://schemas.openxmlformats.org/officeDocument/2006/math">
                    <m:r>
                      <a:rPr kumimoji="0" lang="en-US" sz="2000" b="0" i="0" u="none" strike="noStrike" kern="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  <a:sym typeface="Arial"/>
                      </a:rPr>
                      <m:t>𝑃</m:t>
                    </m:r>
                    <m:d>
                      <m:dPr>
                        <m:ctrlPr>
                          <a:rPr kumimoji="0" lang="en-US" sz="20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Arial"/>
                          </a:rPr>
                        </m:ctrlPr>
                      </m:dPr>
                      <m:e>
                        <m:r>
                          <a:rPr kumimoji="0" lang="en-US" sz="2000" b="0" i="0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Arial"/>
                          </a:rPr>
                          <m:t>𝑌</m:t>
                        </m:r>
                        <m:r>
                          <a:rPr kumimoji="0" lang="en-US" sz="2000" b="0" i="0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Arial"/>
                          </a:rPr>
                          <m:t>=1</m:t>
                        </m:r>
                      </m:e>
                    </m:d>
                    <m:r>
                      <a:rPr kumimoji="0" lang="en-US" sz="2000" b="0" i="0" u="none" strike="noStrike" kern="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  <a:sym typeface="Arial"/>
                      </a:rPr>
                      <m:t>𝑃</m:t>
                    </m:r>
                    <m:r>
                      <a:rPr kumimoji="0" lang="en-US" sz="2000" b="0" i="0" u="none" strike="noStrike" kern="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  <a:sym typeface="Arial"/>
                      </a:rPr>
                      <m:t>(</m:t>
                    </m:r>
                    <m:r>
                      <a:rPr kumimoji="0" lang="en-US" sz="2000" b="0" i="0" u="none" strike="noStrike" kern="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  <a:sym typeface="Arial"/>
                      </a:rPr>
                      <m:t>𝑋</m:t>
                    </m:r>
                    <m:r>
                      <a:rPr kumimoji="0" lang="en-US" sz="2000" b="0" i="0" u="none" strike="noStrike" kern="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  <a:sym typeface="Arial"/>
                      </a:rPr>
                      <m:t>|</m:t>
                    </m:r>
                    <m:r>
                      <a:rPr kumimoji="0" lang="en-US" sz="2000" b="0" i="0" u="none" strike="noStrike" kern="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  <a:sym typeface="Arial"/>
                      </a:rPr>
                      <m:t>𝑌</m:t>
                    </m:r>
                    <m:r>
                      <a:rPr kumimoji="0" lang="en-US" sz="2000" b="0" i="0" u="none" strike="noStrike" kern="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  <a:sym typeface="Arial"/>
                      </a:rPr>
                      <m:t>=1)</m:t>
                    </m:r>
                  </m:oMath>
                </a14:m>
                <a:endPara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mbria" panose="02040503050406030204" pitchFamily="18" charset="0"/>
                  <a:ea typeface="Cambria" panose="02040503050406030204" pitchFamily="18" charset="0"/>
                  <a:cs typeface="Arial"/>
                  <a:sym typeface="Arial"/>
                </a:endParaRPr>
              </a:p>
            </p:txBody>
          </p:sp>
        </mc:Choice>
        <mc:Fallback xmlns="">
          <p:sp>
            <p:nvSpPr>
              <p:cNvPr id="12" name="Rectangle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5370971" y="2645096"/>
                <a:ext cx="3773029" cy="400110"/>
              </a:xfrm>
              <a:prstGeom prst="rect">
                <a:avLst/>
              </a:prstGeom>
              <a:blipFill rotWithShape="0">
                <a:blip r:embed="rId6"/>
                <a:stretch>
                  <a:fillRect l="-1616" t="-9091" b="-257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/>
              <p:cNvSpPr/>
              <p:nvPr/>
            </p:nvSpPr>
            <p:spPr>
              <a:xfrm flipH="1">
                <a:off x="6443022" y="3956921"/>
                <a:ext cx="2700978" cy="400110"/>
              </a:xfrm>
              <a:prstGeom prst="rect">
                <a:avLst/>
              </a:prstGeom>
              <a:solidFill>
                <a:srgbClr val="FFFF00"/>
              </a:solidFill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Cambria" panose="02040503050406030204" pitchFamily="18" charset="0"/>
                    <a:cs typeface="Arial"/>
                    <a:sym typeface="Arial"/>
                  </a:rPr>
                  <a:t>Apply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0" lang="en-US" sz="2000" b="0" i="0" u="none" strike="noStrike" kern="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  <a:sym typeface="Arial"/>
                      </a:rPr>
                      <m:t>exp</m:t>
                    </m:r>
                    <m:r>
                      <a:rPr kumimoji="0" lang="en-US" sz="2000" b="0" i="1" u="none" strike="noStrike" kern="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  <a:sym typeface="Arial"/>
                      </a:rPr>
                      <m:t>⁡(</m:t>
                    </m:r>
                    <m:r>
                      <m:rPr>
                        <m:sty m:val="p"/>
                      </m:rPr>
                      <a:rPr kumimoji="0" lang="en-US" sz="2000" b="0" i="0" u="none" strike="noStrike" kern="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  <a:sym typeface="Arial"/>
                      </a:rPr>
                      <m:t>ln</m:t>
                    </m:r>
                    <m:r>
                      <a:rPr kumimoji="0" lang="en-US" sz="2000" b="0" i="1" u="none" strike="noStrike" kern="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  <a:sym typeface="Arial"/>
                      </a:rPr>
                      <m:t>⁡(⋅))</m:t>
                    </m:r>
                  </m:oMath>
                </a14:m>
                <a:endPara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mbria" panose="02040503050406030204" pitchFamily="18" charset="0"/>
                  <a:ea typeface="Cambria" panose="02040503050406030204" pitchFamily="18" charset="0"/>
                  <a:cs typeface="Arial"/>
                  <a:sym typeface="Arial"/>
                </a:endParaRPr>
              </a:p>
            </p:txBody>
          </p:sp>
        </mc:Choice>
        <mc:Fallback xmlns="">
          <p:sp>
            <p:nvSpPr>
              <p:cNvPr id="13" name="Rectangle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6443022" y="3956921"/>
                <a:ext cx="2700978" cy="400110"/>
              </a:xfrm>
              <a:prstGeom prst="rect">
                <a:avLst/>
              </a:prstGeom>
              <a:blipFill rotWithShape="0">
                <a:blip r:embed="rId7"/>
                <a:stretch>
                  <a:fillRect l="-2483" t="-7576" b="-257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068960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2519" y="2230285"/>
            <a:ext cx="3667006" cy="820655"/>
          </a:xfrm>
          <a:prstGeom prst="rect">
            <a:avLst/>
          </a:prstGeom>
          <a:ln>
            <a:solidFill>
              <a:schemeClr val="tx2"/>
            </a:solidFill>
          </a:ln>
        </p:spPr>
      </p:pic>
      <p:sp>
        <p:nvSpPr>
          <p:cNvPr id="5" name="Rectangle 4"/>
          <p:cNvSpPr/>
          <p:nvPr/>
        </p:nvSpPr>
        <p:spPr>
          <a:xfrm>
            <a:off x="415522" y="1591205"/>
            <a:ext cx="4414055" cy="400110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IN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Arial"/>
                <a:sym typeface="Arial"/>
              </a:rPr>
              <a:t>By independence assumption: 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2518" y="3693275"/>
            <a:ext cx="6873483" cy="1286075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236793" y="1493177"/>
            <a:ext cx="3778418" cy="707886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IN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Arial"/>
                <a:sym typeface="Arial"/>
              </a:rPr>
              <a:t>P(Y=1)=</a:t>
            </a:r>
            <a:r>
              <a:rPr kumimoji="0" lang="el-GR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Arial"/>
                <a:sym typeface="Arial"/>
              </a:rPr>
              <a:t>π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Arial"/>
                <a:sym typeface="Arial"/>
              </a:rPr>
              <a:t>   </a:t>
            </a:r>
            <a:r>
              <a:rPr kumimoji="0" lang="en-IN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Arial"/>
                <a:sym typeface="Arial"/>
              </a:rPr>
              <a:t>and P(Y=0)=1-</a:t>
            </a:r>
            <a:r>
              <a:rPr kumimoji="0" lang="el-GR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Arial"/>
                <a:sym typeface="Arial"/>
              </a:rPr>
              <a:t>π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Arial"/>
                <a:sym typeface="Arial"/>
              </a:rPr>
              <a:t>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IN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Arial"/>
                <a:sym typeface="Arial"/>
              </a:rPr>
              <a:t>by modelling P(Y) as Bernoulli 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9977" y="5278571"/>
            <a:ext cx="6916025" cy="1080010"/>
          </a:xfrm>
          <a:prstGeom prst="rect">
            <a:avLst/>
          </a:prstGeom>
        </p:spPr>
      </p:pic>
      <p:sp>
        <p:nvSpPr>
          <p:cNvPr id="9" name="object 2"/>
          <p:cNvSpPr txBox="1">
            <a:spLocks noGrp="1"/>
          </p:cNvSpPr>
          <p:nvPr>
            <p:ph sz="quarter" idx="10"/>
          </p:nvPr>
        </p:nvSpPr>
        <p:spPr>
          <a:xfrm>
            <a:off x="304800" y="152400"/>
            <a:ext cx="8130862" cy="11430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buClr>
                <a:schemeClr val="dk1"/>
              </a:buClr>
              <a:buSzPts val="3200"/>
              <a:buFont typeface="Calibri"/>
              <a:buNone/>
              <a:defRPr sz="3600">
                <a:solidFill>
                  <a:schemeClr val="dk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  <a:sym typeface="Calibri"/>
              </a:defRPr>
            </a:lvl1pPr>
            <a:lvl2pPr>
              <a:buSzPts val="1400"/>
              <a:buNone/>
              <a:defRPr sz="1800"/>
            </a:lvl2pPr>
            <a:lvl3pPr>
              <a:buSzPts val="1400"/>
              <a:buNone/>
              <a:defRPr sz="1800"/>
            </a:lvl3pPr>
            <a:lvl4pPr>
              <a:buSzPts val="1400"/>
              <a:buNone/>
              <a:defRPr sz="1800"/>
            </a:lvl4pPr>
            <a:lvl5pPr>
              <a:buSzPts val="1400"/>
              <a:buNone/>
              <a:defRPr sz="1800"/>
            </a:lvl5pPr>
            <a:lvl6pPr>
              <a:buSzPts val="1400"/>
              <a:buNone/>
              <a:defRPr sz="1800"/>
            </a:lvl6pPr>
            <a:lvl7pPr>
              <a:buSzPts val="1400"/>
              <a:buNone/>
              <a:defRPr sz="1800"/>
            </a:lvl7pPr>
            <a:lvl8pPr>
              <a:buSzPts val="1400"/>
              <a:buNone/>
              <a:defRPr sz="1800"/>
            </a:lvl8pPr>
            <a:lvl9pPr>
              <a:buSzPts val="1400"/>
              <a:buNone/>
              <a:defRPr sz="1800"/>
            </a:lvl9pPr>
          </a:lstStyle>
          <a:p>
            <a:r>
              <a:rPr lang="en-IN" sz="2400" b="0" dirty="0">
                <a:latin typeface="+mj-lt"/>
              </a:rPr>
              <a:t>Logistic Regression –Bayesian Analysis</a:t>
            </a:r>
          </a:p>
        </p:txBody>
      </p:sp>
    </p:spTree>
    <p:extLst>
      <p:ext uri="{BB962C8B-B14F-4D97-AF65-F5344CB8AC3E}">
        <p14:creationId xmlns:p14="http://schemas.microsoft.com/office/powerpoint/2010/main" val="27412326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8130862" cy="1143000"/>
          </a:xfr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pPr>
              <a:buFont typeface="Calibri"/>
            </a:pPr>
            <a:r>
              <a:rPr lang="en-IN" sz="2400" b="0" dirty="0">
                <a:latin typeface="+mj-lt"/>
                <a:ea typeface="Cambria" panose="02040503050406030204" pitchFamily="18" charset="0"/>
                <a:cs typeface="Calibri"/>
              </a:rPr>
              <a:t>Logistic Regression –Bayesian Analysis</a:t>
            </a:r>
          </a:p>
          <a:p>
            <a:pPr>
              <a:buFont typeface="Calibri"/>
            </a:pPr>
            <a:endParaRPr lang="en-US" sz="2400" b="0" dirty="0">
              <a:latin typeface="+mj-lt"/>
              <a:ea typeface="Cambria" panose="02040503050406030204" pitchFamily="18" charset="0"/>
              <a:cs typeface="Calibri"/>
            </a:endParaRPr>
          </a:p>
        </p:txBody>
      </p:sp>
      <p:pic>
        <p:nvPicPr>
          <p:cNvPr id="4" name="Picture 3" descr="Screen Clippi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735" y="2155823"/>
            <a:ext cx="4468969" cy="681708"/>
          </a:xfrm>
          <a:prstGeom prst="rect">
            <a:avLst/>
          </a:prstGeom>
        </p:spPr>
      </p:pic>
      <p:pic>
        <p:nvPicPr>
          <p:cNvPr id="5" name="Picture 4" descr="Screen Clippi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735" y="3026698"/>
            <a:ext cx="4253946" cy="881915"/>
          </a:xfrm>
          <a:prstGeom prst="rect">
            <a:avLst/>
          </a:prstGeom>
          <a:ln>
            <a:noFill/>
          </a:ln>
        </p:spPr>
      </p:pic>
      <p:pic>
        <p:nvPicPr>
          <p:cNvPr id="8" name="Picture 7" descr="Screen Clippi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5486400"/>
            <a:ext cx="2019319" cy="744713"/>
          </a:xfrm>
          <a:prstGeom prst="rect">
            <a:avLst/>
          </a:prstGeom>
          <a:ln>
            <a:noFill/>
          </a:ln>
        </p:spPr>
      </p:pic>
      <p:pic>
        <p:nvPicPr>
          <p:cNvPr id="9" name="Picture 8" descr="Screen Clippi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892" y="4293002"/>
            <a:ext cx="3053754" cy="945513"/>
          </a:xfrm>
          <a:prstGeom prst="rect">
            <a:avLst/>
          </a:prstGeom>
          <a:ln>
            <a:noFill/>
          </a:ln>
        </p:spPr>
      </p:pic>
      <p:cxnSp>
        <p:nvCxnSpPr>
          <p:cNvPr id="13" name="Straight Connector 12"/>
          <p:cNvCxnSpPr/>
          <p:nvPr/>
        </p:nvCxnSpPr>
        <p:spPr>
          <a:xfrm>
            <a:off x="4692704" y="1290505"/>
            <a:ext cx="20155" cy="532923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/>
              <p:cNvSpPr/>
              <p:nvPr/>
            </p:nvSpPr>
            <p:spPr>
              <a:xfrm flipH="1">
                <a:off x="158930" y="1509659"/>
                <a:ext cx="3015514" cy="400110"/>
              </a:xfrm>
              <a:prstGeom prst="rect">
                <a:avLst/>
              </a:prstGeom>
              <a:solidFill>
                <a:srgbClr val="FFFF00"/>
              </a:solidFill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Cambria" panose="02040503050406030204" pitchFamily="18" charset="0"/>
                    <a:cs typeface="Arial"/>
                    <a:sym typeface="Arial"/>
                  </a:rPr>
                  <a:t>Plug in </a:t>
                </a:r>
                <a14:m>
                  <m:oMath xmlns:m="http://schemas.openxmlformats.org/officeDocument/2006/math">
                    <m:r>
                      <a:rPr kumimoji="0" lang="en-US" sz="2000" b="0" i="1" u="none" strike="noStrike" kern="0" cap="none" spc="0" normalizeH="0" baseline="0" noProof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  <a:sym typeface="Arial"/>
                      </a:rPr>
                      <m:t>𝑃</m:t>
                    </m:r>
                    <m:r>
                      <a:rPr kumimoji="0" lang="en-US" sz="2000" b="0" i="1" u="none" strike="noStrike" kern="0" cap="none" spc="0" normalizeH="0" baseline="0" noProof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  <a:sym typeface="Arial"/>
                      </a:rPr>
                      <m:t>(</m:t>
                    </m:r>
                    <m:sSub>
                      <m:sSubPr>
                        <m:ctrlPr>
                          <a:rPr kumimoji="0" lang="en-US" sz="20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  <a:sym typeface="Arial"/>
                          </a:rPr>
                        </m:ctrlPr>
                      </m:sSubPr>
                      <m:e>
                        <m:r>
                          <a:rPr kumimoji="0" lang="en-US" sz="20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  <a:sym typeface="Arial"/>
                          </a:rPr>
                          <m:t>𝑋</m:t>
                        </m:r>
                      </m:e>
                      <m:sub>
                        <m:r>
                          <a:rPr kumimoji="0" lang="en-US" sz="20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  <a:sym typeface="Arial"/>
                          </a:rPr>
                          <m:t>𝑖</m:t>
                        </m:r>
                      </m:sub>
                    </m:sSub>
                    <m:r>
                      <a:rPr kumimoji="0" lang="en-US" sz="2000" b="0" i="1" u="none" strike="noStrike" kern="0" cap="none" spc="0" normalizeH="0" baseline="0" noProof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  <a:sym typeface="Arial"/>
                      </a:rPr>
                      <m:t>|</m:t>
                    </m:r>
                    <m:r>
                      <a:rPr kumimoji="0" lang="en-US" sz="2000" b="0" i="1" u="none" strike="noStrike" kern="0" cap="none" spc="0" normalizeH="0" baseline="0" noProof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  <a:sym typeface="Arial"/>
                      </a:rPr>
                      <m:t>𝑌</m:t>
                    </m:r>
                    <m:r>
                      <a:rPr kumimoji="0" lang="en-US" sz="2000" b="0" i="1" u="none" strike="noStrike" kern="0" cap="none" spc="0" normalizeH="0" baseline="0" noProof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  <a:sym typeface="Arial"/>
                      </a:rPr>
                      <m:t>)</m:t>
                    </m:r>
                  </m:oMath>
                </a14:m>
                <a:endPara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Cambria" panose="02040503050406030204" pitchFamily="18" charset="0"/>
                  <a:ea typeface="Cambria" panose="02040503050406030204" pitchFamily="18" charset="0"/>
                  <a:cs typeface="Arial"/>
                  <a:sym typeface="Arial"/>
                </a:endParaRPr>
              </a:p>
            </p:txBody>
          </p:sp>
        </mc:Choice>
        <mc:Fallback xmlns="">
          <p:sp>
            <p:nvSpPr>
              <p:cNvPr id="15" name="Rectangle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58930" y="1509659"/>
                <a:ext cx="3015514" cy="400110"/>
              </a:xfrm>
              <a:prstGeom prst="rect">
                <a:avLst/>
              </a:prstGeom>
              <a:blipFill rotWithShape="0">
                <a:blip r:embed="rId6"/>
                <a:stretch>
                  <a:fillRect l="-2020" t="-9231" b="-2769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6" name="Content Placeholder 3" descr="Screen Clipping"/>
          <p:cNvPicPr>
            <a:picLocks noGrp="1" noChangeAspect="1"/>
          </p:cNvPicPr>
          <p:nvPr>
            <p:ph idx="1"/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5654" y="1290505"/>
            <a:ext cx="4388346" cy="3094052"/>
          </a:xfrm>
        </p:spPr>
      </p:pic>
    </p:spTree>
    <p:extLst>
      <p:ext uri="{BB962C8B-B14F-4D97-AF65-F5344CB8AC3E}">
        <p14:creationId xmlns:p14="http://schemas.microsoft.com/office/powerpoint/2010/main" val="36891474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dirty="0">
                <a:hlinkClick r:id="rId2"/>
              </a:rPr>
              <a:t>https://</a:t>
            </a:r>
            <a:r>
              <a:rPr lang="en-IN" sz="1800" dirty="0" smtClean="0">
                <a:hlinkClick r:id="rId2"/>
              </a:rPr>
              <a:t>www.inf.ed.ac.uk/teaching/courses/inf2b/learnnotes/inf2b-learn07-notes-nup.pdf</a:t>
            </a:r>
            <a:endParaRPr lang="en-IN" sz="1800" dirty="0" smtClean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dirty="0">
                <a:hlinkClick r:id="rId3"/>
              </a:rPr>
              <a:t>https://</a:t>
            </a:r>
            <a:r>
              <a:rPr lang="en-IN" sz="1800" dirty="0" smtClean="0">
                <a:hlinkClick r:id="rId3"/>
              </a:rPr>
              <a:t>cs229.stanford.edu/summer2019/cs229-notes2.pdf</a:t>
            </a:r>
            <a:endParaRPr lang="en-IN" sz="1800" dirty="0" smtClean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Tom Mitchell </a:t>
            </a:r>
            <a:r>
              <a:rPr lang="en-US" sz="1800" dirty="0" smtClean="0"/>
              <a:t>– Chapter 6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dirty="0"/>
              <a:t>https://nlp.stanford.edu/IR-book/pdf/13bayes.pdf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/>
        <p:txBody>
          <a:bodyPr>
            <a:normAutofit/>
          </a:bodyPr>
          <a:lstStyle/>
          <a:p>
            <a:r>
              <a:rPr lang="en-US" sz="2400" dirty="0" smtClean="0"/>
              <a:t>References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2525934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1981200"/>
            <a:ext cx="6096000" cy="1143000"/>
          </a:xfrm>
        </p:spPr>
        <p:txBody>
          <a:bodyPr/>
          <a:lstStyle/>
          <a:p>
            <a:r>
              <a:rPr lang="en-US" dirty="0"/>
              <a:t>Thank you !</a:t>
            </a:r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1676400" y="4800600"/>
            <a:ext cx="8001000" cy="10668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800100" marR="0" lvl="0" indent="-80010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j-ea"/>
                <a:cs typeface="+mj-cs"/>
              </a:rPr>
              <a:t>Next Session Plan : </a:t>
            </a:r>
            <a:r>
              <a:rPr kumimoji="0" lang="en-US" sz="4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j-ea"/>
                <a:cs typeface="+mj-cs"/>
              </a:rPr>
              <a:t/>
            </a:r>
            <a:br>
              <a:rPr kumimoji="0" lang="en-US" sz="4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j-ea"/>
                <a:cs typeface="+mj-cs"/>
              </a:rPr>
            </a:br>
            <a:r>
              <a:rPr kumimoji="0" lang="en-IN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/>
                <a:ea typeface="+mj-ea"/>
                <a:cs typeface="+mj-cs"/>
              </a:rPr>
              <a:t>Module</a:t>
            </a:r>
            <a:r>
              <a:rPr kumimoji="0" lang="en-IN" sz="1600" b="0" i="0" u="none" strike="noStrike" kern="1200" cap="none" spc="0" normalizeH="0" noProof="0" dirty="0" smtClean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/>
                <a:ea typeface="+mj-ea"/>
                <a:cs typeface="+mj-cs"/>
              </a:rPr>
              <a:t> </a:t>
            </a:r>
            <a:r>
              <a:rPr lang="en-IN" sz="1600" dirty="0" smtClean="0">
                <a:solidFill>
                  <a:srgbClr val="7030A0"/>
                </a:solidFill>
                <a:latin typeface="Calibri"/>
              </a:rPr>
              <a:t>9 : Ensemble Learning</a:t>
            </a:r>
            <a:endParaRPr kumimoji="0" lang="en-IN" sz="1600" b="0" i="0" u="none" strike="noStrike" kern="1200" cap="none" spc="0" normalizeH="0" noProof="0" dirty="0" smtClean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Calibri"/>
              <a:ea typeface="+mj-ea"/>
              <a:cs typeface="+mj-cs"/>
            </a:endParaRPr>
          </a:p>
        </p:txBody>
      </p:sp>
      <p:sp>
        <p:nvSpPr>
          <p:cNvPr id="4" name="Google Shape;359;p10"/>
          <p:cNvSpPr txBox="1"/>
          <p:nvPr/>
        </p:nvSpPr>
        <p:spPr>
          <a:xfrm>
            <a:off x="457200" y="2819400"/>
            <a:ext cx="82926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kumimoji="0" lang="en-IN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Required </a:t>
            </a:r>
            <a:r>
              <a:rPr kumimoji="0" lang="en-IN" sz="1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Reading for completed session : </a:t>
            </a:r>
            <a:r>
              <a:rPr kumimoji="0" lang="en-IN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</a:t>
            </a:r>
          </a:p>
          <a:p>
            <a:pPr marL="542925" marR="0" lvl="0" indent="0" algn="l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T1 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- Chapter  # </a:t>
            </a:r>
            <a:r>
              <a:rPr kumimoji="0" lang="en-IN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8   (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Tom M. Mitchell, Machine 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Learning)</a:t>
            </a:r>
          </a:p>
          <a:p>
            <a:pPr marL="542925" lv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defRPr/>
            </a:pPr>
            <a:r>
              <a:rPr lang="en-IN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T1 - Chapter  # 6   (</a:t>
            </a:r>
            <a:r>
              <a:rPr lang="en-US" dirty="0">
                <a:solidFill>
                  <a:prstClr val="black"/>
                </a:solidFill>
              </a:rPr>
              <a:t>Tom M. Mitchell, Machine Learning)</a:t>
            </a:r>
            <a:endParaRPr lang="en-IN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542925" lv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defRPr/>
            </a:pPr>
            <a:r>
              <a:rPr lang="en-IN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R1 – Chapter # 3  (</a:t>
            </a:r>
            <a:r>
              <a:rPr lang="en-US" dirty="0">
                <a:solidFill>
                  <a:prstClr val="black"/>
                </a:solidFill>
              </a:rPr>
              <a:t>Christopher M. </a:t>
            </a:r>
            <a:r>
              <a:rPr lang="en-US" dirty="0" err="1">
                <a:solidFill>
                  <a:prstClr val="black"/>
                </a:solidFill>
              </a:rPr>
              <a:t>Bhisop</a:t>
            </a:r>
            <a:r>
              <a:rPr lang="en-US" dirty="0">
                <a:solidFill>
                  <a:prstClr val="black"/>
                </a:solidFill>
              </a:rPr>
              <a:t>, Pattern Recognition &amp; Machine Learning) &amp; Refresh your MFDS  &amp; ISM parallel course basics </a:t>
            </a:r>
            <a:endParaRPr lang="en-IN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542925" marR="0" lvl="0" indent="0" algn="l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  <a:p>
            <a:pPr marL="542925" marR="0" lvl="0" indent="0" algn="l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Tx/>
              <a:buNone/>
              <a:tabLst/>
              <a:defRPr/>
            </a:pPr>
            <a:endParaRPr kumimoji="0" lang="en-IN" sz="1600" b="0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328597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NKNOELEADERBOARD" val="974704708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5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12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6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16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17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18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2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1.xml><?xml version="1.0" encoding="utf-8"?>
<a:theme xmlns:a="http://schemas.openxmlformats.org/drawingml/2006/main" name="22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2.xml><?xml version="1.0" encoding="utf-8"?>
<a:theme xmlns:a="http://schemas.openxmlformats.org/drawingml/2006/main" name="23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3.xml><?xml version="1.0" encoding="utf-8"?>
<a:theme xmlns:a="http://schemas.openxmlformats.org/drawingml/2006/main" name="4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4.xml><?xml version="1.0" encoding="utf-8"?>
<a:theme xmlns:a="http://schemas.openxmlformats.org/drawingml/2006/main" name="15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5.xml><?xml version="1.0" encoding="utf-8"?>
<a:theme xmlns:a="http://schemas.openxmlformats.org/drawingml/2006/main" name="24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6.xml><?xml version="1.0" encoding="utf-8"?>
<a:theme xmlns:a="http://schemas.openxmlformats.org/drawingml/2006/main" name="11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7.xml><?xml version="1.0" encoding="utf-8"?>
<a:theme xmlns:a="http://schemas.openxmlformats.org/drawingml/2006/main" name="19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8.xml><?xml version="1.0" encoding="utf-8"?>
<a:theme xmlns:a="http://schemas.openxmlformats.org/drawingml/2006/main" name="26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9.xml><?xml version="1.0" encoding="utf-8"?>
<a:theme xmlns:a="http://schemas.openxmlformats.org/drawingml/2006/main" name="3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0.xml><?xml version="1.0" encoding="utf-8"?>
<a:theme xmlns:a="http://schemas.openxmlformats.org/drawingml/2006/main" name="34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1.xml><?xml version="1.0" encoding="utf-8"?>
<a:theme xmlns:a="http://schemas.openxmlformats.org/drawingml/2006/main" name="3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2.xml><?xml version="1.0" encoding="utf-8"?>
<a:theme xmlns:a="http://schemas.openxmlformats.org/drawingml/2006/main" name="29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5A758FEF1429047AE09681CC0F7D167" ma:contentTypeVersion="32" ma:contentTypeDescription="Create a new document." ma:contentTypeScope="" ma:versionID="15acb6ad234a819bd8907a90c79ae309">
  <xsd:schema xmlns:xsd="http://www.w3.org/2001/XMLSchema" xmlns:xs="http://www.w3.org/2001/XMLSchema" xmlns:p="http://schemas.microsoft.com/office/2006/metadata/properties" xmlns:ns2="15d03a25-cda5-4943-9684-7d18d97bb3bc" xmlns:ns3="1abdae7a-7178-4d1e-9626-01799792f2da" targetNamespace="http://schemas.microsoft.com/office/2006/metadata/properties" ma:root="true" ma:fieldsID="3b4603bcde1ed98849a98fcf42387227" ns2:_="" ns3:_="">
    <xsd:import namespace="15d03a25-cda5-4943-9684-7d18d97bb3bc"/>
    <xsd:import namespace="1abdae7a-7178-4d1e-9626-01799792f2da"/>
    <xsd:element name="properties">
      <xsd:complexType>
        <xsd:sequence>
          <xsd:element name="documentManagement">
            <xsd:complexType>
              <xsd:all>
                <xsd:element ref="ns2:NotebookType" minOccurs="0"/>
                <xsd:element ref="ns2:FolderType" minOccurs="0"/>
                <xsd:element ref="ns2:CultureName" minOccurs="0"/>
                <xsd:element ref="ns2:AppVersion" minOccurs="0"/>
                <xsd:element ref="ns2:TeamsChannelId" minOccurs="0"/>
                <xsd:element ref="ns2:Owner" minOccurs="0"/>
                <xsd:element ref="ns2:Math_Settings" minOccurs="0"/>
                <xsd:element ref="ns2:DefaultSectionNames" minOccurs="0"/>
                <xsd:element ref="ns2:Templates" minOccurs="0"/>
                <xsd:element ref="ns2:Teachers" minOccurs="0"/>
                <xsd:element ref="ns2:Students" minOccurs="0"/>
                <xsd:element ref="ns2:Student_Groups" minOccurs="0"/>
                <xsd:element ref="ns2:Distribution_Groups" minOccurs="0"/>
                <xsd:element ref="ns2:LMS_Mappings" minOccurs="0"/>
                <xsd:element ref="ns2:Invited_Teachers" minOccurs="0"/>
                <xsd:element ref="ns2:Invited_Students" minOccurs="0"/>
                <xsd:element ref="ns2:Self_Registration_Enabled" minOccurs="0"/>
                <xsd:element ref="ns2:Has_Teacher_Only_SectionGroup" minOccurs="0"/>
                <xsd:element ref="ns2:Is_Collaboration_Space_Locked" minOccurs="0"/>
                <xsd:element ref="ns2:IsNotebookLocked" minOccurs="0"/>
                <xsd:element ref="ns2:Teams_Channel_Section_Location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5d03a25-cda5-4943-9684-7d18d97bb3bc" elementFormDefault="qualified">
    <xsd:import namespace="http://schemas.microsoft.com/office/2006/documentManagement/types"/>
    <xsd:import namespace="http://schemas.microsoft.com/office/infopath/2007/PartnerControls"/>
    <xsd:element name="NotebookType" ma:index="8" nillable="true" ma:displayName="Notebook Type" ma:internalName="NotebookType">
      <xsd:simpleType>
        <xsd:restriction base="dms:Text"/>
      </xsd:simpleType>
    </xsd:element>
    <xsd:element name="FolderType" ma:index="9" nillable="true" ma:displayName="Folder Type" ma:internalName="FolderType">
      <xsd:simpleType>
        <xsd:restriction base="dms:Text"/>
      </xsd:simpleType>
    </xsd:element>
    <xsd:element name="CultureName" ma:index="10" nillable="true" ma:displayName="Culture Name" ma:internalName="CultureName">
      <xsd:simpleType>
        <xsd:restriction base="dms:Text"/>
      </xsd:simpleType>
    </xsd:element>
    <xsd:element name="AppVersion" ma:index="11" nillable="true" ma:displayName="App Version" ma:internalName="AppVersion">
      <xsd:simpleType>
        <xsd:restriction base="dms:Text"/>
      </xsd:simpleType>
    </xsd:element>
    <xsd:element name="TeamsChannelId" ma:index="12" nillable="true" ma:displayName="Teams Channel Id" ma:internalName="TeamsChannelId">
      <xsd:simpleType>
        <xsd:restriction base="dms:Text"/>
      </xsd:simpleType>
    </xsd:element>
    <xsd:element name="Owner" ma:index="13" nillable="true" ma:displayName="Owner" ma:internalName="Owner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Math_Settings" ma:index="14" nillable="true" ma:displayName="Math Settings" ma:internalName="Math_Settings">
      <xsd:simpleType>
        <xsd:restriction base="dms:Text"/>
      </xsd:simpleType>
    </xsd:element>
    <xsd:element name="DefaultSectionNames" ma:index="15" nillable="true" ma:displayName="Default Section Names" ma:internalName="DefaultSectionNames">
      <xsd:simpleType>
        <xsd:restriction base="dms:Note">
          <xsd:maxLength value="255"/>
        </xsd:restriction>
      </xsd:simpleType>
    </xsd:element>
    <xsd:element name="Templates" ma:index="16" nillable="true" ma:displayName="Templates" ma:internalName="Templates">
      <xsd:simpleType>
        <xsd:restriction base="dms:Note">
          <xsd:maxLength value="255"/>
        </xsd:restriction>
      </xsd:simpleType>
    </xsd:element>
    <xsd:element name="Teachers" ma:index="17" nillable="true" ma:displayName="Teachers" ma:internalName="Teacher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udents" ma:index="18" nillable="true" ma:displayName="Students" ma:internalName="Student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udent_Groups" ma:index="19" nillable="true" ma:displayName="Student Groups" ma:internalName="Student_Group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Distribution_Groups" ma:index="20" nillable="true" ma:displayName="Distribution Groups" ma:internalName="Distribution_Groups">
      <xsd:simpleType>
        <xsd:restriction base="dms:Note">
          <xsd:maxLength value="255"/>
        </xsd:restriction>
      </xsd:simpleType>
    </xsd:element>
    <xsd:element name="LMS_Mappings" ma:index="21" nillable="true" ma:displayName="LMS Mappings" ma:internalName="LMS_Mappings">
      <xsd:simpleType>
        <xsd:restriction base="dms:Note">
          <xsd:maxLength value="255"/>
        </xsd:restriction>
      </xsd:simpleType>
    </xsd:element>
    <xsd:element name="Invited_Teachers" ma:index="22" nillable="true" ma:displayName="Invited Teachers" ma:internalName="Invited_Teachers">
      <xsd:simpleType>
        <xsd:restriction base="dms:Note">
          <xsd:maxLength value="255"/>
        </xsd:restriction>
      </xsd:simpleType>
    </xsd:element>
    <xsd:element name="Invited_Students" ma:index="23" nillable="true" ma:displayName="Invited Students" ma:internalName="Invited_Students">
      <xsd:simpleType>
        <xsd:restriction base="dms:Note">
          <xsd:maxLength value="255"/>
        </xsd:restriction>
      </xsd:simpleType>
    </xsd:element>
    <xsd:element name="Self_Registration_Enabled" ma:index="24" nillable="true" ma:displayName="Self Registration Enabled" ma:internalName="Self_Registration_Enabled">
      <xsd:simpleType>
        <xsd:restriction base="dms:Boolean"/>
      </xsd:simpleType>
    </xsd:element>
    <xsd:element name="Has_Teacher_Only_SectionGroup" ma:index="25" nillable="true" ma:displayName="Has Teacher Only SectionGroup" ma:internalName="Has_Teacher_Only_SectionGroup">
      <xsd:simpleType>
        <xsd:restriction base="dms:Boolean"/>
      </xsd:simpleType>
    </xsd:element>
    <xsd:element name="Is_Collaboration_Space_Locked" ma:index="26" nillable="true" ma:displayName="Is Collaboration Space Locked" ma:internalName="Is_Collaboration_Space_Locked">
      <xsd:simpleType>
        <xsd:restriction base="dms:Boolean"/>
      </xsd:simpleType>
    </xsd:element>
    <xsd:element name="IsNotebookLocked" ma:index="27" nillable="true" ma:displayName="Is Notebook Locked" ma:internalName="IsNotebookLocked">
      <xsd:simpleType>
        <xsd:restriction base="dms:Boolean"/>
      </xsd:simpleType>
    </xsd:element>
    <xsd:element name="Teams_Channel_Section_Location" ma:index="28" nillable="true" ma:displayName="Teams Channel Section Location" ma:internalName="Teams_Channel_Section_Location">
      <xsd:simpleType>
        <xsd:restriction base="dms:Text"/>
      </xsd:simpleType>
    </xsd:element>
    <xsd:element name="MediaServiceMetadata" ma:index="2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3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3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3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3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3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3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37" nillable="true" ma:taxonomy="true" ma:internalName="lcf76f155ced4ddcb4097134ff3c332f" ma:taxonomyFieldName="MediaServiceImageTags" ma:displayName="Image Tags" ma:readOnly="false" ma:fieldId="{5cf76f15-5ced-4ddc-b409-7134ff3c332f}" ma:taxonomyMulti="true" ma:sspId="eb8cb680-6a83-4177-80f4-b15e2230c4d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3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abdae7a-7178-4d1e-9626-01799792f2da" elementFormDefault="qualified">
    <xsd:import namespace="http://schemas.microsoft.com/office/2006/documentManagement/types"/>
    <xsd:import namespace="http://schemas.microsoft.com/office/infopath/2007/PartnerControls"/>
    <xsd:element name="TaxCatchAll" ma:index="38" nillable="true" ma:displayName="Taxonomy Catch All Column" ma:hidden="true" ma:list="{282480da-54d0-4db8-8174-e9380a6ef6b0}" ma:internalName="TaxCatchAll" ma:showField="CatchAllData" ma:web="1abdae7a-7178-4d1e-9626-01799792f2d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NotebookType xmlns="15d03a25-cda5-4943-9684-7d18d97bb3bc" xsi:nil="true"/>
    <lcf76f155ced4ddcb4097134ff3c332f xmlns="15d03a25-cda5-4943-9684-7d18d97bb3bc">
      <Terms xmlns="http://schemas.microsoft.com/office/infopath/2007/PartnerControls"/>
    </lcf76f155ced4ddcb4097134ff3c332f>
    <LMS_Mappings xmlns="15d03a25-cda5-4943-9684-7d18d97bb3bc" xsi:nil="true"/>
    <Owner xmlns="15d03a25-cda5-4943-9684-7d18d97bb3bc">
      <UserInfo>
        <DisplayName/>
        <AccountId xsi:nil="true"/>
        <AccountType/>
      </UserInfo>
    </Owner>
    <TaxCatchAll xmlns="1abdae7a-7178-4d1e-9626-01799792f2da" xsi:nil="true"/>
    <FolderType xmlns="15d03a25-cda5-4943-9684-7d18d97bb3bc" xsi:nil="true"/>
    <CultureName xmlns="15d03a25-cda5-4943-9684-7d18d97bb3bc" xsi:nil="true"/>
    <Distribution_Groups xmlns="15d03a25-cda5-4943-9684-7d18d97bb3bc" xsi:nil="true"/>
    <Templates xmlns="15d03a25-cda5-4943-9684-7d18d97bb3bc" xsi:nil="true"/>
    <Invited_Students xmlns="15d03a25-cda5-4943-9684-7d18d97bb3bc" xsi:nil="true"/>
    <IsNotebookLocked xmlns="15d03a25-cda5-4943-9684-7d18d97bb3bc" xsi:nil="true"/>
    <Teachers xmlns="15d03a25-cda5-4943-9684-7d18d97bb3bc">
      <UserInfo>
        <DisplayName/>
        <AccountId xsi:nil="true"/>
        <AccountType/>
      </UserInfo>
    </Teachers>
    <Students xmlns="15d03a25-cda5-4943-9684-7d18d97bb3bc">
      <UserInfo>
        <DisplayName/>
        <AccountId xsi:nil="true"/>
        <AccountType/>
      </UserInfo>
    </Students>
    <Student_Groups xmlns="15d03a25-cda5-4943-9684-7d18d97bb3bc">
      <UserInfo>
        <DisplayName/>
        <AccountId xsi:nil="true"/>
        <AccountType/>
      </UserInfo>
    </Student_Groups>
    <Math_Settings xmlns="15d03a25-cda5-4943-9684-7d18d97bb3bc" xsi:nil="true"/>
    <Teams_Channel_Section_Location xmlns="15d03a25-cda5-4943-9684-7d18d97bb3bc" xsi:nil="true"/>
    <AppVersion xmlns="15d03a25-cda5-4943-9684-7d18d97bb3bc" xsi:nil="true"/>
    <TeamsChannelId xmlns="15d03a25-cda5-4943-9684-7d18d97bb3bc" xsi:nil="true"/>
    <Self_Registration_Enabled xmlns="15d03a25-cda5-4943-9684-7d18d97bb3bc" xsi:nil="true"/>
    <Has_Teacher_Only_SectionGroup xmlns="15d03a25-cda5-4943-9684-7d18d97bb3bc" xsi:nil="true"/>
    <DefaultSectionNames xmlns="15d03a25-cda5-4943-9684-7d18d97bb3bc" xsi:nil="true"/>
    <Is_Collaboration_Space_Locked xmlns="15d03a25-cda5-4943-9684-7d18d97bb3bc" xsi:nil="true"/>
    <Invited_Teachers xmlns="15d03a25-cda5-4943-9684-7d18d97bb3bc" xsi:nil="true"/>
  </documentManagement>
</p:properties>
</file>

<file path=customXml/itemProps1.xml><?xml version="1.0" encoding="utf-8"?>
<ds:datastoreItem xmlns:ds="http://schemas.openxmlformats.org/officeDocument/2006/customXml" ds:itemID="{DA6DC98E-DBB3-4303-AACA-A6CCFE431421}"/>
</file>

<file path=customXml/itemProps2.xml><?xml version="1.0" encoding="utf-8"?>
<ds:datastoreItem xmlns:ds="http://schemas.openxmlformats.org/officeDocument/2006/customXml" ds:itemID="{E13F0439-7931-40FD-B4CA-EF18F1BBABF3}"/>
</file>

<file path=customXml/itemProps3.xml><?xml version="1.0" encoding="utf-8"?>
<ds:datastoreItem xmlns:ds="http://schemas.openxmlformats.org/officeDocument/2006/customXml" ds:itemID="{0FFD4DD3-A93E-4AD3-B5A8-32F53A9E1598}"/>
</file>

<file path=docProps/app.xml><?xml version="1.0" encoding="utf-8"?>
<Properties xmlns="http://schemas.openxmlformats.org/officeDocument/2006/extended-properties" xmlns:vt="http://schemas.openxmlformats.org/officeDocument/2006/docPropsVTypes">
  <Template>IS-ZC351-LEC-03</Template>
  <TotalTime>0</TotalTime>
  <Words>5616</Words>
  <Application>Microsoft Office PowerPoint</Application>
  <PresentationFormat>On-screen Show (4:3)</PresentationFormat>
  <Paragraphs>1709</Paragraphs>
  <Slides>86</Slides>
  <Notes>29</Notes>
  <HiddenSlides>0</HiddenSlides>
  <MMClips>0</MMClips>
  <ScaleCrop>false</ScaleCrop>
  <HeadingPairs>
    <vt:vector size="8" baseType="variant">
      <vt:variant>
        <vt:lpstr>Fonts Used</vt:lpstr>
      </vt:variant>
      <vt:variant>
        <vt:i4>19</vt:i4>
      </vt:variant>
      <vt:variant>
        <vt:lpstr>Theme</vt:lpstr>
      </vt:variant>
      <vt:variant>
        <vt:i4>22</vt:i4>
      </vt:variant>
      <vt:variant>
        <vt:lpstr>Embedded OLE Servers</vt:lpstr>
      </vt:variant>
      <vt:variant>
        <vt:i4>3</vt:i4>
      </vt:variant>
      <vt:variant>
        <vt:lpstr>Slide Titles</vt:lpstr>
      </vt:variant>
      <vt:variant>
        <vt:i4>86</vt:i4>
      </vt:variant>
    </vt:vector>
  </HeadingPairs>
  <TitlesOfParts>
    <vt:vector size="130" baseType="lpstr">
      <vt:lpstr>맑은 고딕</vt:lpstr>
      <vt:lpstr>ＭＳ Ｐゴシック</vt:lpstr>
      <vt:lpstr>ＭＳ Ｐゴシック</vt:lpstr>
      <vt:lpstr>宋体</vt:lpstr>
      <vt:lpstr>宋体</vt:lpstr>
      <vt:lpstr>Arial</vt:lpstr>
      <vt:lpstr>Arial MT</vt:lpstr>
      <vt:lpstr>Calibri</vt:lpstr>
      <vt:lpstr>Cambria</vt:lpstr>
      <vt:lpstr>Cambria Math</vt:lpstr>
      <vt:lpstr>Comic Sans MS</vt:lpstr>
      <vt:lpstr>Franklin Gothic Medium</vt:lpstr>
      <vt:lpstr>Helvetica</vt:lpstr>
      <vt:lpstr>Helvetica Neue</vt:lpstr>
      <vt:lpstr>Symbol</vt:lpstr>
      <vt:lpstr>Tahoma</vt:lpstr>
      <vt:lpstr>Times New Roman</vt:lpstr>
      <vt:lpstr>WenQuanYi Micro Hei</vt:lpstr>
      <vt:lpstr>Wingdings</vt:lpstr>
      <vt:lpstr>1_Office Theme</vt:lpstr>
      <vt:lpstr>Office Theme</vt:lpstr>
      <vt:lpstr>2_Office Theme</vt:lpstr>
      <vt:lpstr>5_Office Theme</vt:lpstr>
      <vt:lpstr>12_Office Theme</vt:lpstr>
      <vt:lpstr>6_Office Theme</vt:lpstr>
      <vt:lpstr>16_Office Theme</vt:lpstr>
      <vt:lpstr>17_Office Theme</vt:lpstr>
      <vt:lpstr>18_Office Theme</vt:lpstr>
      <vt:lpstr>21_Office Theme</vt:lpstr>
      <vt:lpstr>22_Office Theme</vt:lpstr>
      <vt:lpstr>23_Office Theme</vt:lpstr>
      <vt:lpstr>4_Office Theme</vt:lpstr>
      <vt:lpstr>15_Office Theme</vt:lpstr>
      <vt:lpstr>24_Office Theme</vt:lpstr>
      <vt:lpstr>11_Office Theme</vt:lpstr>
      <vt:lpstr>19_Office Theme</vt:lpstr>
      <vt:lpstr>26_Office Theme</vt:lpstr>
      <vt:lpstr>31_Office Theme</vt:lpstr>
      <vt:lpstr>34_Office Theme</vt:lpstr>
      <vt:lpstr>3_Office Theme</vt:lpstr>
      <vt:lpstr>29_Office Theme</vt:lpstr>
      <vt:lpstr>비트맵 이미지</vt:lpstr>
      <vt:lpstr>Equation.DSMT4</vt:lpstr>
      <vt:lpstr>Equation</vt:lpstr>
      <vt:lpstr>PowerPoint Presentation</vt:lpstr>
      <vt:lpstr>Machine Learning</vt:lpstr>
      <vt:lpstr>PowerPoint Presentation</vt:lpstr>
      <vt:lpstr>Bayesian Learning  Parameter Estimation</vt:lpstr>
      <vt:lpstr>Distribution</vt:lpstr>
      <vt:lpstr>Parameter Estimation</vt:lpstr>
      <vt:lpstr>PowerPoint Presentation</vt:lpstr>
      <vt:lpstr>Parameter in ML</vt:lpstr>
      <vt:lpstr>Parameter Estimation in ML</vt:lpstr>
      <vt:lpstr>Intuition of Bayes Theorem</vt:lpstr>
      <vt:lpstr>PowerPoint Presentation</vt:lpstr>
      <vt:lpstr>MLE – Linear Regression Model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Additional Problems in MLE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Example :</vt:lpstr>
      <vt:lpstr>Example :</vt:lpstr>
      <vt:lpstr>Most Probable Classification of New Instances</vt:lpstr>
      <vt:lpstr>ML setting</vt:lpstr>
      <vt:lpstr>PowerPoint Presentation</vt:lpstr>
      <vt:lpstr>Example 1 : Bayes Optimal Classifier</vt:lpstr>
      <vt:lpstr>Gibbs Classifier</vt:lpstr>
      <vt:lpstr>Parameter Estimation in ML - Summary</vt:lpstr>
      <vt:lpstr>Naïve Bayes Classifier</vt:lpstr>
      <vt:lpstr>PowerPoint Presentation</vt:lpstr>
      <vt:lpstr>PowerPoint Presentation</vt:lpstr>
      <vt:lpstr>Example: Digit Recognition</vt:lpstr>
      <vt:lpstr>Generative models for classification</vt:lpstr>
      <vt:lpstr>The Bayes Classifier</vt:lpstr>
      <vt:lpstr>Naïve Bayes conditional Independence assumption</vt:lpstr>
      <vt:lpstr>Naïve Bayes classifier: Prediction</vt:lpstr>
      <vt:lpstr>PowerPoint Presentation</vt:lpstr>
      <vt:lpstr>PowerPoint Presentation</vt:lpstr>
      <vt:lpstr>PowerPoint Presentation</vt:lpstr>
      <vt:lpstr>Naïve Bayes Algorithm – discrete Xi</vt:lpstr>
      <vt:lpstr>PowerPoint Presentation</vt:lpstr>
      <vt:lpstr>PowerPoint Presentation</vt:lpstr>
      <vt:lpstr>Smoothing</vt:lpstr>
      <vt:lpstr>PowerPoint Presentation</vt:lpstr>
      <vt:lpstr>PowerPoint Presentation</vt:lpstr>
      <vt:lpstr>PowerPoint Presentation</vt:lpstr>
      <vt:lpstr>Naïve Bayes: Continuous Features</vt:lpstr>
      <vt:lpstr>The Gaussian Probability Distribution</vt:lpstr>
      <vt:lpstr>Continuous Features : learning and prediction</vt:lpstr>
      <vt:lpstr>Continuous Features : learning</vt:lpstr>
      <vt:lpstr>Continuous Features : learning</vt:lpstr>
      <vt:lpstr>PowerPoint Presentation</vt:lpstr>
      <vt:lpstr>PowerPoint Presentation</vt:lpstr>
      <vt:lpstr>PowerPoint Presentation</vt:lpstr>
      <vt:lpstr>Text Classification  using Naive Bayes Classifier</vt:lpstr>
      <vt:lpstr>The Bag of Words Representation</vt:lpstr>
      <vt:lpstr>Example : Multinomial model :</vt:lpstr>
      <vt:lpstr>Laplace Smoothing</vt:lpstr>
      <vt:lpstr>Example : Multinomial model :</vt:lpstr>
      <vt:lpstr>PowerPoint Presentation</vt:lpstr>
      <vt:lpstr>PowerPoint Presentation</vt:lpstr>
      <vt:lpstr>PowerPoint Presentation</vt:lpstr>
      <vt:lpstr>PowerPoint Presentation</vt:lpstr>
      <vt:lpstr>Naïve Bayes classifier: Summary Model </vt:lpstr>
      <vt:lpstr>Logistic Regression vs Naïve Bayes</vt:lpstr>
      <vt:lpstr>Logistic Regression and  Gaussian Naïve Bayes Classifier</vt:lpstr>
      <vt:lpstr>Features of Bayesian learning</vt:lpstr>
      <vt:lpstr>PowerPoint Presentation</vt:lpstr>
      <vt:lpstr>PowerPoint Presentation</vt:lpstr>
      <vt:lpstr>PowerPoint Presentation</vt:lpstr>
      <vt:lpstr>Where does the form come from?</vt:lpstr>
      <vt:lpstr>Where does the form come from?</vt:lpstr>
      <vt:lpstr>Where does the hypothesis function come from?</vt:lpstr>
      <vt:lpstr>PowerPoint Presentation</vt:lpstr>
      <vt:lpstr>PowerPoint Presentation</vt:lpstr>
      <vt:lpstr>PowerPoint Presentation</vt:lpstr>
      <vt:lpstr>PowerPoint Presentation</vt:lpstr>
      <vt:lpstr>Thank you 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2021-11-12T07:04:08Z</dcterms:created>
  <dcterms:modified xsi:type="dcterms:W3CDTF">2026-01-13T05:52:51Z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0x01010035A758FEF1429047AE09681CC0F7D167</vt:lpwstr>
  </property>
</Properties>
</file>