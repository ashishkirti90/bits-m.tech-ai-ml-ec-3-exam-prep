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5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21.xml" ContentType="application/inkml+xml"/>
  <Override PartName="/ppt/ink/ink20.xml" ContentType="application/inkml+xml"/>
  <Override PartName="/ppt/ink/ink19.xml" ContentType="application/inkml+xml"/>
  <Override PartName="/ppt/ink/ink18.xml" ContentType="application/inkml+xml"/>
  <Override PartName="/ppt/ink/ink17.xml" ContentType="application/inkml+xml"/>
  <Override PartName="/ppt/ink/ink16.xml" ContentType="application/inkml+xml"/>
  <Override PartName="/ppt/ink/ink15.xml" ContentType="application/inkml+xml"/>
  <Override PartName="/ppt/ink/ink14.xml" ContentType="application/inkml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ink/ink8.xml" ContentType="application/inkml+xml"/>
  <Override PartName="/ppt/ink/ink7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3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4.xml" ContentType="application/inkml+xml"/>
  <Override PartName="/ppt/ink/ink29.xml" ContentType="application/inkml+xml"/>
  <Override PartName="/ppt/ink/ink28.xml" ContentType="application/inkml+xml"/>
  <Override PartName="/ppt/ink/ink27.xml" ContentType="application/inkml+xml"/>
  <Override PartName="/ppt/ink/ink26.xml" ContentType="application/inkml+xml"/>
  <Override PartName="/ppt/ink/ink25.xml" ContentType="application/inkml+xml"/>
  <Override PartName="/ppt/ink/ink24.xml" ContentType="application/inkml+xml"/>
  <Override PartName="/ppt/ink/ink23.xml" ContentType="application/inkml+xml"/>
  <Override PartName="/ppt/ink/ink22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5" r:id="rId3"/>
    <p:sldMasterId id="2147483689" r:id="rId4"/>
    <p:sldMasterId id="2147483703" r:id="rId5"/>
    <p:sldMasterId id="2147483717" r:id="rId6"/>
    <p:sldMasterId id="2147483731" r:id="rId7"/>
    <p:sldMasterId id="2147483745" r:id="rId8"/>
    <p:sldMasterId id="2147483759" r:id="rId9"/>
  </p:sldMasterIdLst>
  <p:notesMasterIdLst>
    <p:notesMasterId r:id="rId68"/>
  </p:notesMasterIdLst>
  <p:sldIdLst>
    <p:sldId id="256" r:id="rId10"/>
    <p:sldId id="257" r:id="rId11"/>
    <p:sldId id="261" r:id="rId12"/>
    <p:sldId id="266" r:id="rId13"/>
    <p:sldId id="262" r:id="rId14"/>
    <p:sldId id="263" r:id="rId15"/>
    <p:sldId id="264" r:id="rId16"/>
    <p:sldId id="265" r:id="rId17"/>
    <p:sldId id="294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06" r:id="rId67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6"/>
    <p:restoredTop sz="94667"/>
  </p:normalViewPr>
  <p:slideViewPr>
    <p:cSldViewPr snapToGrid="0">
      <p:cViewPr varScale="1">
        <p:scale>
          <a:sx n="61" d="100"/>
          <a:sy n="61" d="100"/>
        </p:scale>
        <p:origin x="1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74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viewProps" Target="viewProps.xml"/><Relationship Id="rId75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customXml" Target="../customXml/item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0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1096 281 5653,'8'12'1433,"-8"-12"-1385,0 1 1,0-1 0,0 0 0,0 1 0,0-1 0,0 0-1,0 1 1,0-1 0,0 0 0,-1 1 0,1-1-1,0 0 1,0 1 0,0-1 0,-1 0 0,1 0 0,0 1-1,0-1 1,0 0 0,-1 0 0,1 1 0,0-1-1,-1 0 1,1 0 0,0 0 0,0 1 0,-1-1-1,1 0 1,-1 0 0,-1 1 2641,3-3-2525,0-1-1,1 1 1,0 0 0,0 0-1,-1 0 1,1 0-1,0 0 1,1 0-1,-1 0 1,0 1 0,0-1-1,1 1 1,-1 0-1,4-2 1,-1 0 200,37-28 7574,-44 29-7953,-3-4 8,0 1 0,-1 1 0,0-1 0,0 1 0,0-1 0,-1 2 0,1-1 0,-11-3 0,-22-14-20,20 11 25,-41-16-1,47 21-1,7 3-1,-1 0 1,1 0-1,-1 1 1,0 0 0,-10-1-1,-6 0-7,-14-1 19,0 2 1,-71 7 0,84-4-20,-16 2 51,-63 15 0,-4-1 5,76-10-118,15-5 72,1 1 1,0 1 0,-26 12 0,17-4-16,-32 21 0,34-20-2,17-12 8,0 1 1,0 0 0,1 0-1,-8 8 1,-13 12 1,15-14 6,1 0 0,0 0 0,0 1 0,1 0 0,-8 12 0,-16 24 11,24-37-5,1 0 0,0 1 1,1 0-1,0 0 0,1 1 0,0-1 1,0 1-1,-3 13 0,-12 59 100,19-78-96,0 0 0,0 0 0,1 0 1,0-1-1,0 1 0,0 0 0,0 0 0,1 0 0,1 5 0,0 0 3,0 9 38,2-1 0,0 1 0,1-1 0,8 21 0,-8-27-10,1-1 0,0 0 0,1-1-1,0 1 1,0-1 0,1-1-1,10 10 1,7 3-8,1-1 0,1-2 1,41 24-1,131 53-87,-163-80 149,-3-4-116,1-1 1,1-2-1,38 6 0,-38-8 15,69 5-34,-55-8 28,3-1 6,0-2 0,55-7 0,-24 1 47,-12-2-151,138-30 0,-153 24 92,26-10 88,-18 3-75,-35 11 21,48-21-1,-34 12-49,-35 14 47,0-1 0,0 0 0,-1 0 0,0 0 1,0-1-1,0 0 0,10-13 0,9-7-79,-20 20 65,0 0 0,-1 0 0,0-1 0,0 0 0,-1 0 1,4-10-1,16-22-16,-18 29 33,0 0 1,-1-1-1,0 1 1,-1-1-1,0 0 0,2-13 1,-4 18 8,0-2 46,-1 1-1,0-1 0,-1 0 1,0 1-1,0-1 1,-2-9-1,1 3 2,-1 2 13,0 0 0,-1 1 0,0 0 0,-8-20 0,0 1 153,2 11-60,-1 0-1,-1 0 1,0 2-1,-2-1 1,-22-24-1,27 32-116,-10-10 180,-1 2 1,-39-30 0,38 33-135,-10-10 189,-55-33 0,7 9 114,-24-13 26,75 49-397,0 2 0,-1 1 0,-1 1 0,-33-6 0,-119-9-651,155 21 355,-128-6-1761,62 5-1086,-1-5-6131,66 6 142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2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981 165 6289,'-1'13'557,"-1"2"544,-1-7 7160,23-30-3641,-23 21-4389,-132-18 1216,112 16-1247,-1 1-1,-25 1 1,-21-1 38,36 1-161,-1 1 1,0 2-1,0 1 1,-49 12-1,57-10-45,-125 30 376,128-28-297,-1 2 1,2 1-1,-44 24 1,53-23-39,0-1 0,1 2 1,0 0-1,1 1 1,1 0-1,-20 28 1,24-27-54,1 0 0,0 1 0,1-1 1,0 1-1,2 0 0,0 0 0,0 0 0,0 25 1,2-20-11,1-1 0,2 0 1,0 0-1,1 0 1,0 0-1,2 0 0,0-1 1,1 1-1,1-1 0,1-1 1,0 0-1,1 0 1,19 26-1,-25-39-18,10 13-8,1 0 0,0-1 0,1 0 0,1-1 0,1-1 1,33 22-1,-10-11-172,76 31 0,-93-47 110,1 0-1,0-2 0,0-1 0,1-1 0,26 2 0,-1-3 26,64 4-74,271-23-602,-172-8 440,-143 14 266,0-2 0,-1-4 1,103-35-1,-142 38 47,0-1 0,0-2 1,-2-1-1,0-1 0,0-2 0,-2 0 0,0-2 0,39-42 0,-56 54 22,-1-2-1,0 1 0,7-15 0,-5 10 35,-7 8-36,1 1-1,-1-1 1,-1-1 0,1 1-1,-1 0 1,0-1 0,-1 1-1,1-1 1,-2 1-1,1-1 1,-1-15 0,-3-4 217,-11-52-1,12 70-219,0 0 25,-1 0 0,0 0 0,-1 0 0,0 0 1,-1 1-1,1-1 0,-2 1 0,1 0 0,-1 1 0,-10-11 1,-7-5 208,-46-34 0,43 37-213,-5-3 32,-1 1-1,-1 1 0,-64-29 0,31 23 17,-82-23-1,-86-2-195,176 41-8,-29-1-402,0 3-1,0 4 1,0 3-1,-141 17 1,172-9-340,0 2 0,0 3 1,1 3-1,-103 38 1,111-30-3178,-45 28 0,34-14-4833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3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1191 67 7037,'-28'7'11401,"10"-14"-10511,13 6-763,0 0 1,0 0-1,0 1 1,0-1-1,-1 1 1,1 1-1,0-1 1,0 1-1,0 0 1,0 0-1,0 0 1,0 1-1,-6 2 1,4-2 9,0 1-1,-1-2 1,1 1 0,-12 0 0,-223 12 2051,221-11-2039,1 0 1,0 2-1,-1 0 1,-18 8 0,10-4-13,4 1-28,1 1-1,0 1 0,0 1 0,2 1 0,-1 1 1,-26 24-1,-13 8 164,38-29-193,2 1 0,0 1 0,1 1 0,-21 28-1,-65 99 192,100-138-256,-16 26 30,2 2-1,1 0 0,2 1 1,-12 42-1,25-61-34,0 0-1,2 0 0,1 1 1,0 0-1,2 24 0,-1-7-5,1-28 2,1 0 0,0 0 1,1 0-1,0 0 0,0 0 1,1 0-1,0 0 0,1-1 1,5 11-1,6 8-12,26 38 1,-31-51-16,-2-6 12,-1 1-1,2-1 0,0 0 0,0 0 0,0-1 0,1 0 0,0-1 0,0 0 0,19 8 0,9 3-161,58 18-1,-63-25 91,21 8-137,12 5-56,102 24 0,-101-36 79,1-4 0,0-3 0,1-2 0,-1-4-1,1-2 1,-1-4 0,68-15 0,-54 3-159,126-49-1,-147 43 271,-2-3 0,105-69-1,-131 73 150,-1-1-1,-2-2 0,51-57 0,-63 62 40,0-1-1,-1-1 1,-2-1 0,0 0 0,13-32-1,-22 37 40,0 0 0,-1 0 0,-1-1 0,-1 0 0,0-25 0,-2 36-71,-1-17 83,-2 0-1,-1 0 1,-1 0-1,-11-40 1,7 39-92,-1 0 1,-2 0-1,-1 1 1,-1 1-1,-1 0 1,-1 1-1,-1 0 1,-1 1-1,-2 1 1,0 1-1,-1 1 0,-2 0 1,0 2-1,-1 0 1,0 1-1,-2 2 1,0 1-1,-1 0 1,0 2-1,-36-13 0,-5 5-599,-1 2-1,-1 4 1,0 2-1,-1 3 1,-74 0-1,-353 28-7767,355-2 3411,7 6-2594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4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12085,'-28'10'3824,"28"-10"-3788,0 0 0,-1 0 0,1 0 0,0 0 0,0 0 0,0 0 0,0 0 0,0 0 0,0 1 0,0-1 0,-1 0 0,1 0 0,0 0 0,0 0 0,0 0 0,0 0-1,0 0 1,0 0 0,0 0 0,0 0 0,-1 0 0,1 0 0,0 0 0,0 1 0,0-1 0,0 0 0,0 0 0,0 0 0,0 0 0,0 0 0,0 0 0,0 0 0,0 1-1,0-1 1,0 0 0,0 0 0,0 0 0,0 0 0,0 0 0,0 0 0,0 1 0,0-1 0,0 0 0,0 0 0,0 0 0,0 0 0,0 0 0,0 0 0,0 0 0,0 1 0,0-1-1,0 0 1,1 0 0,0 16 1478,0-9-939,-1 0 1,1 0-1,1 0 0,-1 0 0,1-1 1,4 10-1,71 142 4017,57 72-2149,-89-151-2429,-33-54-1163,2-1 1,25 35-1,-39-58 832,1 0 0,-1-1-1,1 1 1,-1 0 0,1 0-1,-1-1 1,1 1 0,0-1-1,-1 1 1,1-1 0,0 1-1,0-1 1,-1 1 0,1-1-1,0 1 1,0-1 0,0 0 0,-1 0-1,1 1 1,0-1 0,0 0-1,0 0 1,0 0 0,0 0-1,0 0 1,-1 0 0,1 0-1,0 0 1,0 0 0,0-1-1,0 1 1,0 0 0,-1 0-1,2-1 1,3-1-1295,12-2-9680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5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 8173,'-24'102'4704,"19"-72"-2459,-4 40-1,5-25-1186,-10 39 1387,-39 125 0,12-54-727,14-44-854,-44 231 825,65-296-1729,1-9-647,1 0 0,2 0 1,4 59-1,1-67-804,-2-23-655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5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0 12933,'-18'19'693,"11"-11"-223,0-1 1,0 1 0,1 1-1,0-1 1,-7 17 0,4-10 366,1 2 0,1-1 0,1 1 1,1 0-1,-6 27 0,9-32-583,-4 25 751,2 1-1,1-1 1,4 65 0,-1-91-854,2-1 0,0 1 0,0 0 0,1-1 0,0 0 1,1 1-1,0-1 0,1 0 0,0-1 0,0 1 0,1-1 1,0 0-1,1-1 0,0 1 0,0-1 0,1-1 0,15 13 1,-11-12-36,0 0 1,1-1 0,0-1-1,1 0 1,-1 0 0,26 5 0,-17-6-429,0-1 1,1-1-1,37 1 1,-49-4-365,0-1 0,1 0 1,21-6-1,-12 1-3088,2-3-3926,-5 5-3207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5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21754,'0'0'2448,"21"-10"-524,7 3-471,3 0-597,1 3-784,3-3-984,14-10-841,-35 10 129,4 3-5496,6 4-6994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5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0 169 19118,'28'21'3356,"-14"-32"-464,18-10-419,6 7-409,-2 4-384,-19 3-496,22-4-1184,24-3 0,-18 7 0,-24 4 0,7-4 0,4 0 0,-11 3-524,3 4-1816,-38-38-1153,4 3 53,-15 38-16546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6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16237,'0'1'253,"1"1"0,1 0-1,-1 0 1,0 0 0,0-1-1,1 1 1,-1 0-1,1-1 1,-1 1 0,1-1-1,2 2 1,-3-3-35,0-1 0,0 1-1,0 0 1,0-1 0,0 1 0,0-1-1,0 1 1,0-1 0,0 0 0,0 1-1,0-1 1,-1 0 0,1 0 0,0 1 0,0-1-1,-1 0 1,1 0 0,-1 0 0,1 0-1,0-2 1,1 1 1640,-1 7-317,10 45 556,8 100 1,-12 55-1006,-3-54-1038,-4-25-756,-1-72-1050,9 84 0,-4-84-1175,-4-34-1720,0-6-1879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6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17938,'4'2'370,"-1"-1"0,1-1 0,-1 1 0,0 0 0,1-1 0,-1 0 0,1 1 0,-1-2 0,1 1 0,-1 0 0,1-1 0,-1 1 0,1-1 0,-1 0 0,4-2 0,2 1 528,1 1-1,-1 0 0,0 0 1,15 1-1,18-1 996,10-1-1387,-1 1 0,0 3-1,1 2 1,99 20 0,-142-21-1084,0-1 0,0 2 0,-1-1-1,1 1 1,10 7 0,-13-7-121,-1-2-2474,-9 2-662,-17 19-3171,-18 13-4595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6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22358,'14'-28'2724,"21"0"-499,11 18-397,3-8-352,0 8-332,0-1-696,-4 8-848,1-8-628,-25 8-876,7-8-921,3 1-299,-20 24-3633,3 0-6424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7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0 6413,'-7'2'618,"0"-1"299,0 0 4584,6 2-4909,-2 32 1574,-10-21-509,3-4-1110,1 1 1,0 0-1,0 0 0,2 1 1,-1 0-1,1 0 1,1 1-1,-7 18 1,1 10 803,-11 70 0,21-94-1073,1 1-1,0-1 1,1 1-1,1-1 1,1 1-1,0-1 1,5 20-1,3-4 195,0-1-1,3 0 1,0-1-1,19 33 0,-25-52-334,1-1-1,-1 1 1,2-1 0,0-1-1,0 0 1,1 0-1,0 0 1,0-1-1,1-1 1,1 0-1,-1 0 1,22 9 0,-26-14-385,0-1 1,0 0 0,0-1 0,0 1 0,0-1-1,0-1 1,0 1 0,1-1 0,-1 0 0,0-1 0,0 0-1,0 0 1,0-1 0,0 1 0,0-2 0,0 1-1,0-1 1,-1 0 0,1 0 0,-1 0 0,0-1 0,0 0-1,0-1 1,-1 1 0,1-1 0,6-8 0,-10 10-428,0 0 0,-1 0 1,1 0-1,-1 0 1,1 0-1,-1 0 0,0 0 1,0-1-1,-1 1 0,1 0 1,0-5-1,0-3-1975,6-18-8792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7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17926,'28'21'2536,"4"-28"-360,24 0-76,-14 0-644,-21 4-339,14 3-325,7-4-496,-3 1-576,-1-1-873,-6 1-611,13-18-1404,-34 7-3341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7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7 17218,'-23'-7'2621,"40"20"-197,22 17-151,-26-16-1362,-1 1 0,-1 1-1,0 0 1,16 33 0,-10-17-201,17 33-286,-4 1 0,-1 1 0,-4 2-1,-3 0 1,-3 2 0,15 113 0,-28-120-698,-2 1 0,-3 0 1,-4-1-1,-2 1 0,-2-1 0,-26 100 0,23-130-600,-2-1 0,-23 48-1,-42 61-2953,32-61 1152,-27 48-4373,-12-9-4513,83-119 11434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8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0 10705,'-19'22'1622,"-20"20"-1,22-25-638,1 0 0,-20 29 1,14-10-492,2 1 1,2 1 0,2 1 0,1 0-1,1 1 1,-7 45 0,1 16 424,-7 136-1,22-171-568,4 0-1,3 0 1,2 0-1,4 0 1,2-1-1,3 0 1,3-1-1,48 123 1,-44-143-388,2-1 0,1-1 1,3-1-1,1-1 0,46 52 0,-46-63-346,2-1 0,0-1 0,2-2 0,1 0-1,1-3 1,1-1 0,40 19 0,-31-21-1883,1-3 0,0-1 0,49 10 0,22-3-7651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8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7585,'49'-26'2077,"-46"25"-1695,-1 0-1,0 0 1,0-1 0,0 1 0,0-1 0,0 1 0,0-1 0,0 0 0,0 1 0,2-5 0,6-4 845,18-5 730,0 0 0,1 2 0,0 1 0,38-9 0,-54 17-1409,1 1 1,0 0-1,0 1 1,23-1-1,-36 3-515,0 1-1,0-1 0,-1 0 1,1 0-1,0 1 1,0-1-1,0 0 1,-1 1-1,1-1 0,0 1 1,0-1-1,-1 1 1,1-1-1,0 1 0,-1 0 1,1-1-1,-1 1 1,1 0-1,-1-1 1,2 3-1,-1-1 69,1-1-85,-1 0 1,0 0-1,0 1 1,-1-1-1,1 0 1,0 0-1,0 1 0,-1-1 1,1 1-1,0-1 1,-1 0-1,1 1 1,-1-1-1,0 1 1,0-1-1,1 3 1,-6 26-1,3-24-16,-66 223-1455,50-170 857,4-14-5,-8 51 1,21-90 599,1 0 0,0-1 0,0 1 0,0 0 0,1 0 0,0-1 0,0 1 0,0 0 0,1-1 1,0 1-1,0-1 0,3 6 0,-4-9 28,-1 0 1,1 0 0,0-1 0,0 1 0,0-1 0,0 1 0,0-1 0,0 0-1,0 1 1,0-1 0,1 0 0,-1 0 0,1 0 0,-1 0 0,0 0 0,1 0 0,0 0-1,-1 0 1,1-1 0,-1 1 0,1-1 0,0 1 0,0-1 0,-1 1 0,3-1-1,6 2 100,-2 0-55,0 0 1,0-1-1,0 0 0,0 0 1,0-1-1,0 0 1,0 0-1,11-2 0,5-3 63,33-11 0,-16 4 31,13-2-654,0-2 0,-1-2 1,68-35-1,-113 49-2,0-1 0,-1 1 0,0-1 0,0 0 1,8-9-1,-12 11-618,0 0 1,0-1 0,0 0 0,-1 1 0,0-1 0,0 0 0,3-7 0,2-7-9383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9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998 1 15705,'0'0'1475,"-4"3"-140,-9 5-995,2 1-1,-1 1 1,1 0-1,1 0 0,0 1 1,0 0-1,-8 14 1,-55 98 692,57-95-832,-275 571 2969,241-490-2739,-186 436 1357,182-399-1624,-64 274 1,109-375-360,-10 43-1871,-14 157 1,35-176-3348,-1-39-718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1:59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32 198 5781,'-12'12'1253,"10"-10"738,0-4-1856,-13-24 4394,17 24-3405,59-29 4254,-58 29-1963,0 4-2485,0-1-796,-1 1 1,1 0 0,-1-1 0,1 1 0,-1 0 0,0 1 0,0-1 0,0 0 0,0 1 0,0-1 0,1 3 0,11 36 855,-13-37-931,5 27 452,5 41-1,0 6-105,3-7-404,-11-54-66,-3-17 61,1 1 0,0-1 0,-1 0 0,1 0 0,0 0 0,-1 0 0,1 0 0,0 0 0,-1 0 0,1 0 0,0 0 0,-1 0 0,1-1 0,-1 1 0,1 0 0,0 0 0,-1-1 0,1 1 0,-1 0 0,2-1 0,-1 0-7,4-2-16,1 0 0,-1-1 1,0 0-1,0 0 1,0 0-1,0-1 1,-1 1-1,0-1 0,0 0 1,0-1-1,5-9 1,2-1-23,30-42-94,-9 12 15,48-53 0,69-61 189,-144 155 2,1-1 0,-1 1 0,1 0 0,0 1 0,0-1 0,0 1 0,10-4 0,-15 7-46,1 0-1,0 0 1,-1 1 0,1-1-1,-1 1 1,1-1 0,0 1-1,0-1 1,-1 1 0,1 0 0,0 0-1,-1 0 1,1 0 0,0 0-1,0 0 1,-1 1 0,1-1-1,0 1 1,-1-1 0,1 1-1,0-1 1,-1 1 0,1 0 0,-1 0-1,1 0 1,-1 0 0,0 0-1,1 0 1,-1 0 0,0 0-1,0 1 1,1-1 0,-1 0 0,0 1-1,0-1 1,1 3 0,4 11 51,1-1 1,-2 1 0,0 0-1,-1 0 1,4 31-1,0 83-25,1-1-1283,-9-126 1048,8 63-1773,-6-44-2138,-2 1-4845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2:02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56 4580,'0'0'1194,"1"-2"-279,1-1-545,-1 0 0,1 0 1,-1 1-1,1-1 0,0 1 0,0-1 1,0 1-1,0 0 0,0 0 1,5-3-1,-1 1 521,0 1 0,1 1-1,-1-1 1,10-2 0,-9 3 472,1 1 0,-1-1 0,15 1 0,47 4-40,-32 0-623,78 7-180,-113-10-537,0 1-1,-1-1 1,1 0-1,-1 0 1,1 1-1,0-1 1,-1 1-1,1-1 0,-1 1 1,0 0-1,1-1 1,-1 1-1,2 1 1,-2-1-4,0 0 0,0-1 0,0 1 0,0-1 1,0 1-1,0-1 0,0 1 0,0-1 0,0 0 0,0 1 1,0-1-1,0 0 0,0 0 0,1 0 0,-13 12-255,6-7 216,-5 5-26,-1 0-1,0-1 1,0-1-1,-1 0 0,-13 7 1,-72 32-302,62-30 304,-116 54-170,-145 68 333,199-96 615,-91 39 3455,183-81-4017,0 1 0,0-1 0,0 0-1,0 0 1,0-1 0,-5 1 0,-1-1 74,6 1 348,4 2-545,0 1-1,0-1 1,0 1-1,1-1 0,-1 1 1,1-1-1,0 1 1,0 3-1,0 5-143,2-1-1,0-1 1,6 22 0,2 16-599,13 106-1368,-19-131 2014,11 30 0,-14-49 532,-11 28 1902,10-32-2331,0 0 0,0 0 0,0 0 0,0 1 0,0-1 0,0 0 0,0 0 0,0 0 0,0 0 0,0 0 0,0 1 0,0-1 0,0 0 0,0 0 0,0 0 0,0 0 0,0 0 0,0 1 0,1-1 0,-1 0 0,0 0 0,0 0 0,0 0 0,0 0 0,0 0 0,0 0 0,0 0 0,0 1 0,1-1 0,-1 0 0,0 0 0,0 0 0,0 0 0,0 0 0,0 0 0,0 0 0,1 0 0,-1 0 0,0 0 0,0 0 0,0 0 0,0 0 0,0 0 0,1 0 0,-1 0 0,0 0 0,0 0 0,0 0 0,0 0 0,0 0 0,1 0 0,-1 0 0,0 0 0,0 0 0,0 0 0,0-1 0,0 1 0,0 0 0,1 0 0,-1 0 0,0 0 0,542 10 4747,-525-10-4728,-7 0-288,0 0 0,0 0 0,0 1 0,-1 1 0,15 3 0,-22-4 163,-1-1 1,1 1 0,-1-1-1,1 1 1,-1 0 0,1 0-1,-1 0 1,1 0 0,-1 0-1,0 0 1,0 0-1,0 0 1,0 1 0,0-1-1,0 0 1,0 1 0,0-1-1,0 1 1,0-1 0,-1 1-1,1-1 1,-1 1 0,1-1-1,-1 1 1,1 0 0,-1-1-1,0 1 1,0 0-1,0-1 1,0 1 0,0 0-1,0-1 1,-1 1 0,1 0-1,0-1 1,-1 1 0,1-1-1,-2 4 1,-2 4-540,0 1 1,-1-1-1,0 0 1,0 0-1,-1 0 1,-10 12-1,-50 46-8096,12-20-2825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2:0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673 8 9425,'3'-1'1567,"33"-5"7069,-50 22-8152,-21 13-364,-40 24-1,20-14-127,-89 58-12,9-6 26,-69 53 1315,191-135-1048,8-6 130,-1 1 0,1 0 0,-1 0 0,-6 9 0,10-11 607,8-1 63,16 2-386,0 0-1,0-2 1,35-2-1,77-12 1133,-64 5-1094,54-4-285,282-19 576,-225 28-1607,-152 3-563,-28 0 1052,-1 0 0,1 1-1,-1-1 1,1 0 0,0 0 0,-1 0-1,1 0 1,-1 1 0,1-1 0,-1 0-1,1 1 1,-1-1 0,1 0 0,-1 1-1,1-1 1,-1 0 0,0 1 0,1-1-1,-1 1 1,1-1 0,-1 1 0,0-1-1,0 1 1,1-1 0,-1 1 0,0 0 0,0-1-1,1 1 1,-1-1 0,0 2 0,0-1-457,1 0 449,-1-1 1,0 1-1,0-1 0,1 1 1,-1-1-1,0 0 0,0 1 1,0-1-1,0 1 0,1-1 1,-1 1-1,0-1 0,0 1 1,0-1-1,0 1 0,0-1 1,-1 1-1,1-1 0,0 1 1,0-1-1,0 1 0,0-1 1,0 1-1,-1-1 1,1 1-1,0-1 0,0 1 1,-1-1-1,1 1 0,-17 10-2546,-28 2-3382,41-12 5079,-39 5-10408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2:27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7334 276 7169,'-1'2'166,"-1"0"0,1 0 0,0 0 0,0 0 0,0 1 0,1-1 0,-1 0 0,0 1 0,1-1 1,0 0-1,-1 1 0,1-1 0,0 1 0,0-1 0,0 1 0,1-1 0,1 8 9901,-5-13-9858,-1 0-119,-1-1-1,0 1 1,1 0 0,-1 0-1,0 1 1,0-1 0,-8-1-1,4 2-36,1 0-1,0 0 1,-1-1-1,1 0 1,0 0-1,0-1 1,1 0-1,-10-7 1,15 10 30,-2-1-1,-28-8 63,0 1 1,-65-9-1,7 5-89,62 6-49,-50-4 0,57 10-8,14 1 0,1 0 0,0-1-1,0 0 1,-12-2-1,3-2 33,0 2-1,0 0 1,0 1-1,-26-1 0,17 2-28,1-2-1,-1-1 1,-29-9-1,14 3 55,23 6-74,-118-20-68,26 3 73,-60 5 38,25 4-2,-33-2 22,48 8 30,82 5-23,-73-10-1,-4-6 75,109 16-65,-210-6-34,-21 18-5,137-8 17,-105 5 168,56-9 57,64-2-160,-67-3 54,84 1-64,-89 6-1,4-1 15,5 0-1,-15 4-48,-26 3 61,133-1-35,-307 36 289,-54 30-387,150 0-9,131-31 12,-126 46 1,60-18-36,160-52 58,1 3-1,-69 39 1,33-16 21,-215 135 22,201-113 45,23-12-146,2 3-1,-70 69 1,96-78 33,3 2-1,1 1 1,3 3-1,-64 105 1,46-39-6,48-94 17,-6 18-4,2 1 0,-17 84 0,22-84 4,1 8-1,2 1 1,3-1 0,2 1-1,7 77 1,2-66 11,4-1-1,26 94 1,-25-118 31,2-1-1,1 0 0,2-1 0,37 60 1,-10-31-15,76 88 0,-52-80-30,3-4-1,3-3 0,3-3 1,2-3-1,116 66 0,-94-66 10,244 137 15,-296-174-39,164 77-58,-145-73 26,85 24 1,-24-15-2,2-7 0,151 16 0,492-3-176,-594-43 207,517-14-26,-271-25-26,-5-27 46,-207 24 51,324-85 120,-435 93-57,360-125-14,24-62-129,-431 189 54,0-2 1,-2-3-1,-2-2 1,-2-2-1,56-59 1,-6 1 8,25-30-49,-97 97 51,121-154 4,-133 163 59,-1-2-1,-1 0 1,-2 0 0,0-1-1,-1-1 1,9-35 0,11-96 408,-27 129-302,-2-1-1,-1 0 0,-3-42 1,-3 10 69,-4-40 28,-12-30 265,-6 1 0,-46-135-1,36 160 103,-72-144 0,86 205-536,-8-16 120,-49-72 0,54 96-160,-3 1 0,0 2 0,-2 0 0,-2 2 0,-63-47 0,-3 13 75,-108-52 0,16 10-19,125 73-511,-104-41 0,101 47-1785,54 23 733,-1 1 0,0 0 1,-25-4-1,30 7-96,1 1-1,-1 0 1,0 1 0,1 0 0,-21 3 0,-5 9-8224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3:13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1 305 4772,'23'-26'1239,"-18"21"3996,-7 6-4970,-16 11 67,13-4 4999,23-7-4331,2 1-510,0 0 1,0-1 0,39-4-1,6 0-211,74-3-51,-36 1-125,-8 0-59,106 0 64,37 4-74,-78-2 38,574-35 41,-637 27-143,286-17 10,-278 24 31,44 1 20,128 10-68,-116-4 74,150-11 30,-60-1-92,-182 9 42,209 3-40,-65 11 27,85 1 100,-130-5-94,0 1-2,-12-3-4,1 1 35,133 2 67,-113-9-2,178-4-104,6-12 33,53-24-26,-246 31-40,-133 5 34,1 1-1,47 6 0,7-1 28,-6 1 117,-51-2-117,37-1 0,119-2 182,-49-10-246,84 4 103,-24 12-63,-138-6-31,230-6 78,-77 7-58,-42 1 9,151-6 51,-250 6 30,62-3-115,8-1 106,-5 0-42,153 0 76,-146 4-171,-80-1 52,71-2 1,31-2 25,-38 3 48,116-7-53,141 0-10,-317 5 44,47-4 43,124-4 38,-185 7-32,70 7 1,-69 0-49,68-6-1,26-4 180,27-2-169,287-20 148,-372 25-246,37 0 3,166 8 120,-244-5-71,347-6 7,-176-4-18,-69 4 68,36 1-42,20 3 62,-4 0-88,155 2 74,-213-6 45,153-1-152,-187 9-8,97 6 180,-177-5-120,33-3 0,22 2 69,-40 3-54,55 3 70,139 0-2,-118-12-59,-2 0-45,145 6-20,-171-2 50,432-2 64,-318-5 9,2 0 194,67 6 225,91 20 998,-278-13-1103,78-6 237,-149-3-1545,-21 3 871,-1 0 0,0 0 0,0 0 1,0 0-1,0 0 0,0 0 0,1 1 1,-1-1-1,0 0 0,0 0 0,0 0 0,0 0 1,0-1-1,1 1 0,-1 0 0,0 0 0,0 0 1,0 0-1,0 0 0,0 0 0,0 0 1,1 0-1,-1 0 0,0 0 0,0 0 0,0 0 1,0 0-1,0 0 0,0-1 0,0 1 0,0 0 1,1 0-1,-1 0 0,0 0 0,0 0 1,0 0-1,0-1 0,0 1 0,0 0 0,0 0 1,0 0-1,0 0 0,0 0 0,0-1 1,0 1-1,0 0 0,0 0 0,0 0 0,0 0 1,0 0-1,0 0 0,0-1 0,0 1 0,0 0 1,0 0-1,0 0 0,0 0 0,-2-5-624,1 0 0,0 0 0,-1 0 0,0 0 0,0 0 0,-1 1 0,1 0 0,-1-1 0,0 1 0,0 0 0,-1 0 0,1 0 0,-1 1-1,0-1 1,1 1 0,-2 0 0,1 0 0,-6-3 0,-30-21-9555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3:53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15 2708,'0'0'2871,"-2"1"-2456,-27 15 4083,39-45-4090,-10 27-273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3:54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39 3608,'-8'-4'9869,"19"-2"-7663,-2 3-1214,0 1-1,0 0 1,0 0-1,11 0 1,-16 1-877,-1 1 0,0-1 0,0 0 0,0 0 1,0 0-1,0 0 0,0 0 0,0-1 1,3-1-1,3-2 96,-6 4 278,1 1-319,6 1-165,25-2-1824,-37 5 420,0 0 820,0 0-1,-1 0 1,1 0-1,-1-1 1,0 1-1,0-1 1,0 0-1,0 1 1,0-1-1,-1-1 1,1 1-1,-1 0 1,0-1-1,0 0 1,-6 3-1,-13 5-6614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3:54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8897,'0'0'352,"1"0"0,0-1-1,-1 1 1,1 0 0,-1 0 0,1 0 0,0 0 0,-1 0 0,1 0 0,0 0-1,-1 0 1,1 0 0,0 0 0,-1 0 0,1 0 0,-1 1 0,1-1 0,0 0-1,-1 0 1,1 1 0,-1-1 0,1 0 0,-1 1 0,1 0 0,8 14 1622,-5 22-1910,-7 3 340,2-29-306,0 0 1,1 0 0,1 16 0,0-14 254,0 0 0,-3 19 0,1-2-1882,2 0-8049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4:10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160 204 20694,'-158'-68'0,"307"-17"0,-298 170 0,2518-221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4:13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717 289 7025,'-25'14'8937,"42"-24"-7583,-2 6 2869,-19 4-3889,-9 3-67,0 1 0,-20 9 0,-27 8 63,27-11-247,0 1-1,1 1 0,0 2 1,2 1-1,-31 19 1,54-29-77,-12 5 23,1 1-1,0 1 1,1 1 0,0 1-1,1 0 1,-25 29-1,34-35-12,-80 107 246,75-96-225,0 0 1,2 1 0,0 0-1,-10 31 1,5-5-4,2 0-1,2 1 1,-6 66 0,4 56 28,13-140-63,2 0 1,0 1 0,11 44 0,31 86-97,-37-139 42,1-1 0,0-1-1,19 31 1,-22-41 23,1-1 0,0-1 0,0 1 0,1-1-1,0 0 1,0 0 0,0-1 0,1 0-1,0 0 1,12 6 0,3-1-92,41 15 0,-57-24 112,1 0 0,0 0 0,0 0 0,0-1 0,0 0-1,0-1 1,0 0 0,0 0 0,14-2 0,59-10-106,-55 9 83,0-1 0,41-11 0,-12-1 5,-42 14 30,-1-1 0,0-1 0,1 0 0,-1-1-1,-1 0 1,1-1 0,19-12 0,-15 6 1,27-14 0,-30 20 1,0-2-1,-1 0 0,0 0 0,18-17 0,73-81 6,-77 74 83,35-56 0,-40 55 25,-2 0 0,-2-1 0,16-41 0,-26 46 16,-1 1-1,-2-1 1,-1 0 0,-1 0-1,-2-31 1,-1 33 73,-6-36 1,0 1 131,2 27-46,-2 1-1,-1 0 0,-26-65 0,22 64-40,-2 1 212,-21-37 0,8 18 12,18 33-288,-37-86 488,42 92-574,-2 1 0,0 0 0,0 0 0,-1 0 0,-1 1 0,-16-21-1,-10-7 286,26 29-298,-1 1 0,-13-13 0,10 13-31,-1 0 1,0 1 0,-27-14-1,35 21-58,1-1 0,0 0-1,0 0 1,-7-6-1,9 6 5,0 1 0,0 0 0,0 1-1,-1-1 1,1 0 0,-1 1-1,1-1 1,-1 1 0,1 0-1,-4-2 1,5 3 4,-1 0 0,1 0-1,0-1 1,0 1 0,1-1 0,-1 1-1,0-1 1,0 1 0,0-1 0,0 0-1,0 0 1,1 1 0,-1-1-1,0 0 1,-1-1 0,2 1-8,-1 0 0,0 0 0,1 0 0,-1 0-1,0 1 1,0-1 0,0 0 0,0 1 0,1-1 0,-1 0 0,0 1 0,0-1-1,0 1 1,-1 0 0,1-1 0,0 1 0,0 0 0,-1-1 0,-4 0-27,1 0 0,-1 0 0,1 1 0,-1-1 0,1 1 0,-1 0 0,1 1 0,-1-1 0,1 1 0,-1 0 0,1 0 0,0 1 0,-1 0 0,1 0 0,0 0 0,0 1 0,0-1 0,1 1 0,-7 5 0,-10 10-518,0 2-1,2 1 0,-21 27 0,-38 40-3273,59-70 2434,-36 33-7015,17-19-2684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4:36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6129,'0'-24'1588,"7"41"-1096,0 1-460,0 6-156,3 1-668,-20-11-1337,3 3-83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4:4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0 309 4884,'18'-14'18107,"-1"18"-17525,-1-2-411,0-1 0,0 0 0,0-2 0,27-2 1,13-1 61,164-11 146,74-1-207,-245 16-149,303-4 40,-51 6 17,-18 0 81,683-52 205,-248 9-75,627 20 250,-1032 28-452,229 0 162,-10-4 570,-261-13-184,-34-1-88,-210 10-411,50-10 1,2-1 769,-23 2-21,-52 9 692,-1 2-1550,11 3-27,-13-4-2,0 0 0,0 0 0,-1 1 0,1-1 0,0 1 0,0-1 0,-1 0 0,1 1 0,0-1 0,-1 1 0,1 0 0,0-1 0,-1 1 0,1-1 0,-1 1 0,1 1 0,0-1 0,-3 3 2,-14 7-12,9-11-122,-6-2-135,10 2 65,-1-1-1,1 1 1,-1-1 0,1 0 0,-1 0 0,1 0 0,0 0-1,0-1 1,0 1 0,0-1 0,0 0 0,0 0-1,0 0 1,0 0 0,1-1 0,-4-2 0,-31-42-2683,34 43 2344,0 0 0,0 1 0,0-1-1,0 0 1,0 1 0,-1-1 0,0 1-1,-4-3 1,-26-6-5675,-22-7-5751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22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1618 71 5761,'0'0'15326,"-3"-1"-15286,-7-1-6,-1 1-1,1 0 1,-1 0 0,1 1-1,-16 2 1,23-2 8,-1 0-19,-37 0 7,37 0-15,1 0 1,-15-3 106,1 1-1,-26 0 1,34 3-70,0 1 1,0 0-1,0 0 1,0 1-1,-12 5 1,16-6-66,3-1 22,-2-1-1,0-2-8,-37 1 28,5 1-8,33 0 168,-1 0-17,-37 3-88,37-3 75,0 0 5,-16-2 37,-31 1-1,38 1-225,10 0 48,-1-1 6,-31-2-13,-54 2 1,35 2 116,12-4 4,38 3-166,-1 0 48,-38 0-51,39 0 10,0 0 6,-9 0 19,0 0-10,-1 0-1,-20-3 0,31 2 33,-1 2-4,-4 0 18,-1-1 1,0 1 0,0-1-1,1-1 1,-1 0-1,-13-3 1,19 4 34,-38 0-60,37 0 140,0 0-179,-157 7-66,146-11 95,13 3-3,0 1-1,1-1 1,-1 1-1,1-1 1,-1 1 0,0 0-1,0-1 1,1 1 0,-1 0-1,0 0 1,1 0-1,-1 0 1,-2 1 0,-23 8 92,25-8-84,-1 0-28,-126 29 62,125-29-35,1-1 1,0 1 0,-1 0-1,1 0 1,0 0 0,-6 3 0,6-2 5,0-1 0,0 1 0,0-1 0,-1 0 1,1 0-1,-7 1 0,1-1-15,-5 1 33,1 1 0,-1 1 0,-19 7 0,1 1-33,29-11 12,-1 0-46,-28 8 19,29-8-2,-13 24-33,15-22 47,0 0 20,-3 6-9,1 0 0,1 1 0,0-1 0,0 1 0,1-1 1,0 1-1,1 0 0,0-1 0,0 1 0,1 0 0,0-1 0,3 10 0,5 9-8,2-1 0,1-1-1,29 48 1,-24-45-19,-9-14 4,0 0 0,1 0 0,1-1 0,0-1 0,1 1-1,0-2 1,24 21 0,-1-5 7,-26-20-15,0-1 0,0-1 1,14 9-1,14 10 44,-29-20 1,-1 0 0,1 0 1,0-1-1,0 0 0,15 7 1,-9-6-31,-1 0 0,0 1 0,-1 1 1,12 7-1,-22-13 6,0 0 1,1 0 0,-1-1-1,0 1 1,1 0 0,-1-1-1,1 1 1,-1-1-1,1 1 1,-1-1 0,1 0-1,-1 1 1,3-1-1,4 1-7,16 5 4,0-1 0,0-1 0,49 2 0,-26-7-75,-20 0 49,0 1 0,50 6 1,-56-4 22,1 0 1,0-2-1,-1 0 1,24-4-1,-5 0-18,40-2-35,74-2-189,-145 7 243,0 1 0,0-1 0,-1-1-1,1 0 1,8-3 0,-3 1 2,25-6 53,44-14-61,57-15 72,21-13-50,-117 37-74,39-15 80,-16-12-12,-64 41 23,-2-2 15,22-68 272,-23 68-210,1 0-49,0-1 0,-1 0 1,1 1-1,-1-1 1,0 0-1,0-5 1,0-2 52,1 7 33,-1-87 515,0 90-644,0 0 0,0 0 0,0 0 1,-1 0-1,1 0 0,0-1 0,0 1 0,-1 0 0,1 0 0,0 0 1,-1 0-1,1 0 0,-1 0 0,0 0 0,1 0 0,-1 0 1,0 0-1,-1-1 0,1 1 42,0 0-1,0-1 1,0 1 0,0-1-1,0 1 1,0-1 0,0 1-1,1-1 1,-2-3 0,0-2 44,-1 0 0,0 1 0,0-1 0,0 0 1,-1 1-1,0 0 0,0 0 0,-9-9 0,11 13 83,-12-12 45,-4-6-50,-22-28 0,40 47-170,-1 1 1,0-1 0,0 0 0,0 0 0,1 1 0,-1-1 0,0 1 0,0-1 0,0 1 0,0-1-1,0 1 1,0 0 0,0-1 0,0 1 0,0 0 0,0 0 0,-2 0 0,-2-1 16,-5-3 17,1 0-1,0-1 1,0 0 0,0-1-1,0 0 1,1 0 0,0 0-1,1-1 1,-14-15-1,7 7 8,12 14-31,0-1 0,0 0 0,-1 1 1,1-1-1,0 1 0,-1-1 0,-3 0 0,-3-3 4,6 3-19,0 1 1,-1-1-1,1 1 1,0-1-1,-1 1 1,1 0-1,0 0 1,-8 0-1,-3-2 8,-27-9-851,-1 3 0,-45-5-1,-89 0-3953,47 4-149,53 6-72,-4 4-2826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24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760 71 5949,'-2'6'754,"0"9"13858,-2-14-14432,-37 5 146,37-6-68,-1 0-132,-155-10 788,117 7-677,0 2-1,-71 8 0,55 10-165,46-13-54,1 0-1,0 1 1,1 0 0,-1 1 0,1 1 0,0 0-1,1 0 1,0 1 0,-15 13 0,8-6 22,10-8-31,0 0 0,1 0 0,0 1 0,1 0 0,0 0 0,0 1 1,-5 11-1,-16 25 41,20-33-36,0 1 0,0-1 0,1 1 0,-5 22 0,-5 12-37,11-36 9,1 1 1,1-1-1,0 1 0,1 0 1,0-1-1,0 1 0,1 0 1,3 23-1,2-6-118,1-1-1,14 43 1,-14-55 22,1 1 0,1-1 0,16 24 0,4 9-150,-26-46 236,0 0 0,0 0 0,1-1 0,0 1 0,-1-1 0,1 1 0,0-1 0,0 0 0,4 2 0,1 1 7,4 5-35,1 0 0,0-1 0,0-1 0,1 0 0,0-1 0,0 0 0,1-1 0,0-1 0,0 0 0,17 2 0,31 6-87,-37-7 68,1-1-1,52 3 0,-45-10 39,0-1-1,-1-2 0,0-2 1,0-1-1,0-1 0,31-14 1,-38 14 44,-8 3-25,35-16 0,-1-2 11,-37 19 2,-1-2 1,-1 0-1,16-10 1,2-2 35,-24 15 2,1-1 0,-1 1 0,0-1 0,0-1 1,-1 1-1,1-1 0,-1 0 0,0-1 0,5-7 0,12-13 199,-19 22-206,1 1-1,-1-1 1,0 0 0,-1 0-1,1 0 1,-1 0-1,4-8 1,32-99 1038,-38 109-1007,0-1 0,-1 1 0,1 0 0,-1 0 1,0-1-1,1 1 0,-2-1 0,1 1 0,-1-5 0,0-6 109,2 6-31,-1 0 1,0-1-1,-1 1 1,0 0-1,0 0 0,0 0 1,-1 0-1,0 0 1,-1 0-1,0 0 1,0 1-1,-1-1 0,0 1 1,0 0-1,-7-8 1,2 1 74,0 0 0,-10-19 0,-10-18 282,15 31-326,-1 1 0,-33-32-1,39 42-167,-1 1 0,-1 1-1,1-1 1,-1 2 0,0-1 0,-1 2-1,-12-5 1,-49-17-2691,-115-25 1,93 26-3511,71 19 1637,-6-1-4411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34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67 3720,'0'0'8176,"-3"0"-7878,-13 3-567,7-1 7133,23-3-3585,129-17-2395,-57 6-569,-14 3-60,195-15 33,-106 18-204,-139 5-74,1 1 1,24 3-1,-12 0 10,1-1-1,39-4 1,-44 1 666,33 2 0,-40-6-1117,-18 3-1758,-19 9 445,8-5 1203,-11 3-3098,-5-19-10189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44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161 186 22680,'-161'-59'0,"305"-34"0,-288 186 0,1251-219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48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25072,'1605'0'0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5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99 5136,'-2'0'125,"1"1"1,-1-1-1,0 1 0,1-1 0,-1 1 0,1 0 0,-1-1 0,1 1 0,-1 0 0,1 0 0,-1 0 0,1 0 0,0 0 0,-1 1 0,1-1 0,0 0 0,-6 13 16552,12-16-16331,4-3-199,-4 2-91,0 1 0,0-1 0,0 1 1,0 0-1,6-1 0,8 0 68,0 1 0,35 0 0,23-2 132,367-40 340,88 5-507,-332 29 1043,-182 9-737,-29 2 462,-30 3-442,-99 27-411,-95-4 66,171-24-54,35-2 10,-44 7 0,37-5 2,28-3-30,0 1 0,0-1 0,0 2 0,-15 3 0,4 0-17,0 0-1,1-2 1,-22 2-1,7-1 18,-101 7 5,102-11 23,-10 1 11,-79 16 5,-122 8-98,181-21 35,-20 9 94,79-13 659,7 1-752,14 1 53,32-1 0,-38-1-61,-8 0 34,34-6 44,-34 5 31,-1 2-226,4 1 995,10 4-1955,-12-4-75,0 0 0,-1 0 0,0 0-1,0 0 1,1 1 0,-1 0 0,6 5 0,-10-3-3509,-9 5 1165,-4 2-5390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6:10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1266 36 5260,'8'-18'1208,"-6"15"1566,-13 17-1325,8-11-687,-7 11 9741,-9-13-10342,4-1-78,-1 0-1,1-1 0,-17-3 0,0 1 23,-242-24 568,251 25-608,-64-6 23,70 7-66,1 0 0,-31 4-1,18-2-41,10-1 35,0 0 1,-37 7-1,53-7-20,0 1 0,0-1 0,-1 0 0,1 0 0,0 0-1,0 0 1,-1-1 0,-3 0 0,4 0 5,-1 0 0,0 1 0,0 0-1,0-1 1,0 1 0,-6 1 0,-13 2 80,8-2-107,1 1 0,-21 5 0,-18 2 48,34-4-54,6-2 19,1 0-1,0 1 0,-1 0 0,1 1 0,-17 10 0,22-11 7,0 0 0,0 0 0,-1-1 0,-13 4 0,9-3 6,-4 4-36,-1 0 0,-24 17 0,38-24 43,1 2 6,-10 10-14,8-8 4,0-1 1,0 1 0,0 0 0,0 0-1,1 0 1,0 0 0,0 1 0,-4 8-1,-12 56 111,13-42-178,4-24 66,1 0 0,0 0-1,0 0 1,1 0 0,-1 0-1,1 0 1,0 0-1,1 7 1,3 11-169,11 38 1,-12-52 142,-1 0 0,1-1 0,1 1 1,0-1-1,0 0 0,0 0 0,1 0 1,6 6-1,-7-7 5,1 0 0,-1 0 1,0 0-1,-1 1 0,1 0 1,2 7-1,2 18-19,-7-31 39,-1 0 1,0-1-1,0 1 0,1 0 1,-1 0-1,0 0 1,1 0-1,-1-1 0,1 1 1,-1 0-1,1 0 0,0-1 1,-1 1-1,1 0 0,-1-1 1,1 1-1,0-1 0,0 1 1,1 0-1,1 1-6,35 38-126,-15-15 44,49 40 0,-68-62 85,0 0 0,1-1 1,-1 0-1,1 1 0,8 2 0,-8-4 3,0 1-1,-1 0 1,0 0 0,0 0-1,1 0 1,4 5-1,-2-3 7,1 0 1,0 0-1,0 0 0,0-1 0,0 0 1,1-1-1,-1 0 0,1 0 1,12 1-1,35 8-35,-41-8 40,-1-1 0,25 1 0,-26-2-31,1 0-1,-1 1 1,22 5-1,-33-7 21,-1 1 0,1-1 0,-1 0-1,0 1 1,1-1 0,-1 0-1,1 0 1,-1 0 0,1 0 0,-1 0-1,0 0 1,1-1 0,-1 1-1,3-1 1,4-1-3,9 2-6,0 0-1,20 4 1,-22-2 4,-1-1 0,1 0 0,21-2 0,0-2-34,-20 2 8,1-1-1,-1 0 0,22-6 1,-14 1-11,0 1-1,49-7 1,-61 11 23,0 0 0,0-1 0,19-6-1,-19 5 10,-1 0 0,1 1 0,19-3 0,-18 5 5,-1-2 0,0 0 0,0 0 0,19-9 0,-20 7 5,-1 1 1,1 1-1,17-4 1,-27 7-1,0 0 0,1 0 0,-1 0-1,0 0 1,0-1 0,1 1 0,-1-1 0,0 1 0,0-1 0,0 1-1,0-1 1,0 0 0,0 0 0,0 1 0,0-1 0,1-1 0,4-3 13,24-14-2,-1-2 1,-1-1-1,-1-2 1,27-30-1,-46 47-4,0-1 0,-1 0 0,0-1 0,-1 1-1,0-1 1,-1-1 0,1 1 0,-2-1 0,6-14-1,-1-28 331,-8 51-323,-1-1 0,0 1 0,0 0-1,0 0 1,0 0 0,0 0 0,0 0 0,0 0 0,-1 0 0,1 0 0,0 0 0,-1 0 0,1 0 0,0 0 0,-2-2 0,-1-3 32,0-3 92,0-1-1,-1 1 0,-1 0 1,-10-16-1,-4-8 238,16 28-324,0 0 0,-1 0 0,0 0-1,0 1 1,0-1 0,-6-4 0,-18-20 214,-19-27 46,26 27-173,19 27-63,-14-23 204,15 22 46,-2 2-291,1 0 0,-1 0 0,1-1 0,-1 1 0,1-1 1,0 1-1,0-1 0,-1 0 0,1 0 0,-2-3 0,2 3 19,0 0 133,-37-9-15,-41 3 63,-83 2 0,-17 17-237,164-11-304,4 0-902,0 0 0,-1 0 0,1-1 0,0-1 0,-20-5 0,11 4-4780,0 5-3732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6:17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10 5929,'8'-7'776,"-12"4"-215,-17 7 346,13-2-528,5-2 793,0 1-678,-71 22 1349,71-22-1557,2-1-250,0 0-1,0 0 1,0 0-1,0 1 1,0-1 0,0 0-1,0 1 1,1-1-1,-1 0 1,0 1 0,0-1-1,0 1 1,1-1-1,-1 1 1,0 0-1,0-1 1,0 2 0,-14 9 797,15-11-803,-23 12 374,17-5 2805,-12-4-2280,13-2-466,0 0 0,1 0-1,-1 1 1,0-1 0,1 1 0,-9 5-1,8-5-927,3-1 1562,6-1-1074,39 4 23,-29-2-22,0-1 0,23 0 0,-1-2 31,43 4 0,-11 0-33,244 9 9,-105-2 36,-78-3 98,56 0-236,71-6 152,51 5-32,-124-1-65,-11-1 28,-129-1-47,95 6-26,-70-1 91,-51-6 12,-13-1 779,-2-2-746,45-16 146,-5 12 190,-30 4 677,-30 0-650,-183-8-451,39 0-28,-13 9 89,-97-5-158,-225-10-31,282 19 53,79 8-162,48-4 130,-93 9-139,-110 6 115,117-14 114,22-9 391,148 0-100,7-1-230,15-7-17,0 1 0,1 1-1,0 0 1,29-3 0,86-5-21,389 18 47,-181 5-27,463 4-123,-580-16 229,-162 7-102,-60-4 0,0 1-1,-1-1 1,1 1-1,0-1 1,-1 1-1,1 0 1,-1 0 0,1 0-1,3 3 1,0-1 8,-3-2 31,1-1-36,37 3 32,-37-3 102,0 0-293,40-3 259,-40 3-38,-1 1-43,110 15 145,-109-16-145,-6 0-1549,1-1 1326,0 1 1,0-1-1,0 1 1,0-1-1,0 0 1,-1 0-1,2 0 1,-1 0-1,0 0 1,-2-2-1,1 0-351,-33-26-8571,2 9-1069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6:24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162 176 5665,'0'0'4139,"-3"0"-3329,-33 10 9965,54-20-9977,-9 6-566,0 0 0,0 1 1,0 0-1,0 1 0,1 0 1,-1 0-1,1 1 0,-1 0 0,18 1 1,39-4 535,29-11 95,127-4-1,-218 19-781,28-2-75,-30 0 60,-18 3-67,-118 13-174,98-11 126,-250 5-689,136-16 366,114 13 199,27-4 139,5 0 208,8-3-126,26-6 65,0 1 1,1 1-1,54-3 1,-17 2 134,-20 2-88,366-38 585,-280 39-888,-175 4-477,0 1 0,-66 12 0,105-13 479,1 0 0,-1-1 1,1 1-1,0 0 1,-1-1-1,1 1 0,-1-1 1,1 0-1,0 1 0,-1-1 1,-1-2-1,-1 1-248,2 1 65,0 1 0,0-1 0,0 0 0,0 0-1,1 0 1,-1 0 0,0-1 0,1 1-1,-1 0 1,1-1 0,0 1 0,-1-1-1,1 1 1,0-1 0,0 1 0,0-1 0,0 0-1,0 0 1,-1-2 0,-6-16-5036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7:04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1158 8 6065,'0'0'11105,"2"0"-10460,27-6 302,-25 5 2265,-8 2-3067,-3 3-62,-1-1 0,1 0 0,-1 0-1,0-1 1,0 0 0,-9 1 0,-59 5 509,-51 1 337,70-11-617,-30 1 40,60 5-233,20-3-81,-1 0 0,1 0 1,0-1-1,-15 0 0,0-2 13,0 1 1,0 2-1,-31 4 0,15-2-46,34-3-8,-1 0 0,0 1 0,0-1 0,1 1 0,-1 0 0,0 0 1,1 1-1,-6 2 0,-6 1 9,-22 1 37,34-5 30,0-1-79,-5 0 3,0 1-1,1 0 0,-1 0 1,1 1-1,-17 6 0,15-4 93,8-4-104,-1 1-19,-71 19-114,68-19 144,0 1 1,-1 0-1,1 0 1,0 0-1,0 1 1,-7 4 0,-21 9-48,-16 1 76,48-16-23,-2-1-11,0 1 13,0 0 0,1-1 0,-1 1 0,1 1 0,-1-1 0,-3 3 0,3-2-19,0-1 1,0 1 0,1-1 0,-1 0 0,0 1-1,0-2 1,-7 2 0,10-2-1,-1 0-1,0 1 1,1-1 0,-1 1-1,0-1 1,1 1-1,-1 0 1,1-1 0,-1 1-1,1 0 1,-1 0 0,1 0-1,0 0 1,-1 0 0,1 1-1,0-1 1,0 0-1,-2 3 1,-13 24-59,14-25 85,0 0-23,1 0 12,-10 29 26,9-28-56,2 0 0,-2 1 20,-2 35-34,4-36 35,-1 0 6,1 1 0,-1 0-1,1 0 1,0 0 0,1 0-1,-1 0 1,1 0-1,0 0 1,1-1 0,1 8-1,-1-6 6,0 1-1,-1-1 0,0 1 1,0 0-1,-1 0 0,1 0 1,-2 11-1,1 28 10,6 44-43,-4-76 29,0 0 0,2-1 0,6 19 0,-2-6-39,-4-15 116,-1 1-117,0-1-1,1 1 0,1-1 1,0 0-1,8 14 0,-12-23-5,1 1-82,12 29-10,-12-29 83,0-1 47,1 0 1,-1 0-1,0 0 0,0 0 1,0 1-1,-1-1 1,1 0-1,1 3 0,-3-4 6,2 1-56,2-2 113,13-1-74,-1 0-1,1-1 1,0 0 0,18-7 0,109-25-94,-114 29 88,1 2 1,0 0-1,43 3 0,-45 0 23,4 2 34,48 7 0,-51-4-56,43 0-1,37-8-239,-6 3-26,-66 3 202,-34-3 78,0 0 95,82 0-212,-82 0 117,0 0-118,28-6 150,-29 5-14,12-6-21,-9 4 10,0-1 1,1 1-1,-1-1 0,0 0 1,6-6-1,-5 3 1,38-39 157,-24 18-193,-19 25 253,-1 0-140,7-29 44,-6 29-79,-2-1 9,1-7-24,-1 0 0,0-1 0,-1 1 0,0 0 0,-4-16 0,-1-16-53,3 16 9,2 20 22,-1-3 2,-1 0 1,-7-18-1,10 26-3,-1 0 0,0 0 0,1 0 0,0 0 0,-1 0 0,1 0 0,0 0 0,0-1 0,0 1-1,1 0 1,-1 0 0,0 0 0,2-4 0,0-6-3,-2 8 1,4-35 8,0 0 0,17-64 0,-16 89-2,-3 11 73,-2-1 43,6-25-79,-5 27 871,-3-1-761,-16-23 166,17 23 86,-1 2-286,-35-33 263,29 26-392,6 6 389,2 1-391,0 0 20,0 0-1,-1 0 0,1 0 0,0 0 0,0 0 1,0 0-1,-1 0 0,1 0 0,-1 1 0,1-1 1,0 0-1,-1 0 0,1 0 0,-1 1 1,0-1-1,1 0 0,-1 0 0,0 1 0,1-1 1,-1 1-1,0-1 0,0 1 0,1-1 1,-1 1-1,0-1 0,0 1 0,0-1 0,0 1 1,0 0-1,0 0 0,0 0 0,0-1 1,1 1-1,-1 0 0,0 0 0,0 0 0,0 0 1,-1 1-1,-6-1 138,0 1 0,0 0-1,-14 5 1,7-3-272,-76 8-41,40-6-26,-56 13 0,101-16-39,-1-1 0,0 0 0,0-1-1,-12 1 1,12-1-335,-10-4 120,-22-17-8621,27 12 4383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37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803 109 5945,'0'13'6839,"-13"-19"3201,0 0-12096,11 5 2165,-2 0 0,-120-9 348,66 7-355,37 2-89,-37 4 1,-53 2 92,89-5-100,-1 0 1,1 2-1,0 1 0,-1 1 0,1 1 1,-23 8-1,-28 11-40,70-23 30,0 1-10,-10 7 30,0 1 1,-15 16-1,25-24-45,-7 12 90,-34 61-345,42-73 238,2 2 7,-13 67-120,12-68 134,1 1-9,-3 34 21,3-35-11,-7 16-9,4 0 27,2-15-3,1-1 12,3 29-82,-2-28 60,-1 0-46,-1 2 61,5 38-1,-4-41 5,1-1 1,-1 1-1,1-1 0,0 1 0,0-1 1,0 1-1,0-1 0,0 0 1,1 1-1,-1-1 0,1 0 1,3 4-1,1 2 1,4 3-10,0 1 1,1-1-1,0-1 0,1 0 0,0 0 0,1-1 0,22 12 1,-32-20 26,-1 0-19,1 0 1,-1-1-1,-1 1 0,1 0 0,0 0 0,0 0 1,0 0-1,0 1 0,-1-1 0,1 0 0,1 3 1,7 4-5,17 13 29,-24-19 1,-1-1-24,4 1 3,60 19 41,-31-8-36,-32-12 6,1 0-7,37 8-9,-37-8-9,0-2 8,37-4 24,-37 4 2,0 1-26,89-4 1,-89 4 3,-1 0 0,1 0 0,-1-1 0,1 1 0,-1-1 0,6-2 0,15-3-42,-18 6 40,32-4 25,-2-5-45,-4 0 12,-29 7 24,0 2-14,32-6-19,-31 5 40,-2 0-29,25-10-15,-24 9 4,15-3 1,17-4 26,-27 2-15,-5 2 10,-1 3 19,0 2-21,0-1-1,0 1 0,-1-1 0,1 1 1,0-1-1,-1 0 0,1 0 1,0 0-1,-1 0 0,1 0 0,-1 0 1,3-3-1,13-8-7,9-3 34,-23 13-7,-3 1-24,1 1 1,-1-1 0,0 0 0,0 0-1,1 1 1,-1-1 0,1 0 0,-1 1-1,1-1 1,-1 0 0,1 1 0,-1-1-1,1 0 1,-1 1 0,1-1 0,0 1 0,-1-1-1,1 1 1,1-1 0,-1 0 12,0 1 1,-1-1-1,1 1 1,0-1-1,0 1 1,-1-1-1,1 0 1,0 1-1,-1-1 1,1 0-1,-1 0 1,1 1-1,-1-1 0,1-1 1,-1 1-8,1 0 0,-1 1 1,0-1-1,1 1 0,-1-1 1,0 0-1,1 1 0,-1-1 0,1 1 1,-1-1-1,1 1 0,-1-1 0,1 1 1,-1-1-1,1 1 0,-1 0 1,1-1-1,0 1 0,-1 0 0,2-1 1,-2 1 5,1 0 0,0-1 0,0 1 0,-1-1 0,1 1 0,0 0 0,0-1 0,-1 1 0,1-1 0,-1 0 0,1 1 0,0-1 0,-1 1 0,1-1 0,-1 0 0,1 0 0,-1 1 0,0-1 0,1 0 0,-1 0 0,0 1 0,0-1 0,1 0 0,-1 0 0,0 0 0,0-1 0,-3-39 53,3 37 228,-3-14-156,2 10-93,1-1 0,0 0 0,1 1 0,2-13 0,-3 17-25,-3-15 34,-21-75 388,23 92-388,-12-28 50,12 28 30,2-2-95,0 0-1,-1 1 1,0-1 0,0 0 0,0 0 0,0 0 0,-1-5-1,0 4 41,1 0 422,-3-9-243,2 10-215,-1 1-1,1-1 1,-1 1 0,0 0-1,0 0 1,0 0-1,0 0 1,0 0-1,-1 0 1,-5-5 0,7 6-6,0 2-34,-1 0 0,1-1 0,0 1 0,0-1 1,0 1-1,0-1 0,0 0 0,0 1 0,0-1 0,0 0 0,1 0 0,-1 0 0,0 0 0,-1-1 0,-9-9 68,-13-10-108,22 19 79,2 1-38,-1 0 0,1 0 0,-1 0-1,1 0 1,-1 1 0,1-1 0,-1 0-1,0 0 1,0 1 0,1-1 0,-1 0-1,0 1 1,0-1 0,1 1 0,-1-1 0,-2 0-1,-10-10 31,-3-14 50,10 7-94,5 16 80,0 0 0,0 0 0,0 0 1,-1 0-1,1 0 0,0 0 0,-1 0 1,1 0-1,-1 0 0,0 1 0,1-1 0,-1 1 1,0-1-1,0 1 0,0 0 0,-4-2 1,3 1-175,0 0 251,0 1-101,-2 0-36,-33-8-238,22 2-1116,0 0 0,1-1 0,-1 0 0,-20-16 0,34 23-572,-22-6-5130,2 3-79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40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0 4836,'0'0'4189,"-2"2"-3488,-22 14 13409,201-12-12887,71-1-478,2-3-644,94 10 284,-301-13-276,-38 3 345,-3 0-265,22 7 510,-24-7-685,0 0-1,0 0 1,0 0 0,0 0-1,0 0 1,0 0-1,-1 0 1,1 0 0,0 0-1,0 0 1,0 0-1,0 0 1,0 0 0,0 0-1,0 0 1,0 0-1,0 0 1,0 0 0,0 0-1,0 0 1,0 1-1,0-1 1,0 0 0,0 0-1,0 0 1,0 0-1,0 0 1,0 0 0,0 0-1,0 0 1,0 0-1,0 0 1,0 0 0,0 0-1,0 0 1,0 0-1,0 0 1,0 0 0,0 1-1,0-1 1,0 0-1,0 0 1,0 0 0,0 0-1,0 0 1,0 0-1,0 0 1,0 0 0,0 0-1,0 0 1,0 0-1,0 0 1,0 0 0,0 0-1,0 0 1,0 0-1,1 0 1,-1 0 0,0 0-1,-16 1 221,-6 1-201,-38 6 1,4 0-23,-69 11-53,113-17 57,0 0-1,0-2 1,-14 1-1,-14-1-2,-82 8-31,-70 8 88,187-15-77,0 0 1,0-1 0,0 0-1,0 0 1,-9-1 0,-35-3-17,45 4 44,0 0-14,-40-3 12,40 3-20,0 0-10,-20 1-38,0 0 0,-28 6 0,-4 0-64,48-5 101,-1-1 0,1 0-1,-1-1 1,-8 0 0,-13 1-22,-27 9-578,53-10 483,9 0-517,80 0 592,258 9-270,-183-3-204,26 3-383,-68 5 170,-114-13 574,-27-23-8123,4 10 3223,1 4-3012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7:25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99 231 3884,'0'-1'68,"0"0"0,0 0 0,0 1 0,0-1 0,0 0-1,0 0 1,0 0 0,0 1 0,-1-1 0,1 0 0,0 0 0,-1 1-1,1-1 1,-1 0 0,1 1 0,0-1 0,-1 0 0,0 1 0,1-1-1,-1 0 1,1 1 0,-1-1 0,0 1 0,1-1 0,-1 1 0,0 0-1,0-1 1,1 1 0,-1 0 0,-4-2 3663,4-1-3242,-2-5-169,-2-5 168,3 5 3276,2 8-3740,1-1 1,-1 1-1,0-1 0,0 1 0,0-1 1,1 1-1,-1-1 0,0 1 0,1 0 1,-1-1-1,0 1 0,1-1 0,-1 1 1,0 0-1,1-1 0,-1 1 0,1 0 1,-1-1-1,1 1 0,-1 0 0,0 0 1,2-1-1,-1 1 5,-1-1-1,1 1 1,0-1-1,0 1 1,0-1 0,-1 1-1,1-1 1,0 0 0,0 1-1,-1-1 1,1 0 0,-1 1-1,1-1 1,-1 0 0,1 0-1,-1 0 1,1 0 0,-1 1-1,0-1 1,1-2-1,1-13 98,-1-1 0,-1-29 0,0 42-90,0 1 0,1-1 0,-1 0 0,0 1 0,1-1-1,0 1 1,0-1 0,0 1 0,3-6 0,1-7 69,-5 16-98,0-1-1,0 0 1,0 1 0,0-1 0,0 0-1,0 1 1,0-1 0,0 1 0,0-1-1,1 0 1,-1 1 0,0-1-1,0 1 1,1-1 0,-1 1 0,0-1-1,1 0 1,-1 1 0,0-1 0,1 1-1,-1 0 1,1-1 0,-1 1 0,1-1-1,-1 1 1,1 0 0,-1-1 0,1 1-1,-1 0 1,1 0 0,0-1-1,-1 1 1,1 0 0,-1 0 0,1 0-1,0 0 1,-1 0 0,1 0 0,0 0-1,-1 0 1,1 0 0,-1 0 0,1 0-1,0 0 1,-1 0 0,1 0 0,-1 1-1,1-1 1,1 1 0,0-1-58,16 3-112,-15-2 22,1 0-595,34 11 720,-34-11 1836,-5 2-1562,-13 157 1182,1-41-999,6-68-232,0 59-1,6-37-77,0 11-26,14 122 0,-6-117-74,-5-58 4,10 62 0,15 36-26,-21-100 8,-1 0-1,-2 0 1,0 34 0,2 19-11,6 9 14,9 150 35,-17-180-27,11 67 1,1-4 63,25 122 34,-7-60-7,-7-52-118,-14-80 36,6 72 1,-5 4-17,-4-54 2,-2 107 0,-6-85-1,1-67-9,-1 0 0,-5 34-1,2-52-6,1 1 0,1-1 0,0 1 0,3 15-1,0 17 9,-4 97 25,0 26 22,-1-86-41,10 93-1,-5-120-27,-5 85-1,0 1 4,-2 71 48,1-141-66,-14 130 57,-4 2-11,6-49-17,-2 43 21,-5 195 48,6-263 4,-2 38-137,0-6 49,3-40 2,-8 54 43,2-17-50,11-72 12,3-33-7,0 60-1,1-29 6,3-52 43,0 44 0,4-47-62,5 67-27,-3-78 80,-2 0-1,-2 33 1,0-34-54,1 0-1,3 27 1,-2-23 37,-1 43 0,-1-28-77,4 41 15,-6-11-33,2-70 84,0 0 0,0 0 0,0 0 0,0 0 0,-1 0-1,1 0 1,-1 0 0,-2-3 0,-3-6 34,0-6-60,0-1 0,-6-29 0,-6-18 65,-16-49-178,22 76 95,-16-74 0,19 86 55,7 22-14,2 3-17,0-2-8,-28-76-10,26 73 29,1 0 0,-1-1 0,1 1 0,-1-14 0,-3-6-5,0 9 17,5 15 2,0-1-9,-5-31 19,6 32 52,-1 0-70,-10-15-26,13 33 9,4 22-5,-4-21 27,0 1 0,2-1 0,-1 0 1,2-1-1,6 17 0,4 13-28,51 168 53,-56-183-49,47 154 5,-21-64 21,-27-93-19,-7-17 15,1 0 0,1-1 0,0 1 0,0-1 0,6 9 0,-8-16 124,-1 0-148,17 18 144,-16-17-90,1-6-2,11-9 41,-1 0 1,0-2-1,-1 1 0,-1-2 0,15-22 0,42-87 255,-34 59 9,115-188 758,-82 143-478,5-2 1100,-70 111-1561,-2 0-109,0-1 0,0 1 0,1 0 1,-1 0-1,1 0 0,-1-1 0,1 1 0,-1 0 1,1 0-1,0 0 0,-1 0 0,1 0 1,0 0-1,0 0 0,1-1 0,5-6-1341,-3 0-4869,-7 6 3008,-13-9-2117,-4-11-2953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51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3460,'13'-2'2481,"3"-5"6497,-5 1-4262,-2 3-4451,-44 10-4054,31-7 1579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5:53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2940 0 5949,'0'0'5237,"-2"1"-4880,-21 19 7896,20-21-8087,-29-8 59,29 9 26,-1 0-150,-73 17 459,74-17-490,0 0-49,0-1 1,0 1-1,0 0 0,0 0 0,0 0 0,0 0 1,-5 2-1,-20 1 105,-54-2 161,-108-3 188,17-8-183,50 4-140,82 8-7,16 0-82,-47-3 1,42-1-17,-43 5 1,11-1 54,-85 6-79,65-1-7,-88 17 30,109-13-34,-130 13 162,95-11-142,6-1 17,-22 2 19,52-4-45,-17 4-1,54-11-18,-42 10 1,16-2 0,42-9 2,1-1-1,-1 1 1,1 1-1,-9 4 0,-10 3 16,23-10-21,-22 6 26,-1 1-1,1 2 0,-36 17 1,53-22-36,-1-1 1,1 0 0,-1 0-1,-14 3 1,-12 6 13,-39 18 14,-1 0-10,17-3 60,43-22-101,11-4 6,0 0 12,3-1 14,-10 5-3,0 0 0,0 0 0,0 1 0,1 1 0,0-1 0,-16 16 0,23-19-20,-1-2 13,1 0 18,-1 1 1,1-1-1,-1 1 0,1 0 1,0 0-1,-3 3 0,1-2-23,2-1-21,1 1 2,0 0 30,-1 0 0,1 0 1,-1-1-1,0 1 1,0 0-1,0 0 1,-2 2-1,5-2 20,8 26 24,-9-26-34,11 11-20,-5-6 14,1 0-1,0-1 1,0 1-1,0-1 1,1-1 0,1 1-1,-1-1 1,1-1-1,0 0 1,0 0-1,10 4 1,8 3-20,-1-1 1,46 12-1,7-1 31,-46-11 16,54 8 0,77 14-71,-21-13-100,112 14-28,-182-29 151,46 8 25,25 3 33,-48-6-127,-58-8 112,39 8-1,-61-7-44,0-2 0,29 1 0,-27-2 17,0 1-1,22 3 1,-6 0 6,0-1 0,41-2-1,22 0-85,162-6-170,-154 0 133,493-54-54,-335 23 159,-78 6-22,-133 22 32,-37 7 10,0-1 1,-1-1-1,1 0 0,18-7 1,-22 6 8,1 0 1,-1 1 0,14-2-1,7-3-4,-28 6 4,0 1-9,31-11 18,0-3-8,-32 15 6,1-1-8,37-5 4,-37 6 0,14-4 28,-3 0 69,0 0 0,23-11 0,-22 8-28,-9 4-8,-1-1-1,0 1 0,0-1 0,-1-1 1,8-6-1,1-1 71,-12 11-70,1-1-10,20-16 83,-21 17 67,1-2-136,-1 0 1,0 0 0,1 1-1,0 0 1,-1-1-1,1 1 1,5-3 0,-6 3 975,-3-1-874,-6-9-12,4 6-106,-1 0 0,1 0 0,-1 1-1,0-1 1,0 1 0,0 0 0,-1 0 0,-8-6-1,9 8-46,0-1 0,0 1-1,1-1 1,-1 0-1,-5-7 1,-12-13 28,-21-16 104,30 27-106,-1 1 1,0 0-1,-1 1 1,0 0-1,-22-12 1,-24-13 131,39 23-85,-30-15 0,-158-46 90,164 61-184,2 1 64,-89-12 1,-47 8-71,166 15 10,-258-1-125,66 3-2295,149-4-3583,-92-16 0,92 7-4479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6:43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1247 156 6509,'21'21'14876,"-40"-41"-14606,17 19-168,-2 0-12,-10-1 9,0 0-1,0 2 0,-27 1 1,34-1-71,0 0 0,1 0 1,-1 0-1,0-1 0,0 0 0,-7-3 1,-11 0 63,-73-2 102,-84-12-94,46 16-28,86 3-90,19 0 27,-60 11 0,59-6-53,-75 13 6,91-18 32,-30 5-9,19-1 15,8-3-4,16-1 1,0-1 6,-26 9-50,26-8 30,1 0 10,-12 5-9,-33 16-20,40-18 34,-1 1-1,1 0 0,0 0 0,0 0 1,-8 10-1,13-13 2,-5 12 22,-19 26 37,24-38 81,-4 16-250,2-1 213,4-13-120,-10 14-67,6-1 186,4-14-102,-1 0-41,-11 26-25,11-26 46,0 1-44,-5 34 51,6-34 20,-1 0-66,1 1 55,-1-1-1,0 1 1,-1-1-1,-2 9 1,3-12 4,0 1 17,5 17-142,12 36-27,-15-51 142,7 12-55,28 21 10,-34-34 47,9 11-16,50 47 17,-60-59-6,16 5 2,-4-1 64,-10-4-66,1 0 1,0 0-1,0 0 0,0 0 1,1-1-1,-1 0 1,8 2-1,-8-2 20,-1 1 0,0 0-1,0 0 1,0 0 0,0 1 0,-1-1 0,5 5 0,-6-6-6,2 1-32,15 5 13,1-2 34,53 17 15,-69-21-71,1-1 7,31 6 3,-32-5 119,3 1-97,-1 0-1,1-1 1,-1 0-1,1 0 1,6 0 0,12 2-2,41 7 10,-61-10 12,-1 0-20,32 0 1,-31 0 22,0 0 24,4 0-28,3 0-13,-1 0 0,0-1 0,0 0 0,11-3 0,-18 3 7,18-2 1,-3 3-2,-15 0 56,2-1-51,1 0 0,36-1 26,-7-4 0,-32 5-23,1 1-12,31-3 7,-32 3-17,1-1 13,-1 0 0,0 0 1,0 0-1,0 1 0,0 0 0,1-1 0,-1 1 0,0 0 1,5 1-1,-6-1-3,2 0-1,-1-1 36,78-18 4,-77 18-21,0 0 0,1 0 0,-1 0 0,1 1 1,-1-1-1,1 1 0,6 0 0,4 1-69,12-1 45,-1-2-1,1 0 1,0-2-1,33-8 1,-57 11 21,1 0 104,37-2-169,-37 3 14,14-6 19,-1 2 131,-13 4-123,-1-1-31,32-5-11,-31 6 59,1-1 104,134-9-256,-136 10 136,1 0-7,9 0 6,0 0 6,0 0-1,22 3 0,-32-3 7,0 0 0,-1 0 0,1 0 0,0 0-1,0 0 1,0-1 0,0 0 0,0 1 0,-1-1 0,1 0-1,3-2 1,-2 1-6,0 1-6,0 1 0,128 7-7,-95-11-19,-32 3 36,0 0 1,0 1-1,0-1 1,0 1-1,0 0 1,9 1-1,-8 0-1,1 0 0,-1-1 0,1 0 0,-1 0 0,9-1 0,26 0-4,-25 1 11,0 0 1,26-4-1,17 0-1,-9 2-15,-25 0 15,-1 1 0,34 3 0,62-3 87,-110 2-98,-1 0 0,1-1 1,-1 0-1,1-1 0,12-2 1,-12 1 18,0 1 1,-1 1-1,1-1 0,0 1 1,13 3-1,-12-2-26,0 0 0,0-1 0,20-2 0,-22 1 22,0 1 0,1 0 0,-1 0 0,0 1 0,0 0 0,9 2 0,39 4-92,2-3 172,-44-2-117,0-1 1,25-1 0,16 1 112,-39 0-102,0-1 0,20-2-1,18-3 23,60 3 0,-89 2-43,89-6 17,-55 2-13,-10-2 7,0-2 1,51-16-1,-85 20 14,-3 1 8,0 1-1,18-1 1,-18 3 8,-1-2 1,18-3-1,6 6-15,-27-2 5,-7 1 7,0 0 0,-1 0 0,1 0 0,0-1 0,-1 1 0,1 0-1,0-1 1,-1 0 0,1 1 0,-1-1 0,1 0 0,-1 0 0,3-1 0,18-9-2,22 6-14,-43 5 14,0 0 1,0 0-1,0 0 1,0-1 0,0 1-1,0 0 1,0 0-1,0 0 1,0-1-1,-1 1 1,1 0 0,0-1-1,0 1 1,0-1-1,0 1 1,-1-1 0,2-1-1,3-1-2,2 2-4,0-1 1,1 1 0,-1 1 0,0-1-1,10 1 1,-11 1 7,-5-1-2,0 0 0,0-1 1,0 1-1,-1 0 0,1 0 0,0 0 1,0 0-1,-1-1 0,1 1 1,0 0-1,0-1 0,-1 1 0,1 0 1,0-1-1,-1 1 0,1-1 1,-1 1-1,2-2 0,2-1-5,48-21-31,-49 23 278,-1 0-226,0 0-1,0-1 0,0 1 0,0 0 0,0-1 1,0 1-1,0-1 0,0 1 0,-1-1 0,1 0 1,-1 0-1,1 0 0,-1 0 0,0 0 0,0 0 1,1 0-1,-1 0 0,-1 0 0,2-5 0,10-44 81,-11 46-98,0 1 12,-1 0-1,0 0 0,0 0 0,0 0 0,0 0 0,-1 0 1,0-4-1,-2-6 57,-19-89 435,16 80-427,3 9-14,-1 1 1,0 0-1,-1 0 0,0 1 1,-1-1-1,0 1 0,-1 0 1,0 1-1,-1 0 0,-10-12 1,8 15-21,1 0 0,-1 0 0,-1 1 0,0 0 0,0 1 0,0 1 0,0-1 0,-14-3 0,11 4-21,1-1 5,0 1 0,-26-6 0,-29-4 83,43 8-55,0 2 0,-32-3 0,38 6-3,-1-1-1,-17-6 0,23 6-22,0-1 0,0 2 1,-1 0-1,-25 0 0,-128 1 84,-43 5 79,181-4-164,-152 3 90,130 2-3,38-4-124,0 1 0,-22-2 0,-213-2 172,130 3-376,-103 12 266,2-1 66,140-8-71,76-4-28,1 0 28,-32 6 56,31-5 163,1-1-268,-40 5 20,-56-2 0,17 0 77,-156-1 70,225-1-170,0-1-229,1 0 0,-1 1 0,1 0 0,0 2 0,0-1-1,0 1 1,0 1 0,-18 8 0,25-10-155,0 1 1,1-1 0,-1-1-1,0 1 1,0 0 0,0-1-1,-6 0 1,-21 8-3282,14-2-1800,-2 0-3308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6:46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1363 185 5240,'-38'3'15008,"34"-2"-14873,-23 2 234,-29 0 0,54-3-347,-1 0 1,1 1-1,0-1 1,0 0 0,0 1-1,0-1 1,0 1-1,0 0 1,0 0 0,-4 1-1,4-1 9,0 0 0,0 0 0,0 0 1,0 0-1,0 0 0,0-1 0,0 1 0,0-1 0,-1 0 0,-3 0 0,-14 2 182,0 0-1,-33 7 0,42-7-145,0-1 1,0 0-1,0 0 1,0-1-1,-15-2 0,6 0 89,-12 5-25,21-2-65,0 0 0,1-1 1,-20-2-1,-126 1-20,79 3-74,66-2 55,7 0-13,-34 7 1,6-2 6,11-1 24,1-2 0,-23 1 0,35-3-20,0 1-1,-1-1 0,1 2 1,0-1-1,-11 4 1,16-4-8,-1-1 4,-18 2 55,-44 8-1,57-9-78,1 1 29,0 0 1,0 0-1,-15 6 0,21-7-43,0-1 14,0 0 0,0 1 0,0-1 0,0 0 0,1 0 0,-1 1 0,0-1 0,0 1 0,0 0 0,1-1 0,-4 3 0,-16 6 119,7-5-106,0 1 0,1 0 0,-18 10 0,-54 39 45,80-52-53,0 1 1,1 0 0,-1 0 0,1 1 0,-1-1 0,1 1 0,-4 4-1,4-3 8,2-2 32,1-3-39,0 1 0,0-1-1,0 1 1,0-1 0,0 1-1,0-1 1,0 1 0,0 0 0,0-1-1,0 1 1,0 0 0,1 0-1,-1-1 1,0 1 0,0 0 0,1 0-1,-1 0 1,1 0 0,-2 2-1,-7 20-6,5-9 10,4-11-34,1 1-2,2 6 16,4 11-25,0-1 0,1 0-1,1-1 1,12 20 0,-16-31 35,2 2-27,-1 0 1,1 0-1,1-1 1,0 0-1,14 12 1,12 11-60,-26-23 56,0-1 0,1-1 0,-1 0 0,12 7 0,6 1-31,0-2 1,0-1 0,1-1-1,1-1 1,53 11 0,-22-10-10,31 5-10,112 6 38,60-22-12,-38-11-7,13 9 71,-138 2 20,-49-3-81,-32 2 100,31 0 0,95 3-30,54-8-81,-47-1 12,107-12 1,-243 18 52,165-26-6,-100 14-20,372-53-152,-319 41 177,241-17-70,-255 32 54,-68 9 26,-15 0 11,56 6 0,-83-4-12,0 0 2,0 0-1,0-1 0,-1 0 1,1 0-1,0-1 0,0 0 1,10-3-1,-12 3-6,5-1 17,0 0 0,0-1 0,-1 0 0,15-6-1,-24 8 34,0-1-16,1 0-1,-1 0 1,1 0-1,-1 0 1,1 1-1,0-1 1,4-1-1,-6 2-11,1 0 59,-1-2-1,18-68 542,-18 69-609,0-1 1,-1 1-1,1-1 1,-1 1-1,1-1 1,-1 1-1,0-1 1,0 0-1,0 1 1,-1-6-1,-1-11 119,2-4-20,1-13 147,-6-51 0,3 80-148,1 0 0,-1 0 0,0 0 0,-1 0 0,1 0 0,-1 0 0,-1 1 0,1 0 0,-1-1 0,0 1 0,-1 1 0,1-1 0,-1 1 0,-11-10 0,0 3-29,0 2 0,-1 0 0,0 0 1,-24-9-1,-65-27 220,-172-51 0,211 82-257,-1 3 1,-108-6 0,-197 24-20,77 20-104,171-13 116,68-7-17,-83 5 46,-73-1 322,129-13-194,7 2-140,55-1-73,-1 2-1,-38 3 0,-5 6-2111,-103-1 0,43-10-3245,41 5-948,2 4-3031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3:17:32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11 5080,'-8'0'238,"-16"-3"639,20 1-328,15-3 9470,-11 8-9917,0 35 157,0-34 443,4 17-390,10 112 1036,-4-11-1113,-10-113-214,0-1 1,0 1-1,-2 12 0,1 3 24,1-3-26,0-17-6,0 0-20,6 86 50,-5-84-47,-1 1 0,0-1 0,0 1 0,-2 11 0,0 10 17,1 139 44,2-105-148,-4 86 109,4-92 1,0-39-46,-1-1 0,-2 22 0,-4 62 54,1-12-132,-15 188 375,19-233-231,-2 21-53,-13 154 121,14-149-81,2 101-13,-1-45 19,2-56-36,-5 33 57,2 42-60,2-74 29,3 30-19,7 107 2,11 36 78,0-41-77,-13-65 10,-5-43-8,-1-8-8,6 57-17,0-1 32,-1-2-74,1 12 76,7 54 14,-10-165-30,1 62 1,-5-54 43,5 141-31,5 217-94,-24-175 76,12-214 4,-10 155-62,-3 26 78,0-2 28,7-17-175,4-84 175,-1 2-17,-9 183-4,9-113-28,5-19-83,1-61-43,-1-62 118,1-1-1,8 34 1,-6-35-84,7 64 62,-11-85-28,0 99 195,0-15-72,0-83-42,1 0-10,-1 0 0,1 0-1,0 1 1,0-1 0,3 6-1,-2-6-1,-1-1-17,-15-17-255,2 1 274,1-1-1,0-1 1,-13-23 0,-15-22 5,27 44-27,2 0 0,-12-23 0,-8-12 25,21 35-12,-15-32 0,12 23-13,10 23 49,7 20-94,33 93 129,-13-23 43,2-36-107,-10-21 23,2 3-24,-12-22-3,0 1 0,6 16 1,-12-26-13,0 1 1,0-1 0,0 1 0,1-1 0,-1 0 0,1 0 0,0 0 0,0 0 0,0 0 0,2 3 0,6 8 89,8 12-98,-16-23-49,1-1 94,20 18-6,-21-17-49,4 2 73,-6-4-30,1-1 0,-1 1 0,1 0-1,-1-1 1,1 1 0,-1 0-1,1-1 1,-1 1 0,1-1 0,0 1-1,-1-1 1,1 1 0,0-1-1,-1 0 1,1 1 0,0-1 0,0 0-1,-1 1 1,1-1 0,0 0-1,0 0 1,0 0 0,-1 0 0,2 0-1,21-20 158,-22 19-165,-1 1-1,1-1 1,0 1-1,-1-1 1,1 0-1,-1 1 1,0-1-1,1 0 1,-1 1-1,0-1 0,1 0 1,-1 0-1,0 0 1,0 1-1,1-1 1,-1 0-1,0 0 1,0 0-1,0 1 1,0-1-1,0-1 1,0-2 16,6-24 116,1-1 0,1 1 0,22-48 0,-29 73-124,0 1-1,0 0 1,0-1 0,0 1 0,-1-1 0,1 1 0,-1-1 0,0 1 0,0-4 0,0 4-4,0-1 0,1 0 1,-1 0-1,1 0 0,-1 0 1,1 0-1,0 1 0,0-1 0,2-3 1,11-26 88,-13 29-45,0 0-3,18-64 243,-18 64-183,0-4-109,0 0 1,0 1 0,1-1 0,0 1-1,0 0 1,1 0 0,-1-1-1,7-8 1,-7 12 587,5-14-220,-1 4-172,-5 11 732,-4 4-949,2-1 11,-5 2 18,1 0 0,0 0 0,0 1 0,1 0 0,-1 0 0,-6 7 0,-45 81 3,35-54-102,16-28 68,0 1 1,0 0-1,-2 12 0,-6 13-41,-8 11-120,7-16-17,-14 41 0,28-70 179,-1 0 1,0-1-1,1 1 1,-1 0-1,0-1 1,0 1-1,0-1 0,0 1 1,-1-1-1,1 1 1,-3 2-1,-9 12 98,11-12-100,1-1-11,-1-1-1,1 1 0,-1 0 1,1 0-1,0 0 0,0 0 0,0 6 1,-14 1-30,-2 1 294,17-14-235,-1 1 0,1 0-1,-1-1 1,0 1 0,0 0 0,0 0 0,0 0 0,-2-4 0,-4-5-21,-20-40 52,-36-49 0,56 89-31,1-1-1,1 1 1,-9-26-1,13 34-14,0 0-11,0-1 12,-14-52-31,12 48 34,2 0 0,-1 0-1,1 0 1,-1-12-1,2 16 43,0-14-50,0-6-724,4 27 386,16 12-295,-9-7-775,-1 0 1,23 12-1,-27-16 752,1 0 1,-1 0 0,-1 0-1,7 7 1,-2-3-462,-7-6-744,11 9-5783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3-01-10T12:31:55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9535 8405 0,'13'0'218,"-13"-13"-218,0 0 32,0 0-32,0 0 15,0-1 1,0 1-1,0 0 1,0-14-16,0 14 16,0 0-1,13 0 1,-13-1 15,0 1-15,13 0 31,-13 0-47,0 0 15,0-14 1,13 14 15,-13-1-15,13 1 15,-13-13-15,14 0-1,-14 12 1,13 1 0,-13-14-1,14 14 1,-2-26-1,-12 25 17,0-12-17,0 0 1,27 12-16,-14 1 31,-13 0-15,0-1-1,13 14 1,-13-13 0,14 0-1,-1 0 1,-13 0 15,13-1 0,0 14-15,-13-13 0,0 0-1,13 0 1,1-27 0,-1 27 62,0-1-47,1 1-15,-1 13 15,0-13-16,-13 0-15,26 0 16,-12 0 15,-1-1 16,0 14-16,13-13 1,-13-1-17,1 14 1,-1 0 0,1 0-1,-1 0 16,0-13-15,0 13-16,0-13 31,14 13 16,-14 0-31,14 0-1,-14-13 1,0 13 15,0 0-15,0 0 0,1 0-16,-1 0 15,0 0 16,0 0-15,0 0 15,27 0-15,-26 0 0,12 0-1,0 0 1,-12 0-1,26 0 1,-27 0 0,-1 0-1,2 13 1,-1-13 0,14 13-1,-14-13 16,0 13-15,0-13-16,0 0 16,14 14-1,0-1 1,-14 1 15,0-14-15,13 13-1,-26 0 1,14 0 0,12-13 15,-13 0-31,0 13 16,1 0-16,-1 1 31,0-1-16,1-13-15,-1 14 16,0-1 15,0 0-15,0 13 0,0-26 30,1 13-30,-1 1-16,14-14 16,-14 13-1,-13 0 1,26 0 0,1 0-1,-14-13 32,0 14-31,0 12-1,0-12 1,1 12 0,-1-13-1,0-13 1,1 27-1,-14-14 1,0 13 31,26-13-16,-26 0-31,13 1 31,0-14-31,-13 13 16,14 14 0,-1-14 15,0 0-31,26 13 16,-12 1-1,-13-13 1,-1-1-1,13 0 17,-13 0-17,27 0 1,-40 0 0,14 1-1,-1-1 16,13 13-15,-13-13-16,14 1 31,-27 12-15,13-12 0,26 25-1,-12-39 1,-14 13-1,-13 1 1,14-1 0,-1 0-1,0 26 1,0-25 0,0-1-1,14-13 1,-27 14 15,13-1-31,1 13 16,-1-13-1,39 14 17,-38-14-17,-1-13 1,0 13-1,-13 1 1,13-1 0,0 13-1,14-13 1,-14 1 0,27-1-1,-27 0 16,40 0-15,-26 0-16,26 1 16,-40-1-1,26-13 1,-12 13 0,52 1 15,-66-14-31,27 13 31,-27-13-15,14 13-16,-14-13 31,14 0-15,12 0-1,-12 13-15,-14 0 31,14 14-15,-14-27 15,0 0-15,0 0 62,0 13-47,1-13-15,-1 0 0,0 13-1,0-13 32,13 0-31,-12 0-1,-1 13 1,-13 0 15,14-13-15,-1 14-1,13-14 1,-13 13 0,0 0-1,1-13 1,12 0 0,40 14-1,-39 25 1,-1-39-1,-13 0 1,1 0 0,39 0 15,-53 13-31,26 1 16,27-14 15,-27 0-16,41 26 1,-28-12 0,1-2-1,0-12 1,-1 0 0,-12 14-1,-1-14 1,0 13-1,1-13 1,13 13 0,-14-13-1,-13 0 17,1 0-32,-1 0 31,1 0-16,-1 0 1,0 0 31,0 0-47,-13 14 16,13-14-1,14 0 1,-14 0 15,0 0-15,0 0-1,0 0-15,1 0 16,-1 13 0,27-13-1,-27 0 1,13 13-1,14-13 17,-14 0-17,1 0 1,13 0 0,-14 0 15,0 13-16,-12-13 1,-1 0-16,27 0 16,-14 0-1,14 0 1,-14 0 0,14 0-1,-13 0 16,12 0-15,-12 0 0,-1 0-1,-12 0-15,-1 0 16,26 0 0,-26 0-1,27 0 16,0-13-15,-27 0-16,40 13 31,-40-13-15,14-1-16,12 1 31,1 0-31,-13-13 31,-1 12-15,0 14 0,14-13-1,-40 0 1,27-1 0,25 1 15,-38 0-31,12 13 15,27-13 17,-40 0-17,1-1 1,25 1 0,-26 0-1,14-1 1,-14 1-1,14-13 1,-14 26 0,40-13-1,-27 0 1,-13 13 0,14-14-1,0 14 1,12-26 15,-13 13-31,14-14 16,-14 14-1,28 13 17,-41-27-32,13 14 31,-13 0-16,1 0 1,12-14 0,1 14-1,-1 13 1,-13-13 0,0 13-1,1 0 1,-1-13-1,0 0 1,0-1 15,14 1-15,-14 0 0,0-1-1,1 1 1,12 0-1,0-13 1,-12 26 0,-1 0-1,0-13 1,1-14 15,-1 0 0,0 14-31,0 0 16,0 13 0,1-13-1,-1 0 1,13-1 0,0 1-1,-12 0 1,13-27-1,-14 27 1,0-27 0,0 40-1,13-13 1,1 0 0,-14-14-1,13 1 1,1 13-1,-14 0 1,1 0 15,-1-1-15,13-13 0,1-12-1,-1 26 1,-26 0 15,40-14-15,0 0-1,-27 14 1,0 0 0,0 0-1,27 0 16,-13-14-31,-14 14 16,13-27 15,54 14-15,-54 12-16,14-12 16,12 0-1,-25 12 1,39-25-1,-53 39 17,-13-13-17,53 0 1,-27-14 0,-12 27-1,-1-14 1,14 1-1,-14 13 17,0-13-17,13 13 1,1-13 0,-14 13 15,1-13-16,-1 0-15,0 13 32,0 0-32,40-14 15,-40 14 1,54-27 0,-41 27-1,0 0 1,14 0-1,0 0 17,-27 0-17,27 0-15,-14 0 32,14 0-17,-27 0 1,0 0-1,1 0 1,12 0 0,0 0-1,-12 0 17,12 0-17,0 0 1,-13 0-1,1 0 1,13 0 15,-14 0-31,13 0 32,14 0-32,-27 0 31,27 14-16,-14-14-15,1 13 32,-14-13-32,0 14 31,13-1-15,-12-13-1,-1 13 1,14 0-1,-14 13 17,13-26-17,-13 0 1,1 14 0,-1-1-1,0-13 16,1 14-15,-1-1 15,-13 0-15,13 0 0,0 0-1,0 0 1,0-13 15,-13 14-31,14-1 16,-1 0-1,0 0 1,27 0 0,-14 14-1,1-14 16,-14 1-15,13 12 0,1-13-1,-1 14 1,-13-14 0,27 0-1,-40 0-15,14-13 31,-1 13-31,0 0 16,26 1 15,-25 13-31,-1-14 32,-13 0-17,27 13-15,-14-13 16,13 1-1,14-1 17,-14 14-17,-13-14 17,14 13-17,-14-26 1,1 13-1,12 14 1,-13-14 0,14 0-1,-1 0 17,-12-13-1,-14 14-16,13-1 1,0-13 0,0 0-1,0 13 1,14 1 0,-14-14 15,0 13-16,0-13 17,0 13-32,1 0 15,-1 0 1,14 1 15,-1-1-15,0 0-16,1 26 31,-1-25-15,-13-1-1,1 1 1,26 12 0,-27-13-1,13 0 16,-13 0-15,1 1 0,12-1-1,-12 0-15,-1 1 16,0 12 15,0-26-15,0 13 31,0 0-47,1 1 15,-14-1 1,13-13 15,13 13-31,-13 0 16,14 0 15,0 1-31,-14-1 47,0 0-31,0 1-1,14 12 1,-14-26-1,0 13-15,27 0 32,-27 1-17,0-1 1,1 0 15,-1 0-15,0-13-1,-13 13 1,26 0 15,-13-13 1,14 27-32,-13-27 31,-1 0-16,13 0-15,0 13 32,-12 1-17,-1-14 1,13 0 15,-13 13-15,14 0 15,-14 0 16,1-13-47,-1 0 31,0 0-15,0 0-1,0 0 1,27 27 0,-40-14 15,40 0-15,-27-13 15,0 0-31,14 0 15,-1 0 17,0 14-17,-12-14 1,13 0 0,12 12-1,-26 2 1,0-14-1,27 13 1,0-13 0,-14 13-1,14-13 1,-27 0 15,0 0-31,14 0 16,-14 0-1,1 0 1,-1 14 0,0-14-1,0 0 1,0 0 0,0 13 15,1 0-16,13-13 17,-15 0-32,1 0 31,14 0-15,-14 0-1,1 0 16,-1 0 1,0 0 15,0 0-32</inkml:trace>
  <inkml:trace contextRef="#ctx0" brushRef="#br0" timeOffset="4645.32">10262 7532 0,'0'-13'422,"0"39"-407,0-13 1,0 14 15,0-13-31,0-1 47,0 0-47,0 0 16,0 0 15,0 0 0,0 1-31,0-1 16,0 1 15,0-1 0,0 0-15,0 0 15,0 13-15,0-12 46,0-1-62,0 0 16,0 0 15,0 0 16,13 1-16,-13-1-15,0 0-16,0 1 31,0-1-15,0 13 15,14-13-31,-14 1 16,0-1-1,0 0 1,13 0 0,-13 0-1,0 0 1,0 1-1,0 13 1,0-14 31,0 0-31,0 0-16,0 13 15,0-12 16,0-1 1,0 1-17,0-1 17,0 0-17,0 0 16,0 0-15,13 0 0,-13 1 31,0-1-32,0 0 1,0 0-1,0 0 1,0 14 0,0-14 234</inkml:trace>
  <inkml:trace contextRef="#ctx0" brushRef="#br0" timeOffset="8028.09">17313 7625 0,'0'-13'203,"0"39"-188,0 41 17,0-2-17,0-12-15,0-40 32,0 1-17,0 12-15,0-12 0,0-1 16,0 13 15,0 14 0,0-27-15,0 0 0,0 0-1,0 0 1,0 1-1,0 26 17,0-27-32,0 0 31,0 0-15,0 14-1,0-14-15,0 1 16,0-1-1,0 0 17,0 0-32,0 0 15,0 0 1,0 1 15,0 12 0,0-13-15,0 0 31,0 1-16,0-1 16,0 0-31,0 1 62,0-1 47,0 0-78</inkml:trace>
  <inkml:trace contextRef="#ctx0" brushRef="#br0" timeOffset="10374.11">17326 7585 0,'14'0'266,"-28"27"-188,14-14-16,-13 0-62,0-13 32,-1 13-1,-12 0-16,13 1 17,0-1 77,13 1 157,-14 12-251</inkml:trace>
  <inkml:trace contextRef="#ctx0" brushRef="#br0" timeOffset="12401.17">17432 7599 0,'0'26'329,"0"-13"-314,13 0 1,13 0-1,-12 1 1,-1-14 0,1 0-1,-1 27 17,0-27-17</inkml:trace>
  <inkml:trace contextRef="#ctx0" brushRef="#br0" timeOffset="15003.98">10249 7558 0,'-27'0'203,"1"0"-172,13 0-15,-1 14-16,14-1 15,-26 1 1,26-1 15,0 0-15,-13 13-1,0-13 1,-1 1 15</inkml:trace>
  <inkml:trace contextRef="#ctx0" brushRef="#br0" timeOffset="16623.99">10262 7612 0,'27'0'203,"-14"0"-203,13 0 31,-13 0-15,1 13 0,-1 0-16,14-13 15,12 13 1,-26-13 0,0 13-1,1-13 1,-1 0 31,0 14-32</inkml:trace>
  <inkml:trace contextRef="#ctx0" brushRef="#br0" timeOffset="17478.16">6518 5826 0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3-01-10T12:32:44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11217 8405 0,'-14'0'172,"14"-14"-141,0 1 0,14 0 0,-14 0-15,0 0 0,13-1-1,13-38 1,-26 38-1,13 1 1,1-27 0,-14 27-1,26 0 1,-12 0 0,-2-14 15,1 14 0,1-14 0,-1 14 16,1 0-31,-14 0-1,13 0 1,-13-1 0,13 14-1,0-13 17,0 0-32,0-13 31,1 12-31,-14 1 15,13-14 1,27 1 15,-40 13-15,13-14-16,0 1 31,0 12-15,-13 1-16,0 0 31,14-13-15,-1 12-1,0 1 1,0-13 0,0-14 15,-13 27-16,27-14 1,-14 14 0,1-13-1,-1 13 1,13 13 0,-26-14-1,13 1 1,0-14-1,1 14 1,-1-13 0,1 13-1,12 13 17,-26-14-17,13 1 1,0 0-16,0 0 31,1 0-15,-1 13 62,0 0 0,0 0-47,0 0-15,14 0-1,-14 0-15,14 0 16,-14 0 15,13 0-15,14 0-16,13 0 31,-40 0-15,14 0-16,-1 0 31,0 0-15,-12 0-1,26 0 1,-27 0 15,0 0-15,13 0-16,1 0 15,-14 0 1,13 13 0,1-13-1,0 0 1,-1 0 0,0 13-1,1-13 1,-14 13-1,1 0 1,-1-13 0,0 14 15,0-1-15,14 0-1,-14-13 16,-13 13-31,13 0 16,0 0 15,0-13-15,14 14 0,-1-1-1,-26 1 1,14-1-1,-1 0 17,0 0-17,13 0 1,-12-13 0,-14 13-1,26 28 1,1-28 15,-14 0-31,0 0 16,27 0-1,-40 0 17,0 1-17,13-1 1,0 0 31,0 0 0,-13 0-32,14-13 1,-1 14-1,-13-1 610,13 14-609,1 12 0,12 14-1,0 13 1,1-26 0,13 26 15,-28-39-31,2-14 15,-1 0 1,0 13 0,1-12 15,-14-1-31,13 0 16,13 40-1,-13-40 1,1 1-1,-1-1 17,0 13-17,14-13 1,-1 14 0,1 0-1,-1-1 1,-13-26-1,0 26-15,14-12 32,26 26-17,-40-28 1,40 15 0,-13-1-1,-14-12 1,14 12-1,-1-13 1,1 0 0,-26 1-1,12-14 1,0 26 0,-26-12-1,27-1 16,-14-13-15,14 0 15,-1 13-15,-13 0 0,-13 0-1,40 1 1,-27-1-1,13 0 1,-26 0 0,14-13-16,12 13 47,1 1-32,-14-1 16,0-13-15,0 13 0,1 14-16,-1-14 15,0 0 1,1-13 15,12 13-15,0 0-1,1 14-15,-14-13 32,13 12-17,28-13 1,-54 0 0,39 0 15,1 40-16,-1-26 1,28 26 0,-54-53-1,53 13 1,-39 13 0,-1-12-1,0-1 1,-12 0-1,-1 14 1,13-14-16,27 27 31,-26-14-15,-1 0 0,0-13-1,1 14 16,13-13-31,-27 12 16,53 27 0,-26-13 15,-27-27-15,27 13-1,-14 1 1,1-27-1,25 26 1,-39-13 0,27 14-1,-26-1 1,38 1 0,-25-14-1,0 0 16,-1 0-31,-13-13 0,0 0 16,14 14 0,-1-1-1,14 14 1,-27-27 15,1 12-31,12 1 31,27 1-15,-26-1 0,-1 1-1,27-14 1,-40 26 0,26-26-1,-25 13 1,39-13-1,-40 0 17,40 13-17,-40-13 1,14 0 0,-1 0-1,40 0 1,-26 13-1,-27-13 1,66 0 0,-26 0-1,-13 0 1,-13 0 0,12 0-1,28 0 16,-28 0-15,1 0-16,-1 0 16,1 0 15,13 0-15,-27 0-1,14 0 1,40 0-1,-15 0 1,-11 0 0,-15 0-1,1 0 1,-13 0 0,12 0-1,14-39 1,-13 39 15,0 0-31,-1-13 16,-12 13-1,12-13 1,41-1 0,-54 1 15,0-1-31,-12-11 31,26-2-15,-14 27-1,27-40 1,-27 27 0,14-27 15,-27 27-16,14-14-15,-14 14 32,13 0-17,28-40 1,-41 40 0,0-13-1,26-41 1,-12 28-1,12-15 1,-25 41 0,-1-26-1,27-14 1,-14 27 0,-13 12-1,-13-12 16,27-1-31,-14 14 16,13-27 0,1 14-1,13-27 17,-14 40-17,-13-1 1,0 1-1,28-53 1,-28 53 0,26-27-1,-12-13 1,-27 40 0,39-27-1,-12 14 16,-14 26-15,0-27 0,14 1-16,-1 0 31,-13-14-15,14 13-16,13-12 31,-27 25-16,0 1 1,14-14 0,-1 2-1,0-29 1,1 28 0,-1 0-1,14-14 16,-27 26-15,0-12 0,54-53-1,-28 39 1,-12 13 0,-14-12-1,13-1 1,1-39-1,0 39 1,-1 14 0,-13 13-1,13-27 1,-12 26 0,25-52-1,1-13 16,-27 52-15,14 1 0,-14-13-16,27 12 31,-40-13-31,26 1 31,-12 12-31,25-13 31,1-52 1,-14 52-17,-13-13 1,14 13 0,-14 27-1,14-14-15,-14 2 16,0-29 15,0 28-31,0-14 31,14 0-15,-13 27 0,12-26-1,-13-1 1,0 27-1,14-27 1,-27 13 0,52-25-1,2 12 1,-41 0 0,0 1-1,13 12 16,-12 1-31,26-27 32,-27 39-32,26 1 31,1-80-15,-27 80-16,67-119 62,-54 119-46,-13-27-1,0 27 1,1 0 0,25-14-1,-12-13-15,-1 27 16,-26 0 15,14 0-31,-1-14 31,13-12-31,0 12 16,1 1 0,-13-1-1,12 14 16,-26 0-15,13 0 0,0-1-1,14 1 1,-1 0 0,0-26 15,-12 25 0,-1 1-15,0-1-1,1 1 17,25 0-17,-26 13 1,1 0-1,-1 0 1,0 0-16,1 0 31,12 0-15,14 0 0,-14 0 15,13 0 0,-25 0-31,26 0 16,-14 0-1,-13 0 1,0 0 15,14 0-31,0 0 31,-15 0-15,15 0 0,13 13-1,-27 0 1,0-13 15,0 0-31,-13 27 16,27-27-1,0 0 1,-14 0 15,0 14-31,0-2 16,27 1 0,-27-13 46,0 14-46,0-1-1,0-13 1,1 13 0,12 1-1,-26-1 16,14-13 1,-1 13-1,0 0-15,0-13-1,0 13 1,1 1-1,-1-1 1,0 14 0,1-14-1,-14 0 32,13 0-47,0-13 16,-13 13-16,0 1 15,13-1 1,0 0 15,-13 0 1,14 0-17,-14 0 1,13 14-1,0-13 1,0 25 0,0-13 15,0 1 0,1-27-15,-14 14-16,40 12 15,-27-13 17,-13 13-32,13-12 15,0 12 1,0 0-16,1 14 31,-1-26-15,1 12 15,-1-13-31,0 0 16,-13 1-1,13 12 1,13 1 0,-26 12-1,14-12 1,25-1 15,-39 0 0,13 1-31,-13 0 16,14-27 0,-1 26-1,-13-13 1,13 40 15,1-26-15,-1-1-1,-13-13 1,0 14-16,13-1 31,13 14 0,-26-27-15,14 40 0,-1-13-1,-13-13 1,0 52 0,13-27-1,26 2 1,-39-28-1,27-13-15,-27 14 16,0-14 0,14 0-1,-14 13 1,26 28 0,-13-28-1,-13-13 1,13 13 15,0 15-31,1-15 31,-1 13-15,0 1 15,-13-27-15,14 14-16,-1-14 31,0 14-31,0-1 31,14 0-15,-14-12 0,-13 12-1,0 1 16,13-14-31,0 0 0,0 14 47,-13-14-47,27 26 32,-27-26-17,27 1 63,-14 13-46,0 12-1,0-26-16,-13 0 1,13 14 0,1 0-1,12-14 1,-12 0 0,-1 13-1,0-12 1,0 38-1,0-38 1,0-1 0,-13 0-1,14 1 1,-1-1 0,-13 0-1,13 13 1,0-26-1,0 14 1,-13-1 0,14 0-1,-1 13 48,14-13-48,-14 1-15,0-1 32,0-13-1,0 13-15,1 1-1,-1-1 1,-13 0-1,27 13 17,-14-26-32,0 14 15,0-1 32,0 0-31,1-13-1,12 0 1,-13 0 0,13 14-1,-12 12 1,13-26 0,-14 13-1,0-13 16,0 0-31,0 0 16,0 13 0,1-13 15,-1 0-31,13 14 16,-13-14 30,1 0-30,-1 0 15,0 13-31,1-13 16,-1 0 15,0 13 16,0 0 47</inkml:trace>
  <inkml:trace contextRef="#ctx0" brushRef="#br0" timeOffset="3519.55">12249 7452 0,'0'-13'219,"-14"13"-188,14 13-31,0 0 16,0 1-1,0 12 1,0 0 0,0 1 15,0 0-31,0-14 16,0 0-1,0 26 1,0-25-1,0 13 1,0-14 0,0 0-1,0 13 1,0 14 0,0-27-1,0 13 1,0 14 15,0-26 0,0-1-31,0 0 16,0 0 0,0 0-1,0 27 1,0-13 15,0-14-15,0 0 15,0 0-31,0 1 16,0-1-1,0 0 16,0 0 16,0 0-15,0 0-32,0 1 31,0-1-31,0 1 15,0-1 17,0 0-17,0 0 1,0 0 15,0 0-15,0 14 15,0-14-31,0 1 16,0-1 31,0 0-32,0 0 48,0 0-32</inkml:trace>
  <inkml:trace contextRef="#ctx0" brushRef="#br0" timeOffset="5753.03">12222 7452 0,'0'-13'344,"0"26"-141,-14-13-140,1 27-63,0-14 93,0 0-77</inkml:trace>
  <inkml:trace contextRef="#ctx0" brushRef="#br0" timeOffset="7354.79">12182 7479 0,'13'0'63,"0"0"-16,1 0-16,-1 0 0,14 0 79,-14 0-48,0 0-31,0 0 1,0 0 46</inkml:trace>
  <inkml:trace contextRef="#ctx0" brushRef="#br0" timeOffset="11219.84">20715 5799 0,'0'-14'250,"0"54"-235,0-14 1,0 1-16,0 39 15,0-13 1,0 13 0,0-13-1,0-13 17,0-14-17,0-13-15,0 0 16,0 67-16,0-54 31,0 54-15,0-41-1,0 1 1,0 0 0,0 0-1,0-14 1,0 14-1,0-27 1,0 40 0,0 0-1,0-14 17,0-12-32,0-1 15,-13 54 1,13-67-1,0 14 17,0-1-32,0 14 31,0-14-15,0-13-1,0 40 1,0-13-1,0-14 1,-14 28 0,14-29-1,0 42 17,0-54-32,0 13 31,0 14-16,0 0 1,0 26 0,0-53-1,0 27 1,0 0 0,0-14-1,0 14 1,0 13 15,0-27-15,0-13-1,0 14 1,0 12 0,0-25-1,0 12 1,0 14 15,0-27-15,0 14-16,0-1 15,0-12 17,0-1-17,0 0-15,0 27 31,0-27-15,0 0 0,0 40-1,0-40 1,0 14 0,0-14 15,0 0-16,0 0-15,0 0 16,0 1 0,0-1-1,0 0 17,0 40-17,0-40 32,0 1-31,0-1-1,0 0 48,0 0-32,0 0-15</inkml:trace>
  <inkml:trace contextRef="#ctx0" brushRef="#br0" timeOffset="13454">20702 5891 0,'0'14'406,"-14"-2"-406,1 1 32,0-13-1,13 14 0,0-1 0,-13 0 1,0 14-1,-14-14 47</inkml:trace>
  <inkml:trace contextRef="#ctx0" brushRef="#br0" timeOffset="15468.24">20729 5864 0,'13'0'234,"0"0"-187,0 0-47,13 0 47,-12 0-47,-1 0 16,0 14 15,1-1 0,-2 1 63,15-2-63,-27 1-15,13 1 0,1-1 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3-01-10T12:33:28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11224 10578 0,'0'-13'953,"0"-13"-937,0 12 15,0 1-15,13-27-1,-13 27 1,0 0 0,0 0-1,13-14 1,-13 14 31,14 0-47,-14 0 15,0-14 17,0 14-32,0-1 47,0 1-47,13 0 15,-13 0 1,13-14-1,0 14 1,-13-14 0,13 14-1,-13-13 1,14-1 0,52-38 15,-40 24-16,-12 15-15,-1 0 16,0 13 15,0-14-31,0 13 0,0 1 32,1 13-32,-14-13 15,0-26 16,13 25-15,1-12 0,-1 26 15,26-26-15,-26 12 15,-13 1-16,14 0 1,-1-1 0,0 14-1,0-13 1,27-40 0,0 13-1,-27 27 1,0-13-1,27-1 1,-13 14 0,-1 0-1,-13-13 1,0 13 0,27-28-1,-27 28 16,0 13-31,0-13 16,28 0 15,-15 0-31,-13 13 16,-13-13 15,13 13-31,14-14 16,-14 1-1,0 13 1,14-13 0,-14 13-1,0 0 1,0-14 0,53 14-1,-52 0 16,26 0-31,-14 0 16,0 0 0,41 0-1,-41 0 17,14 0-17,-14 0 1,14 0-1,0 0 1,-1 0 0,28 0-1,-15 14 17,1-1-17,-13-13 1,0 27-1,-1-27 1,-12 13 0,25 13-1,-38 0 17,39-12-17,-40-14 1,13 13-1,-12 1 1,12-14 0,-12 13-1,25 0 1,-12 0 31,-1-13-32,-26 13-15,26 0 16,27 1 15,-26-1-15,-14 0-16,13-13 16,1 0-1,26 26 1,26-12-1,-12 39 1,-41-53 0,27 26 15,-26-13-15,12 1-1,-26-1-15,27 0 16,-1 1 15,54 25-31,-66-26 31,26 14-15,-27-1 0,1-13 15,-1-13 0,-13 13-15,0-13-16,0 0 31,1 0-15,-1 14 15,14-14-16,-14 0 1,-13 13 0,26 1-1,1-1 1,25-13 0,-12 26-1,-13-26 1,-14 13-16,40 14 15,13-14 1,-26 40 0,12-40-1,-25 0 1,0-13 0,-1 14-1,-13-1 1,40 0-1,-13 0 17,-27 0-17,14-13-15,-1 14 32,67 12-17,-67-12 1,27-14-1,0 26 1,-27-13 0,-12-13 15,12 0 94,-13 27-109,0-14 187,1-13-188,-1 13-15,0-13 16,14 0 15,-14 0-15,40 14-1,-40-14-15,40 13 16,26 0 0,-12-13-1,25 13 1,-26 0 0,0 1-1,27-14 16,-27 0-31,-26 0 16,13 0 0,40 0 15,-14 0-31,-40 0 31,54 0-15,-67 0-1,1 13 1,26-13 0,0 0-1,26 0 17,-39 0-17,40 0 1,-1 0-1,0 0 1,14 0 0,-27 0-1,13 0 1,-12 0 0,12 0-1,-13 0 1,-13 0-1,0 0 1,-13 0 0,12 0-1,1 0 1,-13 0 0,-13 0 15,38 0-16,-25 0 1,0 0-16,0 0 31,26 0-31,-13 0 32,-40 0-32,13 0 31,14 0-31,13 0 31,26 0-15,-26 0-1,-26 0 17,66-13-32,-41-1 31,-38 14-16,25-13-15,14 0 32,-39 0-17,25 13 1,14-40 0,-13 27-1,13-14 1,26-12-1,-79 25 1,40 1 0,13-14-1,-40 14 17,-13 0-32,27 0 15,52-53 16,-40 26-15,-26 27-16,27-14 31,0 1-15,-14-14 0,-12 27 15,38-27-16,-25 14 1,13-14 0,-14 27-1,0 0 17,-12 0-32,-1-1 15,27 1 1,-27-14-16,27-12 31,-1 12-15,-26 14-1,27-14 1,-13 1 0,26 0-1,26-14 1,-66 27-1,14-27 1,-14 27 0,67-27-1,-67 27 17,-13 0-32,26-27 31,-13 0-16,0 27-15,1 0 16,-1-27 15,0 14-15,1 13 0,12-27-1,-26 26 1,0-25-1,26 12 1,14-39 15,-40 53-15,13-13 0,0-1-16,1 1 31,-1-1 0,0 14-15,1-14-16,-1-12 31,0 26-31,13-41 16,-12 41-1,-14 0 1,13-27 15,0 27-15,14 0-16,-15 0 15,2-27 1,-14 27 15,13-1-31,14-12 31,-27 0-15,13-1 0,0 14-1,-13-1 1,13-38 0,0 25-1,1 1 1,-14 0-1,26-14 1,-12 13 0,-1 1-1,26-27 1,-39 26 0,14 14-1,-1-13 1,0 12-1,-13 1 17,13 0-32,-13 0 31,13 0-31,0-14 31,-13 14-15,27-40-1,-27 27 1,14 12 0,-1 14 15,0-13-15,0 0 15,27-27-16,-40 27-15,0 0 16,13-1 0,1 1 15,12-13-31,-13 13 31,0-1-31,0 1 31,-13 0-31,0-1 16,14 14 15,-1-13-31,0-13 16,0 13 0,14-1-1,-1-12 16,-12-1-15,-1 15 0,0-2-1,0 1 17,0 0-1,1-1 0,-1 1-15,14-13-1,-14 13 1,0-1-16,0 1 31,14 0-15,-1-1-1,-13-12 1,0 13 0,0 0-1,14-1 1,-13 14 0,-1-13-1,0 13 1,26-27 15,-39 14-15,40 13-1,-26-13 1,-1 0 0,13 13-1,-13 0 16,1-13-15,12-1 15,-13 14-15,0 0 0,1-13-16,-1 13 31,14 0-31,-14 0 15,13-13 17,-13 13-17,0 0 1,1-26-16,13 26 31,-14-13-15,26 13-1,40 0 1,-39-14 0,26 1-1,-39 13 1,0 0 0,-14 0-1,-1 0 1,2 0-1,-1 0 1,1 0 0,-1 0 15,0 0-15,0 0 30,13 0-30,-12 0 0,-1 0 15,1 0-31,-1 0 16,13 0 15,-13 0-31,0 0 15,1 0 17,-1 0-17,0 27 1,0-14 0,14 0-1,-14-13 16,14 13-31,-1 0 16,-13-13 0,40 13-1,-39-13 17,12 0-17,0 27 1,-12-27-1,12 0 1,-13 13 0,0-13-1,27 13 1,-27 0 15,1-13-15,-14 14-1,13-14 1,0 0 0,0 0-1,0 13 1,1-13 0,-1 13 30,0-13-30,1 27 0,-1-14 15,0-13-15,0 13 15,14 0-16,-27 1 17,13-14 30,0 0-46,0 13-1,0 0 17,0-13-17,14 27 1,-27-14 15,14 0-31,-1 0 16,0-13-1,13 14 1,-13-1 0,14 14 15,-27-15-15,14 1-1,-1 1 1,13-14-1,-13 26 1,0-26 0,14 27-1,-14-14 1,13 0 0,28 0-1,-28 1 1,-13-14 15,0 13-15,1 0-1,-1-13 1,0 27 0,14-27-1,-1 26 1,-13-13 15,-13 1-15,14-1-16,12-13 15,0 26 1,-13-13 15,1-13 0,-1 0-31,14 27 32,-14-14-32,13 1 31,1-1-31,-1-13 0,14 39 31,-27-26-15,14 1 15,-1-1-15,0-13-1,-12 14 1,12 12 15,14-26-15,-1 0 15,-25 13-31,12 0 16,-13 0 15,0-13-15,1 0 46,-1 0-31,0 14-31,1-14 16,-1 0 15,-13 13-15,13-13 15</inkml:trace>
  <inkml:trace contextRef="#ctx0" brushRef="#br0" timeOffset="4442.09">12256 9414 0,'-14'0'360,"14"26"-329,0 0-31,0-12 31,0 13-15,0-14-1,14 0 1,-14 13 0,0 1-1,0-14-15,26 0 16,-26 0 15,14 0-15,-1 1-1,-13-1 1,0 0 0,0 14-1,13-14 16,0 0-15,0 14 15,-13-14-31,14 27 32,-14-27-32,0 0 31,13-13-16,-13 13 1,13 1 0,1 12-1,-14-13 1,13 0 0,-13 0-1,13-13 1,-13 27 15,13-13-31,-13-1 31,0 13-31,13 0 47,14-12-31,-14-1 15,-13 1-15,0-1-1,0 0 1,13 0-16,0 0 31,-13 14-15,13-14-1,-13 0 17,0 0-17,0 0 1,14-13-16,-14 14 31,0-1-15,0 0-1,0 1-15,0-1 47,13-13-15,-13 13 77,13 0-78</inkml:trace>
  <inkml:trace contextRef="#ctx0" brushRef="#br0" timeOffset="6587.19">12242 9414 0,'-13'0'219,"0"0"-188,0 0 16,0 0 16,-1 0-48,1 26 48,13-13-32,-13 0 0,0 1 79,0-1-95,-1 1 470</inkml:trace>
  <inkml:trace contextRef="#ctx0" brushRef="#br0" timeOffset="7991.41">12176 9361 0,'14'0'234,"12"0"-202,14 0-32,-27 0 15,14 0 1,-14 0-1,0 0 1,0 13 0,27 0-1,-27 1 1,1-14 0,-1 0-1,-13 13 32,13 13 94</inkml:trace>
  <inkml:trace contextRef="#ctx0" brushRef="#br0" timeOffset="10918.03">21543 7270 0,'0'27'204,"0"12"-189,0 28 1,27 12-1,-14-26-15,0-13 16,13 52 0,1-52-1,-14-1 17,-13-25-17,14 12 1,-14-12-1,13-1 1,-13 26 15,0-25-15,13-1 0,0 13-1,14 1 1,-27-14-1,13 14 1,0-1 15,1-13-31,-14 13 16,13-12 0,-13 26-1,12-27 1,-12 0-1,0 0 1,14 0 0,-14 1-1,0-1 17,0 0-17</inkml:trace>
  <inkml:trace contextRef="#ctx0" brushRef="#br0" timeOffset="13069.08">21543 7310 0,'-13'0'250,"0"0"-156,0 0-79,0 0 1,-1 13-16,1 13 31,-1-12-15,1-1 15,13 0-15,-13-13-1</inkml:trace>
  <inkml:trace contextRef="#ctx0" brushRef="#br0" timeOffset="14342.8">21450 7403 0,'14'0'343</inkml:trace>
  <inkml:trace contextRef="#ctx0" brushRef="#br0" timeOffset="16535.73">21570 7283 0,'13'0'141,"0"0"-94,0 0-16,0 0 16,1 0-16,-1 0-15,0 0-1,1 0 1,-1 14 15,-13-1 94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3-01-10T12:34:03.9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11264 9703 0,'0'13'250,"0"-26"-235,0-1 1,0 1 0,0-13-1,0 13-15,0-1 16,0-12-1,0 12 17,0 1-17,0-13 1,0-1 0,0 14-1,0 0 1,0-40-1,40 26 17,-40 14-32,13-13 31,0-1-31,-13 14 31,0-14-15,14 1-1,-14 13 1,26-13 0,-26 12-1,0 1 1,14-14 0,-14 14-1,12 0 1,-12 0 15,14-40-31,-1 27 16,0-1-1,1 14 17,12-27-32,-26 27 31,26-14-16,-13 14 1,1-14 0,13 1-1,-14 13 1,-13 0 0,13-1-1,0 14 1,0-26 15,-13 13-15,27-13 46,-14 12-46,40 14-1,-40-13 1,0-1 0,1 1-1,-1 0 1,0 13 0,0-13-1,27 0 1,-27 13-1,1 0 1,12-13 0,-13 13-1,0 0 1,14 0 15,-14 0-31,0 0 16,0 0-16,14 0 31,0 0 0,12 0-31,14 0 32,-40 0-17,27 0 1,0 0-1,-27 26 17,13-26-17,-13 0 1,14 13 0,13 0-1,-1 14 1,-12-27-1,-14 0 1,14 0 0,-1 27-1,14-14 1,-14 0 0,-13 0-1,0-13 1,-13 13-1,14 0 17,-1 1-17,14-14 1,-14 0 0,0 13-1,0 13 1,0-13 15,1 1-15,-1-14-1,0 13 1,13-13-16,-13 13 16,1 1-1,13 12 1,-1-13 15,-13 14-15,0-27-16,41 26 15,-41-12 1,26 25 0,-12-12-1,-1-14 16,14-13-31,0 39 16,-14-26 15,27 14-15,13 13 15,-39-1 0,-1-25-31,27 12 32,-13 1-17,-1-1 1,-12 1-16,-14-27 16,27 39-1,-14-12 1,40 13-1,-13 12 1,-39-38 0,38 26-1,-25-1 1,-1-26 0,0 1 15,-12-14-16,26 26 1,-1 0 0,1-26-1,0 13 1,13 1 0,-14-1-1,-13 0 16,28 1-15,39 12 0,-80-13-1,0-13 1,40 13 0,-1 1-1,-25-1 1,26-13-1,0 13 17,-26 13-32,-1-26 15,0 14 1,1-14 0,12 13-1,41 0 16,-54-13-31,14 14 32,-14-14-32,27 0 31,-26 13-15,-14-13-1,13 0 16,1 0-15,0 13 0,-1-13 15,13 0-15,-12 0-1,12 0 1,15 0-1,78 0 1,-92 0 0,-14 0-16,0 0 15,41 13 1,52-13 0,-53 0-1,-13 0 1,0 0-1,0 0 1,-27 0 15,53 0-31,1 0 16,-27 0 15,-14 0-15,-12 0-16,12 0 15,1 0 17,26 0-17,-39 0 1,0 0 0,52 0-1,-53 0 1,0 0 15,1 0-15,13 0-16,-14 0 31,14 0-31,0-13 31,-27 13-31,13 0 16,27-26-1,-13 12 32,-13-12-31,-1 12 0,-13 14-16,13-13 15,1 13 16,-14-13-15,27 0 0,-27 13-1,14 0 1,25-13 0,-25-1-1,26 1 1,0 0-1,13-27 1,-13 27 0,-14 13-1,-25-13 1,12 13 0,67-53-1,-54 40 1,-12 0-1,13-1 17,12-13-32,2 2 31,-2 11-31,-12 1 31,13-14-15,-13 14-16,13 0 31,-13-27-31,-15 40 16,29-26-1,-28 12 17,27 1-17,-26-13 16,25-1-15,-38 27 0,25-39-1,1 26 1,13-41 0,-14 28-1,15-13 1,-54 25-1,26-13 1,53-38 0,-39 12 15,-27 26-15,14 14-1,-27 0-15,0-1 16,26-38-1,-13 25 17,27-52-17,-26 52-15,25 14 16,-26-26 15,14-2-15,-27 15-1,26-40 1,-13 39 0,-13 1-1,54-53 1,-41 52 0,0-26-1,0-13 1,27 27 15,-40 12-15,13 0-16,1-25 15,-14 12 1,26-13 15,-13 0-15,40-13-1,-53 13 1,13 27 0,0-1-1,14 0 1,-14-38 0,14 25-1,-1 0 1,-13-13-1,14 14 1,-27 12 15,26-39-15,-13 26 0,0-12-1,14 11 1,-14-24-1,14 24 1,-14 2 0,-13 13-1,26-14 1,-13-13 0,1 13-1,12 1 1,-12-14 15,-1 40-15,13-80-1,-13 53 1,1 0 0,-1 1-1,0 26 1,0-14-1,0-66 1,27 41 0,-13-28-1,-1-39 1,0 66 0,-12 27-1,-1-14 1,27-26-1,-14-13 17,-13 25-17,1 15 1,-14-1 0,52-26-1,-38 53 1,-14-14-16,13-12 31,0 12-31,-13 1 16,14-14 15,-1 0-15,0 1-1,27-28 1,-14-12 15,-12 26 0,25 14-31,-26 39 32,1-80-17,12 67-15,-13-27 31,0 1-15,27-15 0,0-12-1,-14 14 1,14 25 0,-14-26-1,-13 27 1,41-41-1,-28 41 1,-13 13 0,-13 0-1,13-1 1,1 1 0,12-13-1,1 26 1,-14-13 15,-13-1-15,26 14-1,1 0 1,-14 0 0,0 0-1,0 0-15,40 0 31,0 0-15,-26 0-16,13 0 16,12 0 15,-38 0-31,12 0 31,13 0-31,-12 0 31,0 0-15,-14 0 0,26 0-1,-25 0 1,39 14 15,0-1-15,-27 0-1,0-13 1,-12 0 15,65 26-15,-13-12 0,-13-14-1,-13 13 1,-14 0-1,-13 13 1,1-26-16,12 0 31,1 14-31,-1-1 32,-13 0-17,14 1 1,-27-1-1,26 13 1,14-26 15,-27 0-31,-13 13 16,53 14 15,-40-14-31,1-13 16,12 40-1,14-14 1,-14 1 0,-13-14-1,14 13 1,-1 1 0,14-1-1,-27 14 1,1-27-1,-1 27 1,26-13 0,-12 12 15,13 1-15,-14 12 15,1-38-31,12 52 15,-26-53 1,14 41 0,-27-41-1,27 26 1,-1-12 0,-13 25-1,0-38 1,14 26-1,0-14 17,-15 0-17,1 1 1,1-14 0,-1 14-1,-13 12-15,27-12 16,-14 12-1,13-26 17,-13 1-32,-13-1 31,14 27-15,-1-14-1,-13-13 1,13 14-1,14-14 1,-14 13 0,0-12 15,0 12-15,1-26-1,-14 27 1,13-1-1,-13-13 1,26 41 0,0-28-1,-12 13 1,-1-12 0,0-14-1,-13 0 1,14 0-1,25 14 1,-39-14 0,13 14-1,1-14 17,-1 13-17,-13-12-15,13-1 16,1 0 15,-14 1-15,26 25-1,-13-26 1,0 40 0,1-13-1,-1-27 1,0 1-1,53 12 1,-52 13 0,-1-25-1,0-1 1,13 40 0,-26-40-1,13 14 1,1-14 15,-1 0-31,14 13 47,-27-12-16,0-1 0,13 0-15,13 1 15,-13-14-15,1 13 15,-1 13-15,0-13-1,0 1 1,-13-1 0,13 0-1,1-13 1,-1 0-16,0 14 16,1-1-1,-1-13 16,0 26-15,27-13 0,-14 1-1,-12-1 1,11 0 15,-11-13-15,13 13-1,-14 13 32,0-26-15,0 0 30,0 0 32,0 0 0</inkml:trace>
  <inkml:trace contextRef="#ctx0" brushRef="#br0" timeOffset="3655.27">20724 4821 0,'0'26'375,"0"0"-360,0-12-15,0 26 16,26 12 0,-26-12-1,13-14 1,0-13 0,1 14-1,-14-13 1,13 38-1,0-39 17,-13 1-17,13 12 1,-13-13 0,0 27-16,26 0 15,-26-14 1,14 14 15,-14-27-31,0 14 31,27 12-15,-1 14 0,-26-40-1,0 27 1,13 13-1,0-27 1,-13 15 0,0-28 15,0 13-15,27 40-1,-27-53 1,0 14-1,0-14-15,0 27 32,0-14-32,0 1 15,0-1 1,13 14 0,-13 0-1,0-1 1,14 14-1,-14-13 1,0 13 0,13-14-1,-13-26 1,0 14 15,0 13-15,13-1-1,-13-25 1,0 26 0,13-1-1,0 14 1,0 0 0,-13-40-1,14 66 1,12-12-1,-13-54 1,-13 13 0,27 40-1,-14-39 1,14 26 0,-14-14-1,0-12 16,13 52-15,-12-65 0,-1 12-16,0-13 31,-13 0-15,13 1-1,27 26 1,-40 26 15,13-40-15,1-12-1,-14-1 17,13 13-17,0 1 1,0-14-1,-13 13 1,13-13 0,0 14 15,-13-14-15,0 1-16,0-1 46,0 0-30,0 0 15,14 0-15</inkml:trace>
  <inkml:trace contextRef="#ctx0" brushRef="#br0" timeOffset="5688.36">20697 4887 0,'-13'26'328,"13"-12"-297,0-2-31,0 2 16,0-1-1,0 0 1,-14 1 109,1-1-94,13 0 0,0 0-15,-13 0 0,13 14 15,-26 0-31,12-14 16,-12 0 15,12 0 63</inkml:trace>
  <inkml:trace contextRef="#ctx0" brushRef="#br0" timeOffset="7207.59">20776 4873 0,'14'0'188,"-1"0"-173,0 0-15,13 0 16,-13 14 15,1-1-15,-1-13-1,1 13 1,-1-13 0,13 14 15,-13-2-15,0 2-1,-13-1 1,14-13 15,-1 13-15,1 1 15,-1-14 16</inkml:trace>
  <inkml:trace contextRef="#ctx0" brushRef="#br0" timeOffset="9524.94">11939 8723 0,'0'27'265,"0"-14"-265,0 27 16,13-1 0,-13-12-1,13 12 1,-13-12 0,13 0-1,-13-1-15,0 0 16,0 1-1,0 0 1,14 12 0,-1 1-1,-13-14 1,14 14 0,-14-27 15,0 1-31,0 12 15,0-13 1,0 13 15,0-12-15,0-1 0,13 27 15,0-14-16,-13-13 1,0 1 0,0-1-1,0 0 17,13 0-17,-13 14 32,13-14-16</inkml:trace>
  <inkml:trace contextRef="#ctx0" brushRef="#br0" timeOffset="11383.52">11978 8684 0,'-13'0'47,"0"0"172,0 0-203,-13 13-16,12 0 31,1 0-16,0 0 1,13 14 0,-26 0 15,26-14-15,-14 0 30,14 0 33,-13-13-64</inkml:trace>
  <inkml:trace contextRef="#ctx0" brushRef="#br0" timeOffset="12972.18">11873 8723 0,'26'0'187,"-12"0"-171,-1 0-1,13 0-15,-13 0 32,14 0-32,-14 0 31,1 13 16,-1-13 0,13 0 15,-26 14-62,13-1 31,14 1-15,-14-1 31,0 0-47,1 0 31,-1 0-15,0 14 31,-13-14-16,13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3-01-10T12:38:21.7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11461 11730 0,'0'-13'266,"0"0"-250,0 0-1,0 0 1,0-1-1,-13-12-15,13-1 47,0-12-31,0 12 0,0 1 15,0 13-16,0 0 17,0-1-32,0 1 78,0 0-78,0-1 31,0 1-31,0 0 31,0 0 32,0-14-48,0 14 17,0 0-32,0-1 15,0 1 17,0 0-17,13-13 1,-13 12-1,14-12 1,-14 13 0,13 0-1,-13-1 1,13-12 0,13 12-1,-26 1 1,0 0-1,27-13 1,-27 13 0,13 13-1,0-27 17,0 0-17,0 14-15,1 0 31,-1 0-31,0 0 32,-13-1-17,14 1 1,-1 0 0,13-13-1,1 26 1,-27-14-1,13 14 1,0 0 0,1-13-1,-1 13 32,0 0-47,0-13 0,0 13 31,0 0-15,1 0 0,-1 0-16,0 0 47,0 0-32,14 0 16,-14 0-15,0 0-16,1 0 31,12 0-15,-13 0-16,14 0 16,-1 0 15,14 0-16,0 0 1,-27 0 0,0 13-1,13-13 1,-13 13 0,14 1-1,-13-14 1,-1 0-1,0 0 1,13 13 0,14 26 15,-26-39-31,11 14 16,2-1-16,-14 0 31,14 0 0,-14 0-31,0 0 16,0-13-1,1 0 1,12 27 0,14 0 15,-27-14-16,14 0 1,-14 0 0,13-13-1,0 27 32,1-1-31,-13-12-1,25 12 1,-26-26 15,0 13-31,1 0 16,12 14 0,-12-14-1,25 13 1,-39-12-1,13-14 1,14 40 0,-14-27 15,27 13-15,-40-13-1,13 1 1,14-1-1,-14-13-15,0 13 16,0 1 0,0 12-1,1-13 1,12 0 0,-12 27-1,-1-27 1,39 67-1,-12-54 1,-40-13 0,13-13 15,0 13-31,14 14 31,-14 0-31,1-14 16,-14 0-1,13-13 17,0 13-17,13 0 1,1 40 0,-27-40-1,13 27 1,1 26-1,-2-53 1,-12 1 0,0-1 468,13 1-468,1-1-1,-1 0 1,1 13 0,-1-13 15,13 1-16,-13-1 1,0 0 15,28 27-15,-15-40 0,-13 26-1,0-12 1,27 12-1,-27-13 1,0 0 0,67 27-1,-54-1 17,-13 2-32,14-15 15,0-13 1,-1 27-1,14 0 1,-40-27 0,13 0-1,13 0-15,0 27 32,14-14-17,-26-13 1,25 1-1,-26-1 1,14 0 0,-14 14-1,27-14 1,0 0 15,-1 0-31,-12-13 16,-1 14 15,14 26-31,-14-40 31,1 0-15,-14 13 0,13 0-1,-13-13 1,1 13-1,26 0 1,-14 1 0,-13-14-1,27 13 1,-27-13 15,1 0-15,25 13-1,-26-13 1,27 26 0,-27-26-1,13 0 1,28 0 0,-2 0-1,-38 27 1,-1-27-1,53 13 1,0-13 0,-13 13-1,-13 1 1,26-14 15,27 26-31,-54-26 16,14 13-1,0-13 1,53 0 15,-53 0-15,-14 13 0,41-13-1,12 0 1,-12 0-1,-40 0 1,13 0 0,13 0-1,0 0 1,26 0 15,-38 0-15,12 0-1,0 0-15,-13-13 32,-27 13-32,14 0 31,26-13-15,0 13-1,-53 0 1,14-26-1,52 12 17,-26 1-17,-13 0 1,-14-1 0,-12 14-1,25-26 1,-13 26-1,15-13 1,11-13 0,-12 12-1,-27-25 17,13 26-17,1-14-15,0 0 31,-14 27-15,13 0 0,1-26-1,-14 13 1,0 0 0,1-14 15,25 14-16,-26 13-15,1-14 16,25-38 0,-26 38 15,0 1-31,14-13 16,-13 26-1,12 0 1,0-26-1,-13-1 1,14 13 15,-14 1-31,0 0 16,40-26 15,-39 39-15,-1-27-16,0 13 31,0 2-31,14-15 16,-14 27-1,0-26 1,27-14 0,-14 27 15,-26-14-16,40-13 1,-40 14 0,26-14 15,-13 40-15,14-39-1,-14 26 1,1-41-1,-1 28 1,0 0 0,-13 13-1,13-14 1,-13 0 15,13 1-15,-13 13-16,14-40 15,26 13 1,-40 27 15,0 0-31,0-14 16,13-12 0,0-15-1,13 2 32,-26 12-31,0 14-1,0 13 1,0-1 0,0-26-1,0 27 1,0 0-1,0-27 1,14 27 0,-14 0 15,0-1 0,13 1-15,-13 0-16,0-13 15,0 12 17,0 1-17,0 0 1,0 0 0,0 0-16,0-14 31,0 14-16,0-1 1,0-12 0,0 0-1,0 13 1,0-14 0,0 0-1,0 1 16,0 0-15,0-1 0,0 1-1,0-1 1,0 14 0,0-14-1,0 14 1,0-13-1,0-27 1,0 39 0,0 1-1,0-13 17,0 13-17,0-1-15,0-12 31,0 13-31,13 0 32,-13 0-17,0-28 1,0 28 0,0 0-1,0 0 1,0 0 46,0 0-62,0-1 16,0 1 15,0-1-31,0 1 31,0 0-15,0-26 15,0 12-15,0 14 0,0 0-16,0 0 15,0-1 16,0 1 1,0 0-1,0-1-15,0 1 15,0 0-16,13 0 32,-13 0 344,0-14-329,0 14-62,13-14 16,-13 1 0,0-1-16,13 1 15,-13-13 17,27-15-17,-27 41 1,0 0-1,27-13 1,-27-28 0,0 41-1,0 0 1,13 0 0,-13-14-1,13 14 1,-13-13-1,13-1 17,0 1-32,1-1 15,-1-12 1,1-1 0,-1 13-1,0 14 1,0-26-1,-13-1 17,0 27-17,13-14-15,0 1 16,1 12 0,-14-12-1,26 0 16,-13-1-15,0 0 0,-13-12-1,27 26 1,-14-40 0,1 27-1,-1-1 1,0 13-1,-13 1 1,26-53 0,-12 26 31,-14 14-47,0-14 15,13 27 1,0-13-1,-13 13 17,0-14-17,0-13 1,13 27 0,13 0-1,-26-14 1,14 1-1,-14 12 1,0 1 0,0-13-1,13-1-15,1 14 16,-1-26 15,-13 26-15,13-14-16,13 0 15,-26 14 17,27-26-32,-27 25 31,13-39-31,0 27 31,1 13-31,-1-14 31,26 1-15,-12-14 15,-14 13-15,-13 1 0,40-14-1,-27 14 1,27-1-1,-27 15-15,13-15 32,1 0-17,-14 14 17,14-26-17,-14 39 1,13-14-1,-13 14 1,1-13 15,-1 13 1,-13-13-17,13-1 1,13 1-1,1 13 48,13-26-63,-27 13 16,13-1-1,-12 14 1,12-13-1,-12 13 1,-1-13 15,13 13-31,14-26 16,-1 26 15,-12 0-31,-14 0 31,14 0 1,-14-40-32,13 40 0,1 0 15,-14 0 1,0 0 0,13-14-1,-12 14 16,12 0-15,-12 0 0,12 0-1,-13-13 1,27 0 0,-13 13-1,25-13 1,-25 13-1,-1 0 1,-13 0 15,0 0-15,27-13-16,-13 13 31,-14-13-15,0 13-16,14 0 15,13-14 1,-27 14 0,13 0 15,-13 0 0,14 0-15,-14 0-1,0 0 1,0 0 0,1 0-1,26 0-15,-1 0 16,-26 0 0,0 0-1,28 0 1,-16 0-1,42 0 1,-41 0 15,1 0-15,-14 0 0,14 0 15,-1 0-31,-13 0 31,0 14-31,14-14 16,39 13 15,-39-13-31,-14 13 16,39 0-1,-38-13 1,-1 0-1,14 13 17,25 14-1,-38-27-31,-1 0 16,13 13-1,-13-13 1,1 0 15,-1 0-15,14 13-1,-14-13 1,13 14 0,-13-14-1,1 0 16,12 12-15,-12-12 31,-1 0-47,0 0 16,0 0 15,0 0-31,1 14 15,12-14 1,-13 13 0,0-13 15,27 0-15,-13 13-1,-1 1 1,0-14-1,1 13 1,-14-13 0,0 0-1,0 0 1,27 13 15,-26-13 0,12 0 16,-13 0 0,0 0 78</inkml:trace>
  <inkml:trace contextRef="#ctx0" brushRef="#br0" timeOffset="2912.02">12070 10963 0,'0'27'469,"0"-14"-453,0 26-16,0-26 15,0 1 1,0 13 15,0-1-15,0-13-16,0 0 31,0 27-31,0-27 31,0 14-15,0-1-16,0-13 31,0 14-15,0-14-16,13 27 31,-13-27-15,0 0-1,0 14 1,0-1-1,0-13 1,0 1 0,13 26-1,-13-27 32,0 0-47,13 0 16,-13 0 62,0 0-78,0 1 16,0-1-1,14 0 1,-14 0 31,0 14-16,0-14-15,0 0-16,0 1 15,0 12 16,0-13-31,0 0 16,0 1 15,0-1-31,0 14 32,0-14-1,0 0-16,0 0 1,0 0 93</inkml:trace>
  <inkml:trace contextRef="#ctx0" brushRef="#br0" timeOffset="5685.83">12043 10976 0,'0'-13'750,"-26"13"-750,12 13 32,1 1-17,0 12 235,-13-13-234,12 0 62,14 0-31</inkml:trace>
  <inkml:trace contextRef="#ctx0" brushRef="#br0" timeOffset="7233.78">12083 10937 0,'0'13'125,"26"0"-94,-12 0 32,12-13-48,-13 14 1,0-14 0,14 26-1,-14-13 1,-13 0-1,14 0 17</inkml:trace>
  <inkml:trace contextRef="#ctx0" brushRef="#br0" timeOffset="9530.59">19187 8039 0,'0'-13'219,"0"26"-219,0 14 15,27-1 1,25 93 0,-25-106-1,0 53 1,-2-26-1,2 0 1,-27-27-16,14 13 31,-1 1-15,0 12 0,0-12-16,0-14 31,0 14-31,1-1 31,-1-13-15,14 14-1,-1 13 1,-13-27 0,-13 13-1,13 14 1,14-14-1,-1 14 1,-26-27 0,40 40 15,-40-26-15,13-14-16,-13 14 31,14-1-31,-14 0 31,26-12-15,-13-1 15,0 0 16,-13 0 0,14 0-32,-14 0 1,13 1-16</inkml:trace>
  <inkml:trace contextRef="#ctx0" brushRef="#br0" timeOffset="11508.13">19108 8039 0,'-14'0'266,"1"0"-250,13 13-1,0 1-15,-13-1 16,13 0 15,0 0 0,-13 14-15,0-1 156,0-12-78,13-2 31,0 1-94</inkml:trace>
  <inkml:trace contextRef="#ctx0" brushRef="#br0" timeOffset="12128.31">19147 7960 0</inkml:trace>
  <inkml:trace contextRef="#ctx0" brushRef="#br0" timeOffset="13272.79">19187 8092 0,'0'26'172,"0"-12"-172,0 12 31,13 13-15,-13-25-16,0-1 15,0 27 1,0 13 0,0-27-1,0 1 1,0-14 0,0 0 15</inkml:trace>
  <inkml:trace contextRef="#ctx0" brushRef="#br0" timeOffset="15658.12">19200 8012 0,'0'-13'359,"27"13"-327,-14 0-32,0 0 46,0 0-14,1 0-17,-1 0 1,0 0 15,1 0-15,-14 13-1,13-13 1,13 0-16,1 14 31,-14-14-15,0 0-16,0 0 16,0 0-1,0 13 1,1 0-1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3-01-10T12:38:59.9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11502 11027 0,'-13'-13'172,"13"0"-172,0-14 16,0 14 0,0-13-1,0 12 1,0-39-1,0 27 1,0 13 0,0-27-1,0 27 1,0 0 0,0 0-1,0-14 1,13-13-1,-13 27 1,13 0 15,1-27-15,-14 27-16,0-1 31,0-12-15,13 0-1,0-1 1,-13-12 0,13 25-1,0-12 1,-13 12 0,0 1-16,27-13 15,-14-14 16,0-26 1,-13 53-32,0-14 31,13 14-31,14-26 31,-27 25-15,13 1-1,14 0 1,-14-14 0,-13 1-16,13 13 31,0-27-31,0 14 31,1 13-15,-1-1-1,0 1 1,1-1 0,-1 14-1,-13-13 1,13 0 0,0 0-1,14-13 1,-1-1-1,-13 27 1,0-14 0,0 1-1,14 13 63,-13 0-62,-1 0 0,0 0-1,13 0-15,1 13 32,0 1-17,-2-1 1,15 14-1,0-27 1,0 26 0,-27-13-1,14 0 1,39 14 0,-40-13-1,-13-1 1,27-13-1,-27 13-15,1 0 16,-14 13 15,26-12-31,-13-14 16,0 13 0,27 0-1,-13 0 1,-14 0 15,0 1-31,0-1 31,14 0-15,-14 1 0,0-1-1,0 13 16,14 14-31,-1-27 16,-12 1 0,12 11-1,-13 16 17,0-28-1,0 0-16,14 26 1,-13 1 15,-1-26-31,-1 12 16,2 0 0,26 1 15,-40-14-31,13 0 15,13 27 1,-13-27 0,1 1-1,12 12 1,-12 0 0,-1 1-1,0-14 1,13 1-1,1 12 17,-14 0-17,13 1 1,-13 12 0,28 14-1,-28 0 1,13-26 15,-26-14-31,26 14 31,-12 12-31,-14-12 32,27-1-32,-14-13 15,13 13 16,-13 1-31,0-13 16,-13-1 15,0 0 1,14 13-32,-1 1 78,0-14-47,0 0-31,0-13 62,1 26 1,-1-12-47,0-1-1,1 0 1,-14 1-16,52-1 15,-25 0 1,0 0 15,-15 0-31,15 27 16,-27-26 0,27-1-1,-1 13 1,13-13-1,1 14 1,-13-14 0,12 13-1,1 1 1,-40-14 0,40 27-1,-14-27 1,14-13-1,-14 26 1,-13-26 0,14 0-1,0 27 1,-14-13 15,13-1-31,1 0 47,12 0-47,1 0 16,-13 0-1,-14-13 17,40 14-17,-40-1 1,0-13-16,13 26 15,1-13 17,26 14-17,-40-14 1,13 1 0,28-1-1,-28 0 1,14 0-1,-1 0 1,1 27 0,-13-27-1,-14-13 1,40 13 0,-13-13-1,-14 0 1,40 40-1,-53-40 1,13 14 0,28-14-1,12 0 17,-14 0-17,-38 13 1,39 0-1,13-13 1,-39 0 0,12 0-1,40 13 1,40-13 0,-79 0-1,26 0 1,0 0-1,-26 0 1,0 0 15,-14 0-31,14 0 16,53 0 0,-27 0 15,0 0-31,26 0 31,-25 0-15,-28 0-1,28 0-15,-15 0 32,-25 0-17,66 0 16,-54 0-15,14 0 0,0 0-1,39 0 1,-25 0 0,-41 0-1,27 0 1,-27 0-1,14 0 1,-26-13 0,-1 13-1,93-40 1,-80 40 0,27-13-1,40-1 1,-14-12-1,-27 13 17,-38 13-32,-14-13 31,185-27 0,-185 27-31,13 13 16,40-26-1,40-1 17,0-26-17,-14 27 1,-26 12 0,0-12-1,-27 13-15,1 13 16,12-26-1,1 12 1,0-13 15,-14 14-15,-13 13-16,27-26 16,53-54 15,-67 67-31,14-13 31,-27 13-15,40-27-1,-27 14 1,1-1 0,13-13-1,-1 1 1,-25 12-1,12-13 17,0-13-17,-13 14 1,27-41 0,0 41-1,-27-14 16,0 0-15,1 26 0,-14-25-1,13 38 1,-13-12-16,0 12 16,0-25-1,0-1 1,13 1-1,-13-14 17,0 39-32,0-25 15,13-1 1,-13-13 0,0 13 15,0 14-31,0 13 15,0-14 17,0 1-17,0-14 1,0 14 0,0 13-1,0-28 1,0 16-1,0 11 1,0-26 0,0-12-1,0 25 1,0-13 31,0 1-47,0 25 15,0-25 17,0-1-17,0 0 1,0 14 0,0 13-1,0-27 1,-13 13-1,0-39 1,0 40 15,13 0-15,0 12 0,-27 1-1,27 0 1,0-1-1,-13 1 1,13 0-16,0 0 16,-13 13-1,13-13 32,-13-14-16,-1 14-15,14-1 15,0 2-15,-13-1-16,0-1 16,-1-26 15,1 14-31,13 0 15,-13 12 1,13-13 0,-13 1-1,13-13 407,-40-41-375,27-12-31,0 52-16,0 0 15,-14-52 1,1-1 0,-1 40-1,-12 14 1,12-15-1,27 28 17,-13-14-32,-1 14 31,-25-14-31,26 27 31,13-14-31,-14 14 16,1-13-1,13-14 1,-39-39 0,-1 26-1,13 0 1,14 0 0,0 27-1,-13-14 1,12 0 15,-13-40-31,14 41 31,13 26-15,-13-27 0,0 27-1,0-27 1,13 14-1,-13 12 1,-14-12 0,14-14-1,0 14 1,0-13 15,13 12-15,-14 0-1,1 1 1,0-14 0,13 27-1,-14-14 1,1 1 15,0 13-31,13-14 16,-13 1 15,13 0-15,-13 12-16,13-26 15,0 27 1,-27-40 0,1 13-1,26 1 1,0-14 15,-13 14-31,0 12 31,13-13-15,-14 14-16,14-27 16,0 13 15,0-13-16,0 27 1,0-1-16,0-26 16,0 0-1,0 14 17,0 26-1,0-14-16,0 1 1,0-1 0,0 14-1,27-40 1,-27 26 0,13 1-1,-13 13 1,13-14-1,0-12 1,0-28 0,14 15 15,-14-1-15,0 27-1,-13 12 1,0 1-1,13-40 1,1 27 15,-1 12-31,-13 1 16,13-14 0,1 1-1,-1 13 1,-13 0-1,39-27 1,-12-13 0,-27 40-1,13-14 1,0 14 0,13-26-1,-12 12 1,13 13-1,-14-25 1,0 26 0,-13-14 15,39 14-31,-25 0 31,-1 0-15,1 0-1,-14-1 1,13 14 0,13-13-1,-13 13 1,14-13 0,-14 13 46,0 0-31,0 0-31,0 0 16,14 0 15,0 0-15,-1 0-1,-13 0 1,14 0 0,13 0-1,-14 0 1,-13 0 0,40 0-1,-27 0-15,-13 0 16,27 0-1,-13 0 1,12 0 0,14 0 15,-40 0-31,14 0 16,-14 0-1,1 0 16,-1 0-31,0 0 16,-13 13 0,13-13 15,0 13-15,1-13 15,-1 14-16,0-14 1,1 13 0,-1 0-1,0-13 1,0 13 0,0 0 15,14-13-31,-14 0 31,0 27-15,0-14 15,0 0-31,1 0 16,12 0-1,1 1 1,-1-1 15,1 1-15,-14-1-1,0-13 1,1 13 15,-1 0-15,13 0-1,1 0 1,-1 14 0,40 13-1,-52-40 1,12 13 0,13 0-1,-25 0-15,25 1 16,-26-1 15,27 13-31,13 1 16,0 13-1,-13-1 1,0-12 0,12-1-1,-12 14 1,0-14-1,-27-26 1,13 40 0,1-27 15,0 0-15,12 40-1,-26-53 1,14 27-1,26 26 17,-27-27-32,-12-13 15,-1 0 17,0 1-32,40 26 31,-40-27-16,26 26 1,-39-25 0,27 12-1,13 1 1,-27-14 0,13 13-1,67 67 1,-66-53-1,-14-40 1,66 66 15,-26-40-15,-27 14 0,-12-27-16,13 14 31,12-1-16,-26 0 1,14-26 0,39 40-1,-40-13 1,40 25 0,-39-38-1,12 25 1,28 14-1,-41-26 1,0-14 0,-12 0-1,-1-13 17,14 13-17,12 27-15,-26-26 16,27 12 15,0-13-15,-14 14-16,1-27 15,12 26 17,-12-13-17,13 0 1,-28 0 15,2-13-15,-1 0 15,0 14-31,14-14 31,-14 13 0,0-13 94,0 27-109</inkml:trace>
  <inkml:trace contextRef="#ctx0" brushRef="#br0" timeOffset="3360.5">12044 9903 0,'0'13'281,"0"13"-266,0 14-15,0 13 16,0-27 0,13 1-1,-13-1 1,0 14 0,0-27-1,0 40 1,0-40-1,0 14 1,14 0 0,-14-14-1,0 13-15,0 1 16,0-1 0,0 27-1,0-13 16,0-14-31,0-13 16,13 14 0,-13 12 15,0-12-15,0 13-1,14-1 1,-14-12-1,0-14 17,0 27-32,0-14 31,0 0-15,0 14-1,13-14 1,-1 14 15,-12-26 0,14-1-15,-14 13 0,0-13-1,0 1 1,0 12-1,0-12 1,0 12 0,13-13 15,-13 0 125</inkml:trace>
  <inkml:trace contextRef="#ctx0" brushRef="#br0" timeOffset="5608.62">12018 9876 0,'-13'0'531,"13"14"-484,-13-1-31,13 0-16,-14 0 16,14 0-1,0 14 16,0-14-15,-13 1 0,13-1-1,-14 0 1,1 0 15,13 0 32,0 0-63</inkml:trace>
  <inkml:trace contextRef="#ctx0" brushRef="#br0" timeOffset="7231.49">12044 9929 0,'13'0'328,"14"0"-312,0 13 15,-15 14-15,2-14-1,-1 1 1,0-1 0,1-13-1,-1 13 1,-13 0-1,26 0 1,1 0 0,-14 1 15,0-14-15,1 0 15,-1 13-16</inkml:trace>
  <inkml:trace contextRef="#ctx0" brushRef="#br0" timeOffset="10158.2">18129 5987 0,'-13'0'172,"26"13"-125,41 40-31,52 66-16,-67-79 31,1 39-15,-1-52-1,54 78 1,-93-91 0,40 25-1,0 1 1,26 26-1,-1-13 1,-38 0 0,0-26-1,-1-14 1,-26 13 0,66 27-1,-13 0 16,-53-40-15,13 0-16,14 14 16,12 26-1,-12-13 1,13 26 0,39 26-1,-66-65 1,13 25-1,-12-25-15,39 52 16,-27 1 0,14-27-1,26 13 1,-26-14 15,12 2-31,-38-28 16,13 14 15,12-13-31,-13 12 16,1-13 15,12 1-15,-25-1-1,39 14 1,-40-27-16,0 14 31,14 26-15,-14-40-1,14 13 1,-14-13 0,0 14-1,0-14 16,14 1-15,-27-1 0,0 0 15,0 13 47,0-13-62,13 14 15,0-27 0,-13 13 0</inkml:trace>
  <inkml:trace contextRef="#ctx0" brushRef="#br0" timeOffset="12935.84">18090 6053 0,'0'13'375,"13"0"-375,-13 0 16,0 1-1,0-1 1,0 0-1,0 1 1,0-1 0,0 0-1,0 0 63,0 0-78,0 14 47,0 0-15,0-14-1,0 0-16,0 0 1,0 0 0,0 1 62</inkml:trace>
  <inkml:trace contextRef="#ctx0" brushRef="#br0" timeOffset="14796.03">18169 5920 0,'0'14'219,"0"-1"-204,14 1-15,12-1 16,13 13 0,-12-13-1,-13 0 1,-1-13-1,13 14 1,-13-1 0,0 0 15,1-13-15,-1 0 77,0 13-93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316564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CDA481D5-F1DD-43F1-A4F5-5EF5AD2BDCF1}" type="slidenum">
              <a:rPr lang="en-IN" smtClean="0">
                <a:solidFill>
                  <a:prstClr val="black"/>
                </a:solidFill>
                <a:latin typeface="Calibri"/>
              </a:rPr>
              <a:pPr/>
              <a:t>5</a:t>
            </a:fld>
            <a:endParaRPr lang="en-IN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4592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CDA481D5-F1DD-43F1-A4F5-5EF5AD2BDCF1}" type="slidenum">
              <a:rPr lang="en-IN" smtClean="0">
                <a:solidFill>
                  <a:prstClr val="black"/>
                </a:solidFill>
                <a:latin typeface="Calibri"/>
              </a:rPr>
              <a:pPr/>
              <a:t>6</a:t>
            </a:fld>
            <a:endParaRPr lang="en-IN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9294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CDA481D5-F1DD-43F1-A4F5-5EF5AD2BDCF1}" type="slidenum">
              <a:rPr lang="en-IN" smtClean="0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IN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7293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CDA481D5-F1DD-43F1-A4F5-5EF5AD2BDCF1}" type="slidenum">
              <a:rPr lang="en-IN" smtClean="0">
                <a:solidFill>
                  <a:prstClr val="black"/>
                </a:solidFill>
                <a:latin typeface="Calibri"/>
              </a:rPr>
              <a:pPr/>
              <a:t>12</a:t>
            </a:fld>
            <a:endParaRPr lang="en-IN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3259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CDA481D5-F1DD-43F1-A4F5-5EF5AD2BDCF1}" type="slidenum">
              <a:rPr lang="en-IN" smtClean="0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IN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9997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CDA481D5-F1DD-43F1-A4F5-5EF5AD2BDCF1}" type="slidenum">
              <a:rPr lang="en-IN" smtClean="0">
                <a:solidFill>
                  <a:prstClr val="black"/>
                </a:solidFill>
                <a:latin typeface="Calibri"/>
              </a:rPr>
              <a:pPr/>
              <a:t>14</a:t>
            </a:fld>
            <a:endParaRPr lang="en-IN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952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CDA481D5-F1DD-43F1-A4F5-5EF5AD2BDCF1}" type="slidenum">
              <a:rPr lang="en-IN" smtClean="0">
                <a:solidFill>
                  <a:prstClr val="black"/>
                </a:solidFill>
                <a:latin typeface="Calibri"/>
              </a:rPr>
              <a:pPr/>
              <a:t>15</a:t>
            </a:fld>
            <a:endParaRPr lang="en-IN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6398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CDA481D5-F1DD-43F1-A4F5-5EF5AD2BDCF1}" type="slidenum">
              <a:rPr lang="en-IN" smtClean="0">
                <a:solidFill>
                  <a:prstClr val="black"/>
                </a:solidFill>
                <a:latin typeface="Calibri"/>
              </a:rPr>
              <a:pPr/>
              <a:t>36</a:t>
            </a:fld>
            <a:endParaRPr lang="en-IN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034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1635D6-F918-E4B0-D8DF-45976B43E5CC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09FF428-FD03-A3ED-E874-F7399C457B5A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93EE98-E537-385E-2051-74DF0B3608DF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E4627D7-A115-550F-D7B3-42FC43297FF1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" name="Picture 10" descr="Picture 10">
            <a:extLst>
              <a:ext uri="{FF2B5EF4-FFF2-40B4-BE49-F238E27FC236}">
                <a16:creationId xmlns:a16="http://schemas.microsoft.com/office/drawing/2014/main" id="{D695F453-58E4-7D66-AB7F-98878BD64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" b="28592"/>
          <a:stretch>
            <a:fillRect/>
          </a:stretch>
        </p:blipFill>
        <p:spPr>
          <a:xfrm>
            <a:off x="76200" y="3352800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93711A98-B303-E78D-34AC-04374950E07A}"/>
              </a:ext>
            </a:extLst>
          </p:cNvPr>
          <p:cNvSpPr txBox="1"/>
          <p:nvPr userDrawn="1"/>
        </p:nvSpPr>
        <p:spPr>
          <a:xfrm>
            <a:off x="-30481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2667000" y="3898061"/>
            <a:ext cx="60198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27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0" name="Picture 10" descr="Picture 10"/>
          <p:cNvPicPr>
            <a:picLocks noChangeAspect="1"/>
          </p:cNvPicPr>
          <p:nvPr/>
        </p:nvPicPr>
        <p:blipFill>
          <a:blip r:embed="rId3"/>
          <a:srcRect t="2" b="28592"/>
          <a:stretch>
            <a:fillRect/>
          </a:stretch>
        </p:blipFill>
        <p:spPr>
          <a:xfrm>
            <a:off x="76200" y="3352800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Box 8"/>
          <p:cNvSpPr txBox="1"/>
          <p:nvPr/>
        </p:nvSpPr>
        <p:spPr>
          <a:xfrm>
            <a:off x="-30481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40896" indent="-183696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2pPr>
            <a:lvl3pPr marL="1085850" indent="-171450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3pPr>
            <a:lvl4pPr marL="15773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4pPr>
            <a:lvl5pPr marL="20345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 2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4" name="Picture 8" descr="Picture 8"/>
          <p:cNvPicPr>
            <a:picLocks noChangeAspect="1"/>
          </p:cNvPicPr>
          <p:nvPr/>
        </p:nvPicPr>
        <p:blipFill>
          <a:blip r:embed="rId3"/>
          <a:srcRect t="2677" b="2677"/>
          <a:stretch>
            <a:fillRect/>
          </a:stretch>
        </p:blipFill>
        <p:spPr>
          <a:xfrm>
            <a:off x="6629400" y="0"/>
            <a:ext cx="2193925" cy="69215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Rectangle 4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6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TextBox 7"/>
          <p:cNvSpPr txBox="1"/>
          <p:nvPr/>
        </p:nvSpPr>
        <p:spPr>
          <a:xfrm>
            <a:off x="6903719" y="7620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BITS</a:t>
            </a:r>
            <a:r>
              <a:rPr b="0"/>
              <a:t> Pilani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 b="1" spc="-150"/>
            </a:lvl1pPr>
            <a:lvl2pPr marL="865414" indent="-408214">
              <a:lnSpc>
                <a:spcPts val="4200"/>
              </a:lnSpc>
              <a:spcBef>
                <a:spcPts val="0"/>
              </a:spcBef>
              <a:buFontTx/>
              <a:defRPr sz="4000" b="1" spc="-150"/>
            </a:lvl2pPr>
            <a:lvl3pPr marL="1295400" indent="-3810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3pPr>
            <a:lvl4pPr marL="18288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4pPr>
            <a:lvl5pPr marL="22860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31476E3-6618-41E5-B93A-14E2B090D389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707C4D97-FA4C-43AD-A3A6-046BAF1E63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AD996AF8-0F52-466B-A88F-982434CFCF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03CD6F12-6B8E-4077-B8E6-C61198251E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F4AE2367-EBE8-4A93-A7F3-F593EAE170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D885BBF-39F7-4A8A-91AC-D9C30BBE711A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4" name="Group 6">
                <a:extLst>
                  <a:ext uri="{FF2B5EF4-FFF2-40B4-BE49-F238E27FC236}">
                    <a16:creationId xmlns:a16="http://schemas.microsoft.com/office/drawing/2014/main" id="{97581F17-86DF-42A7-8344-4EC886C8D83A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1" name="Rectangle 6">
                  <a:extLst>
                    <a:ext uri="{FF2B5EF4-FFF2-40B4-BE49-F238E27FC236}">
                      <a16:creationId xmlns:a16="http://schemas.microsoft.com/office/drawing/2014/main" id="{C6886CEE-6FD5-435F-98D0-B44543D9F3C5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2" name="Rectangle 7">
                  <a:extLst>
                    <a:ext uri="{FF2B5EF4-FFF2-40B4-BE49-F238E27FC236}">
                      <a16:creationId xmlns:a16="http://schemas.microsoft.com/office/drawing/2014/main" id="{AB3E477A-7C7C-437E-B681-3531561594D9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" name="Rectangle 8">
                  <a:extLst>
                    <a:ext uri="{FF2B5EF4-FFF2-40B4-BE49-F238E27FC236}">
                      <a16:creationId xmlns:a16="http://schemas.microsoft.com/office/drawing/2014/main" id="{47582FD4-4030-4167-B603-89C8D765589D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5" name="Group 10">
                <a:extLst>
                  <a:ext uri="{FF2B5EF4-FFF2-40B4-BE49-F238E27FC236}">
                    <a16:creationId xmlns:a16="http://schemas.microsoft.com/office/drawing/2014/main" id="{ADDF278C-3593-4F13-8912-2B76096A63CF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8" name="Rectangle 10">
                  <a:extLst>
                    <a:ext uri="{FF2B5EF4-FFF2-40B4-BE49-F238E27FC236}">
                      <a16:creationId xmlns:a16="http://schemas.microsoft.com/office/drawing/2014/main" id="{726A9603-FF52-4FBB-933E-87E6A59B99CF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9" name="Rectangle 11">
                  <a:extLst>
                    <a:ext uri="{FF2B5EF4-FFF2-40B4-BE49-F238E27FC236}">
                      <a16:creationId xmlns:a16="http://schemas.microsoft.com/office/drawing/2014/main" id="{1AA2D04C-E4D1-4CE8-BD5E-D08ECCBB35F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0" name="Rectangle 12">
                  <a:extLst>
                    <a:ext uri="{FF2B5EF4-FFF2-40B4-BE49-F238E27FC236}">
                      <a16:creationId xmlns:a16="http://schemas.microsoft.com/office/drawing/2014/main" id="{9FB1FA82-6256-488A-843A-BFF387820264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6" name="Picture 14" descr="Picture 14">
                <a:extLst>
                  <a:ext uri="{FF2B5EF4-FFF2-40B4-BE49-F238E27FC236}">
                    <a16:creationId xmlns:a16="http://schemas.microsoft.com/office/drawing/2014/main" id="{25AFD529-C38A-4635-8FE2-6B95D66D7DE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7" name="TextBox 14">
                <a:extLst>
                  <a:ext uri="{FF2B5EF4-FFF2-40B4-BE49-F238E27FC236}">
                    <a16:creationId xmlns:a16="http://schemas.microsoft.com/office/drawing/2014/main" id="{E1BEF9CC-4DC1-43D6-9CD8-7512360C035E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0306CAEB-A221-400F-9C9D-C3389EE376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0639220D-D8C1-4468-BF2D-EB0F493FFD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1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buSzTx/>
              <a:buFontTx/>
              <a:buNone/>
              <a:defRPr sz="2800"/>
            </a:lvl1pPr>
            <a:lvl2pPr marL="957262" indent="-500062">
              <a:spcBef>
                <a:spcPts val="600"/>
              </a:spcBef>
              <a:buFontTx/>
              <a:defRPr sz="2800"/>
            </a:lvl2pPr>
            <a:lvl3pPr marL="1234439" indent="-320039">
              <a:spcBef>
                <a:spcPts val="600"/>
              </a:spcBef>
              <a:buFontTx/>
              <a:defRPr sz="2800"/>
            </a:lvl3pPr>
            <a:lvl4pPr marL="1727200" indent="-355600">
              <a:spcBef>
                <a:spcPts val="600"/>
              </a:spcBef>
              <a:buFontTx/>
              <a:defRPr sz="2800"/>
            </a:lvl4pPr>
            <a:lvl5pPr marL="2184400" indent="-355600">
              <a:spcBef>
                <a:spcPts val="600"/>
              </a:spcBef>
              <a:buFontTx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89DD12E4-2B35-48F4-955D-28A64DABC54D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E29ED1F-7B36-44E9-92F7-B457DABAD3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281C375C-B5C0-45D0-B33F-E3BF81BDA5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06E78BA7-6274-4681-94B3-2DC601B43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0437CA33-E5AD-4BCB-8B11-B47B147C0C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0F5677A-8F29-4D0D-B380-91037DB87352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5" name="Group 6">
                <a:extLst>
                  <a:ext uri="{FF2B5EF4-FFF2-40B4-BE49-F238E27FC236}">
                    <a16:creationId xmlns:a16="http://schemas.microsoft.com/office/drawing/2014/main" id="{62EAEC06-AFD4-446D-B251-AFE5C3CE0C48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2" name="Rectangle 6">
                  <a:extLst>
                    <a:ext uri="{FF2B5EF4-FFF2-40B4-BE49-F238E27FC236}">
                      <a16:creationId xmlns:a16="http://schemas.microsoft.com/office/drawing/2014/main" id="{D0425501-A502-4ED6-9F4A-96FFB8F43759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" name="Rectangle 7">
                  <a:extLst>
                    <a:ext uri="{FF2B5EF4-FFF2-40B4-BE49-F238E27FC236}">
                      <a16:creationId xmlns:a16="http://schemas.microsoft.com/office/drawing/2014/main" id="{B4376F61-06E8-4210-84AB-01C9E7532494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4" name="Rectangle 8">
                  <a:extLst>
                    <a:ext uri="{FF2B5EF4-FFF2-40B4-BE49-F238E27FC236}">
                      <a16:creationId xmlns:a16="http://schemas.microsoft.com/office/drawing/2014/main" id="{C0D27610-F24A-4687-AE59-C74702169ECF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6" name="Group 10">
                <a:extLst>
                  <a:ext uri="{FF2B5EF4-FFF2-40B4-BE49-F238E27FC236}">
                    <a16:creationId xmlns:a16="http://schemas.microsoft.com/office/drawing/2014/main" id="{454079E6-F8F6-445B-97A9-73BA8B191521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9" name="Rectangle 10">
                  <a:extLst>
                    <a:ext uri="{FF2B5EF4-FFF2-40B4-BE49-F238E27FC236}">
                      <a16:creationId xmlns:a16="http://schemas.microsoft.com/office/drawing/2014/main" id="{15DBB343-9258-4A1F-9BC1-F131A810DF31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0" name="Rectangle 11">
                  <a:extLst>
                    <a:ext uri="{FF2B5EF4-FFF2-40B4-BE49-F238E27FC236}">
                      <a16:creationId xmlns:a16="http://schemas.microsoft.com/office/drawing/2014/main" id="{AEE6667A-2C4A-4AD6-8105-D8FB5A41C98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1" name="Rectangle 12">
                  <a:extLst>
                    <a:ext uri="{FF2B5EF4-FFF2-40B4-BE49-F238E27FC236}">
                      <a16:creationId xmlns:a16="http://schemas.microsoft.com/office/drawing/2014/main" id="{578E794C-ABBF-499A-91B1-5061295376CD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7" name="Picture 14" descr="Picture 14">
                <a:extLst>
                  <a:ext uri="{FF2B5EF4-FFF2-40B4-BE49-F238E27FC236}">
                    <a16:creationId xmlns:a16="http://schemas.microsoft.com/office/drawing/2014/main" id="{DF27BAFC-8456-41EF-82D5-DF13AEF6371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8" name="TextBox 14">
                <a:extLst>
                  <a:ext uri="{FF2B5EF4-FFF2-40B4-BE49-F238E27FC236}">
                    <a16:creationId xmlns:a16="http://schemas.microsoft.com/office/drawing/2014/main" id="{716A3443-11EE-44A7-8FA8-8FAD0B68BA88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A136973-CD36-4EB1-8B35-991AF40727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F503401F-D2DD-4474-BF62-5632176812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19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8270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82708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>
            <a:alpha val="7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C8218EC-2182-4720-9EF5-4F2EACA28DC0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7462481F-7715-4729-964E-DC5B8345F6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61A74D04-9BD4-46DA-922F-4DB57D793C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1F8DB2C8-8B90-4EC9-BED6-7B24BFE46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B55E2AEF-A193-4820-B3E2-6B28D7617F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6604083-AC5A-48B9-822C-7ACAB9839276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4" name="Group 6">
                <a:extLst>
                  <a:ext uri="{FF2B5EF4-FFF2-40B4-BE49-F238E27FC236}">
                    <a16:creationId xmlns:a16="http://schemas.microsoft.com/office/drawing/2014/main" id="{8FB3F820-42C3-44A0-9122-5323E0488288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1" name="Rectangle 6">
                  <a:extLst>
                    <a:ext uri="{FF2B5EF4-FFF2-40B4-BE49-F238E27FC236}">
                      <a16:creationId xmlns:a16="http://schemas.microsoft.com/office/drawing/2014/main" id="{C147685D-B442-4C69-83D5-E96E317D7394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2" name="Rectangle 7">
                  <a:extLst>
                    <a:ext uri="{FF2B5EF4-FFF2-40B4-BE49-F238E27FC236}">
                      <a16:creationId xmlns:a16="http://schemas.microsoft.com/office/drawing/2014/main" id="{965C2F39-F033-4286-BDA5-9811AF1605EE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" name="Rectangle 8">
                  <a:extLst>
                    <a:ext uri="{FF2B5EF4-FFF2-40B4-BE49-F238E27FC236}">
                      <a16:creationId xmlns:a16="http://schemas.microsoft.com/office/drawing/2014/main" id="{FCC25AE3-2640-47C5-84E2-CF42F7255C5F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5" name="Group 10">
                <a:extLst>
                  <a:ext uri="{FF2B5EF4-FFF2-40B4-BE49-F238E27FC236}">
                    <a16:creationId xmlns:a16="http://schemas.microsoft.com/office/drawing/2014/main" id="{F4C11F94-FE7F-4642-AAF3-1ECEAA13CE64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8" name="Rectangle 10">
                  <a:extLst>
                    <a:ext uri="{FF2B5EF4-FFF2-40B4-BE49-F238E27FC236}">
                      <a16:creationId xmlns:a16="http://schemas.microsoft.com/office/drawing/2014/main" id="{486D2B71-F8A4-471A-B2C4-41CB5EE75F59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9" name="Rectangle 11">
                  <a:extLst>
                    <a:ext uri="{FF2B5EF4-FFF2-40B4-BE49-F238E27FC236}">
                      <a16:creationId xmlns:a16="http://schemas.microsoft.com/office/drawing/2014/main" id="{80235D74-C941-4203-86D1-FF21CB1EC1F2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0" name="Rectangle 12">
                  <a:extLst>
                    <a:ext uri="{FF2B5EF4-FFF2-40B4-BE49-F238E27FC236}">
                      <a16:creationId xmlns:a16="http://schemas.microsoft.com/office/drawing/2014/main" id="{D475A3AA-6798-42E9-9076-FF0888926EE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6" name="Picture 14" descr="Picture 14">
                <a:extLst>
                  <a:ext uri="{FF2B5EF4-FFF2-40B4-BE49-F238E27FC236}">
                    <a16:creationId xmlns:a16="http://schemas.microsoft.com/office/drawing/2014/main" id="{A582A43D-917B-4D60-9785-40B014720A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7" name="TextBox 14">
                <a:extLst>
                  <a:ext uri="{FF2B5EF4-FFF2-40B4-BE49-F238E27FC236}">
                    <a16:creationId xmlns:a16="http://schemas.microsoft.com/office/drawing/2014/main" id="{8A4AEE3A-B5A0-4CDB-BF50-2269FD786571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91C3856B-3E52-42DB-ACBC-13E807143D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E9E5A32D-4769-4969-B5C4-1A755BB7E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24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E85C051-C62A-4E02-82F0-4743CDF7D9CC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6F66933A-F4A7-42BC-81BD-DEA124D0E3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9F0C2216-8DC3-4DA4-A3F9-891BAA51E5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94C0A7B3-D27C-47AA-AE86-7E29B15F50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BA517305-79FE-4B75-B395-B6FFDCA591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AAC31BF-BB87-4EEE-8EEA-276059B6AA03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5" name="Group 6">
                <a:extLst>
                  <a:ext uri="{FF2B5EF4-FFF2-40B4-BE49-F238E27FC236}">
                    <a16:creationId xmlns:a16="http://schemas.microsoft.com/office/drawing/2014/main" id="{73BB3CE0-0ECB-4B16-993D-B590E7F32901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2" name="Rectangle 6">
                  <a:extLst>
                    <a:ext uri="{FF2B5EF4-FFF2-40B4-BE49-F238E27FC236}">
                      <a16:creationId xmlns:a16="http://schemas.microsoft.com/office/drawing/2014/main" id="{23B3EF1E-3A4F-48F4-AE56-51950FBDB34A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" name="Rectangle 7">
                  <a:extLst>
                    <a:ext uri="{FF2B5EF4-FFF2-40B4-BE49-F238E27FC236}">
                      <a16:creationId xmlns:a16="http://schemas.microsoft.com/office/drawing/2014/main" id="{3E9BC4FD-8E66-4FFE-A463-A456D3EC1BE9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4" name="Rectangle 8">
                  <a:extLst>
                    <a:ext uri="{FF2B5EF4-FFF2-40B4-BE49-F238E27FC236}">
                      <a16:creationId xmlns:a16="http://schemas.microsoft.com/office/drawing/2014/main" id="{F43762E6-67DB-471C-93A5-EA11DE2D6F70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6" name="Group 10">
                <a:extLst>
                  <a:ext uri="{FF2B5EF4-FFF2-40B4-BE49-F238E27FC236}">
                    <a16:creationId xmlns:a16="http://schemas.microsoft.com/office/drawing/2014/main" id="{A57B087F-3A94-4771-9F8A-FEA6A2DA8638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9" name="Rectangle 10">
                  <a:extLst>
                    <a:ext uri="{FF2B5EF4-FFF2-40B4-BE49-F238E27FC236}">
                      <a16:creationId xmlns:a16="http://schemas.microsoft.com/office/drawing/2014/main" id="{1B72D4B9-3C71-412B-9849-ADED72C955B0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0" name="Rectangle 11">
                  <a:extLst>
                    <a:ext uri="{FF2B5EF4-FFF2-40B4-BE49-F238E27FC236}">
                      <a16:creationId xmlns:a16="http://schemas.microsoft.com/office/drawing/2014/main" id="{A0A76FFB-69B0-4080-A5C5-2B97AF23E585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1" name="Rectangle 12">
                  <a:extLst>
                    <a:ext uri="{FF2B5EF4-FFF2-40B4-BE49-F238E27FC236}">
                      <a16:creationId xmlns:a16="http://schemas.microsoft.com/office/drawing/2014/main" id="{DB8831E5-328E-4FE7-9BEF-B86C33EDC414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7" name="Picture 14" descr="Picture 14">
                <a:extLst>
                  <a:ext uri="{FF2B5EF4-FFF2-40B4-BE49-F238E27FC236}">
                    <a16:creationId xmlns:a16="http://schemas.microsoft.com/office/drawing/2014/main" id="{32CBA012-5A32-4BDF-822B-126E81338E9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8" name="TextBox 14">
                <a:extLst>
                  <a:ext uri="{FF2B5EF4-FFF2-40B4-BE49-F238E27FC236}">
                    <a16:creationId xmlns:a16="http://schemas.microsoft.com/office/drawing/2014/main" id="{E7D7DA3B-7F22-44CE-88B6-9E962D2FD924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6FFDE068-C448-4274-A66F-58D6A33395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5F3D097B-E307-43A9-8752-2348E8608F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27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90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600200"/>
            <a:ext cx="3008315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2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50C3CAB-9174-4F01-B27C-E112DB3519E4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227BB530-9C97-4605-8FD5-5A17703AD9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71A33D6D-BA71-4646-903B-B286815BB6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78E137CB-8197-4898-A0DF-757CAB253A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579AC676-1ED7-49C2-B4CD-A1A43DD8B8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CD01343-0723-445D-B34F-4090F302B93A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6" name="Group 6">
                <a:extLst>
                  <a:ext uri="{FF2B5EF4-FFF2-40B4-BE49-F238E27FC236}">
                    <a16:creationId xmlns:a16="http://schemas.microsoft.com/office/drawing/2014/main" id="{D10290F3-E87B-4959-987A-FEB2BA42BE8A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3" name="Rectangle 6">
                  <a:extLst>
                    <a:ext uri="{FF2B5EF4-FFF2-40B4-BE49-F238E27FC236}">
                      <a16:creationId xmlns:a16="http://schemas.microsoft.com/office/drawing/2014/main" id="{C50B156A-F1F3-4D52-95DA-52931FAA8C49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4" name="Rectangle 7">
                  <a:extLst>
                    <a:ext uri="{FF2B5EF4-FFF2-40B4-BE49-F238E27FC236}">
                      <a16:creationId xmlns:a16="http://schemas.microsoft.com/office/drawing/2014/main" id="{A28F8E31-541D-4B40-9703-5461D8910532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5" name="Rectangle 8">
                  <a:extLst>
                    <a:ext uri="{FF2B5EF4-FFF2-40B4-BE49-F238E27FC236}">
                      <a16:creationId xmlns:a16="http://schemas.microsoft.com/office/drawing/2014/main" id="{71075D01-A656-45FD-8610-7A1F10DE8B06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7" name="Group 10">
                <a:extLst>
                  <a:ext uri="{FF2B5EF4-FFF2-40B4-BE49-F238E27FC236}">
                    <a16:creationId xmlns:a16="http://schemas.microsoft.com/office/drawing/2014/main" id="{BE16A811-CCFA-4EA5-9C10-369C8D578E7D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40" name="Rectangle 10">
                  <a:extLst>
                    <a:ext uri="{FF2B5EF4-FFF2-40B4-BE49-F238E27FC236}">
                      <a16:creationId xmlns:a16="http://schemas.microsoft.com/office/drawing/2014/main" id="{2D84DAB1-A053-421D-B486-D43B2EBB2E4F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1" name="Rectangle 11">
                  <a:extLst>
                    <a:ext uri="{FF2B5EF4-FFF2-40B4-BE49-F238E27FC236}">
                      <a16:creationId xmlns:a16="http://schemas.microsoft.com/office/drawing/2014/main" id="{05DAC5A6-24E5-47AE-83BF-F0459FB02883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2" name="Rectangle 12">
                  <a:extLst>
                    <a:ext uri="{FF2B5EF4-FFF2-40B4-BE49-F238E27FC236}">
                      <a16:creationId xmlns:a16="http://schemas.microsoft.com/office/drawing/2014/main" id="{321A1610-FB39-469A-9D8B-CF107A259D8C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8" name="Picture 14" descr="Picture 14">
                <a:extLst>
                  <a:ext uri="{FF2B5EF4-FFF2-40B4-BE49-F238E27FC236}">
                    <a16:creationId xmlns:a16="http://schemas.microsoft.com/office/drawing/2014/main" id="{9E29D63C-B053-461C-8490-642D9D2E088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9" name="TextBox 14">
                <a:extLst>
                  <a:ext uri="{FF2B5EF4-FFF2-40B4-BE49-F238E27FC236}">
                    <a16:creationId xmlns:a16="http://schemas.microsoft.com/office/drawing/2014/main" id="{8804AEC7-BDD4-459D-A22D-2226BB538972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316A8D8F-3F02-480E-85E1-806322A133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F08D8C1A-70B1-4A49-AC40-01F8878148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337" name="Title Text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1" cy="3048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1800" spc="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711825"/>
            <a:ext cx="5486401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600"/>
            </a:lvl1pPr>
            <a:lvl2pPr marL="0" indent="457200">
              <a:spcBef>
                <a:spcPts val="300"/>
              </a:spcBef>
              <a:buSzTx/>
              <a:buFontTx/>
              <a:buNone/>
              <a:defRPr sz="1600"/>
            </a:lvl2pPr>
            <a:lvl3pPr marL="0" indent="914400">
              <a:spcBef>
                <a:spcPts val="300"/>
              </a:spcBef>
              <a:buSzTx/>
              <a:buFontTx/>
              <a:buNone/>
              <a:defRPr sz="1600"/>
            </a:lvl3pPr>
            <a:lvl4pPr marL="0" indent="1371600">
              <a:spcBef>
                <a:spcPts val="300"/>
              </a:spcBef>
              <a:buSzTx/>
              <a:buFontTx/>
              <a:buNone/>
              <a:defRPr sz="1600"/>
            </a:lvl4pPr>
            <a:lvl5pPr marL="0" indent="1828800">
              <a:spcBef>
                <a:spcPts val="300"/>
              </a:spcBef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1828800"/>
            <a:ext cx="5486401" cy="3429000"/>
          </a:xfrm>
          <a:prstGeom prst="rect">
            <a:avLst/>
          </a:prstGeom>
          <a:ln w="57150">
            <a:solidFill>
              <a:srgbClr val="DCE6F2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4C52FF-101A-462E-800F-022BB52CE63F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8CEEAD4-131A-420F-BC4F-B8D910811F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3942759-5305-46F1-9EA5-AB1F17BAF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104A8E-51B2-42E7-B651-568B9D1D36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62F3D4CE-0862-4E00-B299-11A67A5904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5A1F24-1ABA-4385-8DF2-98C8D03B2CCD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30" name="Group 6"/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327" name="Rectangle 6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28" name="Rectangle 7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29" name="Rectangle 8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34" name="Group 10"/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31" name="Rectangle 10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32" name="Rectangle 11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33" name="Rectangle 12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35" name="Picture 14" descr="Picture 14"/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36" name="TextBox 14"/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778ADC1-BEF0-4061-926A-4839BEC48F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8C4D830-E082-446B-B643-5F87F72600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690160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52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435834" y="3490049"/>
            <a:ext cx="452015" cy="332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IN" sz="1559" b="1" kern="1200" dirty="0">
                <a:solidFill>
                  <a:prstClr val="white">
                    <a:lumMod val="85000"/>
                  </a:prstClr>
                </a:solidFill>
                <a:latin typeface="Helvetica Neue"/>
                <a:ea typeface="+mn-ea"/>
                <a:cs typeface="Arial" panose="020B0604020202020204" pitchFamily="34" charset="0"/>
              </a:rPr>
              <a:t>by  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95461" y="2809495"/>
            <a:ext cx="4856841" cy="65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IN" sz="2858" b="1" kern="1200" dirty="0">
                <a:solidFill>
                  <a:schemeClr val="bg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812720" y="3543728"/>
            <a:ext cx="3539582" cy="791783"/>
          </a:xfrm>
        </p:spPr>
        <p:txBody>
          <a:bodyPr>
            <a:normAutofit/>
          </a:bodyPr>
          <a:lstStyle>
            <a:lvl1pPr marL="0" indent="0">
              <a:buNone/>
              <a:defRPr sz="1299" baseline="0">
                <a:latin typeface="Helvetica Neue"/>
              </a:defRPr>
            </a:lvl1pPr>
            <a:lvl5pPr marL="1583701" indent="0">
              <a:buNone/>
              <a:defRPr/>
            </a:lvl5pPr>
          </a:lstStyle>
          <a:p>
            <a:r>
              <a:rPr lang="en-US" sz="1429" b="1" kern="1200" baseline="0" dirty="0">
                <a:solidFill>
                  <a:prstClr val="black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rPr>
              <a:t>Click to edit Presenter information</a:t>
            </a:r>
            <a:endParaRPr lang="en-IN" sz="1429" b="1" kern="1200" baseline="0" dirty="0">
              <a:solidFill>
                <a:prstClr val="black"/>
              </a:solidFill>
              <a:latin typeface="Helvetica LT Std Cond Light" panose="020B04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35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0628"/>
            <a:ext cx="9144344" cy="6858000"/>
            <a:chOff x="0" y="0"/>
            <a:chExt cx="14080068" cy="7920038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080068" cy="792003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 userDrawn="1"/>
          </p:nvSpPr>
          <p:spPr>
            <a:xfrm>
              <a:off x="8770289" y="0"/>
              <a:ext cx="5309249" cy="667910"/>
            </a:xfrm>
            <a:prstGeom prst="rect">
              <a:avLst/>
            </a:prstGeom>
            <a:gradFill flip="none" rotWithShape="1">
              <a:gsLst>
                <a:gs pos="100000">
                  <a:srgbClr val="81CFD3">
                    <a:alpha val="0"/>
                  </a:srgbClr>
                </a:gs>
                <a:gs pos="73000">
                  <a:srgbClr val="B7DEE0">
                    <a:alpha val="39000"/>
                  </a:srgbClr>
                </a:gs>
                <a:gs pos="47000">
                  <a:srgbClr val="C6E6E4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IN" sz="1237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0" y="-20628"/>
            <a:ext cx="914735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5" y="594054"/>
            <a:ext cx="7887593" cy="1325138"/>
          </a:xfrm>
        </p:spPr>
        <p:txBody>
          <a:bodyPr/>
          <a:lstStyle>
            <a:lvl1pPr>
              <a:defRPr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5" y="2053906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0" name="Google Shape;69;p14"/>
          <p:cNvPicPr preferRelativeResize="0"/>
          <p:nvPr userDrawn="1"/>
        </p:nvPicPr>
        <p:blipFill rotWithShape="1">
          <a:blip r:embed="rId3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roup 40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42" name="Rectangle 4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56" name="Rectangle 8"/>
          <p:cNvSpPr/>
          <p:nvPr userDrawn="1"/>
        </p:nvSpPr>
        <p:spPr>
          <a:xfrm>
            <a:off x="-11206" y="6532214"/>
            <a:ext cx="3787546" cy="344445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1055257" y="6540373"/>
            <a:ext cx="2881495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>
              <a:defRPr/>
            </a:pP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Prof.Gangaboraiah PhD (Stats) </a:t>
            </a:r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</a:t>
            </a:r>
            <a:endParaRPr lang="en-US" sz="1234" b="1" kern="1200" dirty="0">
              <a:solidFill>
                <a:srgbClr val="FFFF00"/>
              </a:solidFill>
              <a:latin typeface="Helvetica Neue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58" name="Slide Number Placeholder 5"/>
          <p:cNvSpPr txBox="1">
            <a:spLocks/>
          </p:cNvSpPr>
          <p:nvPr userDrawn="1"/>
        </p:nvSpPr>
        <p:spPr>
          <a:xfrm>
            <a:off x="67551" y="6542389"/>
            <a:ext cx="1336219" cy="3114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34" b="1" dirty="0">
                <a:solidFill>
                  <a:srgbClr val="FFFF00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1234" b="1" smtClean="0">
                <a:solidFill>
                  <a:srgbClr val="FFFF00"/>
                </a:solidFill>
                <a:latin typeface="Helvetica Neue"/>
              </a:rPr>
              <a:pPr>
                <a:defRPr/>
              </a:pPr>
              <a:t>‹#›</a:t>
            </a:fld>
            <a:endParaRPr lang="en-US" sz="1234" b="1" dirty="0">
              <a:solidFill>
                <a:srgbClr val="FFFF00"/>
              </a:solidFill>
              <a:latin typeface="Helvetica Neue"/>
            </a:endParaRPr>
          </a:p>
          <a:p>
            <a:endParaRPr lang="en-US" sz="1234" b="1" dirty="0">
              <a:solidFill>
                <a:srgbClr val="FFFF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angle 58"/>
          <p:cNvSpPr/>
          <p:nvPr userDrawn="1"/>
        </p:nvSpPr>
        <p:spPr>
          <a:xfrm>
            <a:off x="914339" y="6534709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srgbClr val="FFFF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60" name="Rectangle 8"/>
          <p:cNvSpPr/>
          <p:nvPr userDrawn="1"/>
        </p:nvSpPr>
        <p:spPr>
          <a:xfrm rot="10800000">
            <a:off x="5398441" y="6540185"/>
            <a:ext cx="3775972" cy="328342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510492" y="6530532"/>
            <a:ext cx="3663923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 Former Professor of Statistics    KIMS, </a:t>
            </a:r>
            <a:r>
              <a:rPr lang="en-US" sz="1234" b="1" kern="1200" dirty="0" err="1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B’lore</a:t>
            </a: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7957284" y="6519716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prstClr val="white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prstClr val="white"/>
              </a:solidFill>
              <a:latin typeface="Helvetica Neue"/>
              <a:ea typeface="+mn-ea"/>
              <a:cs typeface="+mn-cs"/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2164015" y="6507734"/>
            <a:ext cx="7010400" cy="39588"/>
            <a:chOff x="1905000" y="6553200"/>
            <a:chExt cx="7010400" cy="45719"/>
          </a:xfrm>
        </p:grpSpPr>
        <p:sp>
          <p:nvSpPr>
            <p:cNvPr id="64" name="Rectangle 6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136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/>
      <p:bldP spid="60" grpId="0" animBg="1"/>
      <p:bldP spid="61" grpId="0"/>
      <p:bldP spid="6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62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5413" y="6492350"/>
            <a:ext cx="618587" cy="365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defTabSz="628361" hangingPunct="1"/>
            <a:fld id="{6B8C2D3D-C878-45F6-BA2B-28A0B2D447D6}" type="slidenum">
              <a:rPr lang="en-IN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 hangingPunct="1"/>
              <a:t>‹#›</a:t>
            </a:fld>
            <a:endParaRPr lang="en-IN" sz="1237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LT Std Cond Light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324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213"/>
            <a:ext cx="9144344" cy="69672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67879" y="1353910"/>
            <a:ext cx="1704659" cy="25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05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895600" y="6460909"/>
            <a:ext cx="2895600" cy="3958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6460909"/>
            <a:ext cx="2895600" cy="3958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791200" y="6460909"/>
            <a:ext cx="2895600" cy="395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7" name="Content Placeholder 6"/>
          <p:cNvSpPr>
            <a:spLocks noGrp="1"/>
          </p:cNvSpPr>
          <p:nvPr>
            <p:ph sz="quarter" idx="13"/>
          </p:nvPr>
        </p:nvSpPr>
        <p:spPr>
          <a:xfrm>
            <a:off x="2133601" y="5775108"/>
            <a:ext cx="6324599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  <a:latin typeface="Helvetica Neue"/>
              </a:defRPr>
            </a:lvl1pPr>
            <a:lvl2pPr>
              <a:defRPr>
                <a:latin typeface="Helvetica Neue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133601" y="4173321"/>
            <a:ext cx="6324600" cy="1524000"/>
          </a:xfrm>
        </p:spPr>
        <p:txBody>
          <a:bodyPr>
            <a:noAutofit/>
          </a:bodyPr>
          <a:lstStyle>
            <a:lvl1pPr algn="l">
              <a:lnSpc>
                <a:spcPts val="3001"/>
              </a:lnSpc>
              <a:defRPr sz="3301" baseline="0">
                <a:solidFill>
                  <a:schemeClr val="bg1"/>
                </a:solidFill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9" name="Group 11"/>
          <p:cNvGrpSpPr>
            <a:grpSpLocks/>
          </p:cNvGrpSpPr>
          <p:nvPr userDrawn="1"/>
        </p:nvGrpSpPr>
        <p:grpSpPr bwMode="auto">
          <a:xfrm>
            <a:off x="113836" y="5617322"/>
            <a:ext cx="1791165" cy="718563"/>
            <a:chOff x="76200" y="2130620"/>
            <a:chExt cx="1791165" cy="718565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130620"/>
              <a:ext cx="1791165" cy="4270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2175" b="1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95482" y="2616941"/>
              <a:ext cx="1752601" cy="23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909" kern="1200" spc="-112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pic>
        <p:nvPicPr>
          <p:cNvPr id="1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242" y="1"/>
            <a:ext cx="9199242" cy="64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2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5" grpId="0" animBg="1"/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 userDrawn="1"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2" descr="Large confetti"/>
          <p:cNvSpPr>
            <a:spLocks noChangeArrowheads="1"/>
          </p:cNvSpPr>
          <p:nvPr userDrawn="1"/>
        </p:nvSpPr>
        <p:spPr bwMode="ltGray">
          <a:xfrm>
            <a:off x="402608" y="546413"/>
            <a:ext cx="8022058" cy="1462600"/>
          </a:xfrm>
          <a:prstGeom prst="rect">
            <a:avLst/>
          </a:prstGeom>
          <a:pattFill prst="lgConfetti">
            <a:fgClr>
              <a:srgbClr val="0000FF">
                <a:alpha val="50000"/>
              </a:srgbClr>
            </a:fgClr>
            <a:bgClr>
              <a:srgbClr val="FF0000"/>
            </a:bgClr>
          </a:patt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569150" y="703389"/>
            <a:ext cx="7578382" cy="1175036"/>
          </a:xfrm>
          <a:pattFill prst="lgConfetti">
            <a:fgClr>
              <a:schemeClr val="accent2"/>
            </a:fgClr>
            <a:bgClr>
              <a:srgbClr val="C00000"/>
            </a:bgClr>
          </a:pattFill>
        </p:spPr>
        <p:txBody>
          <a:bodyPr anchor="ctr">
            <a:normAutofit/>
          </a:bodyPr>
          <a:lstStyle>
            <a:lvl1pPr algn="ctr">
              <a:defRPr sz="350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6" name="AutoShape 6"/>
          <p:cNvSpPr>
            <a:spLocks noChangeArrowheads="1"/>
          </p:cNvSpPr>
          <p:nvPr userDrawn="1"/>
        </p:nvSpPr>
        <p:spPr bwMode="ltGray">
          <a:xfrm flipH="1">
            <a:off x="8394974" y="377335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8" name="AutoShape 3"/>
          <p:cNvSpPr>
            <a:spLocks noChangeArrowheads="1"/>
          </p:cNvSpPr>
          <p:nvPr userDrawn="1"/>
        </p:nvSpPr>
        <p:spPr bwMode="ltGray">
          <a:xfrm flipV="1">
            <a:off x="254143" y="535693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 userDrawn="1"/>
        </p:nvSpPr>
        <p:spPr bwMode="ltGray">
          <a:xfrm flipV="1">
            <a:off x="254143" y="1960902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0" name="AutoShape 6"/>
          <p:cNvSpPr>
            <a:spLocks noChangeArrowheads="1"/>
          </p:cNvSpPr>
          <p:nvPr userDrawn="1"/>
        </p:nvSpPr>
        <p:spPr bwMode="ltGray">
          <a:xfrm flipH="1">
            <a:off x="384429" y="393088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87113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1" y="1752601"/>
            <a:ext cx="7772400" cy="1829761"/>
          </a:xfrm>
        </p:spPr>
        <p:txBody>
          <a:bodyPr anchor="b"/>
          <a:lstStyle>
            <a:lvl1pPr algn="r">
              <a:defRPr sz="3601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1" y="3611607"/>
            <a:ext cx="7772400" cy="1199704"/>
          </a:xfrm>
        </p:spPr>
        <p:txBody>
          <a:bodyPr lIns="45720" rIns="45720"/>
          <a:lstStyle>
            <a:lvl1pPr marL="0" marR="48013" indent="0" algn="r">
              <a:buNone/>
              <a:defRPr>
                <a:solidFill>
                  <a:schemeClr val="tx2"/>
                </a:solidFill>
              </a:defRPr>
            </a:lvl1pPr>
            <a:lvl2pPr marL="342949" indent="0" algn="ctr">
              <a:buNone/>
            </a:lvl2pPr>
            <a:lvl3pPr marL="685899" indent="0" algn="ctr">
              <a:buNone/>
            </a:lvl3pPr>
            <a:lvl4pPr marL="1028848" indent="0" algn="ctr">
              <a:buNone/>
            </a:lvl4pPr>
            <a:lvl5pPr marL="1371797" indent="0" algn="ctr">
              <a:buNone/>
            </a:lvl5pPr>
            <a:lvl6pPr marL="1714746" indent="0" algn="ctr">
              <a:buNone/>
            </a:lvl6pPr>
            <a:lvl7pPr marL="2057695" indent="0" algn="ctr">
              <a:buNone/>
            </a:lvl7pPr>
            <a:lvl8pPr marL="2400644" indent="0" algn="ctr">
              <a:buNone/>
            </a:lvl8pPr>
            <a:lvl9pPr marL="2743593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39999"/>
      </p:ext>
    </p:extLst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" y="68053"/>
            <a:ext cx="6646034" cy="7668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3818-258A-912C-C224-307F181320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26D3FDC-056C-4670-770B-1B8929619AF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481830"/>
            <a:ext cx="70397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EB547F-9834-86B2-13E7-E00FB1AE5EE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177172-98A9-162A-03C0-278D3680AAB0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8C58DF-09DB-7C10-77EE-BE0B84EEA81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198B0C-16CD-43B4-7D64-66FB559B6F48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91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1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1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42614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28361" hangingPunct="1">
              <a:defRPr/>
            </a:pPr>
            <a:r>
              <a:rPr lang="en-US" sz="2169" b="1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69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1" y="1171577"/>
            <a:ext cx="1905000" cy="23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28361" eaLnBrk="1" hangingPunct="1">
              <a:defRPr/>
            </a:pPr>
            <a:r>
              <a:rPr lang="en-US" sz="898" kern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2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42"/>
              </a:lnSpc>
              <a:spcBef>
                <a:spcPts val="0"/>
              </a:spcBef>
              <a:buNone/>
              <a:defRPr sz="2992" b="1" spc="-112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86304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570083"/>
            <a:ext cx="9147360" cy="6287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9290" tIns="29645" rIns="59290" bIns="29645" rtlCol="0" anchor="ctr"/>
          <a:lstStyle/>
          <a:p>
            <a:pPr algn="ctr" defTabSz="628361" hangingPunct="1"/>
            <a:endParaRPr lang="en-IN" sz="1200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7" y="662294"/>
            <a:ext cx="7887593" cy="1193804"/>
          </a:xfrm>
        </p:spPr>
        <p:txBody>
          <a:bodyPr>
            <a:normAutofit/>
          </a:bodyPr>
          <a:lstStyle>
            <a:lvl1pPr>
              <a:defRPr sz="3301">
                <a:latin typeface="Helvetica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7" y="1999314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160D3-14E8-0FE4-61E7-52D30563B4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55348F41-C1A4-BAD9-8E38-70CA5C5958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381060"/>
            <a:ext cx="7039712" cy="49213"/>
            <a:chOff x="2083888" y="6550671"/>
            <a:chExt cx="7060112" cy="486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ADAC8-A56A-B866-F70F-47AFDF5EC94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28A5DC-1B20-577D-D389-C8A53B8E1043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D29827-C9B9-09AC-05A7-2F569E629B01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01CE30C8-DEE6-DB76-3AFA-99ADC257D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928793" y="0"/>
            <a:ext cx="2187741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9F0AAF0-CC53-359D-B57F-AE42A09FBB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920716"/>
            <a:ext cx="6990639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DB9F1E-820C-4751-4F09-A5C9D523048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D7C2-05DD-E4AE-B52B-C5F93A1FF5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407CE-8E07-F144-63FF-43ECAC3F0C8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1FC5AF-9DF5-6A9E-7577-D42EC01E571B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79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6112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435834" y="3490049"/>
            <a:ext cx="452015" cy="332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IN" sz="1559" b="1" kern="1200" dirty="0">
                <a:solidFill>
                  <a:prstClr val="white">
                    <a:lumMod val="85000"/>
                  </a:prstClr>
                </a:solidFill>
                <a:latin typeface="Helvetica Neue"/>
                <a:ea typeface="+mn-ea"/>
                <a:cs typeface="Arial" panose="020B0604020202020204" pitchFamily="34" charset="0"/>
              </a:rPr>
              <a:t>by  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95461" y="2809495"/>
            <a:ext cx="4856841" cy="65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IN" sz="2858" b="1" kern="1200" dirty="0">
                <a:solidFill>
                  <a:schemeClr val="bg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812720" y="3543728"/>
            <a:ext cx="3539582" cy="791783"/>
          </a:xfrm>
        </p:spPr>
        <p:txBody>
          <a:bodyPr>
            <a:normAutofit/>
          </a:bodyPr>
          <a:lstStyle>
            <a:lvl1pPr marL="0" indent="0">
              <a:buNone/>
              <a:defRPr sz="1299" baseline="0">
                <a:latin typeface="Helvetica Neue"/>
              </a:defRPr>
            </a:lvl1pPr>
            <a:lvl5pPr marL="1583701" indent="0">
              <a:buNone/>
              <a:defRPr/>
            </a:lvl5pPr>
          </a:lstStyle>
          <a:p>
            <a:r>
              <a:rPr lang="en-US" sz="1429" b="1" kern="1200" baseline="0" dirty="0">
                <a:solidFill>
                  <a:prstClr val="black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rPr>
              <a:t>Click to edit Presenter information</a:t>
            </a:r>
            <a:endParaRPr lang="en-IN" sz="1429" b="1" kern="1200" baseline="0" dirty="0">
              <a:solidFill>
                <a:prstClr val="black"/>
              </a:solidFill>
              <a:latin typeface="Helvetica LT Std Cond Light" panose="020B04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9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0628"/>
            <a:ext cx="9144344" cy="6858000"/>
            <a:chOff x="0" y="0"/>
            <a:chExt cx="14080068" cy="7920038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080068" cy="792003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 userDrawn="1"/>
          </p:nvSpPr>
          <p:spPr>
            <a:xfrm>
              <a:off x="8770289" y="0"/>
              <a:ext cx="5309249" cy="667910"/>
            </a:xfrm>
            <a:prstGeom prst="rect">
              <a:avLst/>
            </a:prstGeom>
            <a:gradFill flip="none" rotWithShape="1">
              <a:gsLst>
                <a:gs pos="100000">
                  <a:srgbClr val="81CFD3">
                    <a:alpha val="0"/>
                  </a:srgbClr>
                </a:gs>
                <a:gs pos="73000">
                  <a:srgbClr val="B7DEE0">
                    <a:alpha val="39000"/>
                  </a:srgbClr>
                </a:gs>
                <a:gs pos="47000">
                  <a:srgbClr val="C6E6E4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IN" sz="1237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0" y="-20628"/>
            <a:ext cx="914735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5" y="594054"/>
            <a:ext cx="7887593" cy="1325138"/>
          </a:xfrm>
        </p:spPr>
        <p:txBody>
          <a:bodyPr/>
          <a:lstStyle>
            <a:lvl1pPr>
              <a:defRPr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5" y="2053906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0" name="Google Shape;69;p14"/>
          <p:cNvPicPr preferRelativeResize="0"/>
          <p:nvPr userDrawn="1"/>
        </p:nvPicPr>
        <p:blipFill rotWithShape="1">
          <a:blip r:embed="rId3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roup 40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42" name="Rectangle 4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56" name="Rectangle 8"/>
          <p:cNvSpPr/>
          <p:nvPr userDrawn="1"/>
        </p:nvSpPr>
        <p:spPr>
          <a:xfrm>
            <a:off x="-11206" y="6532214"/>
            <a:ext cx="3787546" cy="344445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1055257" y="6540373"/>
            <a:ext cx="2881495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>
              <a:defRPr/>
            </a:pP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Prof.Gangaboraiah PhD (Stats) </a:t>
            </a:r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</a:t>
            </a:r>
            <a:endParaRPr lang="en-US" sz="1234" b="1" kern="1200" dirty="0">
              <a:solidFill>
                <a:srgbClr val="FFFF00"/>
              </a:solidFill>
              <a:latin typeface="Helvetica Neue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58" name="Slide Number Placeholder 5"/>
          <p:cNvSpPr txBox="1">
            <a:spLocks/>
          </p:cNvSpPr>
          <p:nvPr userDrawn="1"/>
        </p:nvSpPr>
        <p:spPr>
          <a:xfrm>
            <a:off x="67551" y="6542389"/>
            <a:ext cx="1336219" cy="3114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34" b="1" dirty="0">
                <a:solidFill>
                  <a:srgbClr val="FFFF00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1234" b="1" smtClean="0">
                <a:solidFill>
                  <a:srgbClr val="FFFF00"/>
                </a:solidFill>
                <a:latin typeface="Helvetica Neue"/>
              </a:rPr>
              <a:pPr>
                <a:defRPr/>
              </a:pPr>
              <a:t>‹#›</a:t>
            </a:fld>
            <a:endParaRPr lang="en-US" sz="1234" b="1" dirty="0">
              <a:solidFill>
                <a:srgbClr val="FFFF00"/>
              </a:solidFill>
              <a:latin typeface="Helvetica Neue"/>
            </a:endParaRPr>
          </a:p>
          <a:p>
            <a:endParaRPr lang="en-US" sz="1234" b="1" dirty="0">
              <a:solidFill>
                <a:srgbClr val="FFFF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angle 58"/>
          <p:cNvSpPr/>
          <p:nvPr userDrawn="1"/>
        </p:nvSpPr>
        <p:spPr>
          <a:xfrm>
            <a:off x="914339" y="6534709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srgbClr val="FFFF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60" name="Rectangle 8"/>
          <p:cNvSpPr/>
          <p:nvPr userDrawn="1"/>
        </p:nvSpPr>
        <p:spPr>
          <a:xfrm rot="10800000">
            <a:off x="5398441" y="6540185"/>
            <a:ext cx="3775972" cy="328342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510492" y="6530532"/>
            <a:ext cx="3663923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 Former Professor of Statistics    KIMS, </a:t>
            </a:r>
            <a:r>
              <a:rPr lang="en-US" sz="1234" b="1" kern="1200" dirty="0" err="1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B’lore</a:t>
            </a: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7957284" y="6519716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prstClr val="white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prstClr val="white"/>
              </a:solidFill>
              <a:latin typeface="Helvetica Neue"/>
              <a:ea typeface="+mn-ea"/>
              <a:cs typeface="+mn-cs"/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2164015" y="6507734"/>
            <a:ext cx="7010400" cy="39588"/>
            <a:chOff x="1905000" y="6553200"/>
            <a:chExt cx="7010400" cy="45719"/>
          </a:xfrm>
        </p:grpSpPr>
        <p:sp>
          <p:nvSpPr>
            <p:cNvPr id="64" name="Rectangle 6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268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/>
      <p:bldP spid="60" grpId="0" animBg="1"/>
      <p:bldP spid="61" grpId="0"/>
      <p:bldP spid="62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5430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5413" y="6492350"/>
            <a:ext cx="618587" cy="365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defTabSz="628361" hangingPunct="1"/>
            <a:fld id="{6B8C2D3D-C878-45F6-BA2B-28A0B2D447D6}" type="slidenum">
              <a:rPr lang="en-IN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 hangingPunct="1"/>
              <a:t>‹#›</a:t>
            </a:fld>
            <a:endParaRPr lang="en-IN" sz="1237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LT Std Cond Light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18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213"/>
            <a:ext cx="9144344" cy="69672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67879" y="1353910"/>
            <a:ext cx="1704659" cy="25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392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>
          <a:xfrm>
            <a:off x="5715000" y="6477001"/>
            <a:ext cx="19192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038600" y="5791201"/>
            <a:ext cx="23510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8647113" y="6408739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 defTabSz="628361"/>
            <a:fld id="{060B38E0-7E21-49E3-8C31-904BE8B04656}" type="slidenum">
              <a:rPr lang="en-US" altLang="en-US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/>
              <a:t>‹#›</a:t>
            </a:fld>
            <a:endParaRPr lang="en-US" alt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528450"/>
      </p:ext>
    </p:extLst>
  </p:cSld>
  <p:clrMapOvr>
    <a:masterClrMapping/>
  </p:clrMapOvr>
  <p:transition spd="slow">
    <p:pull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895600" y="6460909"/>
            <a:ext cx="2895600" cy="3958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6460909"/>
            <a:ext cx="2895600" cy="3958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791200" y="6460909"/>
            <a:ext cx="2895600" cy="395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7" name="Content Placeholder 6"/>
          <p:cNvSpPr>
            <a:spLocks noGrp="1"/>
          </p:cNvSpPr>
          <p:nvPr>
            <p:ph sz="quarter" idx="13"/>
          </p:nvPr>
        </p:nvSpPr>
        <p:spPr>
          <a:xfrm>
            <a:off x="2133601" y="5775108"/>
            <a:ext cx="6324599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  <a:latin typeface="Helvetica Neue"/>
              </a:defRPr>
            </a:lvl1pPr>
            <a:lvl2pPr>
              <a:defRPr>
                <a:latin typeface="Helvetica Neue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133601" y="4173321"/>
            <a:ext cx="6324600" cy="1524000"/>
          </a:xfrm>
        </p:spPr>
        <p:txBody>
          <a:bodyPr>
            <a:noAutofit/>
          </a:bodyPr>
          <a:lstStyle>
            <a:lvl1pPr algn="l">
              <a:lnSpc>
                <a:spcPts val="3001"/>
              </a:lnSpc>
              <a:defRPr sz="3301" baseline="0">
                <a:solidFill>
                  <a:schemeClr val="bg1"/>
                </a:solidFill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9" name="Group 11"/>
          <p:cNvGrpSpPr>
            <a:grpSpLocks/>
          </p:cNvGrpSpPr>
          <p:nvPr userDrawn="1"/>
        </p:nvGrpSpPr>
        <p:grpSpPr bwMode="auto">
          <a:xfrm>
            <a:off x="113836" y="5617322"/>
            <a:ext cx="1791165" cy="718563"/>
            <a:chOff x="76200" y="2130620"/>
            <a:chExt cx="1791165" cy="718565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130620"/>
              <a:ext cx="1791165" cy="4270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2175" b="1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95482" y="2616941"/>
              <a:ext cx="1752601" cy="23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909" kern="1200" spc="-112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pic>
        <p:nvPicPr>
          <p:cNvPr id="1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242" y="1"/>
            <a:ext cx="9199242" cy="64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5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5" grpId="0" animBg="1"/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 userDrawn="1"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2" descr="Large confetti"/>
          <p:cNvSpPr>
            <a:spLocks noChangeArrowheads="1"/>
          </p:cNvSpPr>
          <p:nvPr userDrawn="1"/>
        </p:nvSpPr>
        <p:spPr bwMode="ltGray">
          <a:xfrm>
            <a:off x="402608" y="546413"/>
            <a:ext cx="8022058" cy="1462600"/>
          </a:xfrm>
          <a:prstGeom prst="rect">
            <a:avLst/>
          </a:prstGeom>
          <a:pattFill prst="lgConfetti">
            <a:fgClr>
              <a:srgbClr val="0000FF">
                <a:alpha val="50000"/>
              </a:srgbClr>
            </a:fgClr>
            <a:bgClr>
              <a:srgbClr val="FF0000"/>
            </a:bgClr>
          </a:patt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569150" y="703389"/>
            <a:ext cx="7578382" cy="1175036"/>
          </a:xfrm>
          <a:pattFill prst="lgConfetti">
            <a:fgClr>
              <a:schemeClr val="accent2"/>
            </a:fgClr>
            <a:bgClr>
              <a:srgbClr val="C00000"/>
            </a:bgClr>
          </a:pattFill>
        </p:spPr>
        <p:txBody>
          <a:bodyPr anchor="ctr">
            <a:normAutofit/>
          </a:bodyPr>
          <a:lstStyle>
            <a:lvl1pPr algn="ctr">
              <a:defRPr sz="350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6" name="AutoShape 6"/>
          <p:cNvSpPr>
            <a:spLocks noChangeArrowheads="1"/>
          </p:cNvSpPr>
          <p:nvPr userDrawn="1"/>
        </p:nvSpPr>
        <p:spPr bwMode="ltGray">
          <a:xfrm flipH="1">
            <a:off x="8394974" y="377335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8" name="AutoShape 3"/>
          <p:cNvSpPr>
            <a:spLocks noChangeArrowheads="1"/>
          </p:cNvSpPr>
          <p:nvPr userDrawn="1"/>
        </p:nvSpPr>
        <p:spPr bwMode="ltGray">
          <a:xfrm flipV="1">
            <a:off x="254143" y="535693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 userDrawn="1"/>
        </p:nvSpPr>
        <p:spPr bwMode="ltGray">
          <a:xfrm flipV="1">
            <a:off x="254143" y="1960902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0" name="AutoShape 6"/>
          <p:cNvSpPr>
            <a:spLocks noChangeArrowheads="1"/>
          </p:cNvSpPr>
          <p:nvPr userDrawn="1"/>
        </p:nvSpPr>
        <p:spPr bwMode="ltGray">
          <a:xfrm flipH="1">
            <a:off x="384429" y="393088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0189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1" y="1752601"/>
            <a:ext cx="7772400" cy="1829761"/>
          </a:xfrm>
        </p:spPr>
        <p:txBody>
          <a:bodyPr anchor="b"/>
          <a:lstStyle>
            <a:lvl1pPr algn="r">
              <a:defRPr sz="3601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1" y="3611607"/>
            <a:ext cx="7772400" cy="1199704"/>
          </a:xfrm>
        </p:spPr>
        <p:txBody>
          <a:bodyPr lIns="45720" rIns="45720"/>
          <a:lstStyle>
            <a:lvl1pPr marL="0" marR="48013" indent="0" algn="r">
              <a:buNone/>
              <a:defRPr>
                <a:solidFill>
                  <a:schemeClr val="tx2"/>
                </a:solidFill>
              </a:defRPr>
            </a:lvl1pPr>
            <a:lvl2pPr marL="342949" indent="0" algn="ctr">
              <a:buNone/>
            </a:lvl2pPr>
            <a:lvl3pPr marL="685899" indent="0" algn="ctr">
              <a:buNone/>
            </a:lvl3pPr>
            <a:lvl4pPr marL="1028848" indent="0" algn="ctr">
              <a:buNone/>
            </a:lvl4pPr>
            <a:lvl5pPr marL="1371797" indent="0" algn="ctr">
              <a:buNone/>
            </a:lvl5pPr>
            <a:lvl6pPr marL="1714746" indent="0" algn="ctr">
              <a:buNone/>
            </a:lvl6pPr>
            <a:lvl7pPr marL="2057695" indent="0" algn="ctr">
              <a:buNone/>
            </a:lvl7pPr>
            <a:lvl8pPr marL="2400644" indent="0" algn="ctr">
              <a:buNone/>
            </a:lvl8pPr>
            <a:lvl9pPr marL="2743593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05380370"/>
      </p:ext>
    </p:extLst>
  </p:cSld>
  <p:clrMapOvr>
    <a:masterClrMapping/>
  </p:clrMapOvr>
  <p:transition spd="slow">
    <p:pull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" y="68053"/>
            <a:ext cx="6646034" cy="7668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3818-258A-912C-C224-307F181320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26D3FDC-056C-4670-770B-1B8929619AF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481830"/>
            <a:ext cx="70397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EB547F-9834-86B2-13E7-E00FB1AE5EE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177172-98A9-162A-03C0-278D3680AAB0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8C58DF-09DB-7C10-77EE-BE0B84EEA81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198B0C-16CD-43B4-7D64-66FB559B6F48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15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1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1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42614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28361" hangingPunct="1">
              <a:defRPr/>
            </a:pPr>
            <a:r>
              <a:rPr lang="en-US" sz="2169" b="1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69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1" y="1171577"/>
            <a:ext cx="1905000" cy="23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28361" eaLnBrk="1" hangingPunct="1">
              <a:defRPr/>
            </a:pPr>
            <a:r>
              <a:rPr lang="en-US" sz="898" kern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2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42"/>
              </a:lnSpc>
              <a:spcBef>
                <a:spcPts val="0"/>
              </a:spcBef>
              <a:buNone/>
              <a:defRPr sz="2992" b="1" spc="-112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848692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570083"/>
            <a:ext cx="9147360" cy="6287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9290" tIns="29645" rIns="59290" bIns="29645" rtlCol="0" anchor="ctr"/>
          <a:lstStyle/>
          <a:p>
            <a:pPr algn="ctr" defTabSz="628361" hangingPunct="1"/>
            <a:endParaRPr lang="en-IN" sz="1200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7" y="662294"/>
            <a:ext cx="7887593" cy="1193804"/>
          </a:xfrm>
        </p:spPr>
        <p:txBody>
          <a:bodyPr>
            <a:normAutofit/>
          </a:bodyPr>
          <a:lstStyle>
            <a:lvl1pPr>
              <a:defRPr sz="3301">
                <a:latin typeface="Helvetica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7" y="1999314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160D3-14E8-0FE4-61E7-52D30563B4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55348F41-C1A4-BAD9-8E38-70CA5C5958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381060"/>
            <a:ext cx="7039712" cy="49213"/>
            <a:chOff x="2083888" y="6550671"/>
            <a:chExt cx="7060112" cy="486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ADAC8-A56A-B866-F70F-47AFDF5EC94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28A5DC-1B20-577D-D389-C8A53B8E1043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D29827-C9B9-09AC-05A7-2F569E629B01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01CE30C8-DEE6-DB76-3AFA-99ADC257D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928793" y="0"/>
            <a:ext cx="2187741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9F0AAF0-CC53-359D-B57F-AE42A09FBB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920716"/>
            <a:ext cx="6990639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DB9F1E-820C-4751-4F09-A5C9D523048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D7C2-05DD-E4AE-B52B-C5F93A1FF5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407CE-8E07-F144-63FF-43ECAC3F0C8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1FC5AF-9DF5-6A9E-7577-D42EC01E571B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82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0349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435834" y="3490049"/>
            <a:ext cx="452015" cy="332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IN" sz="1559" b="1" kern="1200" dirty="0">
                <a:solidFill>
                  <a:prstClr val="white">
                    <a:lumMod val="85000"/>
                  </a:prstClr>
                </a:solidFill>
                <a:latin typeface="Helvetica Neue"/>
                <a:ea typeface="+mn-ea"/>
                <a:cs typeface="Arial" panose="020B0604020202020204" pitchFamily="34" charset="0"/>
              </a:rPr>
              <a:t>by  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95461" y="2809495"/>
            <a:ext cx="4856841" cy="65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IN" sz="2858" b="1" kern="1200" dirty="0">
                <a:solidFill>
                  <a:schemeClr val="bg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812720" y="3543728"/>
            <a:ext cx="3539582" cy="791783"/>
          </a:xfrm>
        </p:spPr>
        <p:txBody>
          <a:bodyPr>
            <a:normAutofit/>
          </a:bodyPr>
          <a:lstStyle>
            <a:lvl1pPr marL="0" indent="0">
              <a:buNone/>
              <a:defRPr sz="1299" baseline="0">
                <a:latin typeface="Helvetica Neue"/>
              </a:defRPr>
            </a:lvl1pPr>
            <a:lvl5pPr marL="1583701" indent="0">
              <a:buNone/>
              <a:defRPr/>
            </a:lvl5pPr>
          </a:lstStyle>
          <a:p>
            <a:r>
              <a:rPr lang="en-US" sz="1429" b="1" kern="1200" baseline="0" dirty="0">
                <a:solidFill>
                  <a:prstClr val="black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rPr>
              <a:t>Click to edit Presenter information</a:t>
            </a:r>
            <a:endParaRPr lang="en-IN" sz="1429" b="1" kern="1200" baseline="0" dirty="0">
              <a:solidFill>
                <a:prstClr val="black"/>
              </a:solidFill>
              <a:latin typeface="Helvetica LT Std Cond Light" panose="020B04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8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0628"/>
            <a:ext cx="9144344" cy="6858000"/>
            <a:chOff x="0" y="0"/>
            <a:chExt cx="14080068" cy="7920038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080068" cy="792003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 userDrawn="1"/>
          </p:nvSpPr>
          <p:spPr>
            <a:xfrm>
              <a:off x="8770289" y="0"/>
              <a:ext cx="5309249" cy="667910"/>
            </a:xfrm>
            <a:prstGeom prst="rect">
              <a:avLst/>
            </a:prstGeom>
            <a:gradFill flip="none" rotWithShape="1">
              <a:gsLst>
                <a:gs pos="100000">
                  <a:srgbClr val="81CFD3">
                    <a:alpha val="0"/>
                  </a:srgbClr>
                </a:gs>
                <a:gs pos="73000">
                  <a:srgbClr val="B7DEE0">
                    <a:alpha val="39000"/>
                  </a:srgbClr>
                </a:gs>
                <a:gs pos="47000">
                  <a:srgbClr val="C6E6E4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IN" sz="1237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0" y="-20628"/>
            <a:ext cx="914735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5" y="594054"/>
            <a:ext cx="7887593" cy="1325138"/>
          </a:xfrm>
        </p:spPr>
        <p:txBody>
          <a:bodyPr/>
          <a:lstStyle>
            <a:lvl1pPr>
              <a:defRPr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5" y="2053906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0" name="Google Shape;69;p14"/>
          <p:cNvPicPr preferRelativeResize="0"/>
          <p:nvPr userDrawn="1"/>
        </p:nvPicPr>
        <p:blipFill rotWithShape="1">
          <a:blip r:embed="rId3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roup 40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42" name="Rectangle 4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56" name="Rectangle 8"/>
          <p:cNvSpPr/>
          <p:nvPr userDrawn="1"/>
        </p:nvSpPr>
        <p:spPr>
          <a:xfrm>
            <a:off x="-11206" y="6532214"/>
            <a:ext cx="3787546" cy="344445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1055257" y="6540373"/>
            <a:ext cx="2881495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>
              <a:defRPr/>
            </a:pP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Prof.Gangaboraiah PhD (Stats) </a:t>
            </a:r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</a:t>
            </a:r>
            <a:endParaRPr lang="en-US" sz="1234" b="1" kern="1200" dirty="0">
              <a:solidFill>
                <a:srgbClr val="FFFF00"/>
              </a:solidFill>
              <a:latin typeface="Helvetica Neue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58" name="Slide Number Placeholder 5"/>
          <p:cNvSpPr txBox="1">
            <a:spLocks/>
          </p:cNvSpPr>
          <p:nvPr userDrawn="1"/>
        </p:nvSpPr>
        <p:spPr>
          <a:xfrm>
            <a:off x="67551" y="6542389"/>
            <a:ext cx="1336219" cy="3114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34" b="1" dirty="0">
                <a:solidFill>
                  <a:srgbClr val="FFFF00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1234" b="1" smtClean="0">
                <a:solidFill>
                  <a:srgbClr val="FFFF00"/>
                </a:solidFill>
                <a:latin typeface="Helvetica Neue"/>
              </a:rPr>
              <a:pPr>
                <a:defRPr/>
              </a:pPr>
              <a:t>‹#›</a:t>
            </a:fld>
            <a:endParaRPr lang="en-US" sz="1234" b="1" dirty="0">
              <a:solidFill>
                <a:srgbClr val="FFFF00"/>
              </a:solidFill>
              <a:latin typeface="Helvetica Neue"/>
            </a:endParaRPr>
          </a:p>
          <a:p>
            <a:endParaRPr lang="en-US" sz="1234" b="1" dirty="0">
              <a:solidFill>
                <a:srgbClr val="FFFF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angle 58"/>
          <p:cNvSpPr/>
          <p:nvPr userDrawn="1"/>
        </p:nvSpPr>
        <p:spPr>
          <a:xfrm>
            <a:off x="914339" y="6534709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srgbClr val="FFFF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60" name="Rectangle 8"/>
          <p:cNvSpPr/>
          <p:nvPr userDrawn="1"/>
        </p:nvSpPr>
        <p:spPr>
          <a:xfrm rot="10800000">
            <a:off x="5398441" y="6540185"/>
            <a:ext cx="3775972" cy="328342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510492" y="6530532"/>
            <a:ext cx="3663923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 Former Professor of Statistics    KIMS, </a:t>
            </a:r>
            <a:r>
              <a:rPr lang="en-US" sz="1234" b="1" kern="1200" dirty="0" err="1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B’lore</a:t>
            </a: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7957284" y="6519716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prstClr val="white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prstClr val="white"/>
              </a:solidFill>
              <a:latin typeface="Helvetica Neue"/>
              <a:ea typeface="+mn-ea"/>
              <a:cs typeface="+mn-cs"/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2164015" y="6507734"/>
            <a:ext cx="7010400" cy="39588"/>
            <a:chOff x="1905000" y="6553200"/>
            <a:chExt cx="7010400" cy="45719"/>
          </a:xfrm>
        </p:grpSpPr>
        <p:sp>
          <p:nvSpPr>
            <p:cNvPr id="64" name="Rectangle 6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19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/>
      <p:bldP spid="60" grpId="0" animBg="1"/>
      <p:bldP spid="61" grpId="0"/>
      <p:bldP spid="62" grpId="0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852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5413" y="6492350"/>
            <a:ext cx="618587" cy="365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defTabSz="628361" hangingPunct="1"/>
            <a:fld id="{6B8C2D3D-C878-45F6-BA2B-28A0B2D447D6}" type="slidenum">
              <a:rPr lang="en-IN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 hangingPunct="1"/>
              <a:t>‹#›</a:t>
            </a:fld>
            <a:endParaRPr lang="en-IN" sz="1237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LT Std Cond Light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0964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213"/>
            <a:ext cx="9144344" cy="69672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67879" y="1353910"/>
            <a:ext cx="1704659" cy="25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108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>
          <a:xfrm>
            <a:off x="5715000" y="6477001"/>
            <a:ext cx="19192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038600" y="5791201"/>
            <a:ext cx="23510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8647113" y="6408739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 defTabSz="628361"/>
            <a:fld id="{060B38E0-7E21-49E3-8C31-904BE8B04656}" type="slidenum">
              <a:rPr lang="en-US" altLang="en-US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/>
              <a:t>‹#›</a:t>
            </a:fld>
            <a:endParaRPr lang="en-US" alt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449904"/>
      </p:ext>
    </p:extLst>
  </p:cSld>
  <p:clrMapOvr>
    <a:masterClrMapping/>
  </p:clrMapOvr>
  <p:transition spd="slow">
    <p:pull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895600" y="6460909"/>
            <a:ext cx="2895600" cy="3958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6460909"/>
            <a:ext cx="2895600" cy="3958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791200" y="6460909"/>
            <a:ext cx="2895600" cy="395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7" name="Content Placeholder 6"/>
          <p:cNvSpPr>
            <a:spLocks noGrp="1"/>
          </p:cNvSpPr>
          <p:nvPr>
            <p:ph sz="quarter" idx="13"/>
          </p:nvPr>
        </p:nvSpPr>
        <p:spPr>
          <a:xfrm>
            <a:off x="2133601" y="5775108"/>
            <a:ext cx="6324599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  <a:latin typeface="Helvetica Neue"/>
              </a:defRPr>
            </a:lvl1pPr>
            <a:lvl2pPr>
              <a:defRPr>
                <a:latin typeface="Helvetica Neue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133601" y="4173321"/>
            <a:ext cx="6324600" cy="1524000"/>
          </a:xfrm>
        </p:spPr>
        <p:txBody>
          <a:bodyPr>
            <a:noAutofit/>
          </a:bodyPr>
          <a:lstStyle>
            <a:lvl1pPr algn="l">
              <a:lnSpc>
                <a:spcPts val="3001"/>
              </a:lnSpc>
              <a:defRPr sz="3301" baseline="0">
                <a:solidFill>
                  <a:schemeClr val="bg1"/>
                </a:solidFill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9" name="Group 11"/>
          <p:cNvGrpSpPr>
            <a:grpSpLocks/>
          </p:cNvGrpSpPr>
          <p:nvPr userDrawn="1"/>
        </p:nvGrpSpPr>
        <p:grpSpPr bwMode="auto">
          <a:xfrm>
            <a:off x="113836" y="5617322"/>
            <a:ext cx="1791165" cy="718563"/>
            <a:chOff x="76200" y="2130620"/>
            <a:chExt cx="1791165" cy="718565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130620"/>
              <a:ext cx="1791165" cy="4270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2175" b="1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95482" y="2616941"/>
              <a:ext cx="1752601" cy="23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909" kern="1200" spc="-112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pic>
        <p:nvPicPr>
          <p:cNvPr id="1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242" y="1"/>
            <a:ext cx="9199242" cy="64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3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5" grpId="0" animBg="1"/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 userDrawn="1"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2" descr="Large confetti"/>
          <p:cNvSpPr>
            <a:spLocks noChangeArrowheads="1"/>
          </p:cNvSpPr>
          <p:nvPr userDrawn="1"/>
        </p:nvSpPr>
        <p:spPr bwMode="ltGray">
          <a:xfrm>
            <a:off x="402608" y="546413"/>
            <a:ext cx="8022058" cy="1462600"/>
          </a:xfrm>
          <a:prstGeom prst="rect">
            <a:avLst/>
          </a:prstGeom>
          <a:pattFill prst="lgConfetti">
            <a:fgClr>
              <a:srgbClr val="0000FF">
                <a:alpha val="50000"/>
              </a:srgbClr>
            </a:fgClr>
            <a:bgClr>
              <a:srgbClr val="FF0000"/>
            </a:bgClr>
          </a:patt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569150" y="703389"/>
            <a:ext cx="7578382" cy="1175036"/>
          </a:xfrm>
          <a:pattFill prst="lgConfetti">
            <a:fgClr>
              <a:schemeClr val="accent2"/>
            </a:fgClr>
            <a:bgClr>
              <a:srgbClr val="C00000"/>
            </a:bgClr>
          </a:pattFill>
        </p:spPr>
        <p:txBody>
          <a:bodyPr anchor="ctr">
            <a:normAutofit/>
          </a:bodyPr>
          <a:lstStyle>
            <a:lvl1pPr algn="ctr">
              <a:defRPr sz="350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6" name="AutoShape 6"/>
          <p:cNvSpPr>
            <a:spLocks noChangeArrowheads="1"/>
          </p:cNvSpPr>
          <p:nvPr userDrawn="1"/>
        </p:nvSpPr>
        <p:spPr bwMode="ltGray">
          <a:xfrm flipH="1">
            <a:off x="8394974" y="377335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8" name="AutoShape 3"/>
          <p:cNvSpPr>
            <a:spLocks noChangeArrowheads="1"/>
          </p:cNvSpPr>
          <p:nvPr userDrawn="1"/>
        </p:nvSpPr>
        <p:spPr bwMode="ltGray">
          <a:xfrm flipV="1">
            <a:off x="254143" y="535693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 userDrawn="1"/>
        </p:nvSpPr>
        <p:spPr bwMode="ltGray">
          <a:xfrm flipV="1">
            <a:off x="254143" y="1960902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0" name="AutoShape 6"/>
          <p:cNvSpPr>
            <a:spLocks noChangeArrowheads="1"/>
          </p:cNvSpPr>
          <p:nvPr userDrawn="1"/>
        </p:nvSpPr>
        <p:spPr bwMode="ltGray">
          <a:xfrm flipH="1">
            <a:off x="384429" y="393088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267792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1" y="1752601"/>
            <a:ext cx="7772400" cy="1829761"/>
          </a:xfrm>
        </p:spPr>
        <p:txBody>
          <a:bodyPr anchor="b"/>
          <a:lstStyle>
            <a:lvl1pPr algn="r">
              <a:defRPr sz="3601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1" y="3611607"/>
            <a:ext cx="7772400" cy="1199704"/>
          </a:xfrm>
        </p:spPr>
        <p:txBody>
          <a:bodyPr lIns="45720" rIns="45720"/>
          <a:lstStyle>
            <a:lvl1pPr marL="0" marR="48013" indent="0" algn="r">
              <a:buNone/>
              <a:defRPr>
                <a:solidFill>
                  <a:schemeClr val="tx2"/>
                </a:solidFill>
              </a:defRPr>
            </a:lvl1pPr>
            <a:lvl2pPr marL="342949" indent="0" algn="ctr">
              <a:buNone/>
            </a:lvl2pPr>
            <a:lvl3pPr marL="685899" indent="0" algn="ctr">
              <a:buNone/>
            </a:lvl3pPr>
            <a:lvl4pPr marL="1028848" indent="0" algn="ctr">
              <a:buNone/>
            </a:lvl4pPr>
            <a:lvl5pPr marL="1371797" indent="0" algn="ctr">
              <a:buNone/>
            </a:lvl5pPr>
            <a:lvl6pPr marL="1714746" indent="0" algn="ctr">
              <a:buNone/>
            </a:lvl6pPr>
            <a:lvl7pPr marL="2057695" indent="0" algn="ctr">
              <a:buNone/>
            </a:lvl7pPr>
            <a:lvl8pPr marL="2400644" indent="0" algn="ctr">
              <a:buNone/>
            </a:lvl8pPr>
            <a:lvl9pPr marL="2743593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58289755"/>
      </p:ext>
    </p:extLst>
  </p:cSld>
  <p:clrMapOvr>
    <a:masterClrMapping/>
  </p:clrMapOvr>
  <p:transition spd="slow">
    <p:pull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" y="68053"/>
            <a:ext cx="6646034" cy="7668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3818-258A-912C-C224-307F181320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26D3FDC-056C-4670-770B-1B8929619AF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481830"/>
            <a:ext cx="70397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EB547F-9834-86B2-13E7-E00FB1AE5EE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177172-98A9-162A-03C0-278D3680AAB0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8C58DF-09DB-7C10-77EE-BE0B84EEA81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198B0C-16CD-43B4-7D64-66FB559B6F48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17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1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1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42614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28361" hangingPunct="1">
              <a:defRPr/>
            </a:pPr>
            <a:r>
              <a:rPr lang="en-US" sz="2169" b="1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69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1" y="1171577"/>
            <a:ext cx="1905000" cy="23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28361" eaLnBrk="1" hangingPunct="1">
              <a:defRPr/>
            </a:pPr>
            <a:r>
              <a:rPr lang="en-US" sz="898" kern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2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42"/>
              </a:lnSpc>
              <a:spcBef>
                <a:spcPts val="0"/>
              </a:spcBef>
              <a:buNone/>
              <a:defRPr sz="2992" b="1" spc="-112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403836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570083"/>
            <a:ext cx="9147360" cy="6287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9290" tIns="29645" rIns="59290" bIns="29645" rtlCol="0" anchor="ctr"/>
          <a:lstStyle/>
          <a:p>
            <a:pPr algn="ctr" defTabSz="628361" hangingPunct="1"/>
            <a:endParaRPr lang="en-IN" sz="1200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7" y="662294"/>
            <a:ext cx="7887593" cy="1193804"/>
          </a:xfrm>
        </p:spPr>
        <p:txBody>
          <a:bodyPr>
            <a:normAutofit/>
          </a:bodyPr>
          <a:lstStyle>
            <a:lvl1pPr>
              <a:defRPr sz="3301">
                <a:latin typeface="Helvetica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7" y="1999314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160D3-14E8-0FE4-61E7-52D30563B4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55348F41-C1A4-BAD9-8E38-70CA5C5958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381060"/>
            <a:ext cx="7039712" cy="49213"/>
            <a:chOff x="2083888" y="6550671"/>
            <a:chExt cx="7060112" cy="486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ADAC8-A56A-B866-F70F-47AFDF5EC94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28A5DC-1B20-577D-D389-C8A53B8E1043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D29827-C9B9-09AC-05A7-2F569E629B01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01CE30C8-DEE6-DB76-3AFA-99ADC257D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928793" y="0"/>
            <a:ext cx="2187741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9F0AAF0-CC53-359D-B57F-AE42A09FBB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920716"/>
            <a:ext cx="6990639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DB9F1E-820C-4751-4F09-A5C9D523048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D7C2-05DD-E4AE-B52B-C5F93A1FF5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407CE-8E07-F144-63FF-43ECAC3F0C8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1FC5AF-9DF5-6A9E-7577-D42EC01E571B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11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5779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435834" y="3490049"/>
            <a:ext cx="452015" cy="332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IN" sz="1559" b="1" kern="1200" dirty="0">
                <a:solidFill>
                  <a:prstClr val="white">
                    <a:lumMod val="85000"/>
                  </a:prstClr>
                </a:solidFill>
                <a:latin typeface="Helvetica Neue"/>
                <a:ea typeface="+mn-ea"/>
                <a:cs typeface="Arial" panose="020B0604020202020204" pitchFamily="34" charset="0"/>
              </a:rPr>
              <a:t>by  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95461" y="2809495"/>
            <a:ext cx="4856841" cy="65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IN" sz="2858" b="1" kern="1200" dirty="0">
                <a:solidFill>
                  <a:schemeClr val="bg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812720" y="3543728"/>
            <a:ext cx="3539582" cy="791783"/>
          </a:xfrm>
        </p:spPr>
        <p:txBody>
          <a:bodyPr>
            <a:normAutofit/>
          </a:bodyPr>
          <a:lstStyle>
            <a:lvl1pPr marL="0" indent="0">
              <a:buNone/>
              <a:defRPr sz="1299" baseline="0">
                <a:latin typeface="Helvetica Neue"/>
              </a:defRPr>
            </a:lvl1pPr>
            <a:lvl5pPr marL="1583701" indent="0">
              <a:buNone/>
              <a:defRPr/>
            </a:lvl5pPr>
          </a:lstStyle>
          <a:p>
            <a:r>
              <a:rPr lang="en-US" sz="1429" b="1" kern="1200" baseline="0" dirty="0">
                <a:solidFill>
                  <a:prstClr val="black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rPr>
              <a:t>Click to edit Presenter information</a:t>
            </a:r>
            <a:endParaRPr lang="en-IN" sz="1429" b="1" kern="1200" baseline="0" dirty="0">
              <a:solidFill>
                <a:prstClr val="black"/>
              </a:solidFill>
              <a:latin typeface="Helvetica LT Std Cond Light" panose="020B04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8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0628"/>
            <a:ext cx="9144344" cy="6858000"/>
            <a:chOff x="0" y="0"/>
            <a:chExt cx="14080068" cy="7920038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080068" cy="792003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 userDrawn="1"/>
          </p:nvSpPr>
          <p:spPr>
            <a:xfrm>
              <a:off x="8770289" y="0"/>
              <a:ext cx="5309249" cy="667910"/>
            </a:xfrm>
            <a:prstGeom prst="rect">
              <a:avLst/>
            </a:prstGeom>
            <a:gradFill flip="none" rotWithShape="1">
              <a:gsLst>
                <a:gs pos="100000">
                  <a:srgbClr val="81CFD3">
                    <a:alpha val="0"/>
                  </a:srgbClr>
                </a:gs>
                <a:gs pos="73000">
                  <a:srgbClr val="B7DEE0">
                    <a:alpha val="39000"/>
                  </a:srgbClr>
                </a:gs>
                <a:gs pos="47000">
                  <a:srgbClr val="C6E6E4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IN" sz="1237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0" y="-20628"/>
            <a:ext cx="914735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5" y="594054"/>
            <a:ext cx="7887593" cy="1325138"/>
          </a:xfrm>
        </p:spPr>
        <p:txBody>
          <a:bodyPr/>
          <a:lstStyle>
            <a:lvl1pPr>
              <a:defRPr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5" y="2053906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0" name="Google Shape;69;p14"/>
          <p:cNvPicPr preferRelativeResize="0"/>
          <p:nvPr userDrawn="1"/>
        </p:nvPicPr>
        <p:blipFill rotWithShape="1">
          <a:blip r:embed="rId3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roup 40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42" name="Rectangle 4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56" name="Rectangle 8"/>
          <p:cNvSpPr/>
          <p:nvPr userDrawn="1"/>
        </p:nvSpPr>
        <p:spPr>
          <a:xfrm>
            <a:off x="-11206" y="6532214"/>
            <a:ext cx="3787546" cy="344445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1055257" y="6540373"/>
            <a:ext cx="2881495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>
              <a:defRPr/>
            </a:pP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Prof.Gangaboraiah PhD (Stats) </a:t>
            </a:r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</a:t>
            </a:r>
            <a:endParaRPr lang="en-US" sz="1234" b="1" kern="1200" dirty="0">
              <a:solidFill>
                <a:srgbClr val="FFFF00"/>
              </a:solidFill>
              <a:latin typeface="Helvetica Neue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58" name="Slide Number Placeholder 5"/>
          <p:cNvSpPr txBox="1">
            <a:spLocks/>
          </p:cNvSpPr>
          <p:nvPr userDrawn="1"/>
        </p:nvSpPr>
        <p:spPr>
          <a:xfrm>
            <a:off x="67551" y="6542389"/>
            <a:ext cx="1336219" cy="3114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34" b="1" dirty="0">
                <a:solidFill>
                  <a:srgbClr val="FFFF00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1234" b="1" smtClean="0">
                <a:solidFill>
                  <a:srgbClr val="FFFF00"/>
                </a:solidFill>
                <a:latin typeface="Helvetica Neue"/>
              </a:rPr>
              <a:pPr>
                <a:defRPr/>
              </a:pPr>
              <a:t>‹#›</a:t>
            </a:fld>
            <a:endParaRPr lang="en-US" sz="1234" b="1" dirty="0">
              <a:solidFill>
                <a:srgbClr val="FFFF00"/>
              </a:solidFill>
              <a:latin typeface="Helvetica Neue"/>
            </a:endParaRPr>
          </a:p>
          <a:p>
            <a:endParaRPr lang="en-US" sz="1234" b="1" dirty="0">
              <a:solidFill>
                <a:srgbClr val="FFFF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angle 58"/>
          <p:cNvSpPr/>
          <p:nvPr userDrawn="1"/>
        </p:nvSpPr>
        <p:spPr>
          <a:xfrm>
            <a:off x="914339" y="6534709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srgbClr val="FFFF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60" name="Rectangle 8"/>
          <p:cNvSpPr/>
          <p:nvPr userDrawn="1"/>
        </p:nvSpPr>
        <p:spPr>
          <a:xfrm rot="10800000">
            <a:off x="5398441" y="6540185"/>
            <a:ext cx="3775972" cy="328342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510492" y="6530532"/>
            <a:ext cx="3663923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 Former Professor of Statistics    KIMS, </a:t>
            </a:r>
            <a:r>
              <a:rPr lang="en-US" sz="1234" b="1" kern="1200" dirty="0" err="1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B’lore</a:t>
            </a: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7957284" y="6519716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prstClr val="white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prstClr val="white"/>
              </a:solidFill>
              <a:latin typeface="Helvetica Neue"/>
              <a:ea typeface="+mn-ea"/>
              <a:cs typeface="+mn-cs"/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2164015" y="6507734"/>
            <a:ext cx="7010400" cy="39588"/>
            <a:chOff x="1905000" y="6553200"/>
            <a:chExt cx="7010400" cy="45719"/>
          </a:xfrm>
        </p:grpSpPr>
        <p:sp>
          <p:nvSpPr>
            <p:cNvPr id="64" name="Rectangle 6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324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/>
      <p:bldP spid="60" grpId="0" animBg="1"/>
      <p:bldP spid="61" grpId="0"/>
      <p:bldP spid="62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6208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5413" y="6492350"/>
            <a:ext cx="618587" cy="365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defTabSz="628361" hangingPunct="1"/>
            <a:fld id="{6B8C2D3D-C878-45F6-BA2B-28A0B2D447D6}" type="slidenum">
              <a:rPr lang="en-IN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 hangingPunct="1"/>
              <a:t>‹#›</a:t>
            </a:fld>
            <a:endParaRPr lang="en-IN" sz="1237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LT Std Cond Light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9857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213"/>
            <a:ext cx="9144344" cy="69672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67879" y="1353910"/>
            <a:ext cx="1704659" cy="25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42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>
          <a:xfrm>
            <a:off x="5715000" y="6477001"/>
            <a:ext cx="19192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038600" y="5791201"/>
            <a:ext cx="23510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8647113" y="6408739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 defTabSz="628361"/>
            <a:fld id="{060B38E0-7E21-49E3-8C31-904BE8B04656}" type="slidenum">
              <a:rPr lang="en-US" altLang="en-US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/>
              <a:t>‹#›</a:t>
            </a:fld>
            <a:endParaRPr lang="en-US" alt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799594"/>
      </p:ext>
    </p:extLst>
  </p:cSld>
  <p:clrMapOvr>
    <a:masterClrMapping/>
  </p:clrMapOvr>
  <p:transition spd="slow">
    <p:pull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895600" y="6460909"/>
            <a:ext cx="2895600" cy="3958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6460909"/>
            <a:ext cx="2895600" cy="3958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791200" y="6460909"/>
            <a:ext cx="2895600" cy="395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7" name="Content Placeholder 6"/>
          <p:cNvSpPr>
            <a:spLocks noGrp="1"/>
          </p:cNvSpPr>
          <p:nvPr>
            <p:ph sz="quarter" idx="13"/>
          </p:nvPr>
        </p:nvSpPr>
        <p:spPr>
          <a:xfrm>
            <a:off x="2133601" y="5775108"/>
            <a:ext cx="6324599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  <a:latin typeface="Helvetica Neue"/>
              </a:defRPr>
            </a:lvl1pPr>
            <a:lvl2pPr>
              <a:defRPr>
                <a:latin typeface="Helvetica Neue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133601" y="4173321"/>
            <a:ext cx="6324600" cy="1524000"/>
          </a:xfrm>
        </p:spPr>
        <p:txBody>
          <a:bodyPr>
            <a:noAutofit/>
          </a:bodyPr>
          <a:lstStyle>
            <a:lvl1pPr algn="l">
              <a:lnSpc>
                <a:spcPts val="3001"/>
              </a:lnSpc>
              <a:defRPr sz="3301" baseline="0">
                <a:solidFill>
                  <a:schemeClr val="bg1"/>
                </a:solidFill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9" name="Group 11"/>
          <p:cNvGrpSpPr>
            <a:grpSpLocks/>
          </p:cNvGrpSpPr>
          <p:nvPr userDrawn="1"/>
        </p:nvGrpSpPr>
        <p:grpSpPr bwMode="auto">
          <a:xfrm>
            <a:off x="113836" y="5617322"/>
            <a:ext cx="1791165" cy="718563"/>
            <a:chOff x="76200" y="2130620"/>
            <a:chExt cx="1791165" cy="718565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130620"/>
              <a:ext cx="1791165" cy="4270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2175" b="1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95482" y="2616941"/>
              <a:ext cx="1752601" cy="23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909" kern="1200" spc="-112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pic>
        <p:nvPicPr>
          <p:cNvPr id="1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242" y="1"/>
            <a:ext cx="9199242" cy="64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9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5" grpId="0" animBg="1"/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 userDrawn="1"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2" descr="Large confetti"/>
          <p:cNvSpPr>
            <a:spLocks noChangeArrowheads="1"/>
          </p:cNvSpPr>
          <p:nvPr userDrawn="1"/>
        </p:nvSpPr>
        <p:spPr bwMode="ltGray">
          <a:xfrm>
            <a:off x="402608" y="546413"/>
            <a:ext cx="8022058" cy="1462600"/>
          </a:xfrm>
          <a:prstGeom prst="rect">
            <a:avLst/>
          </a:prstGeom>
          <a:pattFill prst="lgConfetti">
            <a:fgClr>
              <a:srgbClr val="0000FF">
                <a:alpha val="50000"/>
              </a:srgbClr>
            </a:fgClr>
            <a:bgClr>
              <a:srgbClr val="FF0000"/>
            </a:bgClr>
          </a:patt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569150" y="703389"/>
            <a:ext cx="7578382" cy="1175036"/>
          </a:xfrm>
          <a:pattFill prst="lgConfetti">
            <a:fgClr>
              <a:schemeClr val="accent2"/>
            </a:fgClr>
            <a:bgClr>
              <a:srgbClr val="C00000"/>
            </a:bgClr>
          </a:pattFill>
        </p:spPr>
        <p:txBody>
          <a:bodyPr anchor="ctr">
            <a:normAutofit/>
          </a:bodyPr>
          <a:lstStyle>
            <a:lvl1pPr algn="ctr">
              <a:defRPr sz="350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6" name="AutoShape 6"/>
          <p:cNvSpPr>
            <a:spLocks noChangeArrowheads="1"/>
          </p:cNvSpPr>
          <p:nvPr userDrawn="1"/>
        </p:nvSpPr>
        <p:spPr bwMode="ltGray">
          <a:xfrm flipH="1">
            <a:off x="8394974" y="377335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8" name="AutoShape 3"/>
          <p:cNvSpPr>
            <a:spLocks noChangeArrowheads="1"/>
          </p:cNvSpPr>
          <p:nvPr userDrawn="1"/>
        </p:nvSpPr>
        <p:spPr bwMode="ltGray">
          <a:xfrm flipV="1">
            <a:off x="254143" y="535693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 userDrawn="1"/>
        </p:nvSpPr>
        <p:spPr bwMode="ltGray">
          <a:xfrm flipV="1">
            <a:off x="254143" y="1960902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0" name="AutoShape 6"/>
          <p:cNvSpPr>
            <a:spLocks noChangeArrowheads="1"/>
          </p:cNvSpPr>
          <p:nvPr userDrawn="1"/>
        </p:nvSpPr>
        <p:spPr bwMode="ltGray">
          <a:xfrm flipH="1">
            <a:off x="384429" y="393088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62059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1" y="1752601"/>
            <a:ext cx="7772400" cy="1829761"/>
          </a:xfrm>
        </p:spPr>
        <p:txBody>
          <a:bodyPr anchor="b"/>
          <a:lstStyle>
            <a:lvl1pPr algn="r">
              <a:defRPr sz="3601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1" y="3611607"/>
            <a:ext cx="7772400" cy="1199704"/>
          </a:xfrm>
        </p:spPr>
        <p:txBody>
          <a:bodyPr lIns="45720" rIns="45720"/>
          <a:lstStyle>
            <a:lvl1pPr marL="0" marR="48013" indent="0" algn="r">
              <a:buNone/>
              <a:defRPr>
                <a:solidFill>
                  <a:schemeClr val="tx2"/>
                </a:solidFill>
              </a:defRPr>
            </a:lvl1pPr>
            <a:lvl2pPr marL="342949" indent="0" algn="ctr">
              <a:buNone/>
            </a:lvl2pPr>
            <a:lvl3pPr marL="685899" indent="0" algn="ctr">
              <a:buNone/>
            </a:lvl3pPr>
            <a:lvl4pPr marL="1028848" indent="0" algn="ctr">
              <a:buNone/>
            </a:lvl4pPr>
            <a:lvl5pPr marL="1371797" indent="0" algn="ctr">
              <a:buNone/>
            </a:lvl5pPr>
            <a:lvl6pPr marL="1714746" indent="0" algn="ctr">
              <a:buNone/>
            </a:lvl6pPr>
            <a:lvl7pPr marL="2057695" indent="0" algn="ctr">
              <a:buNone/>
            </a:lvl7pPr>
            <a:lvl8pPr marL="2400644" indent="0" algn="ctr">
              <a:buNone/>
            </a:lvl8pPr>
            <a:lvl9pPr marL="2743593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5673403"/>
      </p:ext>
    </p:extLst>
  </p:cSld>
  <p:clrMapOvr>
    <a:masterClrMapping/>
  </p:clrMapOvr>
  <p:transition spd="slow">
    <p:pull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" y="68053"/>
            <a:ext cx="6646034" cy="7668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3818-258A-912C-C224-307F181320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26D3FDC-056C-4670-770B-1B8929619AF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481830"/>
            <a:ext cx="70397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EB547F-9834-86B2-13E7-E00FB1AE5EE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177172-98A9-162A-03C0-278D3680AAB0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8C58DF-09DB-7C10-77EE-BE0B84EEA81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198B0C-16CD-43B4-7D64-66FB559B6F48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4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1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1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42614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28361" hangingPunct="1">
              <a:defRPr/>
            </a:pPr>
            <a:r>
              <a:rPr lang="en-US" sz="2169" b="1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69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1" y="1171577"/>
            <a:ext cx="1905000" cy="23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28361" eaLnBrk="1" hangingPunct="1">
              <a:defRPr/>
            </a:pPr>
            <a:r>
              <a:rPr lang="en-US" sz="898" kern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2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42"/>
              </a:lnSpc>
              <a:spcBef>
                <a:spcPts val="0"/>
              </a:spcBef>
              <a:buNone/>
              <a:defRPr sz="2992" b="1" spc="-112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7147187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570083"/>
            <a:ext cx="9147360" cy="6287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9290" tIns="29645" rIns="59290" bIns="29645" rtlCol="0" anchor="ctr"/>
          <a:lstStyle/>
          <a:p>
            <a:pPr algn="ctr" defTabSz="628361" hangingPunct="1"/>
            <a:endParaRPr lang="en-IN" sz="1200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7" y="662294"/>
            <a:ext cx="7887593" cy="1193804"/>
          </a:xfrm>
        </p:spPr>
        <p:txBody>
          <a:bodyPr>
            <a:normAutofit/>
          </a:bodyPr>
          <a:lstStyle>
            <a:lvl1pPr>
              <a:defRPr sz="3301">
                <a:latin typeface="Helvetica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7" y="1999314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160D3-14E8-0FE4-61E7-52D30563B4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55348F41-C1A4-BAD9-8E38-70CA5C5958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381060"/>
            <a:ext cx="7039712" cy="49213"/>
            <a:chOff x="2083888" y="6550671"/>
            <a:chExt cx="7060112" cy="486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ADAC8-A56A-B866-F70F-47AFDF5EC94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28A5DC-1B20-577D-D389-C8A53B8E1043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D29827-C9B9-09AC-05A7-2F569E629B01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01CE30C8-DEE6-DB76-3AFA-99ADC257D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928793" y="0"/>
            <a:ext cx="2187741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9F0AAF0-CC53-359D-B57F-AE42A09FBB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920716"/>
            <a:ext cx="6990639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DB9F1E-820C-4751-4F09-A5C9D523048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D7C2-05DD-E4AE-B52B-C5F93A1FF5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407CE-8E07-F144-63FF-43ECAC3F0C8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1FC5AF-9DF5-6A9E-7577-D42EC01E571B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46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212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435834" y="3490049"/>
            <a:ext cx="452015" cy="332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IN" sz="1559" b="1" kern="1200" dirty="0">
                <a:solidFill>
                  <a:prstClr val="white">
                    <a:lumMod val="85000"/>
                  </a:prstClr>
                </a:solidFill>
                <a:latin typeface="Helvetica Neue"/>
                <a:ea typeface="+mn-ea"/>
                <a:cs typeface="Arial" panose="020B0604020202020204" pitchFamily="34" charset="0"/>
              </a:rPr>
              <a:t>by  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95461" y="2809495"/>
            <a:ext cx="4856841" cy="65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IN" sz="2858" b="1" kern="1200" dirty="0">
                <a:solidFill>
                  <a:schemeClr val="bg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812720" y="3543728"/>
            <a:ext cx="3539582" cy="791783"/>
          </a:xfrm>
        </p:spPr>
        <p:txBody>
          <a:bodyPr>
            <a:normAutofit/>
          </a:bodyPr>
          <a:lstStyle>
            <a:lvl1pPr marL="0" indent="0">
              <a:buNone/>
              <a:defRPr sz="1299" baseline="0">
                <a:latin typeface="Helvetica Neue"/>
              </a:defRPr>
            </a:lvl1pPr>
            <a:lvl5pPr marL="1583701" indent="0">
              <a:buNone/>
              <a:defRPr/>
            </a:lvl5pPr>
          </a:lstStyle>
          <a:p>
            <a:r>
              <a:rPr lang="en-US" sz="1429" b="1" kern="1200" baseline="0" dirty="0">
                <a:solidFill>
                  <a:prstClr val="black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rPr>
              <a:t>Click to edit Presenter information</a:t>
            </a:r>
            <a:endParaRPr lang="en-IN" sz="1429" b="1" kern="1200" baseline="0" dirty="0">
              <a:solidFill>
                <a:prstClr val="black"/>
              </a:solidFill>
              <a:latin typeface="Helvetica LT Std Cond Light" panose="020B04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96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0628"/>
            <a:ext cx="9144344" cy="6858000"/>
            <a:chOff x="0" y="0"/>
            <a:chExt cx="14080068" cy="7920038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080068" cy="792003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 userDrawn="1"/>
          </p:nvSpPr>
          <p:spPr>
            <a:xfrm>
              <a:off x="8770289" y="0"/>
              <a:ext cx="5309249" cy="667910"/>
            </a:xfrm>
            <a:prstGeom prst="rect">
              <a:avLst/>
            </a:prstGeom>
            <a:gradFill flip="none" rotWithShape="1">
              <a:gsLst>
                <a:gs pos="100000">
                  <a:srgbClr val="81CFD3">
                    <a:alpha val="0"/>
                  </a:srgbClr>
                </a:gs>
                <a:gs pos="73000">
                  <a:srgbClr val="B7DEE0">
                    <a:alpha val="39000"/>
                  </a:srgbClr>
                </a:gs>
                <a:gs pos="47000">
                  <a:srgbClr val="C6E6E4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IN" sz="1237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0" y="-20628"/>
            <a:ext cx="914735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5" y="594054"/>
            <a:ext cx="7887593" cy="1325138"/>
          </a:xfrm>
        </p:spPr>
        <p:txBody>
          <a:bodyPr/>
          <a:lstStyle>
            <a:lvl1pPr>
              <a:defRPr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5" y="2053906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0" name="Google Shape;69;p14"/>
          <p:cNvPicPr preferRelativeResize="0"/>
          <p:nvPr userDrawn="1"/>
        </p:nvPicPr>
        <p:blipFill rotWithShape="1">
          <a:blip r:embed="rId3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roup 40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42" name="Rectangle 4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56" name="Rectangle 8"/>
          <p:cNvSpPr/>
          <p:nvPr userDrawn="1"/>
        </p:nvSpPr>
        <p:spPr>
          <a:xfrm>
            <a:off x="-11206" y="6532214"/>
            <a:ext cx="3787546" cy="344445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1055257" y="6540373"/>
            <a:ext cx="2881495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>
              <a:defRPr/>
            </a:pP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Prof.Gangaboraiah PhD (Stats) </a:t>
            </a:r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</a:t>
            </a:r>
            <a:endParaRPr lang="en-US" sz="1234" b="1" kern="1200" dirty="0">
              <a:solidFill>
                <a:srgbClr val="FFFF00"/>
              </a:solidFill>
              <a:latin typeface="Helvetica Neue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58" name="Slide Number Placeholder 5"/>
          <p:cNvSpPr txBox="1">
            <a:spLocks/>
          </p:cNvSpPr>
          <p:nvPr userDrawn="1"/>
        </p:nvSpPr>
        <p:spPr>
          <a:xfrm>
            <a:off x="67551" y="6542389"/>
            <a:ext cx="1336219" cy="3114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34" b="1" dirty="0">
                <a:solidFill>
                  <a:srgbClr val="FFFF00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1234" b="1" smtClean="0">
                <a:solidFill>
                  <a:srgbClr val="FFFF00"/>
                </a:solidFill>
                <a:latin typeface="Helvetica Neue"/>
              </a:rPr>
              <a:pPr>
                <a:defRPr/>
              </a:pPr>
              <a:t>‹#›</a:t>
            </a:fld>
            <a:endParaRPr lang="en-US" sz="1234" b="1" dirty="0">
              <a:solidFill>
                <a:srgbClr val="FFFF00"/>
              </a:solidFill>
              <a:latin typeface="Helvetica Neue"/>
            </a:endParaRPr>
          </a:p>
          <a:p>
            <a:endParaRPr lang="en-US" sz="1234" b="1" dirty="0">
              <a:solidFill>
                <a:srgbClr val="FFFF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angle 58"/>
          <p:cNvSpPr/>
          <p:nvPr userDrawn="1"/>
        </p:nvSpPr>
        <p:spPr>
          <a:xfrm>
            <a:off x="914339" y="6534709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srgbClr val="FFFF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60" name="Rectangle 8"/>
          <p:cNvSpPr/>
          <p:nvPr userDrawn="1"/>
        </p:nvSpPr>
        <p:spPr>
          <a:xfrm rot="10800000">
            <a:off x="5398441" y="6540185"/>
            <a:ext cx="3775972" cy="328342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510492" y="6530532"/>
            <a:ext cx="3663923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 Former Professor of Statistics    KIMS, </a:t>
            </a:r>
            <a:r>
              <a:rPr lang="en-US" sz="1234" b="1" kern="1200" dirty="0" err="1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B’lore</a:t>
            </a: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7957284" y="6519716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prstClr val="white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prstClr val="white"/>
              </a:solidFill>
              <a:latin typeface="Helvetica Neue"/>
              <a:ea typeface="+mn-ea"/>
              <a:cs typeface="+mn-cs"/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2164015" y="6507734"/>
            <a:ext cx="7010400" cy="39588"/>
            <a:chOff x="1905000" y="6553200"/>
            <a:chExt cx="7010400" cy="45719"/>
          </a:xfrm>
        </p:grpSpPr>
        <p:sp>
          <p:nvSpPr>
            <p:cNvPr id="64" name="Rectangle 6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116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/>
      <p:bldP spid="60" grpId="0" animBg="1"/>
      <p:bldP spid="61" grpId="0"/>
      <p:bldP spid="62" grpId="0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75001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5413" y="6492350"/>
            <a:ext cx="618587" cy="365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defTabSz="628361" hangingPunct="1"/>
            <a:fld id="{6B8C2D3D-C878-45F6-BA2B-28A0B2D447D6}" type="slidenum">
              <a:rPr lang="en-IN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 hangingPunct="1"/>
              <a:t>‹#›</a:t>
            </a:fld>
            <a:endParaRPr lang="en-IN" sz="1237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LT Std Cond Light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13248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213"/>
            <a:ext cx="9144344" cy="69672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67879" y="1353910"/>
            <a:ext cx="1704659" cy="25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85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>
          <a:xfrm>
            <a:off x="5715000" y="6477001"/>
            <a:ext cx="19192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038600" y="5791201"/>
            <a:ext cx="23510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8647113" y="6408739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 defTabSz="628361"/>
            <a:fld id="{060B38E0-7E21-49E3-8C31-904BE8B04656}" type="slidenum">
              <a:rPr lang="en-US" altLang="en-US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/>
              <a:t>‹#›</a:t>
            </a:fld>
            <a:endParaRPr lang="en-US" alt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481264"/>
      </p:ext>
    </p:extLst>
  </p:cSld>
  <p:clrMapOvr>
    <a:masterClrMapping/>
  </p:clrMapOvr>
  <p:transition spd="slow">
    <p:pull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895600" y="6460909"/>
            <a:ext cx="2895600" cy="3958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6460909"/>
            <a:ext cx="2895600" cy="3958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791200" y="6460909"/>
            <a:ext cx="2895600" cy="395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7" name="Content Placeholder 6"/>
          <p:cNvSpPr>
            <a:spLocks noGrp="1"/>
          </p:cNvSpPr>
          <p:nvPr>
            <p:ph sz="quarter" idx="13"/>
          </p:nvPr>
        </p:nvSpPr>
        <p:spPr>
          <a:xfrm>
            <a:off x="2133601" y="5775108"/>
            <a:ext cx="6324599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  <a:latin typeface="Helvetica Neue"/>
              </a:defRPr>
            </a:lvl1pPr>
            <a:lvl2pPr>
              <a:defRPr>
                <a:latin typeface="Helvetica Neue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133601" y="4173321"/>
            <a:ext cx="6324600" cy="1524000"/>
          </a:xfrm>
        </p:spPr>
        <p:txBody>
          <a:bodyPr>
            <a:noAutofit/>
          </a:bodyPr>
          <a:lstStyle>
            <a:lvl1pPr algn="l">
              <a:lnSpc>
                <a:spcPts val="3001"/>
              </a:lnSpc>
              <a:defRPr sz="3301" baseline="0">
                <a:solidFill>
                  <a:schemeClr val="bg1"/>
                </a:solidFill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9" name="Group 11"/>
          <p:cNvGrpSpPr>
            <a:grpSpLocks/>
          </p:cNvGrpSpPr>
          <p:nvPr userDrawn="1"/>
        </p:nvGrpSpPr>
        <p:grpSpPr bwMode="auto">
          <a:xfrm>
            <a:off x="113836" y="5617322"/>
            <a:ext cx="1791165" cy="718563"/>
            <a:chOff x="76200" y="2130620"/>
            <a:chExt cx="1791165" cy="718565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130620"/>
              <a:ext cx="1791165" cy="4270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2175" b="1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95482" y="2616941"/>
              <a:ext cx="1752601" cy="23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909" kern="1200" spc="-112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pic>
        <p:nvPicPr>
          <p:cNvPr id="1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242" y="1"/>
            <a:ext cx="9199242" cy="64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9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5" grpId="0" animBg="1"/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 userDrawn="1"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2" descr="Large confetti"/>
          <p:cNvSpPr>
            <a:spLocks noChangeArrowheads="1"/>
          </p:cNvSpPr>
          <p:nvPr userDrawn="1"/>
        </p:nvSpPr>
        <p:spPr bwMode="ltGray">
          <a:xfrm>
            <a:off x="402608" y="546413"/>
            <a:ext cx="8022058" cy="1462600"/>
          </a:xfrm>
          <a:prstGeom prst="rect">
            <a:avLst/>
          </a:prstGeom>
          <a:pattFill prst="lgConfetti">
            <a:fgClr>
              <a:srgbClr val="0000FF">
                <a:alpha val="50000"/>
              </a:srgbClr>
            </a:fgClr>
            <a:bgClr>
              <a:srgbClr val="FF0000"/>
            </a:bgClr>
          </a:patt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569150" y="703389"/>
            <a:ext cx="7578382" cy="1175036"/>
          </a:xfrm>
          <a:pattFill prst="lgConfetti">
            <a:fgClr>
              <a:schemeClr val="accent2"/>
            </a:fgClr>
            <a:bgClr>
              <a:srgbClr val="C00000"/>
            </a:bgClr>
          </a:pattFill>
        </p:spPr>
        <p:txBody>
          <a:bodyPr anchor="ctr">
            <a:normAutofit/>
          </a:bodyPr>
          <a:lstStyle>
            <a:lvl1pPr algn="ctr">
              <a:defRPr sz="350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6" name="AutoShape 6"/>
          <p:cNvSpPr>
            <a:spLocks noChangeArrowheads="1"/>
          </p:cNvSpPr>
          <p:nvPr userDrawn="1"/>
        </p:nvSpPr>
        <p:spPr bwMode="ltGray">
          <a:xfrm flipH="1">
            <a:off x="8394974" y="377335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8" name="AutoShape 3"/>
          <p:cNvSpPr>
            <a:spLocks noChangeArrowheads="1"/>
          </p:cNvSpPr>
          <p:nvPr userDrawn="1"/>
        </p:nvSpPr>
        <p:spPr bwMode="ltGray">
          <a:xfrm flipV="1">
            <a:off x="254143" y="535693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 userDrawn="1"/>
        </p:nvSpPr>
        <p:spPr bwMode="ltGray">
          <a:xfrm flipV="1">
            <a:off x="254143" y="1960902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0" name="AutoShape 6"/>
          <p:cNvSpPr>
            <a:spLocks noChangeArrowheads="1"/>
          </p:cNvSpPr>
          <p:nvPr userDrawn="1"/>
        </p:nvSpPr>
        <p:spPr bwMode="ltGray">
          <a:xfrm flipH="1">
            <a:off x="384429" y="393088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850056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1" y="1752601"/>
            <a:ext cx="7772400" cy="1829761"/>
          </a:xfrm>
        </p:spPr>
        <p:txBody>
          <a:bodyPr anchor="b"/>
          <a:lstStyle>
            <a:lvl1pPr algn="r">
              <a:defRPr sz="3601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1" y="3611607"/>
            <a:ext cx="7772400" cy="1199704"/>
          </a:xfrm>
        </p:spPr>
        <p:txBody>
          <a:bodyPr lIns="45720" rIns="45720"/>
          <a:lstStyle>
            <a:lvl1pPr marL="0" marR="48013" indent="0" algn="r">
              <a:buNone/>
              <a:defRPr>
                <a:solidFill>
                  <a:schemeClr val="tx2"/>
                </a:solidFill>
              </a:defRPr>
            </a:lvl1pPr>
            <a:lvl2pPr marL="342949" indent="0" algn="ctr">
              <a:buNone/>
            </a:lvl2pPr>
            <a:lvl3pPr marL="685899" indent="0" algn="ctr">
              <a:buNone/>
            </a:lvl3pPr>
            <a:lvl4pPr marL="1028848" indent="0" algn="ctr">
              <a:buNone/>
            </a:lvl4pPr>
            <a:lvl5pPr marL="1371797" indent="0" algn="ctr">
              <a:buNone/>
            </a:lvl5pPr>
            <a:lvl6pPr marL="1714746" indent="0" algn="ctr">
              <a:buNone/>
            </a:lvl6pPr>
            <a:lvl7pPr marL="2057695" indent="0" algn="ctr">
              <a:buNone/>
            </a:lvl7pPr>
            <a:lvl8pPr marL="2400644" indent="0" algn="ctr">
              <a:buNone/>
            </a:lvl8pPr>
            <a:lvl9pPr marL="2743593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138072"/>
      </p:ext>
    </p:extLst>
  </p:cSld>
  <p:clrMapOvr>
    <a:masterClrMapping/>
  </p:clrMapOvr>
  <p:transition spd="slow">
    <p:pull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" y="68053"/>
            <a:ext cx="6646034" cy="7668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3818-258A-912C-C224-307F181320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26D3FDC-056C-4670-770B-1B8929619AF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481830"/>
            <a:ext cx="70397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EB547F-9834-86B2-13E7-E00FB1AE5EE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177172-98A9-162A-03C0-278D3680AAB0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8C58DF-09DB-7C10-77EE-BE0B84EEA81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198B0C-16CD-43B4-7D64-66FB559B6F48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94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1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1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42614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28361" hangingPunct="1">
              <a:defRPr/>
            </a:pPr>
            <a:r>
              <a:rPr lang="en-US" sz="2169" b="1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69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1" y="1171577"/>
            <a:ext cx="1905000" cy="23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28361" eaLnBrk="1" hangingPunct="1">
              <a:defRPr/>
            </a:pPr>
            <a:r>
              <a:rPr lang="en-US" sz="898" kern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2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42"/>
              </a:lnSpc>
              <a:spcBef>
                <a:spcPts val="0"/>
              </a:spcBef>
              <a:buNone/>
              <a:defRPr sz="2992" b="1" spc="-112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129431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570083"/>
            <a:ext cx="9147360" cy="6287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9290" tIns="29645" rIns="59290" bIns="29645" rtlCol="0" anchor="ctr"/>
          <a:lstStyle/>
          <a:p>
            <a:pPr algn="ctr" defTabSz="628361" hangingPunct="1"/>
            <a:endParaRPr lang="en-IN" sz="1200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7" y="662294"/>
            <a:ext cx="7887593" cy="1193804"/>
          </a:xfrm>
        </p:spPr>
        <p:txBody>
          <a:bodyPr>
            <a:normAutofit/>
          </a:bodyPr>
          <a:lstStyle>
            <a:lvl1pPr>
              <a:defRPr sz="3301">
                <a:latin typeface="Helvetica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7" y="1999314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160D3-14E8-0FE4-61E7-52D30563B4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55348F41-C1A4-BAD9-8E38-70CA5C5958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381060"/>
            <a:ext cx="7039712" cy="49213"/>
            <a:chOff x="2083888" y="6550671"/>
            <a:chExt cx="7060112" cy="486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ADAC8-A56A-B866-F70F-47AFDF5EC94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28A5DC-1B20-577D-D389-C8A53B8E1043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D29827-C9B9-09AC-05A7-2F569E629B01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01CE30C8-DEE6-DB76-3AFA-99ADC257D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928793" y="0"/>
            <a:ext cx="2187741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9F0AAF0-CC53-359D-B57F-AE42A09FBB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920716"/>
            <a:ext cx="6990639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DB9F1E-820C-4751-4F09-A5C9D523048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D7C2-05DD-E4AE-B52B-C5F93A1FF5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407CE-8E07-F144-63FF-43ECAC3F0C8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1FC5AF-9DF5-6A9E-7577-D42EC01E571B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85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0896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435834" y="3490049"/>
            <a:ext cx="452015" cy="332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IN" sz="1559" b="1" kern="1200" dirty="0">
                <a:solidFill>
                  <a:prstClr val="white">
                    <a:lumMod val="85000"/>
                  </a:prstClr>
                </a:solidFill>
                <a:latin typeface="Helvetica Neue"/>
                <a:ea typeface="+mn-ea"/>
                <a:cs typeface="Arial" panose="020B0604020202020204" pitchFamily="34" charset="0"/>
              </a:rPr>
              <a:t>by  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95461" y="2809495"/>
            <a:ext cx="4856841" cy="65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IN" sz="2858" b="1" kern="1200" dirty="0">
                <a:solidFill>
                  <a:schemeClr val="bg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812720" y="3543728"/>
            <a:ext cx="3539582" cy="791783"/>
          </a:xfrm>
        </p:spPr>
        <p:txBody>
          <a:bodyPr>
            <a:normAutofit/>
          </a:bodyPr>
          <a:lstStyle>
            <a:lvl1pPr marL="0" indent="0">
              <a:buNone/>
              <a:defRPr sz="1299" baseline="0">
                <a:latin typeface="Helvetica Neue"/>
              </a:defRPr>
            </a:lvl1pPr>
            <a:lvl5pPr marL="1583701" indent="0">
              <a:buNone/>
              <a:defRPr/>
            </a:lvl5pPr>
          </a:lstStyle>
          <a:p>
            <a:r>
              <a:rPr lang="en-US" sz="1429" b="1" kern="1200" baseline="0" dirty="0">
                <a:solidFill>
                  <a:prstClr val="black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rPr>
              <a:t>Click to edit Presenter information</a:t>
            </a:r>
            <a:endParaRPr lang="en-IN" sz="1429" b="1" kern="1200" baseline="0" dirty="0">
              <a:solidFill>
                <a:prstClr val="black"/>
              </a:solidFill>
              <a:latin typeface="Helvetica LT Std Cond Light" panose="020B04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79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0628"/>
            <a:ext cx="9144344" cy="6858000"/>
            <a:chOff x="0" y="0"/>
            <a:chExt cx="14080068" cy="7920038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080068" cy="792003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 userDrawn="1"/>
          </p:nvSpPr>
          <p:spPr>
            <a:xfrm>
              <a:off x="8770289" y="0"/>
              <a:ext cx="5309249" cy="667910"/>
            </a:xfrm>
            <a:prstGeom prst="rect">
              <a:avLst/>
            </a:prstGeom>
            <a:gradFill flip="none" rotWithShape="1">
              <a:gsLst>
                <a:gs pos="100000">
                  <a:srgbClr val="81CFD3">
                    <a:alpha val="0"/>
                  </a:srgbClr>
                </a:gs>
                <a:gs pos="73000">
                  <a:srgbClr val="B7DEE0">
                    <a:alpha val="39000"/>
                  </a:srgbClr>
                </a:gs>
                <a:gs pos="47000">
                  <a:srgbClr val="C6E6E4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IN" sz="1237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0" y="-20628"/>
            <a:ext cx="914735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5" y="594054"/>
            <a:ext cx="7887593" cy="1325138"/>
          </a:xfrm>
        </p:spPr>
        <p:txBody>
          <a:bodyPr/>
          <a:lstStyle>
            <a:lvl1pPr>
              <a:defRPr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5" y="2053906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0" name="Google Shape;69;p14"/>
          <p:cNvPicPr preferRelativeResize="0"/>
          <p:nvPr userDrawn="1"/>
        </p:nvPicPr>
        <p:blipFill rotWithShape="1">
          <a:blip r:embed="rId3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roup 40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42" name="Rectangle 4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56" name="Rectangle 8"/>
          <p:cNvSpPr/>
          <p:nvPr userDrawn="1"/>
        </p:nvSpPr>
        <p:spPr>
          <a:xfrm>
            <a:off x="-11206" y="6532214"/>
            <a:ext cx="3787546" cy="344445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1055257" y="6540373"/>
            <a:ext cx="2881495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>
              <a:defRPr/>
            </a:pP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Prof.Gangaboraiah PhD (Stats) </a:t>
            </a:r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</a:t>
            </a:r>
            <a:endParaRPr lang="en-US" sz="1234" b="1" kern="1200" dirty="0">
              <a:solidFill>
                <a:srgbClr val="FFFF00"/>
              </a:solidFill>
              <a:latin typeface="Helvetica Neue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58" name="Slide Number Placeholder 5"/>
          <p:cNvSpPr txBox="1">
            <a:spLocks/>
          </p:cNvSpPr>
          <p:nvPr userDrawn="1"/>
        </p:nvSpPr>
        <p:spPr>
          <a:xfrm>
            <a:off x="67551" y="6542389"/>
            <a:ext cx="1336219" cy="3114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34" b="1" dirty="0">
                <a:solidFill>
                  <a:srgbClr val="FFFF00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1234" b="1" smtClean="0">
                <a:solidFill>
                  <a:srgbClr val="FFFF00"/>
                </a:solidFill>
                <a:latin typeface="Helvetica Neue"/>
              </a:rPr>
              <a:pPr>
                <a:defRPr/>
              </a:pPr>
              <a:t>‹#›</a:t>
            </a:fld>
            <a:endParaRPr lang="en-US" sz="1234" b="1" dirty="0">
              <a:solidFill>
                <a:srgbClr val="FFFF00"/>
              </a:solidFill>
              <a:latin typeface="Helvetica Neue"/>
            </a:endParaRPr>
          </a:p>
          <a:p>
            <a:endParaRPr lang="en-US" sz="1234" b="1" dirty="0">
              <a:solidFill>
                <a:srgbClr val="FFFF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angle 58"/>
          <p:cNvSpPr/>
          <p:nvPr userDrawn="1"/>
        </p:nvSpPr>
        <p:spPr>
          <a:xfrm>
            <a:off x="914339" y="6534709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srgbClr val="FFFF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60" name="Rectangle 8"/>
          <p:cNvSpPr/>
          <p:nvPr userDrawn="1"/>
        </p:nvSpPr>
        <p:spPr>
          <a:xfrm rot="10800000">
            <a:off x="5398441" y="6540185"/>
            <a:ext cx="3775972" cy="328342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510492" y="6530532"/>
            <a:ext cx="3663923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 Former Professor of Statistics    KIMS, </a:t>
            </a:r>
            <a:r>
              <a:rPr lang="en-US" sz="1234" b="1" kern="1200" dirty="0" err="1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B’lore</a:t>
            </a: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7957284" y="6519716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prstClr val="white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prstClr val="white"/>
              </a:solidFill>
              <a:latin typeface="Helvetica Neue"/>
              <a:ea typeface="+mn-ea"/>
              <a:cs typeface="+mn-cs"/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2164015" y="6507734"/>
            <a:ext cx="7010400" cy="39588"/>
            <a:chOff x="1905000" y="6553200"/>
            <a:chExt cx="7010400" cy="45719"/>
          </a:xfrm>
        </p:grpSpPr>
        <p:sp>
          <p:nvSpPr>
            <p:cNvPr id="64" name="Rectangle 6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226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/>
      <p:bldP spid="60" grpId="0" animBg="1"/>
      <p:bldP spid="61" grpId="0"/>
      <p:bldP spid="62" grpId="0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07041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5413" y="6492350"/>
            <a:ext cx="618587" cy="365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defTabSz="628361" hangingPunct="1"/>
            <a:fld id="{6B8C2D3D-C878-45F6-BA2B-28A0B2D447D6}" type="slidenum">
              <a:rPr lang="en-IN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 hangingPunct="1"/>
              <a:t>‹#›</a:t>
            </a:fld>
            <a:endParaRPr lang="en-IN" sz="1237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LT Std Cond Light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89430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213"/>
            <a:ext cx="9144344" cy="69672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67879" y="1353910"/>
            <a:ext cx="1704659" cy="25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950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>
          <a:xfrm>
            <a:off x="5715000" y="6477001"/>
            <a:ext cx="19192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038600" y="5791201"/>
            <a:ext cx="23510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8647113" y="6408739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 defTabSz="628361"/>
            <a:fld id="{060B38E0-7E21-49E3-8C31-904BE8B04656}" type="slidenum">
              <a:rPr lang="en-US" altLang="en-US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/>
              <a:t>‹#›</a:t>
            </a:fld>
            <a:endParaRPr lang="en-US" alt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5411"/>
      </p:ext>
    </p:extLst>
  </p:cSld>
  <p:clrMapOvr>
    <a:masterClrMapping/>
  </p:clrMapOvr>
  <p:transition spd="slow">
    <p:pull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895600" y="6460909"/>
            <a:ext cx="2895600" cy="3958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6460909"/>
            <a:ext cx="2895600" cy="3958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791200" y="6460909"/>
            <a:ext cx="2895600" cy="395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7" name="Content Placeholder 6"/>
          <p:cNvSpPr>
            <a:spLocks noGrp="1"/>
          </p:cNvSpPr>
          <p:nvPr>
            <p:ph sz="quarter" idx="13"/>
          </p:nvPr>
        </p:nvSpPr>
        <p:spPr>
          <a:xfrm>
            <a:off x="2133601" y="5775108"/>
            <a:ext cx="6324599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  <a:latin typeface="Helvetica Neue"/>
              </a:defRPr>
            </a:lvl1pPr>
            <a:lvl2pPr>
              <a:defRPr>
                <a:latin typeface="Helvetica Neue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133601" y="4173321"/>
            <a:ext cx="6324600" cy="1524000"/>
          </a:xfrm>
        </p:spPr>
        <p:txBody>
          <a:bodyPr>
            <a:noAutofit/>
          </a:bodyPr>
          <a:lstStyle>
            <a:lvl1pPr algn="l">
              <a:lnSpc>
                <a:spcPts val="3001"/>
              </a:lnSpc>
              <a:defRPr sz="3301" baseline="0">
                <a:solidFill>
                  <a:schemeClr val="bg1"/>
                </a:solidFill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9" name="Group 11"/>
          <p:cNvGrpSpPr>
            <a:grpSpLocks/>
          </p:cNvGrpSpPr>
          <p:nvPr userDrawn="1"/>
        </p:nvGrpSpPr>
        <p:grpSpPr bwMode="auto">
          <a:xfrm>
            <a:off x="113836" y="5617322"/>
            <a:ext cx="1791165" cy="718563"/>
            <a:chOff x="76200" y="2130620"/>
            <a:chExt cx="1791165" cy="718565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130620"/>
              <a:ext cx="1791165" cy="4270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2175" b="1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95482" y="2616941"/>
              <a:ext cx="1752601" cy="23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909" kern="1200" spc="-112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pic>
        <p:nvPicPr>
          <p:cNvPr id="1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242" y="1"/>
            <a:ext cx="9199242" cy="64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4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5" grpId="0" animBg="1"/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 userDrawn="1"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2" descr="Large confetti"/>
          <p:cNvSpPr>
            <a:spLocks noChangeArrowheads="1"/>
          </p:cNvSpPr>
          <p:nvPr userDrawn="1"/>
        </p:nvSpPr>
        <p:spPr bwMode="ltGray">
          <a:xfrm>
            <a:off x="402608" y="546413"/>
            <a:ext cx="8022058" cy="1462600"/>
          </a:xfrm>
          <a:prstGeom prst="rect">
            <a:avLst/>
          </a:prstGeom>
          <a:pattFill prst="lgConfetti">
            <a:fgClr>
              <a:srgbClr val="0000FF">
                <a:alpha val="50000"/>
              </a:srgbClr>
            </a:fgClr>
            <a:bgClr>
              <a:srgbClr val="FF0000"/>
            </a:bgClr>
          </a:patt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569150" y="703389"/>
            <a:ext cx="7578382" cy="1175036"/>
          </a:xfrm>
          <a:pattFill prst="lgConfetti">
            <a:fgClr>
              <a:schemeClr val="accent2"/>
            </a:fgClr>
            <a:bgClr>
              <a:srgbClr val="C00000"/>
            </a:bgClr>
          </a:pattFill>
        </p:spPr>
        <p:txBody>
          <a:bodyPr anchor="ctr">
            <a:normAutofit/>
          </a:bodyPr>
          <a:lstStyle>
            <a:lvl1pPr algn="ctr">
              <a:defRPr sz="350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6" name="AutoShape 6"/>
          <p:cNvSpPr>
            <a:spLocks noChangeArrowheads="1"/>
          </p:cNvSpPr>
          <p:nvPr userDrawn="1"/>
        </p:nvSpPr>
        <p:spPr bwMode="ltGray">
          <a:xfrm flipH="1">
            <a:off x="8394974" y="377335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8" name="AutoShape 3"/>
          <p:cNvSpPr>
            <a:spLocks noChangeArrowheads="1"/>
          </p:cNvSpPr>
          <p:nvPr userDrawn="1"/>
        </p:nvSpPr>
        <p:spPr bwMode="ltGray">
          <a:xfrm flipV="1">
            <a:off x="254143" y="535693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 userDrawn="1"/>
        </p:nvSpPr>
        <p:spPr bwMode="ltGray">
          <a:xfrm flipV="1">
            <a:off x="254143" y="1960902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0" name="AutoShape 6"/>
          <p:cNvSpPr>
            <a:spLocks noChangeArrowheads="1"/>
          </p:cNvSpPr>
          <p:nvPr userDrawn="1"/>
        </p:nvSpPr>
        <p:spPr bwMode="ltGray">
          <a:xfrm flipH="1">
            <a:off x="384429" y="393088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77947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1" y="1752601"/>
            <a:ext cx="7772400" cy="1829761"/>
          </a:xfrm>
        </p:spPr>
        <p:txBody>
          <a:bodyPr anchor="b"/>
          <a:lstStyle>
            <a:lvl1pPr algn="r">
              <a:defRPr sz="3601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1" y="3611607"/>
            <a:ext cx="7772400" cy="1199704"/>
          </a:xfrm>
        </p:spPr>
        <p:txBody>
          <a:bodyPr lIns="45720" rIns="45720"/>
          <a:lstStyle>
            <a:lvl1pPr marL="0" marR="48013" indent="0" algn="r">
              <a:buNone/>
              <a:defRPr>
                <a:solidFill>
                  <a:schemeClr val="tx2"/>
                </a:solidFill>
              </a:defRPr>
            </a:lvl1pPr>
            <a:lvl2pPr marL="342949" indent="0" algn="ctr">
              <a:buNone/>
            </a:lvl2pPr>
            <a:lvl3pPr marL="685899" indent="0" algn="ctr">
              <a:buNone/>
            </a:lvl3pPr>
            <a:lvl4pPr marL="1028848" indent="0" algn="ctr">
              <a:buNone/>
            </a:lvl4pPr>
            <a:lvl5pPr marL="1371797" indent="0" algn="ctr">
              <a:buNone/>
            </a:lvl5pPr>
            <a:lvl6pPr marL="1714746" indent="0" algn="ctr">
              <a:buNone/>
            </a:lvl6pPr>
            <a:lvl7pPr marL="2057695" indent="0" algn="ctr">
              <a:buNone/>
            </a:lvl7pPr>
            <a:lvl8pPr marL="2400644" indent="0" algn="ctr">
              <a:buNone/>
            </a:lvl8pPr>
            <a:lvl9pPr marL="2743593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51409449"/>
      </p:ext>
    </p:extLst>
  </p:cSld>
  <p:clrMapOvr>
    <a:masterClrMapping/>
  </p:clrMapOvr>
  <p:transition spd="slow">
    <p:pull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" y="68053"/>
            <a:ext cx="6646034" cy="7668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3818-258A-912C-C224-307F181320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26D3FDC-056C-4670-770B-1B8929619AF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481830"/>
            <a:ext cx="70397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EB547F-9834-86B2-13E7-E00FB1AE5EE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177172-98A9-162A-03C0-278D3680AAB0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8C58DF-09DB-7C10-77EE-BE0B84EEA81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198B0C-16CD-43B4-7D64-66FB559B6F48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82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1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1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42614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28361" hangingPunct="1">
              <a:defRPr/>
            </a:pPr>
            <a:r>
              <a:rPr lang="en-US" sz="2169" b="1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69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1" y="1171577"/>
            <a:ext cx="1905000" cy="23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28361" eaLnBrk="1" hangingPunct="1">
              <a:defRPr/>
            </a:pPr>
            <a:r>
              <a:rPr lang="en-US" sz="898" kern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2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42"/>
              </a:lnSpc>
              <a:spcBef>
                <a:spcPts val="0"/>
              </a:spcBef>
              <a:buNone/>
              <a:defRPr sz="2992" b="1" spc="-112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0892986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570083"/>
            <a:ext cx="9147360" cy="6287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9290" tIns="29645" rIns="59290" bIns="29645" rtlCol="0" anchor="ctr"/>
          <a:lstStyle/>
          <a:p>
            <a:pPr algn="ctr" defTabSz="628361" hangingPunct="1"/>
            <a:endParaRPr lang="en-IN" sz="1200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7" y="662294"/>
            <a:ext cx="7887593" cy="1193804"/>
          </a:xfrm>
        </p:spPr>
        <p:txBody>
          <a:bodyPr>
            <a:normAutofit/>
          </a:bodyPr>
          <a:lstStyle>
            <a:lvl1pPr>
              <a:defRPr sz="3301">
                <a:latin typeface="Helvetica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7" y="1999314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160D3-14E8-0FE4-61E7-52D30563B4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55348F41-C1A4-BAD9-8E38-70CA5C5958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381060"/>
            <a:ext cx="7039712" cy="49213"/>
            <a:chOff x="2083888" y="6550671"/>
            <a:chExt cx="7060112" cy="486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ADAC8-A56A-B866-F70F-47AFDF5EC94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28A5DC-1B20-577D-D389-C8A53B8E1043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D29827-C9B9-09AC-05A7-2F569E629B01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01CE30C8-DEE6-DB76-3AFA-99ADC257D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928793" y="0"/>
            <a:ext cx="2187741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9F0AAF0-CC53-359D-B57F-AE42A09FBB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920716"/>
            <a:ext cx="6990639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DB9F1E-820C-4751-4F09-A5C9D523048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D7C2-05DD-E4AE-B52B-C5F93A1FF5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407CE-8E07-F144-63FF-43ECAC3F0C8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1FC5AF-9DF5-6A9E-7577-D42EC01E571B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55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22526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435834" y="3490049"/>
            <a:ext cx="452015" cy="332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IN" sz="1559" b="1" kern="1200" dirty="0">
                <a:solidFill>
                  <a:prstClr val="white">
                    <a:lumMod val="85000"/>
                  </a:prstClr>
                </a:solidFill>
                <a:latin typeface="Helvetica Neue"/>
                <a:ea typeface="+mn-ea"/>
                <a:cs typeface="Arial" panose="020B0604020202020204" pitchFamily="34" charset="0"/>
              </a:rPr>
              <a:t>by  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95461" y="2809495"/>
            <a:ext cx="4856841" cy="65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IN" sz="2858" b="1" kern="1200" dirty="0">
                <a:solidFill>
                  <a:schemeClr val="bg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812720" y="3543728"/>
            <a:ext cx="3539582" cy="791783"/>
          </a:xfrm>
        </p:spPr>
        <p:txBody>
          <a:bodyPr>
            <a:normAutofit/>
          </a:bodyPr>
          <a:lstStyle>
            <a:lvl1pPr marL="0" indent="0">
              <a:buNone/>
              <a:defRPr sz="1299" baseline="0">
                <a:latin typeface="Helvetica Neue"/>
              </a:defRPr>
            </a:lvl1pPr>
            <a:lvl5pPr marL="1583701" indent="0">
              <a:buNone/>
              <a:defRPr/>
            </a:lvl5pPr>
          </a:lstStyle>
          <a:p>
            <a:r>
              <a:rPr lang="en-US" sz="1429" b="1" kern="1200" baseline="0" dirty="0">
                <a:solidFill>
                  <a:prstClr val="black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rPr>
              <a:t>Click to edit Presenter information</a:t>
            </a:r>
            <a:endParaRPr lang="en-IN" sz="1429" b="1" kern="1200" baseline="0" dirty="0">
              <a:solidFill>
                <a:prstClr val="black"/>
              </a:solidFill>
              <a:latin typeface="Helvetica LT Std Cond Light" panose="020B04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63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0628"/>
            <a:ext cx="9144344" cy="6858000"/>
            <a:chOff x="0" y="0"/>
            <a:chExt cx="14080068" cy="7920038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080068" cy="792003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 userDrawn="1"/>
          </p:nvSpPr>
          <p:spPr>
            <a:xfrm>
              <a:off x="8770289" y="0"/>
              <a:ext cx="5309249" cy="667910"/>
            </a:xfrm>
            <a:prstGeom prst="rect">
              <a:avLst/>
            </a:prstGeom>
            <a:gradFill flip="none" rotWithShape="1">
              <a:gsLst>
                <a:gs pos="100000">
                  <a:srgbClr val="81CFD3">
                    <a:alpha val="0"/>
                  </a:srgbClr>
                </a:gs>
                <a:gs pos="73000">
                  <a:srgbClr val="B7DEE0">
                    <a:alpha val="39000"/>
                  </a:srgbClr>
                </a:gs>
                <a:gs pos="47000">
                  <a:srgbClr val="C6E6E4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IN" sz="1237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0" y="-20628"/>
            <a:ext cx="914735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5" y="594054"/>
            <a:ext cx="7887593" cy="1325138"/>
          </a:xfrm>
        </p:spPr>
        <p:txBody>
          <a:bodyPr/>
          <a:lstStyle>
            <a:lvl1pPr>
              <a:defRPr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5" y="2053906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0" name="Google Shape;69;p14"/>
          <p:cNvPicPr preferRelativeResize="0"/>
          <p:nvPr userDrawn="1"/>
        </p:nvPicPr>
        <p:blipFill rotWithShape="1">
          <a:blip r:embed="rId3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roup 40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42" name="Rectangle 4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56" name="Rectangle 8"/>
          <p:cNvSpPr/>
          <p:nvPr userDrawn="1"/>
        </p:nvSpPr>
        <p:spPr>
          <a:xfrm>
            <a:off x="-11206" y="6532214"/>
            <a:ext cx="3787546" cy="344445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1055257" y="6540373"/>
            <a:ext cx="2881495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>
              <a:defRPr/>
            </a:pP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Prof.Gangaboraiah PhD (Stats) </a:t>
            </a:r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</a:t>
            </a:r>
            <a:endParaRPr lang="en-US" sz="1234" b="1" kern="1200" dirty="0">
              <a:solidFill>
                <a:srgbClr val="FFFF00"/>
              </a:solidFill>
              <a:latin typeface="Helvetica Neue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58" name="Slide Number Placeholder 5"/>
          <p:cNvSpPr txBox="1">
            <a:spLocks/>
          </p:cNvSpPr>
          <p:nvPr userDrawn="1"/>
        </p:nvSpPr>
        <p:spPr>
          <a:xfrm>
            <a:off x="67551" y="6542389"/>
            <a:ext cx="1336219" cy="3114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34" b="1" dirty="0">
                <a:solidFill>
                  <a:srgbClr val="FFFF00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1234" b="1" smtClean="0">
                <a:solidFill>
                  <a:srgbClr val="FFFF00"/>
                </a:solidFill>
                <a:latin typeface="Helvetica Neue"/>
              </a:rPr>
              <a:pPr>
                <a:defRPr/>
              </a:pPr>
              <a:t>‹#›</a:t>
            </a:fld>
            <a:endParaRPr lang="en-US" sz="1234" b="1" dirty="0">
              <a:solidFill>
                <a:srgbClr val="FFFF00"/>
              </a:solidFill>
              <a:latin typeface="Helvetica Neue"/>
            </a:endParaRPr>
          </a:p>
          <a:p>
            <a:endParaRPr lang="en-US" sz="1234" b="1" dirty="0">
              <a:solidFill>
                <a:srgbClr val="FFFF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angle 58"/>
          <p:cNvSpPr/>
          <p:nvPr userDrawn="1"/>
        </p:nvSpPr>
        <p:spPr>
          <a:xfrm>
            <a:off x="914339" y="6534709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srgbClr val="FFFF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60" name="Rectangle 8"/>
          <p:cNvSpPr/>
          <p:nvPr userDrawn="1"/>
        </p:nvSpPr>
        <p:spPr>
          <a:xfrm rot="10800000">
            <a:off x="5398441" y="6540185"/>
            <a:ext cx="3775972" cy="328342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510492" y="6530532"/>
            <a:ext cx="3663923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 Former Professor of Statistics    KIMS, </a:t>
            </a:r>
            <a:r>
              <a:rPr lang="en-US" sz="1234" b="1" kern="1200" dirty="0" err="1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B’lore</a:t>
            </a: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7957284" y="6519716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prstClr val="white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prstClr val="white"/>
              </a:solidFill>
              <a:latin typeface="Helvetica Neue"/>
              <a:ea typeface="+mn-ea"/>
              <a:cs typeface="+mn-cs"/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2164015" y="6507734"/>
            <a:ext cx="7010400" cy="39588"/>
            <a:chOff x="1905000" y="6553200"/>
            <a:chExt cx="7010400" cy="45719"/>
          </a:xfrm>
        </p:grpSpPr>
        <p:sp>
          <p:nvSpPr>
            <p:cNvPr id="64" name="Rectangle 6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80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/>
      <p:bldP spid="60" grpId="0" animBg="1"/>
      <p:bldP spid="61" grpId="0"/>
      <p:bldP spid="62" grpId="0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9798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5413" y="6492350"/>
            <a:ext cx="618587" cy="365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defTabSz="628361" hangingPunct="1"/>
            <a:fld id="{6B8C2D3D-C878-45F6-BA2B-28A0B2D447D6}" type="slidenum">
              <a:rPr lang="en-IN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 hangingPunct="1"/>
              <a:t>‹#›</a:t>
            </a:fld>
            <a:endParaRPr lang="en-IN" sz="1237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LT Std Cond Light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59579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213"/>
            <a:ext cx="9144344" cy="69672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67879" y="1353910"/>
            <a:ext cx="1704659" cy="25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8849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>
          <a:xfrm>
            <a:off x="5715000" y="6477001"/>
            <a:ext cx="19192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038600" y="5791201"/>
            <a:ext cx="23510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8647113" y="6408739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 defTabSz="628361"/>
            <a:fld id="{060B38E0-7E21-49E3-8C31-904BE8B04656}" type="slidenum">
              <a:rPr lang="en-US" altLang="en-US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/>
              <a:t>‹#›</a:t>
            </a:fld>
            <a:endParaRPr lang="en-US" alt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262211"/>
      </p:ext>
    </p:extLst>
  </p:cSld>
  <p:clrMapOvr>
    <a:masterClrMapping/>
  </p:clrMapOvr>
  <p:transition spd="slow">
    <p:pull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895600" y="6460909"/>
            <a:ext cx="2895600" cy="3958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6460909"/>
            <a:ext cx="2895600" cy="3958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791200" y="6460909"/>
            <a:ext cx="2895600" cy="395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7" name="Content Placeholder 6"/>
          <p:cNvSpPr>
            <a:spLocks noGrp="1"/>
          </p:cNvSpPr>
          <p:nvPr>
            <p:ph sz="quarter" idx="13"/>
          </p:nvPr>
        </p:nvSpPr>
        <p:spPr>
          <a:xfrm>
            <a:off x="2133601" y="5775108"/>
            <a:ext cx="6324599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  <a:latin typeface="Helvetica Neue"/>
              </a:defRPr>
            </a:lvl1pPr>
            <a:lvl2pPr>
              <a:defRPr>
                <a:latin typeface="Helvetica Neue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133601" y="4173321"/>
            <a:ext cx="6324600" cy="1524000"/>
          </a:xfrm>
        </p:spPr>
        <p:txBody>
          <a:bodyPr>
            <a:noAutofit/>
          </a:bodyPr>
          <a:lstStyle>
            <a:lvl1pPr algn="l">
              <a:lnSpc>
                <a:spcPts val="3001"/>
              </a:lnSpc>
              <a:defRPr sz="3301" baseline="0">
                <a:solidFill>
                  <a:schemeClr val="bg1"/>
                </a:solidFill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9" name="Group 11"/>
          <p:cNvGrpSpPr>
            <a:grpSpLocks/>
          </p:cNvGrpSpPr>
          <p:nvPr userDrawn="1"/>
        </p:nvGrpSpPr>
        <p:grpSpPr bwMode="auto">
          <a:xfrm>
            <a:off x="113836" y="5617322"/>
            <a:ext cx="1791165" cy="718563"/>
            <a:chOff x="76200" y="2130620"/>
            <a:chExt cx="1791165" cy="718565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130620"/>
              <a:ext cx="1791165" cy="4270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2175" b="1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95482" y="2616941"/>
              <a:ext cx="1752601" cy="23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909" kern="1200" spc="-112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pic>
        <p:nvPicPr>
          <p:cNvPr id="1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242" y="1"/>
            <a:ext cx="9199242" cy="64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0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5" grpId="0" animBg="1"/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 userDrawn="1"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2" descr="Large confetti"/>
          <p:cNvSpPr>
            <a:spLocks noChangeArrowheads="1"/>
          </p:cNvSpPr>
          <p:nvPr userDrawn="1"/>
        </p:nvSpPr>
        <p:spPr bwMode="ltGray">
          <a:xfrm>
            <a:off x="402608" y="546413"/>
            <a:ext cx="8022058" cy="1462600"/>
          </a:xfrm>
          <a:prstGeom prst="rect">
            <a:avLst/>
          </a:prstGeom>
          <a:pattFill prst="lgConfetti">
            <a:fgClr>
              <a:srgbClr val="0000FF">
                <a:alpha val="50000"/>
              </a:srgbClr>
            </a:fgClr>
            <a:bgClr>
              <a:srgbClr val="FF0000"/>
            </a:bgClr>
          </a:patt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569150" y="703389"/>
            <a:ext cx="7578382" cy="1175036"/>
          </a:xfrm>
          <a:pattFill prst="lgConfetti">
            <a:fgClr>
              <a:schemeClr val="accent2"/>
            </a:fgClr>
            <a:bgClr>
              <a:srgbClr val="C00000"/>
            </a:bgClr>
          </a:pattFill>
        </p:spPr>
        <p:txBody>
          <a:bodyPr anchor="ctr">
            <a:normAutofit/>
          </a:bodyPr>
          <a:lstStyle>
            <a:lvl1pPr algn="ctr">
              <a:defRPr sz="350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6" name="AutoShape 6"/>
          <p:cNvSpPr>
            <a:spLocks noChangeArrowheads="1"/>
          </p:cNvSpPr>
          <p:nvPr userDrawn="1"/>
        </p:nvSpPr>
        <p:spPr bwMode="ltGray">
          <a:xfrm flipH="1">
            <a:off x="8394974" y="377335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8" name="AutoShape 3"/>
          <p:cNvSpPr>
            <a:spLocks noChangeArrowheads="1"/>
          </p:cNvSpPr>
          <p:nvPr userDrawn="1"/>
        </p:nvSpPr>
        <p:spPr bwMode="ltGray">
          <a:xfrm flipV="1">
            <a:off x="254143" y="535693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 userDrawn="1"/>
        </p:nvSpPr>
        <p:spPr bwMode="ltGray">
          <a:xfrm flipV="1">
            <a:off x="254143" y="1960902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0" name="AutoShape 6"/>
          <p:cNvSpPr>
            <a:spLocks noChangeArrowheads="1"/>
          </p:cNvSpPr>
          <p:nvPr userDrawn="1"/>
        </p:nvSpPr>
        <p:spPr bwMode="ltGray">
          <a:xfrm flipH="1">
            <a:off x="384429" y="393088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4349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1" y="1752601"/>
            <a:ext cx="7772400" cy="1829761"/>
          </a:xfrm>
        </p:spPr>
        <p:txBody>
          <a:bodyPr anchor="b"/>
          <a:lstStyle>
            <a:lvl1pPr algn="r">
              <a:defRPr sz="3601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1" y="3611607"/>
            <a:ext cx="7772400" cy="1199704"/>
          </a:xfrm>
        </p:spPr>
        <p:txBody>
          <a:bodyPr lIns="45720" rIns="45720"/>
          <a:lstStyle>
            <a:lvl1pPr marL="0" marR="48013" indent="0" algn="r">
              <a:buNone/>
              <a:defRPr>
                <a:solidFill>
                  <a:schemeClr val="tx2"/>
                </a:solidFill>
              </a:defRPr>
            </a:lvl1pPr>
            <a:lvl2pPr marL="342949" indent="0" algn="ctr">
              <a:buNone/>
            </a:lvl2pPr>
            <a:lvl3pPr marL="685899" indent="0" algn="ctr">
              <a:buNone/>
            </a:lvl3pPr>
            <a:lvl4pPr marL="1028848" indent="0" algn="ctr">
              <a:buNone/>
            </a:lvl4pPr>
            <a:lvl5pPr marL="1371797" indent="0" algn="ctr">
              <a:buNone/>
            </a:lvl5pPr>
            <a:lvl6pPr marL="1714746" indent="0" algn="ctr">
              <a:buNone/>
            </a:lvl6pPr>
            <a:lvl7pPr marL="2057695" indent="0" algn="ctr">
              <a:buNone/>
            </a:lvl7pPr>
            <a:lvl8pPr marL="2400644" indent="0" algn="ctr">
              <a:buNone/>
            </a:lvl8pPr>
            <a:lvl9pPr marL="2743593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40816602"/>
      </p:ext>
    </p:extLst>
  </p:cSld>
  <p:clrMapOvr>
    <a:masterClrMapping/>
  </p:clrMapOvr>
  <p:transition spd="slow">
    <p:pull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" y="68053"/>
            <a:ext cx="6646034" cy="7668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3818-258A-912C-C224-307F181320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26D3FDC-056C-4670-770B-1B8929619AF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481830"/>
            <a:ext cx="70397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EB547F-9834-86B2-13E7-E00FB1AE5EE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177172-98A9-162A-03C0-278D3680AAB0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8C58DF-09DB-7C10-77EE-BE0B84EEA81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198B0C-16CD-43B4-7D64-66FB559B6F48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60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1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1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42614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28361" hangingPunct="1">
              <a:defRPr/>
            </a:pPr>
            <a:r>
              <a:rPr lang="en-US" sz="2169" b="1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69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1" y="1171577"/>
            <a:ext cx="1905000" cy="23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28361" eaLnBrk="1" hangingPunct="1">
              <a:defRPr/>
            </a:pPr>
            <a:r>
              <a:rPr lang="en-US" sz="898" kern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2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42"/>
              </a:lnSpc>
              <a:spcBef>
                <a:spcPts val="0"/>
              </a:spcBef>
              <a:buNone/>
              <a:defRPr sz="2992" b="1" spc="-112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9734473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570083"/>
            <a:ext cx="9147360" cy="6287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9290" tIns="29645" rIns="59290" bIns="29645" rtlCol="0" anchor="ctr"/>
          <a:lstStyle/>
          <a:p>
            <a:pPr algn="ctr" defTabSz="628361" hangingPunct="1"/>
            <a:endParaRPr lang="en-IN" sz="1200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7" y="662294"/>
            <a:ext cx="7887593" cy="1193804"/>
          </a:xfrm>
        </p:spPr>
        <p:txBody>
          <a:bodyPr>
            <a:normAutofit/>
          </a:bodyPr>
          <a:lstStyle>
            <a:lvl1pPr>
              <a:defRPr sz="3301">
                <a:latin typeface="Helvetica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7" y="1999314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160D3-14E8-0FE4-61E7-52D30563B4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55348F41-C1A4-BAD9-8E38-70CA5C5958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381060"/>
            <a:ext cx="7039712" cy="49213"/>
            <a:chOff x="2083888" y="6550671"/>
            <a:chExt cx="7060112" cy="486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ADAC8-A56A-B866-F70F-47AFDF5EC94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28A5DC-1B20-577D-D389-C8A53B8E1043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D29827-C9B9-09AC-05A7-2F569E629B01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01CE30C8-DEE6-DB76-3AFA-99ADC257D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928793" y="0"/>
            <a:ext cx="2187741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9F0AAF0-CC53-359D-B57F-AE42A09FBB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920716"/>
            <a:ext cx="6990639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DB9F1E-820C-4751-4F09-A5C9D523048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D7C2-05DD-E4AE-B52B-C5F93A1FF5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407CE-8E07-F144-63FF-43ECAC3F0C8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1FC5AF-9DF5-6A9E-7577-D42EC01E571B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1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82544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435834" y="3490049"/>
            <a:ext cx="452015" cy="332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IN" sz="1559" b="1" kern="1200" dirty="0">
                <a:solidFill>
                  <a:prstClr val="white">
                    <a:lumMod val="85000"/>
                  </a:prstClr>
                </a:solidFill>
                <a:latin typeface="Helvetica Neue"/>
                <a:ea typeface="+mn-ea"/>
                <a:cs typeface="Arial" panose="020B0604020202020204" pitchFamily="34" charset="0"/>
              </a:rPr>
              <a:t>by  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95461" y="2809495"/>
            <a:ext cx="4856841" cy="65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IN" sz="2858" b="1" kern="1200" dirty="0">
                <a:solidFill>
                  <a:schemeClr val="bg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812720" y="3543728"/>
            <a:ext cx="3539582" cy="791783"/>
          </a:xfrm>
        </p:spPr>
        <p:txBody>
          <a:bodyPr>
            <a:normAutofit/>
          </a:bodyPr>
          <a:lstStyle>
            <a:lvl1pPr marL="0" indent="0">
              <a:buNone/>
              <a:defRPr sz="1299" baseline="0">
                <a:latin typeface="Helvetica Neue"/>
              </a:defRPr>
            </a:lvl1pPr>
            <a:lvl5pPr marL="1583701" indent="0">
              <a:buNone/>
              <a:defRPr/>
            </a:lvl5pPr>
          </a:lstStyle>
          <a:p>
            <a:r>
              <a:rPr lang="en-US" sz="1429" b="1" kern="1200" baseline="0" dirty="0">
                <a:solidFill>
                  <a:prstClr val="black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rPr>
              <a:t>Click to edit Presenter information</a:t>
            </a:r>
            <a:endParaRPr lang="en-IN" sz="1429" b="1" kern="1200" baseline="0" dirty="0">
              <a:solidFill>
                <a:prstClr val="black"/>
              </a:solidFill>
              <a:latin typeface="Helvetica LT Std Cond Light" panose="020B0406020202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0628"/>
            <a:ext cx="9144344" cy="6858000"/>
            <a:chOff x="0" y="0"/>
            <a:chExt cx="14080068" cy="7920038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080068" cy="792003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 userDrawn="1"/>
          </p:nvSpPr>
          <p:spPr>
            <a:xfrm>
              <a:off x="8770289" y="0"/>
              <a:ext cx="5309249" cy="667910"/>
            </a:xfrm>
            <a:prstGeom prst="rect">
              <a:avLst/>
            </a:prstGeom>
            <a:gradFill flip="none" rotWithShape="1">
              <a:gsLst>
                <a:gs pos="100000">
                  <a:srgbClr val="81CFD3">
                    <a:alpha val="0"/>
                  </a:srgbClr>
                </a:gs>
                <a:gs pos="73000">
                  <a:srgbClr val="B7DEE0">
                    <a:alpha val="39000"/>
                  </a:srgbClr>
                </a:gs>
                <a:gs pos="47000">
                  <a:srgbClr val="C6E6E4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IN" sz="1237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0" y="-20628"/>
            <a:ext cx="914735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5" y="594054"/>
            <a:ext cx="7887593" cy="1325138"/>
          </a:xfrm>
        </p:spPr>
        <p:txBody>
          <a:bodyPr/>
          <a:lstStyle>
            <a:lvl1pPr>
              <a:defRPr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5" y="2053906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0" name="Google Shape;69;p14"/>
          <p:cNvPicPr preferRelativeResize="0"/>
          <p:nvPr userDrawn="1"/>
        </p:nvPicPr>
        <p:blipFill rotWithShape="1">
          <a:blip r:embed="rId3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roup 40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42" name="Rectangle 4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44" name="Rectangle 4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  <p:sp>
        <p:nvSpPr>
          <p:cNvPr id="56" name="Rectangle 8"/>
          <p:cNvSpPr/>
          <p:nvPr userDrawn="1"/>
        </p:nvSpPr>
        <p:spPr>
          <a:xfrm>
            <a:off x="-11206" y="6532214"/>
            <a:ext cx="3787546" cy="344445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1055257" y="6540373"/>
            <a:ext cx="2881495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>
              <a:defRPr/>
            </a:pP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Prof.Gangaboraiah PhD (Stats) </a:t>
            </a:r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</a:t>
            </a:r>
            <a:endParaRPr lang="en-US" sz="1234" b="1" kern="1200" dirty="0">
              <a:solidFill>
                <a:srgbClr val="FFFF00"/>
              </a:solidFill>
              <a:latin typeface="Helvetica Neue"/>
              <a:ea typeface="Verdana" panose="020B0604030504040204" pitchFamily="34" charset="0"/>
              <a:cs typeface="Arial" charset="0"/>
            </a:endParaRPr>
          </a:p>
        </p:txBody>
      </p:sp>
      <p:sp>
        <p:nvSpPr>
          <p:cNvPr id="58" name="Slide Number Placeholder 5"/>
          <p:cNvSpPr txBox="1">
            <a:spLocks/>
          </p:cNvSpPr>
          <p:nvPr userDrawn="1"/>
        </p:nvSpPr>
        <p:spPr>
          <a:xfrm>
            <a:off x="67551" y="6542389"/>
            <a:ext cx="1336219" cy="3114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34" b="1" dirty="0">
                <a:solidFill>
                  <a:srgbClr val="FFFF00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1234" b="1" smtClean="0">
                <a:solidFill>
                  <a:srgbClr val="FFFF00"/>
                </a:solidFill>
                <a:latin typeface="Helvetica Neue"/>
              </a:rPr>
              <a:pPr>
                <a:defRPr/>
              </a:pPr>
              <a:t>‹#›</a:t>
            </a:fld>
            <a:endParaRPr lang="en-US" sz="1234" b="1" dirty="0">
              <a:solidFill>
                <a:srgbClr val="FFFF00"/>
              </a:solidFill>
              <a:latin typeface="Helvetica Neue"/>
            </a:endParaRPr>
          </a:p>
          <a:p>
            <a:endParaRPr lang="en-US" sz="1234" b="1" dirty="0">
              <a:solidFill>
                <a:srgbClr val="FFFF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angle 58"/>
          <p:cNvSpPr/>
          <p:nvPr userDrawn="1"/>
        </p:nvSpPr>
        <p:spPr>
          <a:xfrm>
            <a:off x="914339" y="6534709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srgbClr val="FFFF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60" name="Rectangle 8"/>
          <p:cNvSpPr/>
          <p:nvPr userDrawn="1"/>
        </p:nvSpPr>
        <p:spPr>
          <a:xfrm rot="10800000">
            <a:off x="5398441" y="6540185"/>
            <a:ext cx="3775972" cy="328342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8B59"/>
              </a:gs>
              <a:gs pos="0">
                <a:srgbClr val="03684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4" kern="1200" dirty="0">
              <a:solidFill>
                <a:srgbClr val="FFFF00"/>
              </a:solidFill>
              <a:latin typeface="Helvetica Neue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510492" y="6530532"/>
            <a:ext cx="3663923" cy="28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 Former Professor of Statistics    KIMS, </a:t>
            </a:r>
            <a:r>
              <a:rPr lang="en-US" sz="1234" b="1" kern="1200" dirty="0" err="1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B’lore</a:t>
            </a:r>
            <a:r>
              <a:rPr lang="en-US" sz="1234" b="1" kern="1200" dirty="0">
                <a:solidFill>
                  <a:srgbClr val="FFFF00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  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7957284" y="6519716"/>
            <a:ext cx="122871" cy="282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28361" hangingPunct="1"/>
            <a:r>
              <a:rPr lang="en-US" sz="1234" kern="1200" dirty="0">
                <a:solidFill>
                  <a:prstClr val="white"/>
                </a:solidFill>
                <a:latin typeface="Helvetica Neue"/>
                <a:ea typeface="Verdana" panose="020B0604030504040204" pitchFamily="34" charset="0"/>
                <a:cs typeface="Arial" charset="0"/>
              </a:rPr>
              <a:t>|</a:t>
            </a:r>
            <a:endParaRPr lang="en-US" sz="1234" kern="1200" dirty="0">
              <a:solidFill>
                <a:prstClr val="white"/>
              </a:solidFill>
              <a:latin typeface="Helvetica Neue"/>
              <a:ea typeface="+mn-ea"/>
              <a:cs typeface="+mn-cs"/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2164015" y="6507734"/>
            <a:ext cx="7010400" cy="39588"/>
            <a:chOff x="1905000" y="6553200"/>
            <a:chExt cx="7010400" cy="45719"/>
          </a:xfrm>
        </p:grpSpPr>
        <p:sp>
          <p:nvSpPr>
            <p:cNvPr id="64" name="Rectangle 6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466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/>
      <p:bldP spid="60" grpId="0" animBg="1"/>
      <p:bldP spid="61" grpId="0"/>
      <p:bldP spid="62" grpId="0"/>
    </p:bld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Neue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Neue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47315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5413" y="6492350"/>
            <a:ext cx="618587" cy="36565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defTabSz="628361" hangingPunct="1"/>
            <a:fld id="{6B8C2D3D-C878-45F6-BA2B-28A0B2D447D6}" type="slidenum">
              <a:rPr lang="en-IN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 hangingPunct="1"/>
              <a:t>‹#›</a:t>
            </a:fld>
            <a:endParaRPr lang="en-IN" sz="1237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83812"/>
            <a:ext cx="9147359" cy="5922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 dirty="0">
              <a:solidFill>
                <a:prstClr val="white"/>
              </a:solidFill>
              <a:latin typeface="Helvetica LT Std Cond Light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4657" y="878179"/>
            <a:ext cx="7957723" cy="5412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US" sz="233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en-US" sz="220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3pPr>
            <a:lvl4pPr>
              <a:defRPr lang="en-US" sz="2078" b="1" kern="1200" dirty="0" smtClean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4pPr>
            <a:lvl5pPr>
              <a:defRPr lang="en-IN" sz="1949" b="1" kern="1200" dirty="0">
                <a:solidFill>
                  <a:schemeClr val="tx1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5455" y="9184"/>
            <a:ext cx="7946925" cy="573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IN" sz="2598" b="1" kern="1200" dirty="0">
                <a:solidFill>
                  <a:srgbClr val="FFFF00"/>
                </a:solidFill>
                <a:latin typeface="Helvetica LT Std Cond Light" panose="020B040602020203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492186"/>
            <a:ext cx="914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35844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213"/>
            <a:ext cx="9144344" cy="69672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67879" y="1353910"/>
            <a:ext cx="1704659" cy="25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4165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>
          <a:xfrm>
            <a:off x="5715000" y="6477001"/>
            <a:ext cx="19192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038600" y="5791201"/>
            <a:ext cx="2351088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 defTabSz="628361">
              <a:defRPr/>
            </a:pPr>
            <a:endParaRPr lang="en-US" sz="1237" kern="1200">
              <a:solidFill>
                <a:prstClr val="black"/>
              </a:solidFill>
              <a:ea typeface="+mn-ea"/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8647113" y="6408739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 defTabSz="628361"/>
            <a:fld id="{060B38E0-7E21-49E3-8C31-904BE8B04656}" type="slidenum">
              <a:rPr lang="en-US" altLang="en-US" sz="1237" kern="1200" smtClean="0">
                <a:solidFill>
                  <a:prstClr val="black"/>
                </a:solidFill>
                <a:ea typeface="+mn-ea"/>
                <a:cs typeface="+mn-cs"/>
              </a:rPr>
              <a:pPr defTabSz="628361"/>
              <a:t>‹#›</a:t>
            </a:fld>
            <a:endParaRPr lang="en-US" alt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4266617"/>
      </p:ext>
    </p:extLst>
  </p:cSld>
  <p:clrMapOvr>
    <a:masterClrMapping/>
  </p:clrMapOvr>
  <p:transition spd="slow">
    <p:pull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895600" y="6460909"/>
            <a:ext cx="2895600" cy="3958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6460909"/>
            <a:ext cx="2895600" cy="3958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791200" y="6460909"/>
            <a:ext cx="2895600" cy="395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856" kern="1200">
              <a:solidFill>
                <a:prstClr val="white"/>
              </a:solidFill>
            </a:endParaRPr>
          </a:p>
        </p:txBody>
      </p:sp>
      <p:sp>
        <p:nvSpPr>
          <p:cNvPr id="27" name="Content Placeholder 6"/>
          <p:cNvSpPr>
            <a:spLocks noGrp="1"/>
          </p:cNvSpPr>
          <p:nvPr>
            <p:ph sz="quarter" idx="13"/>
          </p:nvPr>
        </p:nvSpPr>
        <p:spPr>
          <a:xfrm>
            <a:off x="2133601" y="5775108"/>
            <a:ext cx="6324599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  <a:latin typeface="Helvetica Neue"/>
              </a:defRPr>
            </a:lvl1pPr>
            <a:lvl2pPr>
              <a:defRPr>
                <a:latin typeface="Helvetica Neue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133601" y="4173321"/>
            <a:ext cx="6324600" cy="1524000"/>
          </a:xfrm>
        </p:spPr>
        <p:txBody>
          <a:bodyPr>
            <a:noAutofit/>
          </a:bodyPr>
          <a:lstStyle>
            <a:lvl1pPr algn="l">
              <a:lnSpc>
                <a:spcPts val="3001"/>
              </a:lnSpc>
              <a:defRPr sz="3301" baseline="0">
                <a:solidFill>
                  <a:schemeClr val="bg1"/>
                </a:solidFill>
                <a:latin typeface="Helvetica Neu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9" name="Group 11"/>
          <p:cNvGrpSpPr>
            <a:grpSpLocks/>
          </p:cNvGrpSpPr>
          <p:nvPr userDrawn="1"/>
        </p:nvGrpSpPr>
        <p:grpSpPr bwMode="auto">
          <a:xfrm>
            <a:off x="113836" y="5617322"/>
            <a:ext cx="1791165" cy="718563"/>
            <a:chOff x="76200" y="2130620"/>
            <a:chExt cx="1791165" cy="718565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130620"/>
              <a:ext cx="1791165" cy="4270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2175" b="1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kern="1200" spc="-112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95482" y="2616941"/>
              <a:ext cx="1752601" cy="23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8361" hangingPunct="1">
                <a:defRPr/>
              </a:pPr>
              <a:r>
                <a:rPr lang="en-US" sz="909" kern="1200" spc="-112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pic>
        <p:nvPicPr>
          <p:cNvPr id="13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242" y="1"/>
            <a:ext cx="9199242" cy="64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58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5" grpId="0" animBg="1"/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 userDrawn="1"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2" descr="Large confetti"/>
          <p:cNvSpPr>
            <a:spLocks noChangeArrowheads="1"/>
          </p:cNvSpPr>
          <p:nvPr userDrawn="1"/>
        </p:nvSpPr>
        <p:spPr bwMode="ltGray">
          <a:xfrm>
            <a:off x="402608" y="546413"/>
            <a:ext cx="8022058" cy="1462600"/>
          </a:xfrm>
          <a:prstGeom prst="rect">
            <a:avLst/>
          </a:prstGeom>
          <a:pattFill prst="lgConfetti">
            <a:fgClr>
              <a:srgbClr val="0000FF">
                <a:alpha val="50000"/>
              </a:srgbClr>
            </a:fgClr>
            <a:bgClr>
              <a:srgbClr val="FF0000"/>
            </a:bgClr>
          </a:patt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569150" y="703389"/>
            <a:ext cx="7578382" cy="1175036"/>
          </a:xfrm>
          <a:pattFill prst="lgConfetti">
            <a:fgClr>
              <a:schemeClr val="accent2"/>
            </a:fgClr>
            <a:bgClr>
              <a:srgbClr val="C00000"/>
            </a:bgClr>
          </a:pattFill>
        </p:spPr>
        <p:txBody>
          <a:bodyPr anchor="ctr">
            <a:normAutofit/>
          </a:bodyPr>
          <a:lstStyle>
            <a:lvl1pPr algn="ctr">
              <a:defRPr sz="350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6" name="AutoShape 6"/>
          <p:cNvSpPr>
            <a:spLocks noChangeArrowheads="1"/>
          </p:cNvSpPr>
          <p:nvPr userDrawn="1"/>
        </p:nvSpPr>
        <p:spPr bwMode="ltGray">
          <a:xfrm flipH="1">
            <a:off x="8394974" y="377335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8" name="AutoShape 3"/>
          <p:cNvSpPr>
            <a:spLocks noChangeArrowheads="1"/>
          </p:cNvSpPr>
          <p:nvPr userDrawn="1"/>
        </p:nvSpPr>
        <p:spPr bwMode="ltGray">
          <a:xfrm flipV="1">
            <a:off x="254143" y="535693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 userDrawn="1"/>
        </p:nvSpPr>
        <p:spPr bwMode="ltGray">
          <a:xfrm flipV="1">
            <a:off x="254143" y="1960902"/>
            <a:ext cx="8264551" cy="39588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0" name="AutoShape 6"/>
          <p:cNvSpPr>
            <a:spLocks noChangeArrowheads="1"/>
          </p:cNvSpPr>
          <p:nvPr userDrawn="1"/>
        </p:nvSpPr>
        <p:spPr bwMode="ltGray">
          <a:xfrm flipH="1">
            <a:off x="384429" y="393088"/>
            <a:ext cx="29692" cy="1769249"/>
          </a:xfrm>
          <a:prstGeom prst="roundRect">
            <a:avLst>
              <a:gd name="adj" fmla="val 50000"/>
            </a:avLst>
          </a:prstGeom>
          <a:solidFill>
            <a:srgbClr val="CC00CC"/>
          </a:solidFill>
          <a:ln>
            <a:noFill/>
          </a:ln>
          <a:effectLst/>
        </p:spPr>
        <p:txBody>
          <a:bodyPr wrap="none" anchor="ctr"/>
          <a:lstStyle/>
          <a:p>
            <a:pPr algn="ctr" defTabSz="628361" hangingPunct="1"/>
            <a:endParaRPr kumimoji="1" lang="en-US" sz="1237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34712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429" kern="1200">
              <a:solidFill>
                <a:prstClr val="white"/>
              </a:solidFill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4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28361" hangingPunct="1">
                <a:defRPr/>
              </a:pPr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2147483647 h 528"/>
                <a:gd name="T6" fmla="*/ 2147483647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defTabSz="628361" hangingPunct="1"/>
              <a:endParaRPr lang="en-US" sz="1429" kern="1200">
                <a:solidFill>
                  <a:prstClr val="black"/>
                </a:solidFill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429" kern="1200">
                <a:solidFill>
                  <a:prstClr val="white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1" y="1752601"/>
            <a:ext cx="7772400" cy="1829761"/>
          </a:xfrm>
        </p:spPr>
        <p:txBody>
          <a:bodyPr anchor="b"/>
          <a:lstStyle>
            <a:lvl1pPr algn="r">
              <a:defRPr sz="3601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1" y="3611607"/>
            <a:ext cx="7772400" cy="1199704"/>
          </a:xfrm>
        </p:spPr>
        <p:txBody>
          <a:bodyPr lIns="45720" rIns="45720"/>
          <a:lstStyle>
            <a:lvl1pPr marL="0" marR="48013" indent="0" algn="r">
              <a:buNone/>
              <a:defRPr>
                <a:solidFill>
                  <a:schemeClr val="tx2"/>
                </a:solidFill>
              </a:defRPr>
            </a:lvl1pPr>
            <a:lvl2pPr marL="342949" indent="0" algn="ctr">
              <a:buNone/>
            </a:lvl2pPr>
            <a:lvl3pPr marL="685899" indent="0" algn="ctr">
              <a:buNone/>
            </a:lvl3pPr>
            <a:lvl4pPr marL="1028848" indent="0" algn="ctr">
              <a:buNone/>
            </a:lvl4pPr>
            <a:lvl5pPr marL="1371797" indent="0" algn="ctr">
              <a:buNone/>
            </a:lvl5pPr>
            <a:lvl6pPr marL="1714746" indent="0" algn="ctr">
              <a:buNone/>
            </a:lvl6pPr>
            <a:lvl7pPr marL="2057695" indent="0" algn="ctr">
              <a:buNone/>
            </a:lvl7pPr>
            <a:lvl8pPr marL="2400644" indent="0" algn="ctr">
              <a:buNone/>
            </a:lvl8pPr>
            <a:lvl9pPr marL="2743593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42735"/>
      </p:ext>
    </p:extLst>
  </p:cSld>
  <p:clrMapOvr>
    <a:masterClrMapping/>
  </p:clrMapOvr>
  <p:transition spd="slow">
    <p:pull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" y="68053"/>
            <a:ext cx="6646034" cy="7668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3818-258A-912C-C224-307F181320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26D3FDC-056C-4670-770B-1B8929619AF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481830"/>
            <a:ext cx="70397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EB547F-9834-86B2-13E7-E00FB1AE5EE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177172-98A9-162A-03C0-278D3680AAB0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8C58DF-09DB-7C10-77EE-BE0B84EEA81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198B0C-16CD-43B4-7D64-66FB559B6F48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88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1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1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28361" hangingPunct="1">
              <a:defRPr/>
            </a:pPr>
            <a:endParaRPr lang="en-US" sz="1346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42614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28361" hangingPunct="1">
              <a:defRPr/>
            </a:pPr>
            <a:r>
              <a:rPr lang="en-US" sz="2169" b="1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69" kern="1200" spc="-112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1" y="1171577"/>
            <a:ext cx="1905000" cy="23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28361" eaLnBrk="1" hangingPunct="1">
              <a:defRPr/>
            </a:pPr>
            <a:r>
              <a:rPr lang="en-US" sz="898" kern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2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42"/>
              </a:lnSpc>
              <a:spcBef>
                <a:spcPts val="0"/>
              </a:spcBef>
              <a:buNone/>
              <a:defRPr sz="2992" b="1" spc="-112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3530904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" y="570083"/>
            <a:ext cx="9147360" cy="6287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9290" tIns="29645" rIns="59290" bIns="29645" rtlCol="0" anchor="ctr"/>
          <a:lstStyle/>
          <a:p>
            <a:pPr algn="ctr" defTabSz="628361" hangingPunct="1"/>
            <a:endParaRPr lang="en-IN" sz="1200" kern="1200" dirty="0">
              <a:solidFill>
                <a:prstClr val="white"/>
              </a:solidFill>
              <a:latin typeface="Helvetica Neue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28207" y="662294"/>
            <a:ext cx="7887593" cy="1193804"/>
          </a:xfrm>
        </p:spPr>
        <p:txBody>
          <a:bodyPr>
            <a:normAutofit/>
          </a:bodyPr>
          <a:lstStyle>
            <a:lvl1pPr>
              <a:defRPr sz="3301">
                <a:latin typeface="Helvetica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28207" y="1999314"/>
            <a:ext cx="7887593" cy="4352060"/>
          </a:xfrm>
        </p:spPr>
        <p:txBody>
          <a:bodyPr/>
          <a:lstStyle>
            <a:lvl1pPr>
              <a:defRPr>
                <a:latin typeface="Helvetica Neue"/>
              </a:defRPr>
            </a:lvl1pPr>
            <a:lvl2pPr>
              <a:defRPr>
                <a:latin typeface="Helvetica Neue"/>
              </a:defRPr>
            </a:lvl2pPr>
            <a:lvl3pPr>
              <a:defRPr>
                <a:latin typeface="Helvetica Neue"/>
              </a:defRPr>
            </a:lvl3pPr>
            <a:lvl4pPr>
              <a:defRPr>
                <a:latin typeface="Helvetica Neue"/>
              </a:defRPr>
            </a:lvl4pPr>
            <a:lvl5pPr>
              <a:defRPr>
                <a:latin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160D3-14E8-0FE4-61E7-52D30563B4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67364" y="6526492"/>
            <a:ext cx="5850861" cy="21897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28361" eaLnBrk="1" hangingPunct="1">
              <a:defRPr/>
            </a:pPr>
            <a:r>
              <a:rPr lang="en-US" sz="823" b="1" kern="1200" dirty="0">
                <a:solidFill>
                  <a:srgbClr val="101141"/>
                </a:solidFill>
                <a:latin typeface="Helvetica Neue"/>
              </a:rPr>
              <a:t>BITS </a:t>
            </a:r>
            <a:r>
              <a:rPr lang="en-US" sz="823" kern="1200" dirty="0">
                <a:solidFill>
                  <a:srgbClr val="101141"/>
                </a:solidFill>
                <a:latin typeface="Helvetica Neue"/>
              </a:rPr>
              <a:t>Pilani, Pilani Campus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55348F41-C1A4-BAD9-8E38-70CA5C5958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78512" y="6381060"/>
            <a:ext cx="7039712" cy="49213"/>
            <a:chOff x="2083888" y="6550671"/>
            <a:chExt cx="7060112" cy="486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ADAC8-A56A-B866-F70F-47AFDF5EC94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28A5DC-1B20-577D-D389-C8A53B8E1043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D29827-C9B9-09AC-05A7-2F569E629B01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01CE30C8-DEE6-DB76-3AFA-99ADC257D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928793" y="0"/>
            <a:ext cx="2187741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9F0AAF0-CC53-359D-B57F-AE42A09FBB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920716"/>
            <a:ext cx="6990639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DB9F1E-820C-4751-4F09-A5C9D523048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D7C2-05DD-E4AE-B52B-C5F93A1FF5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407CE-8E07-F144-63FF-43ECAC3F0C8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28361" hangingPunct="1">
                <a:defRPr/>
              </a:pPr>
              <a:endParaRPr lang="en-US" sz="1346" kern="1200">
                <a:solidFill>
                  <a:prstClr val="white"/>
                </a:solidFill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51FC5AF-9DF5-6A9E-7577-D42EC01E571B}"/>
              </a:ext>
            </a:extLst>
          </p:cNvPr>
          <p:cNvSpPr txBox="1">
            <a:spLocks/>
          </p:cNvSpPr>
          <p:nvPr userDrawn="1"/>
        </p:nvSpPr>
        <p:spPr>
          <a:xfrm>
            <a:off x="86405" y="6539747"/>
            <a:ext cx="1504329" cy="2486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67453" rtl="0" eaLnBrk="1" latinLnBrk="0" hangingPunct="1">
              <a:defRPr sz="190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3726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7453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117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490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8632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2359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86085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811" algn="l" defTabSz="967453" rtl="0" eaLnBrk="1" latinLnBrk="0" hangingPunct="1"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3620">
              <a:defRPr/>
            </a:pPr>
            <a:r>
              <a:rPr lang="en-US" sz="898" b="1" dirty="0">
                <a:solidFill>
                  <a:prstClr val="black"/>
                </a:solidFill>
                <a:latin typeface="Helvetica Neue"/>
              </a:rPr>
              <a:t>Slide </a:t>
            </a:r>
            <a:fld id="{7631EF54-1092-4AEB-8676-EECC83C6A9DC}" type="slidenum">
              <a:rPr lang="en-US" sz="898" b="1" smtClean="0">
                <a:solidFill>
                  <a:prstClr val="black"/>
                </a:solidFill>
                <a:latin typeface="Helvetica Neue"/>
              </a:rPr>
              <a:pPr defTabSz="723620">
                <a:defRPr/>
              </a:pPr>
              <a:t>‹#›</a:t>
            </a:fld>
            <a:r>
              <a:rPr lang="en-US" sz="898" b="1" dirty="0">
                <a:solidFill>
                  <a:prstClr val="black"/>
                </a:solidFill>
                <a:latin typeface="Helvetica Neue"/>
              </a:rPr>
              <a:t> of 80</a:t>
            </a:r>
          </a:p>
          <a:p>
            <a:endParaRPr lang="en-US" sz="898" b="1" dirty="0">
              <a:solidFill>
                <a:prstClr val="black"/>
              </a:solidFill>
              <a:latin typeface="Helvetica Neue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35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7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9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BC5692C0-A143-3571-7EE1-32346BE8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60" r:id="rId9"/>
  </p:sldLayoutIdLst>
  <p:transition spd="med"/>
  <p:txStyles>
    <p:titleStyle>
      <a:lvl1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4572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9144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3716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8288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205" y="365650"/>
            <a:ext cx="7887593" cy="1325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205" y="1825502"/>
            <a:ext cx="7887593" cy="4352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4" name="Google Shape;69;p14"/>
          <p:cNvPicPr preferRelativeResize="0"/>
          <p:nvPr userDrawn="1"/>
        </p:nvPicPr>
        <p:blipFill rotWithShape="1">
          <a:blip r:embed="rId14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6406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791851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62" indent="-197962" algn="l" defTabSz="791851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888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2pPr>
      <a:lvl3pPr marL="989813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73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66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58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51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440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365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25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85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776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70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62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55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47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40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205" y="365650"/>
            <a:ext cx="7887593" cy="1325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205" y="1825502"/>
            <a:ext cx="7887593" cy="4352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4" name="Google Shape;69;p14"/>
          <p:cNvPicPr preferRelativeResize="0"/>
          <p:nvPr userDrawn="1"/>
        </p:nvPicPr>
        <p:blipFill rotWithShape="1">
          <a:blip r:embed="rId15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719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791851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62" indent="-197962" algn="l" defTabSz="791851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888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2pPr>
      <a:lvl3pPr marL="989813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73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66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58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51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440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365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25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85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776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70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62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55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47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40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205" y="365650"/>
            <a:ext cx="7887593" cy="1325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205" y="1825502"/>
            <a:ext cx="7887593" cy="4352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4" name="Google Shape;69;p14"/>
          <p:cNvPicPr preferRelativeResize="0"/>
          <p:nvPr userDrawn="1"/>
        </p:nvPicPr>
        <p:blipFill rotWithShape="1">
          <a:blip r:embed="rId15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2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791851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62" indent="-197962" algn="l" defTabSz="791851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888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2pPr>
      <a:lvl3pPr marL="989813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73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66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58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51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440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365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25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85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776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70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62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55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47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40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205" y="365650"/>
            <a:ext cx="7887593" cy="1325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205" y="1825502"/>
            <a:ext cx="7887593" cy="4352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4" name="Google Shape;69;p14"/>
          <p:cNvPicPr preferRelativeResize="0"/>
          <p:nvPr userDrawn="1"/>
        </p:nvPicPr>
        <p:blipFill rotWithShape="1">
          <a:blip r:embed="rId15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044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791851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62" indent="-197962" algn="l" defTabSz="791851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888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2pPr>
      <a:lvl3pPr marL="989813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73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66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58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51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440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365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25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85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776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70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62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55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47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40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205" y="365650"/>
            <a:ext cx="7887593" cy="1325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205" y="1825502"/>
            <a:ext cx="7887593" cy="4352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4" name="Google Shape;69;p14"/>
          <p:cNvPicPr preferRelativeResize="0"/>
          <p:nvPr userDrawn="1"/>
        </p:nvPicPr>
        <p:blipFill rotWithShape="1">
          <a:blip r:embed="rId15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77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791851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62" indent="-197962" algn="l" defTabSz="791851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888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2pPr>
      <a:lvl3pPr marL="989813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73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66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58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51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440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365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25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85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776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70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62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55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47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40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205" y="365650"/>
            <a:ext cx="7887593" cy="1325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205" y="1825502"/>
            <a:ext cx="7887593" cy="4352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4" name="Google Shape;69;p14"/>
          <p:cNvPicPr preferRelativeResize="0"/>
          <p:nvPr userDrawn="1"/>
        </p:nvPicPr>
        <p:blipFill rotWithShape="1">
          <a:blip r:embed="rId15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145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791851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62" indent="-197962" algn="l" defTabSz="791851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888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2pPr>
      <a:lvl3pPr marL="989813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73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66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58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51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440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365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25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85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776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70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62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55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47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40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205" y="365650"/>
            <a:ext cx="7887593" cy="1325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205" y="1825502"/>
            <a:ext cx="7887593" cy="4352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4" name="Google Shape;69;p14"/>
          <p:cNvPicPr preferRelativeResize="0"/>
          <p:nvPr userDrawn="1"/>
        </p:nvPicPr>
        <p:blipFill rotWithShape="1">
          <a:blip r:embed="rId15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945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791851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62" indent="-197962" algn="l" defTabSz="791851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888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2pPr>
      <a:lvl3pPr marL="989813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73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66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58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51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440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365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25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85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776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70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62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55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47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40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205" y="365650"/>
            <a:ext cx="7887593" cy="1325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205" y="1825502"/>
            <a:ext cx="7887593" cy="4352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4" name="Google Shape;69;p14"/>
          <p:cNvPicPr preferRelativeResize="0"/>
          <p:nvPr userDrawn="1"/>
        </p:nvPicPr>
        <p:blipFill rotWithShape="1">
          <a:blip r:embed="rId15">
            <a:alphaModFix/>
          </a:blip>
          <a:srcRect l="1916" b="5315"/>
          <a:stretch/>
        </p:blipFill>
        <p:spPr>
          <a:xfrm>
            <a:off x="7009920" y="-14939"/>
            <a:ext cx="2123308" cy="5743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oup 24"/>
          <p:cNvGrpSpPr/>
          <p:nvPr userDrawn="1"/>
        </p:nvGrpSpPr>
        <p:grpSpPr>
          <a:xfrm>
            <a:off x="5546" y="519817"/>
            <a:ext cx="7010400" cy="39588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8361" hangingPunct="1"/>
              <a:endParaRPr lang="en-US" sz="1856" kern="1200">
                <a:solidFill>
                  <a:prstClr val="white"/>
                </a:solidFill>
                <a:latin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296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791851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62" indent="-197962" algn="l" defTabSz="791851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888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2pPr>
      <a:lvl3pPr marL="989813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73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66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589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514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440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365" indent="-197962" algn="l" defTabSz="791851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25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85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776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701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62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55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477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402" algn="l" defTabSz="79185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30.png"/><Relationship Id="rId42" Type="http://schemas.openxmlformats.org/officeDocument/2006/relationships/image" Target="../media/image34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.png"/><Relationship Id="rId11" Type="http://schemas.openxmlformats.org/officeDocument/2006/relationships/customXml" Target="../ink/ink5.xml"/><Relationship Id="rId24" Type="http://schemas.openxmlformats.org/officeDocument/2006/relationships/image" Target="../media/image25.png"/><Relationship Id="rId32" Type="http://schemas.openxmlformats.org/officeDocument/2006/relationships/image" Target="../media/image29.png"/><Relationship Id="rId37" Type="http://schemas.openxmlformats.org/officeDocument/2006/relationships/customXml" Target="../ink/ink18.xml"/><Relationship Id="rId40" Type="http://schemas.openxmlformats.org/officeDocument/2006/relationships/image" Target="../media/image33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7.png"/><Relationship Id="rId36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15.png"/><Relationship Id="rId9" Type="http://schemas.openxmlformats.org/officeDocument/2006/relationships/customXml" Target="../ink/ink4.xml"/><Relationship Id="rId14" Type="http://schemas.openxmlformats.org/officeDocument/2006/relationships/image" Target="../media/image20.png"/><Relationship Id="rId22" Type="http://schemas.openxmlformats.org/officeDocument/2006/relationships/image" Target="../media/image24.png"/><Relationship Id="rId27" Type="http://schemas.openxmlformats.org/officeDocument/2006/relationships/customXml" Target="../ink/ink13.xml"/><Relationship Id="rId30" Type="http://schemas.openxmlformats.org/officeDocument/2006/relationships/image" Target="../media/image28.png"/><Relationship Id="rId35" Type="http://schemas.openxmlformats.org/officeDocument/2006/relationships/customXml" Target="../ink/ink17.xml"/><Relationship Id="rId8" Type="http://schemas.openxmlformats.org/officeDocument/2006/relationships/image" Target="../media/image17.png"/><Relationship Id="rId3" Type="http://schemas.openxmlformats.org/officeDocument/2006/relationships/customXml" Target="../ink/ink1.xml"/><Relationship Id="rId12" Type="http://schemas.openxmlformats.org/officeDocument/2006/relationships/image" Target="../media/image1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2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file:///C:\Users\DELL\Desktop\ACF%20&amp;%20AR%20data\Exponential%20smoothing%20technique.xlsx" TargetMode="External"/><Relationship Id="rId1" Type="http://schemas.openxmlformats.org/officeDocument/2006/relationships/slideLayout" Target="../slideLayouts/slideLayout5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5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67.xml"/><Relationship Id="rId6" Type="http://schemas.openxmlformats.org/officeDocument/2006/relationships/customXml" Target="../ink/ink25.xml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490.png"/><Relationship Id="rId7" Type="http://schemas.openxmlformats.org/officeDocument/2006/relationships/image" Target="../media/image53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52.png"/><Relationship Id="rId11" Type="http://schemas.openxmlformats.org/officeDocument/2006/relationships/image" Target="../media/image55.png"/><Relationship Id="rId5" Type="http://schemas.openxmlformats.org/officeDocument/2006/relationships/image" Target="../media/image51.png"/><Relationship Id="rId10" Type="http://schemas.openxmlformats.org/officeDocument/2006/relationships/customXml" Target="../ink/ink29.xml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6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7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customXml" Target="../ink/ink36.xml"/><Relationship Id="rId26" Type="http://schemas.openxmlformats.org/officeDocument/2006/relationships/customXml" Target="../ink/ink40.xml"/><Relationship Id="rId39" Type="http://schemas.openxmlformats.org/officeDocument/2006/relationships/image" Target="../media/image91.png"/><Relationship Id="rId21" Type="http://schemas.openxmlformats.org/officeDocument/2006/relationships/image" Target="../media/image82.png"/><Relationship Id="rId34" Type="http://schemas.openxmlformats.org/officeDocument/2006/relationships/customXml" Target="../ink/ink44.xml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35.xml"/><Relationship Id="rId20" Type="http://schemas.openxmlformats.org/officeDocument/2006/relationships/customXml" Target="../ink/ink37.xml"/><Relationship Id="rId29" Type="http://schemas.openxmlformats.org/officeDocument/2006/relationships/image" Target="../media/image86.png"/><Relationship Id="rId41" Type="http://schemas.openxmlformats.org/officeDocument/2006/relationships/image" Target="../media/image92.png"/><Relationship Id="rId1" Type="http://schemas.openxmlformats.org/officeDocument/2006/relationships/slideLayout" Target="../slideLayouts/slideLayout67.xml"/><Relationship Id="rId6" Type="http://schemas.openxmlformats.org/officeDocument/2006/relationships/customXml" Target="../ink/ink30.xml"/><Relationship Id="rId11" Type="http://schemas.openxmlformats.org/officeDocument/2006/relationships/image" Target="../media/image77.png"/><Relationship Id="rId24" Type="http://schemas.openxmlformats.org/officeDocument/2006/relationships/customXml" Target="../ink/ink39.xml"/><Relationship Id="rId32" Type="http://schemas.openxmlformats.org/officeDocument/2006/relationships/customXml" Target="../ink/ink43.xml"/><Relationship Id="rId37" Type="http://schemas.openxmlformats.org/officeDocument/2006/relationships/image" Target="../media/image90.png"/><Relationship Id="rId40" Type="http://schemas.openxmlformats.org/officeDocument/2006/relationships/customXml" Target="../ink/ink47.xml"/><Relationship Id="rId5" Type="http://schemas.openxmlformats.org/officeDocument/2006/relationships/image" Target="../media/image74.png"/><Relationship Id="rId15" Type="http://schemas.openxmlformats.org/officeDocument/2006/relationships/image" Target="../media/image79.png"/><Relationship Id="rId23" Type="http://schemas.openxmlformats.org/officeDocument/2006/relationships/image" Target="../media/image83.png"/><Relationship Id="rId28" Type="http://schemas.openxmlformats.org/officeDocument/2006/relationships/customXml" Target="../ink/ink41.xml"/><Relationship Id="rId36" Type="http://schemas.openxmlformats.org/officeDocument/2006/relationships/customXml" Target="../ink/ink45.xml"/><Relationship Id="rId10" Type="http://schemas.openxmlformats.org/officeDocument/2006/relationships/customXml" Target="../ink/ink32.xml"/><Relationship Id="rId19" Type="http://schemas.openxmlformats.org/officeDocument/2006/relationships/image" Target="../media/image81.png"/><Relationship Id="rId31" Type="http://schemas.openxmlformats.org/officeDocument/2006/relationships/image" Target="../media/image8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customXml" Target="../ink/ink34.xml"/><Relationship Id="rId22" Type="http://schemas.openxmlformats.org/officeDocument/2006/relationships/customXml" Target="../ink/ink38.xml"/><Relationship Id="rId27" Type="http://schemas.openxmlformats.org/officeDocument/2006/relationships/image" Target="../media/image85.png"/><Relationship Id="rId30" Type="http://schemas.openxmlformats.org/officeDocument/2006/relationships/customXml" Target="../ink/ink42.xml"/><Relationship Id="rId35" Type="http://schemas.openxmlformats.org/officeDocument/2006/relationships/image" Target="../media/image89.png"/><Relationship Id="rId8" Type="http://schemas.openxmlformats.org/officeDocument/2006/relationships/customXml" Target="../ink/ink31.xml"/><Relationship Id="rId3" Type="http://schemas.openxmlformats.org/officeDocument/2006/relationships/image" Target="../media/image70.png"/><Relationship Id="rId12" Type="http://schemas.openxmlformats.org/officeDocument/2006/relationships/customXml" Target="../ink/ink33.xml"/><Relationship Id="rId17" Type="http://schemas.openxmlformats.org/officeDocument/2006/relationships/image" Target="../media/image80.png"/><Relationship Id="rId25" Type="http://schemas.openxmlformats.org/officeDocument/2006/relationships/image" Target="../media/image84.png"/><Relationship Id="rId33" Type="http://schemas.openxmlformats.org/officeDocument/2006/relationships/image" Target="../media/image88.png"/><Relationship Id="rId38" Type="http://schemas.openxmlformats.org/officeDocument/2006/relationships/customXml" Target="../ink/ink4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7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8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830.png"/><Relationship Id="rId4" Type="http://schemas.openxmlformats.org/officeDocument/2006/relationships/image" Target="../media/image82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8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8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80.xml"/><Relationship Id="rId5" Type="http://schemas.openxmlformats.org/officeDocument/2006/relationships/image" Target="../media/image910.png"/><Relationship Id="rId4" Type="http://schemas.openxmlformats.org/officeDocument/2006/relationships/image" Target="../media/image90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8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8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oleObject" Target="file:///C:\Users\ganga\OneDrive\Desktop\Holts-Winter%20triple%20exponential%20smoothing.xlsx" TargetMode="External"/><Relationship Id="rId1" Type="http://schemas.openxmlformats.org/officeDocument/2006/relationships/slideLayout" Target="../slideLayouts/slideLayout8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10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10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10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10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customXml" Target="../ink/ink52.xml"/><Relationship Id="rId1" Type="http://schemas.openxmlformats.org/officeDocument/2006/relationships/slideLayout" Target="../slideLayouts/slideLayout10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10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0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>
              <a:defRPr spc="-200"/>
            </a:pPr>
            <a:r>
              <a:rPr lang="en-US" dirty="0"/>
              <a:t>Introduction to Statistical Methods</a:t>
            </a:r>
          </a:p>
        </p:txBody>
      </p:sp>
      <p:sp>
        <p:nvSpPr>
          <p:cNvPr id="351" name="Content Placeholder 5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886968">
              <a:lnSpc>
                <a:spcPts val="1700"/>
              </a:lnSpc>
              <a:defRPr sz="1746"/>
            </a:pPr>
            <a:r>
              <a:rPr dirty="0"/>
              <a:t>Faculty Name</a:t>
            </a:r>
          </a:p>
          <a:p>
            <a:pPr defTabSz="886968">
              <a:lnSpc>
                <a:spcPts val="1700"/>
              </a:lnSpc>
              <a:defRPr sz="1746"/>
            </a:pPr>
            <a:r>
              <a:rPr dirty="0"/>
              <a:t>Faculty Department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spc="-200"/>
            </a:pPr>
            <a:r>
              <a:rPr dirty="0"/>
              <a:t>Lecture No.</a:t>
            </a:r>
            <a:r>
              <a:rPr lang="en-US" dirty="0"/>
              <a:t> 14 </a:t>
            </a:r>
          </a:p>
          <a:p>
            <a:pPr>
              <a:defRPr spc="-200"/>
            </a:pPr>
            <a:r>
              <a:rPr lang="en-US" dirty="0"/>
              <a:t>Exponential Smoothing Methods</a:t>
            </a:r>
          </a:p>
          <a:p>
            <a:pPr>
              <a:defRPr spc="-200"/>
            </a:pP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84186B61-9C5D-40BB-B021-D7D56B779A22}"/>
                  </a:ext>
                </a:extLst>
              </p:cNvPr>
              <p:cNvSpPr txBox="1"/>
              <p:nvPr/>
            </p:nvSpPr>
            <p:spPr>
              <a:xfrm>
                <a:off x="533031" y="1741682"/>
                <a:ext cx="8066598" cy="3875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/>
              <a:p>
                <a:pPr marL="192047" indent="-257077" algn="just" defTabSz="628361" hangingPunct="1">
                  <a:spcBef>
                    <a:spcPts val="42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IN" sz="233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Exponential (Weighted average of all the past time series values with exponentially decreasing importance in the forecast)</a:t>
                </a:r>
              </a:p>
              <a:p>
                <a:pPr marL="600296" lvl="1" indent="-257077" algn="just" defTabSz="628361" hangingPunct="1">
                  <a:spcBef>
                    <a:spcPts val="421"/>
                  </a:spcBef>
                  <a:buClr>
                    <a:srgbClr val="000000"/>
                  </a:buClr>
                  <a:buFont typeface="Arial"/>
                  <a:buChar char="•"/>
                </a:pPr>
                <a:endParaRPr lang="en-IN" sz="2338" kern="1200" dirty="0">
                  <a:solidFill>
                    <a:prstClr val="black"/>
                  </a:solidFill>
                  <a:latin typeface="Helvetica Neue"/>
                  <a:ea typeface="+mn-ea"/>
                  <a:cs typeface="+mn-cs"/>
                </a:endParaRPr>
              </a:p>
              <a:p>
                <a:pPr marL="192047" indent="-257077" algn="just" defTabSz="628361" hangingPunct="1">
                  <a:spcBef>
                    <a:spcPts val="421"/>
                  </a:spcBef>
                  <a:buClr>
                    <a:srgbClr val="000000"/>
                  </a:buClr>
                  <a:buFont typeface="Arial"/>
                  <a:buChar char="•"/>
                </a:pPr>
                <a:endParaRPr lang="en-IN" sz="2338" kern="1200" dirty="0">
                  <a:solidFill>
                    <a:prstClr val="black"/>
                  </a:solidFill>
                  <a:latin typeface="Helvetica Neue"/>
                  <a:ea typeface="+mn-ea"/>
                  <a:cs typeface="+mn-cs"/>
                </a:endParaRPr>
              </a:p>
              <a:p>
                <a:pPr marL="192047" indent="-257077" algn="just" defTabSz="628361" hangingPunct="1">
                  <a:spcBef>
                    <a:spcPts val="42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IN" sz="233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33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IN" sz="233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sSub>
                      <m:sSubPr>
                        <m:ctrlP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lang="en-IN" sz="233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+(1−</m:t>
                    </m:r>
                    <m:r>
                      <a:rPr lang="en-IN" sz="233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r>
                      <a:rPr lang="en-IN" sz="233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  <m:sSub>
                      <m:sSubPr>
                        <m:ctrlP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IN" sz="233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endParaRPr lang="en-IN" sz="2338" kern="1200" dirty="0">
                  <a:solidFill>
                    <a:prstClr val="black"/>
                  </a:solidFill>
                  <a:latin typeface="Helvetica Neue"/>
                  <a:ea typeface="+mn-ea"/>
                  <a:cs typeface="+mn-cs"/>
                </a:endParaRPr>
              </a:p>
              <a:p>
                <a:pPr marL="192047" indent="-257077" algn="just" defTabSz="628361" hangingPunct="1">
                  <a:spcBef>
                    <a:spcPts val="42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IN" sz="233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α=1</a:t>
                </a:r>
                <a:r>
                  <a:rPr lang="en-IN" sz="233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  <a:sym typeface="Symbol" panose="05050102010706020507" pitchFamily="18" charset="2"/>
                  </a:rPr>
                  <a:t></a:t>
                </a:r>
                <a:r>
                  <a:rPr lang="en-IN" sz="233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 Forecast value is just the previous actual value. A naïve forecast.</a:t>
                </a:r>
              </a:p>
              <a:p>
                <a:pPr marL="192047" indent="-257077" algn="just" defTabSz="628361" hangingPunct="1">
                  <a:spcBef>
                    <a:spcPts val="42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IN" sz="233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α=0 </a:t>
                </a:r>
                <a:r>
                  <a:rPr lang="en-IN" sz="233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  <a:sym typeface="Symbol" panose="05050102010706020507" pitchFamily="18" charset="2"/>
                  </a:rPr>
                  <a:t></a:t>
                </a:r>
                <a:r>
                  <a:rPr lang="en-IN" sz="233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 Current Forecast value is just the previous forecast value.</a:t>
                </a:r>
                <a:endParaRPr lang="en-US" sz="2338" kern="1200" dirty="0">
                  <a:solidFill>
                    <a:prstClr val="black"/>
                  </a:solidFill>
                  <a:latin typeface="Helvetica Neue"/>
                  <a:ea typeface="+mn-ea"/>
                  <a:cs typeface="+mn-cs"/>
                </a:endParaRPr>
              </a:p>
              <a:p>
                <a:pPr marL="270" algn="just" defTabSz="628361" hangingPunct="1">
                  <a:spcBef>
                    <a:spcPts val="421"/>
                  </a:spcBef>
                  <a:buClr>
                    <a:srgbClr val="000000"/>
                  </a:buClr>
                </a:pPr>
                <a:endParaRPr lang="en-IN" sz="2338" kern="1200" spc="-1" dirty="0">
                  <a:latin typeface="Helvetica Neue"/>
                  <a:ea typeface="+mn-ea"/>
                  <a:cs typeface="+mn-cs"/>
                </a:endParaRPr>
              </a:p>
              <a:p>
                <a:pPr marL="257347" indent="-257077" defTabSz="628361" hangingPunct="1">
                  <a:spcBef>
                    <a:spcPts val="421"/>
                  </a:spcBef>
                  <a:buClr>
                    <a:srgbClr val="000000"/>
                  </a:buClr>
                  <a:buFont typeface="Arial"/>
                  <a:buChar char="•"/>
                </a:pPr>
                <a:endParaRPr lang="en-IN" sz="2338" kern="1200" spc="-1" dirty="0">
                  <a:latin typeface="Helvetica Neue"/>
                  <a:ea typeface="+mn-ea"/>
                  <a:cs typeface="+mn-cs"/>
                </a:endParaRPr>
              </a:p>
              <a:p>
                <a:pPr defTabSz="628361" hangingPunct="1">
                  <a:spcBef>
                    <a:spcPts val="421"/>
                  </a:spcBef>
                </a:pPr>
                <a:endParaRPr lang="en-IN" sz="2338" kern="1200" spc="-1" dirty="0">
                  <a:latin typeface="Helvetica Neu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4186B61-9C5D-40BB-B021-D7D56B779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31" y="1741682"/>
                <a:ext cx="8066598" cy="3875777"/>
              </a:xfrm>
              <a:prstGeom prst="rect">
                <a:avLst/>
              </a:prstGeom>
              <a:blipFill rotWithShape="0">
                <a:blip r:embed="rId2"/>
                <a:stretch>
                  <a:fillRect l="-906" t="-1417" r="-1057" b="-44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052" y="2533495"/>
            <a:ext cx="3210555" cy="618604"/>
          </a:xfrm>
          <a:prstGeom prst="rect">
            <a:avLst/>
          </a:prstGeom>
        </p:spPr>
      </p:pic>
      <p:sp>
        <p:nvSpPr>
          <p:cNvPr id="9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4621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Exponential Smoothing Techniques </a:t>
            </a:r>
            <a:endParaRPr lang="en-US" sz="233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4">
            <a:extLst>
              <a:ext uri="{FF2B5EF4-FFF2-40B4-BE49-F238E27FC236}">
                <a16:creationId xmlns:a16="http://schemas.microsoft.com/office/drawing/2014/main" id="{CDF9273E-D912-3408-52AC-1214B2210B44}"/>
              </a:ext>
            </a:extLst>
          </p:cNvPr>
          <p:cNvSpPr txBox="1">
            <a:spLocks noChangeArrowheads="1"/>
          </p:cNvSpPr>
          <p:nvPr/>
        </p:nvSpPr>
        <p:spPr>
          <a:xfrm>
            <a:off x="348279" y="1693890"/>
            <a:ext cx="8447443" cy="392717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921" indent="-295921">
              <a:lnSpc>
                <a:spcPct val="150000"/>
              </a:lnSpc>
              <a:buNone/>
            </a:pPr>
            <a:r>
              <a:rPr lang="en-US" altLang="en-US" sz="2598" dirty="0">
                <a:solidFill>
                  <a:prstClr val="black"/>
                </a:solidFill>
                <a:latin typeface="Helvetica Neue"/>
              </a:rPr>
              <a:t>Calculate the exponentially smoothed series </a:t>
            </a:r>
            <a:r>
              <a:rPr lang="en-US" altLang="en-US" sz="2598" i="1" dirty="0">
                <a:solidFill>
                  <a:prstClr val="black"/>
                </a:solidFill>
                <a:latin typeface="Helvetica Neue"/>
              </a:rPr>
              <a:t>F</a:t>
            </a:r>
            <a:r>
              <a:rPr lang="en-US" altLang="en-US" sz="2598" i="1" baseline="-25000" dirty="0">
                <a:solidFill>
                  <a:prstClr val="black"/>
                </a:solidFill>
                <a:latin typeface="Helvetica Neue"/>
              </a:rPr>
              <a:t>t+1</a:t>
            </a:r>
            <a:r>
              <a:rPr lang="en-US" altLang="en-US" sz="2598" dirty="0">
                <a:solidFill>
                  <a:prstClr val="black"/>
                </a:solidFill>
                <a:latin typeface="Helvetica Neue"/>
              </a:rPr>
              <a:t> from</a:t>
            </a:r>
          </a:p>
          <a:p>
            <a:pPr marL="295921" indent="-295921">
              <a:lnSpc>
                <a:spcPct val="150000"/>
              </a:lnSpc>
              <a:buNone/>
            </a:pPr>
            <a:r>
              <a:rPr lang="en-US" altLang="en-US" sz="2598" dirty="0">
                <a:solidFill>
                  <a:prstClr val="black"/>
                </a:solidFill>
                <a:latin typeface="Helvetica Neue"/>
              </a:rPr>
              <a:t>the original time series </a:t>
            </a:r>
            <a:r>
              <a:rPr lang="en-US" altLang="en-US" sz="2598" i="1" dirty="0" err="1">
                <a:solidFill>
                  <a:prstClr val="black"/>
                </a:solidFill>
                <a:latin typeface="Helvetica Neue"/>
              </a:rPr>
              <a:t>Y</a:t>
            </a:r>
            <a:r>
              <a:rPr lang="en-US" altLang="en-US" sz="2598" i="1" baseline="-25000" dirty="0" err="1">
                <a:solidFill>
                  <a:prstClr val="black"/>
                </a:solidFill>
                <a:latin typeface="Helvetica Neue"/>
              </a:rPr>
              <a:t>t</a:t>
            </a:r>
            <a:r>
              <a:rPr lang="en-US" altLang="en-US" sz="2598" dirty="0">
                <a:solidFill>
                  <a:prstClr val="black"/>
                </a:solidFill>
                <a:latin typeface="Helvetica Neue"/>
              </a:rPr>
              <a:t> as follows:</a:t>
            </a:r>
          </a:p>
          <a:p>
            <a:pPr marL="295921" indent="-295921">
              <a:lnSpc>
                <a:spcPct val="150000"/>
              </a:lnSpc>
              <a:buNone/>
            </a:pPr>
            <a:endParaRPr lang="en-US" altLang="en-US" sz="2598" b="1" dirty="0">
              <a:solidFill>
                <a:prstClr val="black"/>
              </a:solidFill>
              <a:latin typeface="Helvetica Neue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4AE2F0E-A6B9-6BCB-D778-7202A4A05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460" y="2948690"/>
            <a:ext cx="4479769" cy="2672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defTabSz="628361" hangingPunct="1">
              <a:spcBef>
                <a:spcPct val="50000"/>
              </a:spcBef>
              <a:buNone/>
            </a:pP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F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2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 = </a:t>
            </a: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Y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1</a:t>
            </a:r>
            <a:endParaRPr lang="en-US" altLang="en-US" sz="2598" kern="1200" dirty="0">
              <a:solidFill>
                <a:prstClr val="black"/>
              </a:solidFill>
              <a:latin typeface="Helvetica Neue"/>
              <a:ea typeface="+mn-ea"/>
            </a:endParaRPr>
          </a:p>
          <a:p>
            <a:pPr defTabSz="628361" hangingPunct="1">
              <a:spcBef>
                <a:spcPct val="50000"/>
              </a:spcBef>
              <a:buNone/>
            </a:pP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F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3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 = </a:t>
            </a:r>
            <a:r>
              <a:rPr lang="el-GR" altLang="en-US" sz="2598" i="1" kern="1200" dirty="0">
                <a:solidFill>
                  <a:prstClr val="black"/>
                </a:solidFill>
                <a:ea typeface="+mn-ea"/>
              </a:rPr>
              <a:t>α</a:t>
            </a: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Y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2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 + (1 – </a:t>
            </a:r>
            <a:r>
              <a:rPr lang="el-GR" altLang="en-US" sz="2598" i="1" kern="1200" dirty="0">
                <a:solidFill>
                  <a:prstClr val="black"/>
                </a:solidFill>
                <a:ea typeface="+mn-ea"/>
              </a:rPr>
              <a:t>α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)</a:t>
            </a: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F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2</a:t>
            </a:r>
            <a:endParaRPr lang="en-US" altLang="en-US" sz="2598" kern="1200" dirty="0">
              <a:solidFill>
                <a:prstClr val="black"/>
              </a:solidFill>
              <a:latin typeface="Helvetica Neue"/>
              <a:ea typeface="+mn-ea"/>
            </a:endParaRPr>
          </a:p>
          <a:p>
            <a:pPr defTabSz="628361" hangingPunct="1">
              <a:spcBef>
                <a:spcPct val="50000"/>
              </a:spcBef>
              <a:buNone/>
            </a:pP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F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4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 = </a:t>
            </a:r>
            <a:r>
              <a:rPr lang="el-GR" altLang="en-US" sz="2598" i="1" kern="1200" dirty="0">
                <a:solidFill>
                  <a:prstClr val="black"/>
                </a:solidFill>
                <a:ea typeface="+mn-ea"/>
              </a:rPr>
              <a:t>α </a:t>
            </a: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Y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3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 + (1 – </a:t>
            </a:r>
            <a:r>
              <a:rPr lang="el-GR" altLang="en-US" sz="2598" i="1" kern="1200" dirty="0">
                <a:solidFill>
                  <a:prstClr val="black"/>
                </a:solidFill>
                <a:ea typeface="+mn-ea"/>
              </a:rPr>
              <a:t>α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)</a:t>
            </a: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F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3</a:t>
            </a:r>
            <a:b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</a:br>
            <a:endParaRPr lang="en-US" altLang="en-US" sz="2598" i="1" kern="1200" dirty="0">
              <a:solidFill>
                <a:prstClr val="black"/>
              </a:solidFill>
              <a:latin typeface="Helvetica Neue"/>
              <a:ea typeface="+mn-ea"/>
            </a:endParaRPr>
          </a:p>
          <a:p>
            <a:pPr defTabSz="628361" hangingPunct="1">
              <a:spcBef>
                <a:spcPct val="50000"/>
              </a:spcBef>
              <a:buNone/>
            </a:pP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F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t+1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 = </a:t>
            </a:r>
            <a:r>
              <a:rPr lang="el-GR" altLang="en-US" sz="2598" i="1" kern="1200" dirty="0">
                <a:solidFill>
                  <a:prstClr val="black"/>
                </a:solidFill>
                <a:ea typeface="+mn-ea"/>
              </a:rPr>
              <a:t>α </a:t>
            </a:r>
            <a:r>
              <a:rPr lang="en-US" altLang="en-US" sz="2598" i="1" kern="1200" dirty="0" err="1">
                <a:solidFill>
                  <a:prstClr val="black"/>
                </a:solidFill>
                <a:latin typeface="Helvetica Neue"/>
                <a:ea typeface="+mn-ea"/>
              </a:rPr>
              <a:t>Y</a:t>
            </a:r>
            <a:r>
              <a:rPr lang="en-US" altLang="en-US" sz="2598" kern="1200" baseline="-25000" dirty="0" err="1">
                <a:solidFill>
                  <a:prstClr val="black"/>
                </a:solidFill>
                <a:latin typeface="Helvetica Neue"/>
                <a:ea typeface="+mn-ea"/>
              </a:rPr>
              <a:t>t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 + (1 – </a:t>
            </a:r>
            <a:r>
              <a:rPr lang="el-GR" altLang="en-US" sz="2598" i="1" kern="1200" dirty="0">
                <a:solidFill>
                  <a:prstClr val="black"/>
                </a:solidFill>
                <a:ea typeface="+mn-ea"/>
              </a:rPr>
              <a:t>α</a:t>
            </a:r>
            <a:r>
              <a:rPr lang="en-US" altLang="en-US" sz="2598" kern="1200" dirty="0">
                <a:solidFill>
                  <a:prstClr val="black"/>
                </a:solidFill>
                <a:latin typeface="Helvetica Neue"/>
                <a:ea typeface="+mn-ea"/>
              </a:rPr>
              <a:t>)</a:t>
            </a:r>
            <a:r>
              <a:rPr lang="en-US" altLang="en-US" sz="2598" i="1" kern="1200" dirty="0">
                <a:solidFill>
                  <a:prstClr val="black"/>
                </a:solidFill>
                <a:latin typeface="Helvetica Neue"/>
                <a:ea typeface="+mn-ea"/>
              </a:rPr>
              <a:t>F</a:t>
            </a:r>
            <a:r>
              <a:rPr lang="en-US" altLang="en-US" sz="2598" kern="1200" baseline="-25000" dirty="0">
                <a:solidFill>
                  <a:prstClr val="black"/>
                </a:solidFill>
                <a:latin typeface="Helvetica Neue"/>
                <a:ea typeface="+mn-ea"/>
              </a:rPr>
              <a:t>t</a:t>
            </a:r>
            <a:endParaRPr lang="en-US" altLang="en-US" sz="2598" kern="1200" dirty="0">
              <a:solidFill>
                <a:prstClr val="black"/>
              </a:solidFill>
              <a:latin typeface="Helvetica Neu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574369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2" grpId="0" build="p" animBg="1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50A9AF-E9A4-6B8C-7E3E-1B09591F7D11}"/>
              </a:ext>
            </a:extLst>
          </p:cNvPr>
          <p:cNvGraphicFramePr>
            <a:graphicFrameLocks noGrp="1"/>
          </p:cNvGraphicFramePr>
          <p:nvPr/>
        </p:nvGraphicFramePr>
        <p:xfrm>
          <a:off x="177334" y="1018639"/>
          <a:ext cx="2114965" cy="479418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30401">
                  <a:extLst>
                    <a:ext uri="{9D8B030D-6E8A-4147-A177-3AD203B41FA5}">
                      <a16:colId xmlns:a16="http://schemas.microsoft.com/office/drawing/2014/main" val="2909540585"/>
                    </a:ext>
                  </a:extLst>
                </a:gridCol>
                <a:gridCol w="1184564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Quar/</a:t>
                      </a:r>
                      <a:r>
                        <a:rPr lang="en-US" sz="1600" dirty="0" err="1">
                          <a:effectLst/>
                          <a:latin typeface="Helvetica Neue"/>
                        </a:rPr>
                        <a:t>Yr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Utilization(%)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82.50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81.30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81.30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79.00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76.60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78.80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80.80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Q4/2006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85045B-2A6C-894D-8165-F6BAB55EEBA8}"/>
              </a:ext>
            </a:extLst>
          </p:cNvPr>
          <p:cNvGraphicFramePr>
            <a:graphicFrameLocks noGrp="1"/>
          </p:cNvGraphicFramePr>
          <p:nvPr/>
        </p:nvGraphicFramePr>
        <p:xfrm>
          <a:off x="2292299" y="1016786"/>
          <a:ext cx="1250327" cy="4545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(α=0.2)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82.26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82.07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81.45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80.48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79.99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79.67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79.34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79.23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79.12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78.98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79.18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79.69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80.33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80.23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6CAF48-14EE-F4A0-C53E-E69F3A9C4D1D}"/>
              </a:ext>
            </a:extLst>
          </p:cNvPr>
          <p:cNvGraphicFramePr>
            <a:graphicFrameLocks noGrp="1"/>
          </p:cNvGraphicFramePr>
          <p:nvPr/>
        </p:nvGraphicFramePr>
        <p:xfrm>
          <a:off x="3542626" y="1016786"/>
          <a:ext cx="1250327" cy="4545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(α=0.4)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82.02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81.73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80.64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79.02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78.61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78.32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79.11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80.14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81.25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81.05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FAB37F-812C-19EC-664D-30F8F681171B}"/>
              </a:ext>
            </a:extLst>
          </p:cNvPr>
          <p:cNvGraphicFramePr>
            <a:graphicFrameLocks noGrp="1"/>
          </p:cNvGraphicFramePr>
          <p:nvPr/>
        </p:nvGraphicFramePr>
        <p:xfrm>
          <a:off x="4792953" y="1016785"/>
          <a:ext cx="1250327" cy="4545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(α=0.7)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81.66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81.41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79.72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77.54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77.86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78.24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78.07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78.66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78.48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79.54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81.05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82.35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82.04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3C2EF6C-7616-11A8-7590-D82928A10E10}"/>
              </a:ext>
            </a:extLst>
          </p:cNvPr>
          <p:cNvSpPr txBox="1"/>
          <p:nvPr/>
        </p:nvSpPr>
        <p:spPr>
          <a:xfrm>
            <a:off x="6204574" y="1387418"/>
            <a:ext cx="3034122" cy="45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28361" hangingPunct="1">
              <a:spcBef>
                <a:spcPct val="50000"/>
              </a:spcBef>
            </a:pPr>
            <a:r>
              <a:rPr lang="en-US" altLang="en-US" sz="2338" i="1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</a:t>
            </a:r>
            <a:r>
              <a:rPr lang="en-US" altLang="en-US" sz="2338" kern="1200" baseline="-250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t+1</a:t>
            </a:r>
            <a:r>
              <a:rPr lang="en-US" altLang="en-US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= </a:t>
            </a:r>
            <a:r>
              <a:rPr lang="el-GR" altLang="en-US" sz="2338" i="1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α </a:t>
            </a:r>
            <a:r>
              <a:rPr lang="en-US" altLang="en-US" sz="2338" i="1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Y</a:t>
            </a:r>
            <a:r>
              <a:rPr lang="en-US" altLang="en-US" sz="2338" kern="1200" baseline="-250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r>
              <a:rPr lang="en-US" altLang="en-US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+ (1 – </a:t>
            </a:r>
            <a:r>
              <a:rPr lang="el-GR" altLang="en-US" sz="2338" i="1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α</a:t>
            </a:r>
            <a:r>
              <a:rPr lang="en-US" altLang="en-US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)</a:t>
            </a:r>
            <a:r>
              <a:rPr lang="en-US" altLang="en-US" sz="2338" i="1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</a:t>
            </a:r>
            <a:r>
              <a:rPr lang="en-US" altLang="en-US" sz="2338" kern="1200" baseline="-250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endParaRPr lang="en-US" altLang="en-US" sz="2338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76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857153"/>
            <a:ext cx="9144000" cy="51436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50A9AF-E9A4-6B8C-7E3E-1B09591F7D11}"/>
              </a:ext>
            </a:extLst>
          </p:cNvPr>
          <p:cNvGraphicFramePr>
            <a:graphicFrameLocks noGrp="1"/>
          </p:cNvGraphicFramePr>
          <p:nvPr/>
        </p:nvGraphicFramePr>
        <p:xfrm>
          <a:off x="177334" y="1018639"/>
          <a:ext cx="2114965" cy="506229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30401">
                  <a:extLst>
                    <a:ext uri="{9D8B030D-6E8A-4147-A177-3AD203B41FA5}">
                      <a16:colId xmlns:a16="http://schemas.microsoft.com/office/drawing/2014/main" val="2909540585"/>
                    </a:ext>
                  </a:extLst>
                </a:gridCol>
                <a:gridCol w="1184564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Quar/</a:t>
                      </a:r>
                      <a:r>
                        <a:rPr lang="en-US" sz="1600" dirty="0" err="1">
                          <a:effectLst/>
                          <a:latin typeface="Helvetica Neue"/>
                        </a:rPr>
                        <a:t>Yr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Utilization(%)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82.50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81.30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81.30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79.00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76.60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78.80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80.80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Q4/2006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MSE</a:t>
                      </a: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85045B-2A6C-894D-8165-F6BAB55EEBA8}"/>
              </a:ext>
            </a:extLst>
          </p:cNvPr>
          <p:cNvGraphicFramePr>
            <a:graphicFrameLocks noGrp="1"/>
          </p:cNvGraphicFramePr>
          <p:nvPr/>
        </p:nvGraphicFramePr>
        <p:xfrm>
          <a:off x="2292300" y="1016786"/>
          <a:ext cx="948269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48269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(α=0.1)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82.38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82.27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81.94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81.41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81.07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80.80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80.52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80.35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80.18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80.01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80.01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80.18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80.45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80.33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Helvetica Neue"/>
                        </a:rPr>
                        <a:t>6.36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16CAF48-14EE-F4A0-C53E-E69F3A9C4D1D}"/>
              </a:ext>
            </a:extLst>
          </p:cNvPr>
          <p:cNvGraphicFramePr>
            <a:graphicFrameLocks noGrp="1"/>
          </p:cNvGraphicFramePr>
          <p:nvPr/>
        </p:nvGraphicFramePr>
        <p:xfrm>
          <a:off x="3247900" y="1018449"/>
          <a:ext cx="960441" cy="480954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0441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6183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(α=0.2)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82.26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82.07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81.45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80.48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79.99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79.67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79.34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79.23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79.12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78.98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79.18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79.69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80.33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 panose="02000503000000020004"/>
                        </a:rPr>
                        <a:t>80.23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0000FF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4.76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FAB37F-812C-19EC-664D-30F8F681171B}"/>
              </a:ext>
            </a:extLst>
          </p:cNvPr>
          <p:cNvGraphicFramePr>
            <a:graphicFrameLocks noGrp="1"/>
          </p:cNvGraphicFramePr>
          <p:nvPr/>
        </p:nvGraphicFramePr>
        <p:xfrm>
          <a:off x="4221083" y="1016785"/>
          <a:ext cx="889046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89046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(α=0.3)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82.14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81.89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81.02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79.70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79.19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78.95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78.67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78.71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78.70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78.61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79.03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79.83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80.75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 panose="02000503000000020004"/>
                        </a:rPr>
                        <a:t>80.61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0000FF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3.94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DFAB37F-812C-19EC-664D-30F8F681171B}"/>
              </a:ext>
            </a:extLst>
          </p:cNvPr>
          <p:cNvGraphicFramePr>
            <a:graphicFrameLocks noGrp="1"/>
          </p:cNvGraphicFramePr>
          <p:nvPr/>
        </p:nvGraphicFramePr>
        <p:xfrm>
          <a:off x="5126537" y="1020451"/>
          <a:ext cx="885379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85379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(α=0.4)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82.02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81.73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80.64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79.02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78.61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78.53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78.32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78.51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78.59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78.51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79.11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80.14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81.25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 panose="02000503000000020004"/>
                        </a:rPr>
                        <a:t>81.05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0000FF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3.41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DFAB37F-812C-19EC-664D-30F8F681171B}"/>
              </a:ext>
            </a:extLst>
          </p:cNvPr>
          <p:cNvGraphicFramePr>
            <a:graphicFrameLocks noGrp="1"/>
          </p:cNvGraphicFramePr>
          <p:nvPr/>
        </p:nvGraphicFramePr>
        <p:xfrm>
          <a:off x="6024657" y="1024117"/>
          <a:ext cx="991686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91686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(α=0.5)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81.90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81.60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80.30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78.45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78.23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78.31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78.16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78.48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78.59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78.49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79.25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80.47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81.69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 panose="02000503000000020004"/>
                        </a:rPr>
                        <a:t>81.45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0000FF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DFAB37F-812C-19EC-664D-30F8F681171B}"/>
              </a:ext>
            </a:extLst>
          </p:cNvPr>
          <p:cNvGraphicFramePr>
            <a:graphicFrameLocks noGrp="1"/>
          </p:cNvGraphicFramePr>
          <p:nvPr/>
        </p:nvGraphicFramePr>
        <p:xfrm>
          <a:off x="7025421" y="1027783"/>
          <a:ext cx="991686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91686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(α=0.6)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81.78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81.49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80.00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77.96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77.98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78.23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78.09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78.52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78.63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78.49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79.40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80.78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82.05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 panose="02000503000000020004"/>
                        </a:rPr>
                        <a:t>81.78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0000FF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2.85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DFAB37F-812C-19EC-664D-30F8F681171B}"/>
              </a:ext>
            </a:extLst>
          </p:cNvPr>
          <p:cNvGraphicFramePr>
            <a:graphicFrameLocks noGrp="1"/>
          </p:cNvGraphicFramePr>
          <p:nvPr/>
        </p:nvGraphicFramePr>
        <p:xfrm>
          <a:off x="8029850" y="1027783"/>
          <a:ext cx="991686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91686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(α=0.7)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81.66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81.41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79.72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77.54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77.86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78.24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78.07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78.58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78.66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78.48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79.54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81.05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82.35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 panose="02000503000000020004"/>
                        </a:rPr>
                        <a:t>82.04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0000FF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2.71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7A262E92-F025-1F93-50BB-3EF160C45583}"/>
              </a:ext>
            </a:extLst>
          </p:cNvPr>
          <p:cNvGrpSpPr/>
          <p:nvPr/>
        </p:nvGrpSpPr>
        <p:grpSpPr>
          <a:xfrm>
            <a:off x="2444652" y="5482105"/>
            <a:ext cx="3392640" cy="1468001"/>
            <a:chOff x="2444652" y="5482105"/>
            <a:chExt cx="3392640" cy="146800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FEF2122-BD44-1669-F61C-7F3F933F08F2}"/>
                    </a:ext>
                  </a:extLst>
                </p14:cNvPr>
                <p14:cNvContentPartPr/>
                <p14:nvPr/>
              </p14:nvContentPartPr>
              <p14:xfrm>
                <a:off x="2444652" y="5546185"/>
                <a:ext cx="708120" cy="421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FEF2122-BD44-1669-F61C-7F3F933F08F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38532" y="5540065"/>
                  <a:ext cx="7203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6EE2A08-C820-05CE-9509-5FC4EA9EC264}"/>
                    </a:ext>
                  </a:extLst>
                </p14:cNvPr>
                <p14:cNvContentPartPr/>
                <p14:nvPr/>
              </p14:nvContentPartPr>
              <p14:xfrm>
                <a:off x="3396492" y="5524945"/>
                <a:ext cx="742680" cy="393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6EE2A08-C820-05CE-9509-5FC4EA9EC26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90372" y="5518825"/>
                  <a:ext cx="7549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1F5865-3006-8024-42D4-4E62A40B96F3}"/>
                    </a:ext>
                  </a:extLst>
                </p14:cNvPr>
                <p14:cNvContentPartPr/>
                <p14:nvPr/>
              </p14:nvContentPartPr>
              <p14:xfrm>
                <a:off x="4340052" y="5482105"/>
                <a:ext cx="777960" cy="537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1F5865-3006-8024-42D4-4E62A40B96F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33932" y="5475985"/>
                  <a:ext cx="79020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07A2A2-C2A9-10D6-0F10-6EDC1DF8B988}"/>
                    </a:ext>
                  </a:extLst>
                </p14:cNvPr>
                <p14:cNvContentPartPr/>
                <p14:nvPr/>
              </p14:nvContentPartPr>
              <p14:xfrm>
                <a:off x="3526092" y="6284185"/>
                <a:ext cx="139320" cy="243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07A2A2-C2A9-10D6-0F10-6EDC1DF8B98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19972" y="6278065"/>
                  <a:ext cx="1515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532DC5-2B83-84DD-9804-98B2FF9D31B1}"/>
                    </a:ext>
                  </a:extLst>
                </p14:cNvPr>
                <p14:cNvContentPartPr/>
                <p14:nvPr/>
              </p14:nvContentPartPr>
              <p14:xfrm>
                <a:off x="3631572" y="6192025"/>
                <a:ext cx="95760" cy="517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532DC5-2B83-84DD-9804-98B2FF9D31B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25452" y="6185905"/>
                  <a:ext cx="10800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5F6853-A9B3-7221-D895-E9F025ADE51E}"/>
                    </a:ext>
                  </a:extLst>
                </p14:cNvPr>
                <p14:cNvContentPartPr/>
                <p14:nvPr/>
              </p14:nvContentPartPr>
              <p14:xfrm>
                <a:off x="3781332" y="6496225"/>
                <a:ext cx="170280" cy="247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5F6853-A9B3-7221-D895-E9F025ADE5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75212" y="6490105"/>
                  <a:ext cx="1825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13628FA-315D-F640-615B-E97348C21DE2}"/>
                    </a:ext>
                  </a:extLst>
                </p14:cNvPr>
                <p14:cNvContentPartPr/>
                <p14:nvPr/>
              </p14:nvContentPartPr>
              <p14:xfrm>
                <a:off x="3849012" y="6602065"/>
                <a:ext cx="91080" cy="23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13628FA-315D-F640-615B-E97348C21DE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842892" y="6595945"/>
                  <a:ext cx="103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EEA8603-0B5F-9A06-969A-CA7069BB5D25}"/>
                    </a:ext>
                  </a:extLst>
                </p14:cNvPr>
                <p14:cNvContentPartPr/>
                <p14:nvPr/>
              </p14:nvContentPartPr>
              <p14:xfrm>
                <a:off x="4228812" y="6560305"/>
                <a:ext cx="158040" cy="68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EEA8603-0B5F-9A06-969A-CA7069BB5D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22692" y="6554185"/>
                  <a:ext cx="170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7FC2EBA-C926-368E-8202-354A629D9DF5}"/>
                    </a:ext>
                  </a:extLst>
                </p14:cNvPr>
                <p14:cNvContentPartPr/>
                <p14:nvPr/>
              </p14:nvContentPartPr>
              <p14:xfrm>
                <a:off x="4652532" y="6321985"/>
                <a:ext cx="33120" cy="349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7FC2EBA-C926-368E-8202-354A629D9DF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46412" y="6315865"/>
                  <a:ext cx="453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FC616A4-80DD-2F89-741F-147177EC5327}"/>
                    </a:ext>
                  </a:extLst>
                </p14:cNvPr>
                <p14:cNvContentPartPr/>
                <p14:nvPr/>
              </p14:nvContentPartPr>
              <p14:xfrm>
                <a:off x="4634892" y="6293185"/>
                <a:ext cx="213480" cy="45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FC616A4-80DD-2F89-741F-147177EC532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28772" y="6287065"/>
                  <a:ext cx="225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C5FFA16-CC90-57D6-EB8F-345F32D02B08}"/>
                    </a:ext>
                  </a:extLst>
                </p14:cNvPr>
                <p14:cNvContentPartPr/>
                <p14:nvPr/>
              </p14:nvContentPartPr>
              <p14:xfrm>
                <a:off x="4674132" y="6410185"/>
                <a:ext cx="158040" cy="52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C5FFA16-CC90-57D6-EB8F-345F32D02B0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68012" y="6404065"/>
                  <a:ext cx="170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CE8D288-6BEC-44D6-5860-DED4602D3208}"/>
                    </a:ext>
                  </a:extLst>
                </p14:cNvPr>
                <p14:cNvContentPartPr/>
                <p14:nvPr/>
              </p14:nvContentPartPr>
              <p14:xfrm>
                <a:off x="4908492" y="6511345"/>
                <a:ext cx="160920" cy="29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CE8D288-6BEC-44D6-5860-DED4602D320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02372" y="6505225"/>
                  <a:ext cx="1731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C50692F-7638-F211-8DA6-5370C9775B77}"/>
                    </a:ext>
                  </a:extLst>
                </p14:cNvPr>
                <p14:cNvContentPartPr/>
                <p14:nvPr/>
              </p14:nvContentPartPr>
              <p14:xfrm>
                <a:off x="4909932" y="6615745"/>
                <a:ext cx="151560" cy="27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C50692F-7638-F211-8DA6-5370C9775B7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03812" y="6609625"/>
                  <a:ext cx="163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FE55313-6FE6-B3D0-C06E-AAF414D64E72}"/>
                    </a:ext>
                  </a:extLst>
                </p14:cNvPr>
                <p14:cNvContentPartPr/>
                <p14:nvPr/>
              </p14:nvContentPartPr>
              <p14:xfrm>
                <a:off x="4981572" y="6238825"/>
                <a:ext cx="138600" cy="701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FE55313-6FE6-B3D0-C06E-AAF414D64E7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75452" y="6232705"/>
                  <a:ext cx="15084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D34DFB-7766-6C04-D228-6760019C2FE4}"/>
                    </a:ext>
                  </a:extLst>
                </p14:cNvPr>
                <p14:cNvContentPartPr/>
                <p14:nvPr/>
              </p14:nvContentPartPr>
              <p14:xfrm>
                <a:off x="3310452" y="6103026"/>
                <a:ext cx="337320" cy="764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D34DFB-7766-6C04-D228-6760019C2FE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04332" y="6096906"/>
                  <a:ext cx="34956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F3038A8-B9D4-0AF9-0D83-FD2FB3D2336C}"/>
                    </a:ext>
                  </a:extLst>
                </p14:cNvPr>
                <p14:cNvContentPartPr/>
                <p14:nvPr/>
              </p14:nvContentPartPr>
              <p14:xfrm>
                <a:off x="5040972" y="6050106"/>
                <a:ext cx="319320" cy="223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F3038A8-B9D4-0AF9-0D83-FD2FB3D2336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34852" y="6043986"/>
                  <a:ext cx="331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C4C53D-48CE-80FA-43CF-88338A5F67FB}"/>
                    </a:ext>
                  </a:extLst>
                </p14:cNvPr>
                <p14:cNvContentPartPr/>
                <p14:nvPr/>
              </p14:nvContentPartPr>
              <p14:xfrm>
                <a:off x="5289732" y="6033546"/>
                <a:ext cx="359640" cy="916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C4C53D-48CE-80FA-43CF-88338A5F67F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83612" y="6027426"/>
                  <a:ext cx="37188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0A68B1C-F621-BB46-87B2-C7CE17458F65}"/>
                    </a:ext>
                  </a:extLst>
                </p14:cNvPr>
                <p14:cNvContentPartPr/>
                <p14:nvPr/>
              </p14:nvContentPartPr>
              <p14:xfrm>
                <a:off x="5577012" y="6459857"/>
                <a:ext cx="260280" cy="183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0A68B1C-F621-BB46-87B2-C7CE17458F6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70892" y="6453737"/>
                  <a:ext cx="27252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1D38B33-4FDB-785C-C62C-82547210F8BB}"/>
              </a:ext>
            </a:extLst>
          </p:cNvPr>
          <p:cNvGrpSpPr/>
          <p:nvPr/>
        </p:nvGrpSpPr>
        <p:grpSpPr>
          <a:xfrm>
            <a:off x="2746692" y="6120017"/>
            <a:ext cx="423000" cy="561600"/>
            <a:chOff x="2746692" y="6120017"/>
            <a:chExt cx="423000" cy="56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9A8B5BE-FCF2-E46C-17F9-B2FCC0521E81}"/>
                    </a:ext>
                  </a:extLst>
                </p14:cNvPr>
                <p14:cNvContentPartPr/>
                <p14:nvPr/>
              </p14:nvContentPartPr>
              <p14:xfrm>
                <a:off x="2801412" y="6120017"/>
                <a:ext cx="368280" cy="430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9A8B5BE-FCF2-E46C-17F9-B2FCC0521E8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95292" y="6113897"/>
                  <a:ext cx="3805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D475A3-DF4B-E6C8-734D-06A895B7E9DB}"/>
                    </a:ext>
                  </a:extLst>
                </p14:cNvPr>
                <p14:cNvContentPartPr/>
                <p14:nvPr/>
              </p14:nvContentPartPr>
              <p14:xfrm>
                <a:off x="2746692" y="6495497"/>
                <a:ext cx="392400" cy="186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D475A3-DF4B-E6C8-734D-06A895B7E9D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40572" y="6489377"/>
                  <a:ext cx="404640" cy="19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1821639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857152"/>
            <a:ext cx="9223158" cy="51436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50A9AF-E9A4-6B8C-7E3E-1B09591F7D11}"/>
              </a:ext>
            </a:extLst>
          </p:cNvPr>
          <p:cNvGraphicFramePr>
            <a:graphicFrameLocks noGrp="1"/>
          </p:cNvGraphicFramePr>
          <p:nvPr/>
        </p:nvGraphicFramePr>
        <p:xfrm>
          <a:off x="177334" y="1018639"/>
          <a:ext cx="2114965" cy="506229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30401">
                  <a:extLst>
                    <a:ext uri="{9D8B030D-6E8A-4147-A177-3AD203B41FA5}">
                      <a16:colId xmlns:a16="http://schemas.microsoft.com/office/drawing/2014/main" val="2909540585"/>
                    </a:ext>
                  </a:extLst>
                </a:gridCol>
                <a:gridCol w="1184564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Quar/</a:t>
                      </a:r>
                      <a:r>
                        <a:rPr lang="en-US" sz="1600" dirty="0" err="1">
                          <a:effectLst/>
                          <a:latin typeface="Helvetica Neue"/>
                        </a:rPr>
                        <a:t>Yr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Utilization(%)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82.50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81.30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81.30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79.00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76.60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78.80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80.80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Q4/2006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MSE</a:t>
                      </a: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85045B-2A6C-894D-8165-F6BAB55EEBA8}"/>
              </a:ext>
            </a:extLst>
          </p:cNvPr>
          <p:cNvGraphicFramePr>
            <a:graphicFrameLocks noGrp="1"/>
          </p:cNvGraphicFramePr>
          <p:nvPr/>
        </p:nvGraphicFramePr>
        <p:xfrm>
          <a:off x="2292300" y="1016786"/>
          <a:ext cx="948269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48269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(α=0.8)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81.54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81.35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79.47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77.17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77.83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78.29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78.06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78.65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78.69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78.46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79.69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81.30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82.58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 panose="02000503000000020004"/>
                        </a:rPr>
                        <a:t>82.25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Helvetica Neue"/>
                        </a:rPr>
                        <a:t>2.62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16CAF48-14EE-F4A0-C53E-E69F3A9C4D1D}"/>
              </a:ext>
            </a:extLst>
          </p:cNvPr>
          <p:cNvGraphicFramePr>
            <a:graphicFrameLocks noGrp="1"/>
          </p:cNvGraphicFramePr>
          <p:nvPr/>
        </p:nvGraphicFramePr>
        <p:xfrm>
          <a:off x="3247900" y="1018449"/>
          <a:ext cx="960441" cy="480954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0441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6183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(α=0.9)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81.42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81.31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79.23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76.86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77.89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78.35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78.03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78.72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78.70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78.43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79.84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81.51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82.76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 panose="02000503000000020004"/>
                        </a:rPr>
                        <a:t>82.42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7512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0000FF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2.56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42464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64469" y="1722829"/>
            <a:ext cx="8215063" cy="3909578"/>
          </a:xfrm>
          <a:prstGeom prst="rect">
            <a:avLst/>
          </a:prstGeom>
        </p:spPr>
        <p:txBody>
          <a:bodyPr/>
          <a:lstStyle>
            <a:lvl1pPr marL="396015" indent="-396015" algn="l" defTabSz="10560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6" kern="1200">
                <a:solidFill>
                  <a:schemeClr val="tx1"/>
                </a:solidFill>
                <a:latin typeface="Helvetica Neue"/>
                <a:ea typeface="+mn-ea"/>
                <a:cs typeface="+mn-cs"/>
              </a:defRPr>
            </a:lvl1pPr>
            <a:lvl2pPr marL="858033" indent="-330013" algn="l" defTabSz="105604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34" kern="1200">
                <a:solidFill>
                  <a:schemeClr val="tx1"/>
                </a:solidFill>
                <a:latin typeface="Helvetica Neue"/>
                <a:ea typeface="+mn-ea"/>
                <a:cs typeface="+mn-cs"/>
              </a:defRPr>
            </a:lvl2pPr>
            <a:lvl3pPr marL="1320051" indent="-264010" algn="l" defTabSz="10560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72" kern="1200">
                <a:solidFill>
                  <a:schemeClr val="tx1"/>
                </a:solidFill>
                <a:latin typeface="Helvetica Neue"/>
                <a:ea typeface="+mn-ea"/>
                <a:cs typeface="+mn-cs"/>
              </a:defRPr>
            </a:lvl3pPr>
            <a:lvl4pPr marL="1848071" indent="-264010" algn="l" defTabSz="105604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310" kern="1200">
                <a:solidFill>
                  <a:schemeClr val="tx1"/>
                </a:solidFill>
                <a:latin typeface="Helvetica Neue"/>
                <a:ea typeface="+mn-ea"/>
                <a:cs typeface="+mn-cs"/>
              </a:defRPr>
            </a:lvl4pPr>
            <a:lvl5pPr marL="2376091" indent="-264010" algn="l" defTabSz="105604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310" kern="1200">
                <a:solidFill>
                  <a:schemeClr val="tx1"/>
                </a:solidFill>
                <a:latin typeface="Helvetica Neue"/>
                <a:ea typeface="+mn-ea"/>
                <a:cs typeface="+mn-cs"/>
              </a:defRPr>
            </a:lvl5pPr>
            <a:lvl6pPr marL="2904112" indent="-264010" algn="l" defTabSz="10560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32132" indent="-264010" algn="l" defTabSz="10560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60152" indent="-264010" algn="l" defTabSz="10560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88172" indent="-264010" algn="l" defTabSz="10560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118" dirty="0">
                <a:solidFill>
                  <a:prstClr val="black"/>
                </a:solidFill>
              </a:rPr>
              <a:t>To </a:t>
            </a:r>
            <a:r>
              <a:rPr lang="en-US" sz="3118" dirty="0">
                <a:solidFill>
                  <a:prstClr val="black"/>
                </a:solidFill>
              </a:rPr>
              <a:t>try to determine which one of these forecasting</a:t>
            </a:r>
            <a:r>
              <a:rPr lang="en-IN" sz="3118" dirty="0">
                <a:solidFill>
                  <a:prstClr val="black"/>
                </a:solidFill>
              </a:rPr>
              <a:t> </a:t>
            </a:r>
            <a:r>
              <a:rPr lang="en-US" sz="3118" dirty="0">
                <a:solidFill>
                  <a:prstClr val="black"/>
                </a:solidFill>
              </a:rPr>
              <a:t>methods gives the “best” forecast, we evaluate the “success” of each method using a </a:t>
            </a:r>
            <a:r>
              <a:rPr lang="en-US" sz="3118" i="1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performance measure</a:t>
            </a:r>
          </a:p>
          <a:p>
            <a:r>
              <a:rPr lang="en-US" sz="3118" dirty="0">
                <a:solidFill>
                  <a:prstClr val="black"/>
                </a:solidFill>
              </a:rPr>
              <a:t>Each performance measure begins by evaluating the </a:t>
            </a:r>
            <a:r>
              <a:rPr lang="en-US" sz="3118" i="1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forecast errors </a:t>
            </a:r>
            <a:r>
              <a:rPr lang="en-US" sz="3118" i="1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</a:t>
            </a:r>
            <a:r>
              <a:rPr lang="en-US" sz="3118" i="1" baseline="-250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t</a:t>
            </a:r>
            <a:r>
              <a:rPr lang="en-US" sz="3118" dirty="0">
                <a:solidFill>
                  <a:prstClr val="black"/>
                </a:solidFill>
                <a:sym typeface="Symbol" panose="05050102010706020507" pitchFamily="18" charset="2"/>
              </a:rPr>
              <a:t> </a:t>
            </a:r>
            <a:r>
              <a:rPr lang="en-US" sz="3118" dirty="0">
                <a:solidFill>
                  <a:prstClr val="black"/>
                </a:solidFill>
              </a:rPr>
              <a:t>for each time period t given by</a:t>
            </a:r>
            <a:endParaRPr lang="en-IN" sz="3118" dirty="0">
              <a:solidFill>
                <a:prstClr val="black"/>
              </a:solidFill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Measurement of forecast error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60784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9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62422" y="1703001"/>
            <a:ext cx="3711625" cy="90237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338" b="1" dirty="0">
                <a:solidFill>
                  <a:srgbClr val="993300"/>
                </a:solidFill>
                <a:latin typeface="Helvetica Neue"/>
              </a:rPr>
              <a:t>Mean Square Error (MSE)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662422" y="3814694"/>
            <a:ext cx="3711625" cy="8392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338" b="1" dirty="0">
                <a:solidFill>
                  <a:srgbClr val="993300"/>
                </a:solidFill>
                <a:latin typeface="Helvetica Neue"/>
              </a:rPr>
              <a:t>Mean Absolute Deviation </a:t>
            </a:r>
          </a:p>
          <a:p>
            <a:r>
              <a:rPr lang="en-US" sz="2338" b="1" dirty="0">
                <a:solidFill>
                  <a:srgbClr val="993300"/>
                </a:solidFill>
                <a:latin typeface="Helvetica Neue"/>
              </a:rPr>
              <a:t>(MAD)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662422" y="4653982"/>
            <a:ext cx="3711625" cy="978426"/>
          </a:xfrm>
          <a:prstGeom prst="rect">
            <a:avLst/>
          </a:prstGeom>
          <a:gradFill rotWithShape="0">
            <a:gsLst>
              <a:gs pos="0">
                <a:srgbClr val="EAEAEA"/>
              </a:gs>
              <a:gs pos="50000">
                <a:srgbClr val="99CCFF"/>
              </a:gs>
              <a:gs pos="100000">
                <a:srgbClr val="EAEAEA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45791" dir="19578596" algn="ctr" rotWithShape="0">
              <a:schemeClr val="tx1"/>
            </a:outerShdw>
          </a:effectLst>
        </p:spPr>
        <p:txBody>
          <a:bodyPr wrap="none" anchor="ctr"/>
          <a:lstStyle>
            <a:lvl1pPr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1559"/>
          </a:p>
        </p:txBody>
      </p:sp>
      <p:sp>
        <p:nvSpPr>
          <p:cNvPr id="10" name="Rectangle 18"/>
          <p:cNvSpPr>
            <a:spLocks noChangeArrowheads="1"/>
          </p:cNvSpPr>
          <p:nvPr/>
        </p:nvSpPr>
        <p:spPr bwMode="auto">
          <a:xfrm>
            <a:off x="4570969" y="1703909"/>
            <a:ext cx="3960098" cy="88492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338" b="1" dirty="0">
                <a:solidFill>
                  <a:srgbClr val="993300"/>
                </a:solidFill>
                <a:latin typeface="Helvetica Neue"/>
              </a:rPr>
              <a:t>Mean Absolute Percent </a:t>
            </a:r>
          </a:p>
          <a:p>
            <a:r>
              <a:rPr lang="en-US" sz="2338" b="1" dirty="0">
                <a:solidFill>
                  <a:srgbClr val="993300"/>
                </a:solidFill>
                <a:latin typeface="Helvetica Neue"/>
              </a:rPr>
              <a:t>Error (MAPE)</a:t>
            </a: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4620457" y="3820828"/>
            <a:ext cx="3910609" cy="83315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338" b="1" dirty="0">
                <a:solidFill>
                  <a:srgbClr val="993300"/>
                </a:solidFill>
                <a:latin typeface="Helvetica Neue"/>
              </a:rPr>
              <a:t>Largest Absolute Deviation </a:t>
            </a:r>
          </a:p>
          <a:p>
            <a:r>
              <a:rPr lang="en-US" sz="2338" b="1" dirty="0">
                <a:solidFill>
                  <a:srgbClr val="993300"/>
                </a:solidFill>
                <a:latin typeface="Helvetica Neue"/>
              </a:rPr>
              <a:t>(LAD)</a:t>
            </a: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4620457" y="4653982"/>
            <a:ext cx="3910412" cy="978426"/>
          </a:xfrm>
          <a:prstGeom prst="rect">
            <a:avLst/>
          </a:prstGeom>
          <a:gradFill rotWithShape="0">
            <a:gsLst>
              <a:gs pos="0">
                <a:srgbClr val="EAEAEA"/>
              </a:gs>
              <a:gs pos="50000">
                <a:srgbClr val="99CCFF"/>
              </a:gs>
              <a:gs pos="100000">
                <a:srgbClr val="EAEAEA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45791" dir="19578596" algn="ctr" rotWithShape="0">
              <a:schemeClr val="tx1"/>
            </a:outerShdw>
          </a:effectLst>
        </p:spPr>
        <p:txBody>
          <a:bodyPr wrap="none" anchor="ctr"/>
          <a:lstStyle>
            <a:lvl1pPr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1559"/>
          </a:p>
        </p:txBody>
      </p:sp>
      <p:grpSp>
        <p:nvGrpSpPr>
          <p:cNvPr id="18" name="Group 36"/>
          <p:cNvGrpSpPr>
            <a:grpSpLocks/>
          </p:cNvGrpSpPr>
          <p:nvPr/>
        </p:nvGrpSpPr>
        <p:grpSpPr bwMode="auto">
          <a:xfrm>
            <a:off x="4572000" y="2605371"/>
            <a:ext cx="3959066" cy="1084566"/>
            <a:chOff x="3067" y="3368"/>
            <a:chExt cx="2592" cy="912"/>
          </a:xfrm>
        </p:grpSpPr>
        <p:sp>
          <p:nvSpPr>
            <p:cNvPr id="19" name="Rectangle 37"/>
            <p:cNvSpPr>
              <a:spLocks noChangeArrowheads="1"/>
            </p:cNvSpPr>
            <p:nvPr/>
          </p:nvSpPr>
          <p:spPr bwMode="auto">
            <a:xfrm>
              <a:off x="3067" y="3368"/>
              <a:ext cx="2592" cy="912"/>
            </a:xfrm>
            <a:prstGeom prst="rect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EAEAEA"/>
                </a:gs>
                <a:gs pos="100000">
                  <a:srgbClr val="99CC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18900000" algn="ctr" rotWithShape="0">
                <a:schemeClr val="tx1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2598"/>
            </a:p>
          </p:txBody>
        </p:sp>
        <p:sp>
          <p:nvSpPr>
            <p:cNvPr id="20" name="Rectangle 41"/>
            <p:cNvSpPr>
              <a:spLocks noChangeArrowheads="1"/>
            </p:cNvSpPr>
            <p:nvPr/>
          </p:nvSpPr>
          <p:spPr bwMode="auto">
            <a:xfrm>
              <a:off x="4421" y="3684"/>
              <a:ext cx="79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9798" tIns="29900" rIns="59798" bIns="29900">
              <a:spAutoFit/>
            </a:bodyPr>
            <a:lstStyle>
              <a:lvl1pPr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endParaRPr lang="en-US" sz="2598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1" name="Group 36"/>
          <p:cNvGrpSpPr>
            <a:grpSpLocks/>
          </p:cNvGrpSpPr>
          <p:nvPr/>
        </p:nvGrpSpPr>
        <p:grpSpPr bwMode="auto">
          <a:xfrm>
            <a:off x="662422" y="2605371"/>
            <a:ext cx="3711625" cy="1078432"/>
            <a:chOff x="3067" y="3368"/>
            <a:chExt cx="2592" cy="912"/>
          </a:xfrm>
        </p:grpSpPr>
        <p:sp>
          <p:nvSpPr>
            <p:cNvPr id="22" name="Rectangle 37"/>
            <p:cNvSpPr>
              <a:spLocks noChangeArrowheads="1"/>
            </p:cNvSpPr>
            <p:nvPr/>
          </p:nvSpPr>
          <p:spPr bwMode="auto">
            <a:xfrm>
              <a:off x="3067" y="3368"/>
              <a:ext cx="2592" cy="912"/>
            </a:xfrm>
            <a:prstGeom prst="rect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EAEAEA"/>
                </a:gs>
                <a:gs pos="100000">
                  <a:srgbClr val="99CC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18900000" algn="ctr" rotWithShape="0">
                <a:schemeClr val="tx1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2598"/>
            </a:p>
          </p:txBody>
        </p:sp>
        <p:sp>
          <p:nvSpPr>
            <p:cNvPr id="23" name="Rectangle 41"/>
            <p:cNvSpPr>
              <a:spLocks noChangeArrowheads="1"/>
            </p:cNvSpPr>
            <p:nvPr/>
          </p:nvSpPr>
          <p:spPr bwMode="auto">
            <a:xfrm>
              <a:off x="4421" y="3684"/>
              <a:ext cx="84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9798" tIns="29900" rIns="59798" bIns="29900">
              <a:spAutoFit/>
            </a:bodyPr>
            <a:lstStyle>
              <a:lvl1pPr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990000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endParaRPr lang="en-US" sz="2598" b="1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739" y="2668236"/>
            <a:ext cx="2177487" cy="95883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156" y="2640915"/>
            <a:ext cx="2053766" cy="102069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460" y="4704993"/>
            <a:ext cx="1899115" cy="84748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647" y="4772329"/>
            <a:ext cx="3216741" cy="810371"/>
          </a:xfrm>
          <a:prstGeom prst="rect">
            <a:avLst/>
          </a:prstGeom>
        </p:spPr>
      </p:pic>
      <p:sp>
        <p:nvSpPr>
          <p:cNvPr id="2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2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Performance Measures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58">
              <a:solidFill>
                <a:schemeClr val="tx1">
                  <a:lumMod val="75000"/>
                  <a:lumOff val="25000"/>
                </a:scheme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92A6F9-B20C-C7A4-D752-85237CA8366C}"/>
                  </a:ext>
                </a:extLst>
              </p14:cNvPr>
              <p14:cNvContentPartPr/>
              <p14:nvPr/>
            </p14:nvContentPartPr>
            <p14:xfrm>
              <a:off x="1414692" y="2562865"/>
              <a:ext cx="2732400" cy="1427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92A6F9-B20C-C7A4-D752-85237CA836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08572" y="2556745"/>
                <a:ext cx="2744640" cy="143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207015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/>
      <p:bldP spid="10" grpId="0" animBg="1" autoUpdateAnimBg="0"/>
      <p:bldP spid="11" grpId="0" animBg="1" autoUpdateAnimBg="0"/>
      <p:bldP spid="13" grpId="0" animBg="1"/>
      <p:bldP spid="28" grpId="0"/>
      <p:bldP spid="29" grpId="0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Exponential Smoothing Techniques </a:t>
            </a:r>
            <a:endParaRPr lang="en-US" sz="233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4">
            <a:extLst>
              <a:ext uri="{FF2B5EF4-FFF2-40B4-BE49-F238E27FC236}">
                <a16:creationId xmlns:a16="http://schemas.microsoft.com/office/drawing/2014/main" id="{CDF9273E-D912-3408-52AC-1214B2210B44}"/>
              </a:ext>
            </a:extLst>
          </p:cNvPr>
          <p:cNvSpPr txBox="1">
            <a:spLocks noChangeArrowheads="1"/>
          </p:cNvSpPr>
          <p:nvPr/>
        </p:nvSpPr>
        <p:spPr>
          <a:xfrm>
            <a:off x="348279" y="1693890"/>
            <a:ext cx="8447443" cy="392717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921" indent="-295921">
              <a:lnSpc>
                <a:spcPct val="150000"/>
              </a:lnSpc>
              <a:buNone/>
            </a:pPr>
            <a:r>
              <a:rPr lang="en-US" altLang="en-US" sz="2598" dirty="0">
                <a:solidFill>
                  <a:srgbClr val="141413"/>
                </a:solidFill>
                <a:latin typeface="Helvetica Neue"/>
              </a:rPr>
              <a:t> Select an exponential smoothing constant, </a:t>
            </a:r>
            <a:r>
              <a:rPr lang="el-GR" altLang="en-US" sz="2598" i="1" dirty="0">
                <a:solidFill>
                  <a:prstClr val="black"/>
                </a:solidFill>
              </a:rPr>
              <a:t>α</a:t>
            </a:r>
            <a:r>
              <a:rPr lang="en-US" altLang="en-US" sz="2598" dirty="0">
                <a:solidFill>
                  <a:srgbClr val="141413"/>
                </a:solidFill>
                <a:latin typeface="Helvetica Neue"/>
              </a:rPr>
              <a:t>, between 0 and 1. Remember that </a:t>
            </a:r>
            <a:r>
              <a:rPr lang="en-US" altLang="en-US" sz="2598" b="1" dirty="0">
                <a:solidFill>
                  <a:srgbClr val="0000FF"/>
                </a:solidFill>
                <a:latin typeface="Helvetica Neue"/>
              </a:rPr>
              <a:t>small values of </a:t>
            </a:r>
            <a:r>
              <a:rPr lang="el-GR" altLang="en-US" sz="2598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598" b="1" dirty="0">
                <a:solidFill>
                  <a:srgbClr val="0000FF"/>
                </a:solidFill>
                <a:latin typeface="Helvetica Neue"/>
              </a:rPr>
              <a:t> give less weight to the current value of the series </a:t>
            </a:r>
            <a:r>
              <a:rPr lang="en-US" altLang="en-US" sz="2598" dirty="0">
                <a:solidFill>
                  <a:srgbClr val="141413"/>
                </a:solidFill>
                <a:latin typeface="Helvetica Neue"/>
              </a:rPr>
              <a:t>and </a:t>
            </a:r>
            <a:r>
              <a:rPr lang="en-US" altLang="en-US" sz="2598" b="1" dirty="0">
                <a:solidFill>
                  <a:srgbClr val="0000FF"/>
                </a:solidFill>
                <a:latin typeface="Helvetica Neue"/>
              </a:rPr>
              <a:t>yield a smoother series</a:t>
            </a:r>
            <a:r>
              <a:rPr lang="en-US" altLang="en-US" sz="2598" dirty="0">
                <a:solidFill>
                  <a:srgbClr val="141413"/>
                </a:solidFill>
                <a:latin typeface="Helvetica Neue"/>
              </a:rPr>
              <a:t>. </a:t>
            </a:r>
            <a:r>
              <a:rPr lang="en-US" altLang="en-US" sz="2598" b="1" dirty="0">
                <a:solidFill>
                  <a:srgbClr val="FF0000"/>
                </a:solidFill>
                <a:latin typeface="Helvetica Neue"/>
              </a:rPr>
              <a:t>Larger choices of </a:t>
            </a:r>
            <a:r>
              <a:rPr lang="el-GR" altLang="en-US" sz="2598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2598" dirty="0">
                <a:solidFill>
                  <a:srgbClr val="141413"/>
                </a:solidFill>
                <a:latin typeface="Helvetica Neue"/>
              </a:rPr>
              <a:t> assign </a:t>
            </a:r>
            <a:r>
              <a:rPr lang="en-US" altLang="en-US" sz="2598" b="1" dirty="0">
                <a:solidFill>
                  <a:srgbClr val="FF0000"/>
                </a:solidFill>
                <a:latin typeface="Helvetica Neue"/>
              </a:rPr>
              <a:t>more weight to the current value of the series </a:t>
            </a:r>
            <a:r>
              <a:rPr lang="en-US" altLang="en-US" sz="2598" dirty="0">
                <a:solidFill>
                  <a:srgbClr val="141413"/>
                </a:solidFill>
                <a:latin typeface="Helvetica Neue"/>
              </a:rPr>
              <a:t>and </a:t>
            </a:r>
            <a:r>
              <a:rPr lang="en-US" altLang="en-US" sz="2598" b="1" dirty="0">
                <a:solidFill>
                  <a:srgbClr val="FF0000"/>
                </a:solidFill>
                <a:latin typeface="Helvetica Neue"/>
              </a:rPr>
              <a:t>yield a more variable series.</a:t>
            </a:r>
          </a:p>
        </p:txBody>
      </p:sp>
    </p:spTree>
    <p:extLst>
      <p:ext uri="{BB962C8B-B14F-4D97-AF65-F5344CB8AC3E}">
        <p14:creationId xmlns:p14="http://schemas.microsoft.com/office/powerpoint/2010/main" val="157410673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80647" y="717853"/>
            <a:ext cx="9224647" cy="52829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550A9AF-E9A4-6B8C-7E3E-1B09591F7D11}"/>
              </a:ext>
            </a:extLst>
          </p:cNvPr>
          <p:cNvGraphicFramePr>
            <a:graphicFrameLocks noGrp="1"/>
          </p:cNvGraphicFramePr>
          <p:nvPr/>
        </p:nvGraphicFramePr>
        <p:xfrm>
          <a:off x="3087981" y="809546"/>
          <a:ext cx="2114965" cy="506229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30401">
                  <a:extLst>
                    <a:ext uri="{9D8B030D-6E8A-4147-A177-3AD203B41FA5}">
                      <a16:colId xmlns:a16="http://schemas.microsoft.com/office/drawing/2014/main" val="2909540585"/>
                    </a:ext>
                  </a:extLst>
                </a:gridCol>
                <a:gridCol w="1184564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Quar/</a:t>
                      </a:r>
                      <a:r>
                        <a:rPr lang="en-US" sz="1600" dirty="0" err="1">
                          <a:effectLst/>
                          <a:latin typeface="Helvetica Neue"/>
                        </a:rPr>
                        <a:t>Yr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Utilization(%)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82.50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81.30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81.30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79.00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76.60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78.80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80.80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Q4/2006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0000FF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MSE</a:t>
                      </a: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D85045B-2A6C-894D-8165-F6BAB55EEBA8}"/>
              </a:ext>
            </a:extLst>
          </p:cNvPr>
          <p:cNvGraphicFramePr>
            <a:graphicFrameLocks noGrp="1"/>
          </p:cNvGraphicFramePr>
          <p:nvPr/>
        </p:nvGraphicFramePr>
        <p:xfrm>
          <a:off x="5202946" y="807692"/>
          <a:ext cx="1250327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(α=0.2)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82.26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82.07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81.45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80.48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79.99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79.67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79.34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79.23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79.12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78.98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79.18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79.69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80.33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80.23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Helvetica Neue"/>
                        </a:rPr>
                        <a:t>4.76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16CAF48-14EE-F4A0-C53E-E69F3A9C4D1D}"/>
              </a:ext>
            </a:extLst>
          </p:cNvPr>
          <p:cNvGraphicFramePr>
            <a:graphicFrameLocks noGrp="1"/>
          </p:cNvGraphicFramePr>
          <p:nvPr/>
        </p:nvGraphicFramePr>
        <p:xfrm>
          <a:off x="6453273" y="807692"/>
          <a:ext cx="1250327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(α=0.4)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82.02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81.73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80.64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79.02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78.61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78.53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78.32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78.59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79.11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80.14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81.25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81.05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Helvetica Neue"/>
                        </a:rPr>
                        <a:t>3.41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DFAB37F-812C-19EC-664D-30F8F681171B}"/>
              </a:ext>
            </a:extLst>
          </p:cNvPr>
          <p:cNvGraphicFramePr>
            <a:graphicFrameLocks noGrp="1"/>
          </p:cNvGraphicFramePr>
          <p:nvPr/>
        </p:nvGraphicFramePr>
        <p:xfrm>
          <a:off x="7703600" y="807692"/>
          <a:ext cx="1250327" cy="48136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(α=0.7)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81.66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81.41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79.72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77.54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77.86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78.24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78.07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78.58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78.66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78.48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79.54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81.05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82.35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82.04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Helvetica Neue"/>
                        </a:rPr>
                        <a:t>2.71</a:t>
                      </a: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7" name="TextShape 2">
            <a:extLst>
              <a:ext uri="{FF2B5EF4-FFF2-40B4-BE49-F238E27FC236}">
                <a16:creationId xmlns:a16="http://schemas.microsoft.com/office/drawing/2014/main" id="{84186B61-9C5D-40BB-B021-D7D56B779A22}"/>
              </a:ext>
            </a:extLst>
          </p:cNvPr>
          <p:cNvSpPr txBox="1"/>
          <p:nvPr/>
        </p:nvSpPr>
        <p:spPr>
          <a:xfrm>
            <a:off x="97890" y="1335041"/>
            <a:ext cx="2886074" cy="336520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Done the analysis on the previous problem for 3 different values of </a:t>
            </a:r>
            <a:r>
              <a:rPr lang="el-GR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α</a:t>
            </a:r>
            <a:endParaRPr lang="en-US" sz="1819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57482" indent="-257212" defTabSz="628361" hangingPunct="1">
              <a:spcBef>
                <a:spcPts val="42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For </a:t>
            </a: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</a:t>
            </a:r>
            <a:r>
              <a:rPr lang="el-GR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α</a:t>
            </a:r>
            <a:r>
              <a:rPr lang="en-US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=0.7, it is better</a:t>
            </a:r>
          </a:p>
          <a:p>
            <a:pPr marL="257482" indent="-257212" defTabSz="628361" hangingPunct="1">
              <a:spcBef>
                <a:spcPts val="42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The exponential smoothing does not have a significant initial delay like the Moving Av. where the initial k values are not smoothed</a:t>
            </a:r>
          </a:p>
          <a:p>
            <a:pPr marL="257482" indent="-257212" defTabSz="628361" hangingPunct="1">
              <a:spcBef>
                <a:spcPts val="42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Formula can be rearranged as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US" sz="1819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IN" sz="1819" kern="1200" spc="-1" dirty="0"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1819" kern="1200" spc="-1" dirty="0">
              <a:latin typeface="Helvetica Neue"/>
              <a:ea typeface="+mn-ea"/>
              <a:cs typeface="+mn-cs"/>
            </a:endParaRPr>
          </a:p>
          <a:p>
            <a:pPr defTabSz="628361" hangingPunct="1">
              <a:spcBef>
                <a:spcPts val="421"/>
              </a:spcBef>
            </a:pP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0" y="4876664"/>
            <a:ext cx="2886074" cy="61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385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0FF93C-EDC6-5264-FFF3-00BB77F50BE0}"/>
              </a:ext>
            </a:extLst>
          </p:cNvPr>
          <p:cNvGraphicFramePr>
            <a:graphicFrameLocks noGrp="1"/>
          </p:cNvGraphicFramePr>
          <p:nvPr/>
        </p:nvGraphicFramePr>
        <p:xfrm>
          <a:off x="2386493" y="1018639"/>
          <a:ext cx="2132382" cy="4545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51964">
                  <a:extLst>
                    <a:ext uri="{9D8B030D-6E8A-4147-A177-3AD203B41FA5}">
                      <a16:colId xmlns:a16="http://schemas.microsoft.com/office/drawing/2014/main" val="2909540585"/>
                    </a:ext>
                  </a:extLst>
                </a:gridCol>
                <a:gridCol w="1280418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Quar/</a:t>
                      </a:r>
                      <a:r>
                        <a:rPr lang="en-US" sz="1600" dirty="0" err="1">
                          <a:effectLst/>
                          <a:latin typeface="Helvetica Neue"/>
                        </a:rPr>
                        <a:t>Yr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Utilization (%)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82.50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81.30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81.30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79.00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76.60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78.80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80.80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MSE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6A2AE0-8051-211B-E80E-3AF8896BDA3F}"/>
              </a:ext>
            </a:extLst>
          </p:cNvPr>
          <p:cNvGraphicFramePr>
            <a:graphicFrameLocks noGrp="1"/>
          </p:cNvGraphicFramePr>
          <p:nvPr/>
        </p:nvGraphicFramePr>
        <p:xfrm>
          <a:off x="4501458" y="1016786"/>
          <a:ext cx="1250327" cy="4545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(α=0.2)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82.50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82.26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82.07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81.45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80.48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79.99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79.67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79.34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79.23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79.12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78.98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79.18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79.49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79.73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79.94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AA371AB-8FB6-DC30-9365-98D0A4633604}"/>
              </a:ext>
            </a:extLst>
          </p:cNvPr>
          <p:cNvGraphicFramePr>
            <a:graphicFrameLocks noGrp="1"/>
          </p:cNvGraphicFramePr>
          <p:nvPr/>
        </p:nvGraphicFramePr>
        <p:xfrm>
          <a:off x="5751785" y="1016786"/>
          <a:ext cx="1250327" cy="454187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205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∆</a:t>
                      </a:r>
                      <a:r>
                        <a:rPr lang="en-IN" sz="16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t</a:t>
                      </a:r>
                      <a:r>
                        <a:rPr lang="en-IN" sz="16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2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</a:t>
                      </a: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α=0.2)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0.92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0.59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6.00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15.05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3.96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1.61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1.80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0.18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0.18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0.34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0.67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1.46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0.94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0.74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2.297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17C3EAF-F9F0-78A5-1AB1-F6F8E8AF0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341" y="1309660"/>
            <a:ext cx="2044486" cy="627883"/>
          </a:xfrm>
          <a:prstGeom prst="rect">
            <a:avLst/>
          </a:prstGeom>
          <a:solidFill>
            <a:schemeClr val="bg1"/>
          </a:solidFill>
          <a:ln w="38100" algn="ctr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pPr algn="ctr" defTabSz="628361">
              <a:lnSpc>
                <a:spcPct val="90000"/>
              </a:lnSpc>
              <a:spcBef>
                <a:spcPct val="20000"/>
              </a:spcBef>
            </a:pPr>
            <a:endParaRPr lang="en-US" sz="2078" b="1" kern="1200" dirty="0">
              <a:solidFill>
                <a:srgbClr val="000099"/>
              </a:solidFill>
              <a:latin typeface="Helvetica Neue"/>
              <a:ea typeface="+mn-ea"/>
              <a:cs typeface="+mn-cs"/>
              <a:sym typeface="Symbol" panose="05050102010706020507" pitchFamily="18" charset="2"/>
            </a:endParaRPr>
          </a:p>
          <a:p>
            <a:pPr algn="ctr" defTabSz="628361">
              <a:lnSpc>
                <a:spcPct val="90000"/>
              </a:lnSpc>
              <a:spcBef>
                <a:spcPct val="20000"/>
              </a:spcBef>
            </a:pPr>
            <a:r>
              <a:rPr lang="en-US" sz="2078" b="1" kern="12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 </a:t>
            </a:r>
            <a:r>
              <a:rPr lang="en-US" sz="2078" b="1" kern="1200" baseline="-250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t</a:t>
            </a:r>
            <a:r>
              <a:rPr lang="en-US" sz="2078" b="1" kern="12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 = </a:t>
            </a:r>
            <a:r>
              <a:rPr lang="en-US" sz="2078" b="1" kern="1200" dirty="0" err="1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Y</a:t>
            </a:r>
            <a:r>
              <a:rPr lang="en-US" sz="2078" b="1" kern="1200" baseline="-25000" dirty="0" err="1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t</a:t>
            </a:r>
            <a:r>
              <a:rPr lang="en-US" sz="2078" b="1" kern="12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 - F</a:t>
            </a:r>
            <a:r>
              <a:rPr lang="en-US" sz="2078" b="1" kern="1200" baseline="-250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t</a:t>
            </a:r>
          </a:p>
          <a:p>
            <a:pPr algn="ctr" defTabSz="628361" eaLnBrk="1" hangingPunct="1"/>
            <a:endParaRPr lang="en-US" sz="2078" kern="1200" dirty="0">
              <a:latin typeface="Helvetica Ne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99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0FF93C-EDC6-5264-FFF3-00BB77F50BE0}"/>
              </a:ext>
            </a:extLst>
          </p:cNvPr>
          <p:cNvGraphicFramePr>
            <a:graphicFrameLocks noGrp="1"/>
          </p:cNvGraphicFramePr>
          <p:nvPr/>
        </p:nvGraphicFramePr>
        <p:xfrm>
          <a:off x="2386493" y="1018639"/>
          <a:ext cx="2132382" cy="4545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51964">
                  <a:extLst>
                    <a:ext uri="{9D8B030D-6E8A-4147-A177-3AD203B41FA5}">
                      <a16:colId xmlns:a16="http://schemas.microsoft.com/office/drawing/2014/main" val="2909540585"/>
                    </a:ext>
                  </a:extLst>
                </a:gridCol>
                <a:gridCol w="1280418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Quar/</a:t>
                      </a:r>
                      <a:r>
                        <a:rPr lang="en-US" sz="1600" dirty="0" err="1">
                          <a:effectLst/>
                          <a:latin typeface="Helvetica Neue"/>
                        </a:rPr>
                        <a:t>Yr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Utilization (%)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82.50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81.30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81.30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79.00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76.60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78.00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78.80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80.80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MSE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6A2AE0-8051-211B-E80E-3AF8896BDA3F}"/>
              </a:ext>
            </a:extLst>
          </p:cNvPr>
          <p:cNvGraphicFramePr>
            <a:graphicFrameLocks noGrp="1"/>
          </p:cNvGraphicFramePr>
          <p:nvPr/>
        </p:nvGraphicFramePr>
        <p:xfrm>
          <a:off x="4501458" y="1016786"/>
          <a:ext cx="1250327" cy="4545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(α=0.4)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82.5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82.02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81.73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80.64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79.02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78.61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78.53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78.32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78.51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78.59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78.51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79.11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79.74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80.13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80.4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AA371AB-8FB6-DC30-9365-98D0A4633604}"/>
              </a:ext>
            </a:extLst>
          </p:cNvPr>
          <p:cNvGraphicFramePr>
            <a:graphicFrameLocks noGrp="1"/>
          </p:cNvGraphicFramePr>
          <p:nvPr/>
        </p:nvGraphicFramePr>
        <p:xfrm>
          <a:off x="5751785" y="1016786"/>
          <a:ext cx="1250327" cy="454187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205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∆</a:t>
                      </a:r>
                      <a:r>
                        <a:rPr lang="en-IN" sz="16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t</a:t>
                      </a:r>
                      <a:r>
                        <a:rPr lang="en-IN" sz="16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2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</a:t>
                      </a: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α=0.4)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0.52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0.18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2.69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5.86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0.37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0.02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0.10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0.08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0.01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0.01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0.79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0.92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0.32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0.16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0.803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17C3EAF-F9F0-78A5-1AB1-F6F8E8AF0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341" y="1309660"/>
            <a:ext cx="2044486" cy="627883"/>
          </a:xfrm>
          <a:prstGeom prst="rect">
            <a:avLst/>
          </a:prstGeom>
          <a:solidFill>
            <a:schemeClr val="bg1"/>
          </a:solidFill>
          <a:ln w="38100" algn="ctr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pPr algn="ctr" defTabSz="628361">
              <a:lnSpc>
                <a:spcPct val="90000"/>
              </a:lnSpc>
              <a:spcBef>
                <a:spcPct val="20000"/>
              </a:spcBef>
            </a:pPr>
            <a:endParaRPr lang="en-US" sz="2078" b="1" kern="1200" dirty="0">
              <a:solidFill>
                <a:srgbClr val="000099"/>
              </a:solidFill>
              <a:latin typeface="Helvetica Neue"/>
              <a:ea typeface="+mn-ea"/>
              <a:cs typeface="+mn-cs"/>
              <a:sym typeface="Symbol" panose="05050102010706020507" pitchFamily="18" charset="2"/>
            </a:endParaRPr>
          </a:p>
          <a:p>
            <a:pPr algn="ctr" defTabSz="628361">
              <a:lnSpc>
                <a:spcPct val="90000"/>
              </a:lnSpc>
              <a:spcBef>
                <a:spcPct val="20000"/>
              </a:spcBef>
            </a:pPr>
            <a:r>
              <a:rPr lang="en-US" sz="2078" b="1" kern="12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 </a:t>
            </a:r>
            <a:r>
              <a:rPr lang="en-US" sz="2078" b="1" kern="1200" baseline="-250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t</a:t>
            </a:r>
            <a:r>
              <a:rPr lang="en-US" sz="2078" b="1" kern="12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 = </a:t>
            </a:r>
            <a:r>
              <a:rPr lang="en-US" sz="2078" b="1" kern="1200" dirty="0" err="1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Y</a:t>
            </a:r>
            <a:r>
              <a:rPr lang="en-US" sz="2078" b="1" kern="1200" baseline="-25000" dirty="0" err="1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t</a:t>
            </a:r>
            <a:r>
              <a:rPr lang="en-US" sz="2078" b="1" kern="12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 - F</a:t>
            </a:r>
            <a:r>
              <a:rPr lang="en-US" sz="2078" b="1" kern="1200" baseline="-250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t</a:t>
            </a:r>
          </a:p>
          <a:p>
            <a:pPr algn="ctr" defTabSz="628361" eaLnBrk="1" hangingPunct="1"/>
            <a:endParaRPr lang="en-US" sz="2078" kern="1200" dirty="0">
              <a:latin typeface="Helvetica Ne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3464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0FF93C-EDC6-5264-FFF3-00BB77F50BE0}"/>
              </a:ext>
            </a:extLst>
          </p:cNvPr>
          <p:cNvGraphicFramePr>
            <a:graphicFrameLocks noGrp="1"/>
          </p:cNvGraphicFramePr>
          <p:nvPr/>
        </p:nvGraphicFramePr>
        <p:xfrm>
          <a:off x="2386493" y="1018639"/>
          <a:ext cx="2132382" cy="4545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51964">
                  <a:extLst>
                    <a:ext uri="{9D8B030D-6E8A-4147-A177-3AD203B41FA5}">
                      <a16:colId xmlns:a16="http://schemas.microsoft.com/office/drawing/2014/main" val="2909540585"/>
                    </a:ext>
                  </a:extLst>
                </a:gridCol>
                <a:gridCol w="1280418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Quar/</a:t>
                      </a:r>
                      <a:r>
                        <a:rPr lang="en-US" sz="1600" dirty="0" err="1">
                          <a:effectLst/>
                          <a:latin typeface="Helvetica Neue"/>
                        </a:rPr>
                        <a:t>Yr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</a:rPr>
                        <a:t>Utilization (%)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82.50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81.30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81.30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79.00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76.60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78.80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78.40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80.00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Helvetica Neue"/>
                        </a:rPr>
                        <a:t>80.70</a:t>
                      </a:r>
                      <a:endParaRPr lang="en-IN" sz="160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Helvetica Neue"/>
                        </a:rPr>
                        <a:t>80.80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MSE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6A2AE0-8051-211B-E80E-3AF8896BDA3F}"/>
              </a:ext>
            </a:extLst>
          </p:cNvPr>
          <p:cNvGraphicFramePr>
            <a:graphicFrameLocks noGrp="1"/>
          </p:cNvGraphicFramePr>
          <p:nvPr/>
        </p:nvGraphicFramePr>
        <p:xfrm>
          <a:off x="4501458" y="1016786"/>
          <a:ext cx="1250327" cy="45454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5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1600" dirty="0"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(α=0.7)</a:t>
                      </a:r>
                      <a:endParaRPr lang="en-IN" sz="1600" dirty="0"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00" marR="1500" marT="1500" marB="0" anchor="b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82.50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81.66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81.41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79.72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77.54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77.86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78.24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78.07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78.58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78.66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78.48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79.54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80.35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80.6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80.74</a:t>
                      </a:r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AA371AB-8FB6-DC30-9365-98D0A4633604}"/>
              </a:ext>
            </a:extLst>
          </p:cNvPr>
          <p:cNvGraphicFramePr>
            <a:graphicFrameLocks noGrp="1"/>
          </p:cNvGraphicFramePr>
          <p:nvPr/>
        </p:nvGraphicFramePr>
        <p:xfrm>
          <a:off x="5751785" y="1016786"/>
          <a:ext cx="1250327" cy="454187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0327">
                  <a:extLst>
                    <a:ext uri="{9D8B030D-6E8A-4147-A177-3AD203B41FA5}">
                      <a16:colId xmlns:a16="http://schemas.microsoft.com/office/drawing/2014/main" val="4009077126"/>
                    </a:ext>
                  </a:extLst>
                </a:gridCol>
              </a:tblGrid>
              <a:tr h="25205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∆</a:t>
                      </a:r>
                      <a:r>
                        <a:rPr lang="en-IN" sz="16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t</a:t>
                      </a:r>
                      <a:r>
                        <a:rPr lang="en-IN" sz="16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2</a:t>
                      </a: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(</a:t>
                      </a: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α=0.7)</a:t>
                      </a: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3599338374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55124319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0.13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215534050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0.01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50111277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0.52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57078631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0.88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256467186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0.02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79693205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0.03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649595459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272895173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0.05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49359853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3486179603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0.01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4072383372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0.21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3254752176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0.12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3478313648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0.01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525598320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</a:t>
                      </a:r>
                    </a:p>
                  </a:txBody>
                  <a:tcPr marL="6186" marR="6186" marT="6186" marB="0" anchor="b"/>
                </a:tc>
                <a:extLst>
                  <a:ext uri="{0D108BD9-81ED-4DB2-BD59-A6C34878D82A}">
                    <a16:rowId xmlns:a16="http://schemas.microsoft.com/office/drawing/2014/main" val="1369558161"/>
                  </a:ext>
                </a:extLst>
              </a:tr>
              <a:tr h="268114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0.133</a:t>
                      </a:r>
                    </a:p>
                  </a:txBody>
                  <a:tcPr marL="3601" marR="3601" marT="3601" marB="0" anchor="b"/>
                </a:tc>
                <a:extLst>
                  <a:ext uri="{0D108BD9-81ED-4DB2-BD59-A6C34878D82A}">
                    <a16:rowId xmlns:a16="http://schemas.microsoft.com/office/drawing/2014/main" val="106984330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17C3EAF-F9F0-78A5-1AB1-F6F8E8AF0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341" y="1309660"/>
            <a:ext cx="2044486" cy="627883"/>
          </a:xfrm>
          <a:prstGeom prst="rect">
            <a:avLst/>
          </a:prstGeom>
          <a:solidFill>
            <a:schemeClr val="bg1"/>
          </a:solidFill>
          <a:ln w="38100" algn="ctr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990000"/>
                </a:solidFill>
                <a:latin typeface="Arial" panose="020B0604020202020204" pitchFamily="34" charset="0"/>
              </a:defRPr>
            </a:lvl9pPr>
          </a:lstStyle>
          <a:p>
            <a:pPr algn="ctr" defTabSz="628361">
              <a:lnSpc>
                <a:spcPct val="90000"/>
              </a:lnSpc>
              <a:spcBef>
                <a:spcPct val="20000"/>
              </a:spcBef>
            </a:pPr>
            <a:endParaRPr lang="en-US" sz="2078" b="1" kern="1200" dirty="0">
              <a:solidFill>
                <a:srgbClr val="000099"/>
              </a:solidFill>
              <a:latin typeface="Helvetica Neue"/>
              <a:ea typeface="+mn-ea"/>
              <a:cs typeface="+mn-cs"/>
              <a:sym typeface="Symbol" panose="05050102010706020507" pitchFamily="18" charset="2"/>
            </a:endParaRPr>
          </a:p>
          <a:p>
            <a:pPr algn="ctr" defTabSz="628361">
              <a:lnSpc>
                <a:spcPct val="90000"/>
              </a:lnSpc>
              <a:spcBef>
                <a:spcPct val="20000"/>
              </a:spcBef>
            </a:pPr>
            <a:r>
              <a:rPr lang="en-US" sz="2078" b="1" kern="12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 </a:t>
            </a:r>
            <a:r>
              <a:rPr lang="en-US" sz="2078" b="1" kern="1200" baseline="-250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t</a:t>
            </a:r>
            <a:r>
              <a:rPr lang="en-US" sz="2078" b="1" kern="12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 = </a:t>
            </a:r>
            <a:r>
              <a:rPr lang="en-US" sz="2078" b="1" kern="1200" dirty="0" err="1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Y</a:t>
            </a:r>
            <a:r>
              <a:rPr lang="en-US" sz="2078" b="1" kern="1200" baseline="-25000" dirty="0" err="1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t</a:t>
            </a:r>
            <a:r>
              <a:rPr lang="en-US" sz="2078" b="1" kern="12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 - F</a:t>
            </a:r>
            <a:r>
              <a:rPr lang="en-US" sz="2078" b="1" kern="1200" baseline="-25000" dirty="0">
                <a:solidFill>
                  <a:srgbClr val="000099"/>
                </a:solidFill>
                <a:latin typeface="Helvetica Neue"/>
                <a:ea typeface="+mn-ea"/>
                <a:cs typeface="+mn-cs"/>
                <a:sym typeface="Symbol" panose="05050102010706020507" pitchFamily="18" charset="2"/>
              </a:rPr>
              <a:t>t</a:t>
            </a:r>
          </a:p>
          <a:p>
            <a:pPr algn="ctr" defTabSz="628361" eaLnBrk="1" hangingPunct="1"/>
            <a:endParaRPr lang="en-US" sz="2078" kern="1200" dirty="0">
              <a:latin typeface="Helvetica Ne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15454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11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Exponential Smoothing Techniques</a:t>
            </a:r>
            <a:endParaRPr lang="en-US" sz="233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A2FAAF-6A8D-CB48-6D13-85A3D77CE267}"/>
              </a:ext>
            </a:extLst>
          </p:cNvPr>
          <p:cNvGraphicFramePr>
            <a:graphicFrameLocks noGrp="1"/>
          </p:cNvGraphicFramePr>
          <p:nvPr/>
        </p:nvGraphicFramePr>
        <p:xfrm>
          <a:off x="2945332" y="1714505"/>
          <a:ext cx="5994957" cy="400359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30523">
                  <a:extLst>
                    <a:ext uri="{9D8B030D-6E8A-4147-A177-3AD203B41FA5}">
                      <a16:colId xmlns:a16="http://schemas.microsoft.com/office/drawing/2014/main" val="2355880014"/>
                    </a:ext>
                  </a:extLst>
                </a:gridCol>
                <a:gridCol w="1072865">
                  <a:extLst>
                    <a:ext uri="{9D8B030D-6E8A-4147-A177-3AD203B41FA5}">
                      <a16:colId xmlns:a16="http://schemas.microsoft.com/office/drawing/2014/main" val="1991162114"/>
                    </a:ext>
                  </a:extLst>
                </a:gridCol>
                <a:gridCol w="1230523">
                  <a:extLst>
                    <a:ext uri="{9D8B030D-6E8A-4147-A177-3AD203B41FA5}">
                      <a16:colId xmlns:a16="http://schemas.microsoft.com/office/drawing/2014/main" val="2102274468"/>
                    </a:ext>
                  </a:extLst>
                </a:gridCol>
                <a:gridCol w="1230523">
                  <a:extLst>
                    <a:ext uri="{9D8B030D-6E8A-4147-A177-3AD203B41FA5}">
                      <a16:colId xmlns:a16="http://schemas.microsoft.com/office/drawing/2014/main" val="2194796264"/>
                    </a:ext>
                  </a:extLst>
                </a:gridCol>
                <a:gridCol w="1230523">
                  <a:extLst>
                    <a:ext uri="{9D8B030D-6E8A-4147-A177-3AD203B41FA5}">
                      <a16:colId xmlns:a16="http://schemas.microsoft.com/office/drawing/2014/main" val="1718455433"/>
                    </a:ext>
                  </a:extLst>
                </a:gridCol>
              </a:tblGrid>
              <a:tr h="4404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Quarter/ Year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Utilization (%)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 dirty="0">
                          <a:effectLst/>
                          <a:latin typeface="Helvetica Neue"/>
                        </a:rPr>
                        <a:t>F</a:t>
                      </a:r>
                      <a:r>
                        <a:rPr lang="en-IN" sz="1400" u="none" strike="noStrike" baseline="-25000" dirty="0">
                          <a:effectLst/>
                          <a:latin typeface="Helvetica Neue"/>
                        </a:rPr>
                        <a:t>t </a:t>
                      </a:r>
                      <a:r>
                        <a:rPr lang="en-IN" sz="1400" u="none" strike="noStrike" dirty="0">
                          <a:effectLst/>
                          <a:latin typeface="Helvetica Neue"/>
                        </a:rPr>
                        <a:t>(</a:t>
                      </a:r>
                      <a:r>
                        <a:rPr lang="el-GR" sz="1400" u="none" strike="noStrike" dirty="0">
                          <a:effectLst/>
                          <a:latin typeface="Helvetica Neue"/>
                        </a:rPr>
                        <a:t>α=0.2)</a:t>
                      </a:r>
                      <a:endParaRPr lang="el-G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F</a:t>
                      </a:r>
                      <a:r>
                        <a:rPr lang="en-IN" sz="1400" u="none" strike="noStrike" baseline="-25000">
                          <a:effectLst/>
                          <a:latin typeface="Helvetica Neue"/>
                        </a:rPr>
                        <a:t>t </a:t>
                      </a:r>
                      <a:r>
                        <a:rPr lang="en-IN" sz="1400" u="none" strike="noStrike">
                          <a:effectLst/>
                          <a:latin typeface="Helvetica Neue"/>
                        </a:rPr>
                        <a:t>(</a:t>
                      </a:r>
                      <a:r>
                        <a:rPr lang="el-GR" sz="1400" u="none" strike="noStrike">
                          <a:effectLst/>
                          <a:latin typeface="Helvetica Neue"/>
                        </a:rPr>
                        <a:t>α=0.4)</a:t>
                      </a:r>
                      <a:endParaRPr lang="el-GR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F</a:t>
                      </a:r>
                      <a:r>
                        <a:rPr lang="en-IN" sz="1400" u="none" strike="noStrike" baseline="-25000">
                          <a:effectLst/>
                          <a:latin typeface="Helvetica Neue"/>
                        </a:rPr>
                        <a:t>t </a:t>
                      </a:r>
                      <a:r>
                        <a:rPr lang="en-IN" sz="1400" u="none" strike="noStrike">
                          <a:effectLst/>
                          <a:latin typeface="Helvetica Neue"/>
                        </a:rPr>
                        <a:t>(</a:t>
                      </a:r>
                      <a:r>
                        <a:rPr lang="el-GR" sz="1400" u="none" strike="noStrike">
                          <a:effectLst/>
                          <a:latin typeface="Helvetica Neue"/>
                        </a:rPr>
                        <a:t>α=0.7)</a:t>
                      </a:r>
                      <a:endParaRPr lang="el-GR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936353721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82.50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82.50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82.50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82.50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795454811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81.30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82.26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82.02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81.66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866298612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81.30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82.07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81.73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81.41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60329425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81.45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80.64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79.72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861842603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76.60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80.48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77.54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3346742073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79.99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78.61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77.86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430926504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78.40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79.67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78.53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78.24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290752882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79.34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78.32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78.07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820544266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78.80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78.51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78.58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29851932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78.59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78.66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431746590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78.40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78.98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78.51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78.48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843204812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79.18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79.11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79.54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4225924151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79.49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79.74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80.35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403872372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79.73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80.60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427415162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80.80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79.94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80.40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80.74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2395442320"/>
                  </a:ext>
                </a:extLst>
              </a:tr>
              <a:tr h="2226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 dirty="0">
                          <a:effectLst/>
                          <a:latin typeface="Helvetica Neue"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MSE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2.30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  <a:latin typeface="Helvetica Neue"/>
                        </a:rPr>
                        <a:t>0.80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latin typeface="Helvetica Neue"/>
                        </a:rPr>
                        <a:t>0.13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4949" marR="4949" marT="4949" marB="0" anchor="ctr"/>
                </a:tc>
                <a:extLst>
                  <a:ext uri="{0D108BD9-81ED-4DB2-BD59-A6C34878D82A}">
                    <a16:rowId xmlns:a16="http://schemas.microsoft.com/office/drawing/2014/main" val="15074023"/>
                  </a:ext>
                </a:extLst>
              </a:tr>
            </a:tbl>
          </a:graphicData>
        </a:graphic>
      </p:graphicFrame>
      <p:sp>
        <p:nvSpPr>
          <p:cNvPr id="7" name="TextShape 2">
            <a:extLst>
              <a:ext uri="{FF2B5EF4-FFF2-40B4-BE49-F238E27FC236}">
                <a16:creationId xmlns:a16="http://schemas.microsoft.com/office/drawing/2014/main" id="{2E510ECB-845E-D887-EEEE-11BD88A65E80}"/>
              </a:ext>
            </a:extLst>
          </p:cNvPr>
          <p:cNvSpPr txBox="1"/>
          <p:nvPr/>
        </p:nvSpPr>
        <p:spPr>
          <a:xfrm>
            <a:off x="266516" y="1635637"/>
            <a:ext cx="2534954" cy="336520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55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Done the analysis on the previous problem for 3 different values of </a:t>
            </a:r>
            <a:r>
              <a:rPr lang="el-GR" sz="155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α</a:t>
            </a:r>
            <a:endParaRPr lang="en-US" sz="1559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57482" indent="-257212" defTabSz="628361" hangingPunct="1">
              <a:spcBef>
                <a:spcPts val="42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55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For </a:t>
            </a:r>
            <a:r>
              <a:rPr lang="en-IN" sz="155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</a:t>
            </a:r>
            <a:r>
              <a:rPr lang="el-GR" sz="155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α</a:t>
            </a:r>
            <a:r>
              <a:rPr lang="en-US" sz="155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=0.7, it is better</a:t>
            </a:r>
          </a:p>
          <a:p>
            <a:pPr marL="257482" indent="-257212" defTabSz="628361" hangingPunct="1">
              <a:spcBef>
                <a:spcPts val="42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55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The exponential smoothing does not have a significant initial delay like the Moving Average, where the initial k values are not smoothed</a:t>
            </a:r>
          </a:p>
          <a:p>
            <a:pPr marL="257482" indent="-257212" defTabSz="628361" hangingPunct="1">
              <a:spcBef>
                <a:spcPts val="42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155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Formula can be rearranged as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US" sz="1559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IN" sz="1559" kern="1200" spc="-1" dirty="0"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1559" kern="1200" spc="-1" dirty="0">
              <a:latin typeface="Helvetica Neue"/>
              <a:ea typeface="+mn-ea"/>
              <a:cs typeface="+mn-cs"/>
            </a:endParaRPr>
          </a:p>
          <a:p>
            <a:pPr defTabSz="628361" hangingPunct="1">
              <a:spcBef>
                <a:spcPts val="421"/>
              </a:spcBef>
            </a:pPr>
            <a:endParaRPr lang="en-IN" sz="1559" kern="1200" spc="-1" dirty="0"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F0CCBC-6E33-1A80-8BA8-570DCA4AF400}"/>
                  </a:ext>
                </a:extLst>
              </p:cNvPr>
              <p:cNvSpPr txBox="1"/>
              <p:nvPr/>
            </p:nvSpPr>
            <p:spPr>
              <a:xfrm>
                <a:off x="223889" y="5372613"/>
                <a:ext cx="2534953" cy="2799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1819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1819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  <m:sSub>
                        <m:sSubPr>
                          <m:ctrlP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1819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+(1−</m:t>
                      </m:r>
                      <m:r>
                        <a:rPr lang="en-IN" sz="1819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  <m:r>
                        <a:rPr lang="en-IN" sz="1819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IN" sz="1819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1819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F0CCBC-6E33-1A80-8BA8-570DCA4AF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4" y="6952711"/>
                <a:ext cx="390321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18700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Shape 2">
            <a:extLst>
              <a:ext uri="{FF2B5EF4-FFF2-40B4-BE49-F238E27FC236}">
                <a16:creationId xmlns:a16="http://schemas.microsoft.com/office/drawing/2014/main" id="{84186B61-9C5D-40BB-B021-D7D56B779A22}"/>
              </a:ext>
            </a:extLst>
          </p:cNvPr>
          <p:cNvSpPr txBox="1"/>
          <p:nvPr/>
        </p:nvSpPr>
        <p:spPr>
          <a:xfrm>
            <a:off x="217027" y="1652131"/>
            <a:ext cx="3612648" cy="405804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13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The Moving Average basically filters out rapid fluctuations .i.e. high frequency noise. Thus it acts as a low-pass filter.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13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We can choose the index of the MA filter by trial and error. Comparing the Forecast Accuracy for index selection.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13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For our </a:t>
            </a:r>
            <a:r>
              <a:rPr lang="en-IN" sz="2013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eg</a:t>
            </a:r>
            <a:r>
              <a:rPr lang="en-IN" sz="2013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., we find that MSE for the 2-Qtr filter is better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IN" sz="2013" kern="1200" spc="-1" dirty="0">
              <a:latin typeface="Helvetica Neue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26606" y="1650900"/>
          <a:ext cx="4800369" cy="39602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38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1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7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Quarter/Year</a:t>
                      </a:r>
                      <a:endParaRPr lang="en-US" sz="1400" b="1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Utilization (%)</a:t>
                      </a:r>
                      <a:endParaRPr lang="en-US" sz="1400" b="1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2-Qtr MA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3-Qtr MA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4-Qtr MA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1/2003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82.50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2/2003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81.30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81.90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81.70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3/2003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81.30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81.30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80.53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4/2003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79.00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80.15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78.97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81.03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1/2004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76.60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77.80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77.87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79.55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2/2004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78.00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77.30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77.67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78.73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3/2004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78.40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78.13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78.00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4/2004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78.00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78.40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77.75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1/2005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78.80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78.40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78.50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78.30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2/2005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78.70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78.75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78.63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78.48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3/2005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78.40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78.55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79.03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78.48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4/2005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80.00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79.20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79.70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78.98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1/2006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80.70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80.35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80.47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79.45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2/2006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80.70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80.70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80.73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79.95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3/2006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80.80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80.75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80.55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MSE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0.33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0.84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1.42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Moving Averages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1692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37139" y="1740726"/>
          <a:ext cx="9151217" cy="4577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329060" imgH="7048465" progId="Excel.Sheet.12">
                  <p:embed/>
                </p:oleObj>
              </mc:Choice>
              <mc:Fallback>
                <p:oleObj name="Worksheet" r:id="rId2" imgW="12329060" imgH="704846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7139" y="1740726"/>
                        <a:ext cx="9151217" cy="4577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Moving Averages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223890" y="857154"/>
            <a:ext cx="7520044" cy="406712"/>
          </a:xfrm>
          <a:prstGeom prst="rect">
            <a:avLst/>
          </a:prstGeom>
        </p:spPr>
        <p:txBody>
          <a:bodyPr/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58" b="1" dirty="0">
                <a:solidFill>
                  <a:prstClr val="black"/>
                </a:solidFill>
                <a:latin typeface="Helvetica Neue"/>
                <a:cs typeface="Helvetica" panose="020B0604020202020204" pitchFamily="34" charset="0"/>
              </a:rPr>
              <a:t>Statistical Methods for Data Science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65303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Shape 2">
            <a:extLst>
              <a:ext uri="{FF2B5EF4-FFF2-40B4-BE49-F238E27FC236}">
                <a16:creationId xmlns:a16="http://schemas.microsoft.com/office/drawing/2014/main" id="{84186B61-9C5D-40BB-B021-D7D56B779A22}"/>
              </a:ext>
            </a:extLst>
          </p:cNvPr>
          <p:cNvSpPr txBox="1"/>
          <p:nvPr/>
        </p:nvSpPr>
        <p:spPr>
          <a:xfrm>
            <a:off x="217027" y="1652131"/>
            <a:ext cx="3612648" cy="405804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13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The Moving Average basically filters out rapid fluctuations .i.e. high frequency noise. Thus it acts as a low-pass filter.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13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We can choose the index of the MA filter by trial and error. Comparing the Forecast Accuracy for index selection.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13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For our </a:t>
            </a:r>
            <a:r>
              <a:rPr lang="en-IN" sz="2013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eg</a:t>
            </a:r>
            <a:r>
              <a:rPr lang="en-IN" sz="2013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., we find that MSE for the 2-Qtr filter is better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IN" sz="2013" kern="1200" spc="-1" dirty="0">
              <a:latin typeface="Helvetica Neue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26606" y="1650900"/>
          <a:ext cx="4800369" cy="39602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38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1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7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Quarter/Year</a:t>
                      </a:r>
                      <a:endParaRPr lang="en-US" sz="1400" b="1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Utilization (%)</a:t>
                      </a:r>
                      <a:endParaRPr lang="en-US" sz="1400" b="1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2-Qtr MA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3-Qtr MA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4-Qtr MA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82.50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81.30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81.90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81.70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81.30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81.30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80.53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79.00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80.15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78.97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81.03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76.60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77.80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77.87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79.55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78.00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77.30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77.67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78.73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78.40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78.13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78.00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78.00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78.40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77.75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78.80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78.40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78.50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78.30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78.70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78.75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78.63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78.48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78.40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78.55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79.03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78.48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Q4/2019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80.00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79.20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79.70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78.98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Q1/2020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80.70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80.35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80.47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79.45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Q2/2020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80.70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80.70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80.73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79.95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Q3/2020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80.80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80.75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80.55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09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MSE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 Neue"/>
                        </a:rPr>
                        <a:t>0.33</a:t>
                      </a:r>
                      <a:endParaRPr lang="en-US" sz="1400" b="0" i="0" u="none" strike="noStrike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0.84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 Neue"/>
                        </a:rPr>
                        <a:t>1.42</a:t>
                      </a:r>
                      <a:endParaRPr lang="en-US" sz="1400" b="0" i="0" u="none" strike="noStrike" dirty="0">
                        <a:effectLst/>
                        <a:latin typeface="Helvetica Neue"/>
                      </a:endParaRPr>
                    </a:p>
                  </a:txBody>
                  <a:tcPr marL="2268" marR="2268" marT="2268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Moving Averages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8738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0" y="1757222"/>
          <a:ext cx="9077574" cy="4482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795000" imgH="6997700" progId="Excel.Sheet.12">
                  <p:embed/>
                </p:oleObj>
              </mc:Choice>
              <mc:Fallback>
                <p:oleObj name="Worksheet" r:id="rId2" imgW="10795000" imgH="6997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757222"/>
                        <a:ext cx="9077574" cy="4482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Moving Averages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8209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869539F-828A-A73C-696D-130901B003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208092"/>
              </p:ext>
            </p:extLst>
          </p:nvPr>
        </p:nvGraphicFramePr>
        <p:xfrm>
          <a:off x="203709" y="950096"/>
          <a:ext cx="8736583" cy="4761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512134" imgH="5768382" progId="Excel.Sheet.12">
                  <p:link updateAutomatic="1"/>
                </p:oleObj>
              </mc:Choice>
              <mc:Fallback>
                <p:oleObj name="Worksheet" r:id="rId2" imgW="12512134" imgH="5768382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3709" y="950096"/>
                        <a:ext cx="8736583" cy="4761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4306664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23889" y="1757222"/>
          <a:ext cx="8716402" cy="4482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312400" imgH="6997700" progId="Excel.Sheet.12">
                  <p:embed/>
                </p:oleObj>
              </mc:Choice>
              <mc:Fallback>
                <p:oleObj name="Worksheet" r:id="rId2" imgW="10312400" imgH="6997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3889" y="1757222"/>
                        <a:ext cx="8716402" cy="4482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Moving Averages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9470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Shape 2">
            <a:extLst>
              <a:ext uri="{FF2B5EF4-FFF2-40B4-BE49-F238E27FC236}">
                <a16:creationId xmlns:a16="http://schemas.microsoft.com/office/drawing/2014/main" id="{84186B61-9C5D-40BB-B021-D7D56B779A22}"/>
              </a:ext>
            </a:extLst>
          </p:cNvPr>
          <p:cNvSpPr txBox="1"/>
          <p:nvPr/>
        </p:nvSpPr>
        <p:spPr>
          <a:xfrm>
            <a:off x="464469" y="1646739"/>
            <a:ext cx="8314039" cy="41570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Objective is to estimate the overall time series as a combination of long term trend and seasonality</a:t>
            </a:r>
          </a:p>
          <a:p>
            <a:pPr marL="600296" lvl="1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Additive Model:		</a:t>
            </a:r>
            <a:r>
              <a:rPr lang="en-IN" sz="2078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X</a:t>
            </a:r>
            <a:r>
              <a:rPr lang="en-IN" sz="2078" kern="1200" baseline="-250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= F</a:t>
            </a:r>
            <a:r>
              <a:rPr lang="en-IN" sz="2078" kern="1200" baseline="-250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+ S</a:t>
            </a:r>
            <a:r>
              <a:rPr lang="en-IN" sz="2078" kern="1200" baseline="-250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+ </a:t>
            </a:r>
            <a:r>
              <a:rPr lang="en-IN" sz="2078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ɛ</a:t>
            </a:r>
            <a:r>
              <a:rPr lang="en-IN" sz="2078" kern="1200" baseline="-250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      </a:t>
            </a:r>
          </a:p>
          <a:p>
            <a:pPr marL="600296" lvl="1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Multiplicative Model:	</a:t>
            </a:r>
            <a:r>
              <a:rPr lang="en-IN" sz="2078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X</a:t>
            </a:r>
            <a:r>
              <a:rPr lang="en-IN" sz="2078" kern="1200" baseline="-250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= F</a:t>
            </a:r>
            <a:r>
              <a:rPr lang="en-IN" sz="2078" kern="1200" baseline="-250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x S</a:t>
            </a:r>
            <a:r>
              <a:rPr lang="en-IN" sz="2078" kern="1200" baseline="-250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x </a:t>
            </a:r>
            <a:r>
              <a:rPr lang="en-IN" sz="2078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ɛ</a:t>
            </a:r>
            <a:r>
              <a:rPr lang="en-IN" sz="2078" kern="1200" baseline="-250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r>
              <a:rPr lang="en-IN" sz="2078" kern="1200" baseline="-250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		     </a:t>
            </a:r>
          </a:p>
          <a:p>
            <a:pPr marL="600296" lvl="1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Multiplicative model can be converted to additive model by taking log. Other models are also possible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The trend and seasonality can be decomposed using smoothing and regression methods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Exponential smoothing is suitable with constant variance and no seasonality. Recommended for short-term forecast.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Another method for </a:t>
            </a:r>
            <a:r>
              <a:rPr lang="en-IN" sz="2078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stationarizing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the time series is by doing transformation .</a:t>
            </a:r>
            <a:r>
              <a:rPr lang="en-IN" sz="2078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eg</a:t>
            </a: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. Differencing</a:t>
            </a: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078" kern="1200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078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078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US" sz="2078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US" sz="2078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078" kern="1200" spc="-1" dirty="0"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078" kern="1200" spc="-1" dirty="0">
              <a:latin typeface="Helvetica Neue"/>
              <a:ea typeface="+mn-ea"/>
              <a:cs typeface="+mn-cs"/>
            </a:endParaRPr>
          </a:p>
          <a:p>
            <a:pPr defTabSz="628361" hangingPunct="1">
              <a:spcBef>
                <a:spcPts val="421"/>
              </a:spcBef>
            </a:pPr>
            <a:endParaRPr lang="en-IN" sz="207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50307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Shape 2">
            <a:extLst>
              <a:ext uri="{FF2B5EF4-FFF2-40B4-BE49-F238E27FC236}">
                <a16:creationId xmlns:a16="http://schemas.microsoft.com/office/drawing/2014/main" id="{84186B61-9C5D-40BB-B021-D7D56B779A22}"/>
              </a:ext>
            </a:extLst>
          </p:cNvPr>
          <p:cNvSpPr txBox="1"/>
          <p:nvPr/>
        </p:nvSpPr>
        <p:spPr>
          <a:xfrm>
            <a:off x="362355" y="1767524"/>
            <a:ext cx="8416153" cy="41570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07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⋇ </a:t>
            </a: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The simple exponential smoothing forecast is a weighted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  sum of actual value with 𝝰 and the forecast for the same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  period with (1-𝝰). At 𝝰 =1, it is identical to the naïve forecast</a:t>
            </a:r>
            <a:r>
              <a:rPr lang="en-IN" sz="207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.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07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⋇ </a:t>
            </a: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However the simple exponential smoothing forecasts lag the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   actual time series values when the time series has a trend.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0432FF"/>
                </a:solidFill>
                <a:latin typeface="Helvetica Neue"/>
                <a:ea typeface="+mn-ea"/>
                <a:cs typeface="+mn-cs"/>
              </a:rPr>
              <a:t>⋇ The trend makes it difficult for forecast to ‘keep up’ since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0432FF"/>
                </a:solidFill>
                <a:latin typeface="Helvetica Neue"/>
                <a:ea typeface="+mn-ea"/>
                <a:cs typeface="+mn-cs"/>
              </a:rPr>
              <a:t>   there is no account of changes in level from period to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0432FF"/>
                </a:solidFill>
                <a:latin typeface="Helvetica Neue"/>
                <a:ea typeface="+mn-ea"/>
                <a:cs typeface="+mn-cs"/>
              </a:rPr>
              <a:t>   period.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⋇ The Holt double exponential smoothing method adds the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   ability to account for the trend component the time series in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   addition to the level.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IN" sz="2078" kern="1200" dirty="0">
              <a:solidFill>
                <a:srgbClr val="0432FF"/>
              </a:solidFill>
              <a:latin typeface="Helvetica Neue"/>
              <a:ea typeface="+mn-ea"/>
              <a:cs typeface="+mn-cs"/>
            </a:endParaRP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US" sz="2078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US" sz="2078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078" kern="1200" spc="-1" dirty="0"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078" kern="1200" spc="-1" dirty="0">
              <a:latin typeface="Helvetica Neue"/>
              <a:ea typeface="+mn-ea"/>
              <a:cs typeface="+mn-cs"/>
            </a:endParaRPr>
          </a:p>
          <a:p>
            <a:pPr defTabSz="628361" hangingPunct="1">
              <a:spcBef>
                <a:spcPts val="421"/>
              </a:spcBef>
            </a:pPr>
            <a:endParaRPr lang="en-IN" sz="207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7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07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C3335F-8362-F1D4-2F4B-F3784549972A}"/>
                  </a:ext>
                </a:extLst>
              </p14:cNvPr>
              <p14:cNvContentPartPr/>
              <p14:nvPr/>
            </p14:nvContentPartPr>
            <p14:xfrm>
              <a:off x="1885212" y="3383305"/>
              <a:ext cx="6827400" cy="110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C3335F-8362-F1D4-2F4B-F378454997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9092" y="3377185"/>
                <a:ext cx="6839640" cy="12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795607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Shape 2">
            <a:extLst>
              <a:ext uri="{FF2B5EF4-FFF2-40B4-BE49-F238E27FC236}">
                <a16:creationId xmlns:a16="http://schemas.microsoft.com/office/drawing/2014/main" id="{84186B61-9C5D-40BB-B021-D7D56B779A22}"/>
              </a:ext>
            </a:extLst>
          </p:cNvPr>
          <p:cNvSpPr txBox="1"/>
          <p:nvPr/>
        </p:nvSpPr>
        <p:spPr>
          <a:xfrm>
            <a:off x="362355" y="1767524"/>
            <a:ext cx="8416153" cy="41570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07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⋇ </a:t>
            </a: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Holt double exponential is a simple exponential smoothing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  with a added trend components that helps fix the lag issues</a:t>
            </a:r>
            <a:endParaRPr lang="en-IN" sz="2078" kern="1200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07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⋇ </a:t>
            </a: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Weights are used to smooth the level and trend.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0432FF"/>
                </a:solidFill>
                <a:latin typeface="Helvetica Neue"/>
                <a:ea typeface="+mn-ea"/>
                <a:cs typeface="+mn-cs"/>
              </a:rPr>
              <a:t>⋇ Holt smoothed value calculation for the level is exactly same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0432FF"/>
                </a:solidFill>
                <a:latin typeface="Helvetica Neue"/>
                <a:ea typeface="+mn-ea"/>
                <a:cs typeface="+mn-cs"/>
              </a:rPr>
              <a:t>    calculation as in simple exponential smoothing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⋇ The trend component is a weighted difference between the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    current smoothed level and the prior period smoothed level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    plus prior trend.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⋇ Finally, the Holt double exponential smoothing forecast for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  the next period is a sum of smoothed level and smoothed  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   trend of the current period.</a:t>
            </a: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IN" sz="2338" kern="1200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IN" sz="2338" kern="1200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IN" sz="2078" kern="1200" dirty="0">
              <a:solidFill>
                <a:srgbClr val="0432FF"/>
              </a:solidFill>
              <a:latin typeface="Helvetica Neue"/>
              <a:ea typeface="+mn-ea"/>
              <a:cs typeface="+mn-cs"/>
            </a:endParaRPr>
          </a:p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endParaRPr lang="en-US" sz="2078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US" sz="2078" kern="12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078" kern="1200" spc="-1" dirty="0">
              <a:latin typeface="Helvetica Neue"/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078" kern="1200" spc="-1" dirty="0">
              <a:latin typeface="Helvetica Neue"/>
              <a:ea typeface="+mn-ea"/>
              <a:cs typeface="+mn-cs"/>
            </a:endParaRPr>
          </a:p>
          <a:p>
            <a:pPr defTabSz="628361" hangingPunct="1">
              <a:spcBef>
                <a:spcPts val="421"/>
              </a:spcBef>
            </a:pPr>
            <a:endParaRPr lang="en-IN" sz="207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7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07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57560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3437F4D-393B-7C11-F766-7D8FF2B07E17}"/>
              </a:ext>
            </a:extLst>
          </p:cNvPr>
          <p:cNvSpPr/>
          <p:nvPr/>
        </p:nvSpPr>
        <p:spPr>
          <a:xfrm>
            <a:off x="237542" y="1914528"/>
            <a:ext cx="1391455" cy="114877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99" kern="120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4D294C-C975-9350-2352-57BE5A497930}"/>
              </a:ext>
            </a:extLst>
          </p:cNvPr>
          <p:cNvSpPr txBox="1"/>
          <p:nvPr/>
        </p:nvSpPr>
        <p:spPr>
          <a:xfrm>
            <a:off x="712976" y="1918201"/>
            <a:ext cx="441146" cy="452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28361" hangingPunct="1"/>
            <a:r>
              <a:rPr lang="en-US" sz="2338" kern="12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</a:t>
            </a:r>
            <a:r>
              <a:rPr lang="en-US" sz="2338" kern="1200" baseline="-250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endParaRPr lang="en-US" sz="2338" kern="1200" baseline="-25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6AAB06-73C5-91DD-85E3-CAF09598735B}"/>
              </a:ext>
            </a:extLst>
          </p:cNvPr>
          <p:cNvSpPr txBox="1"/>
          <p:nvPr/>
        </p:nvSpPr>
        <p:spPr>
          <a:xfrm>
            <a:off x="272394" y="2238602"/>
            <a:ext cx="1240487" cy="572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Current actual level</a:t>
            </a:r>
            <a:endParaRPr lang="en-US" sz="1559" b="1" kern="1200" dirty="0">
              <a:solidFill>
                <a:srgbClr val="FF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995B3C7-5398-C456-49A1-EE68476FA4DE}"/>
              </a:ext>
            </a:extLst>
          </p:cNvPr>
          <p:cNvSpPr/>
          <p:nvPr/>
        </p:nvSpPr>
        <p:spPr>
          <a:xfrm>
            <a:off x="2526706" y="1919885"/>
            <a:ext cx="1391455" cy="114877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99" kern="1200">
              <a:solidFill>
                <a:prstClr val="white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CBDDD0-D7BA-C42F-9985-B59F0291C2AE}"/>
              </a:ext>
            </a:extLst>
          </p:cNvPr>
          <p:cNvSpPr txBox="1"/>
          <p:nvPr/>
        </p:nvSpPr>
        <p:spPr>
          <a:xfrm>
            <a:off x="2561559" y="1923558"/>
            <a:ext cx="1391455" cy="372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28361" hangingPunct="1"/>
            <a:r>
              <a:rPr lang="en-US" sz="181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</a:t>
            </a:r>
            <a:r>
              <a:rPr lang="en-US" sz="1819" kern="1200" baseline="-25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US" sz="181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+ T</a:t>
            </a:r>
            <a:r>
              <a:rPr lang="en-US" sz="1819" kern="1200" baseline="-25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t-1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F605E3-FE35-E91F-1A07-1C98008F09DD}"/>
              </a:ext>
            </a:extLst>
          </p:cNvPr>
          <p:cNvSpPr txBox="1"/>
          <p:nvPr/>
        </p:nvSpPr>
        <p:spPr>
          <a:xfrm>
            <a:off x="2561558" y="2243958"/>
            <a:ext cx="1317733" cy="81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Prior forecast level 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2293181-5DB3-44D0-BDEE-46D8CB0F470A}"/>
              </a:ext>
            </a:extLst>
          </p:cNvPr>
          <p:cNvSpPr/>
          <p:nvPr/>
        </p:nvSpPr>
        <p:spPr>
          <a:xfrm>
            <a:off x="4957176" y="1914528"/>
            <a:ext cx="1391455" cy="1148775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99" kern="1200">
              <a:solidFill>
                <a:prstClr val="white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862C85-8E67-4645-2CB5-750E86E678DE}"/>
              </a:ext>
            </a:extLst>
          </p:cNvPr>
          <p:cNvSpPr txBox="1"/>
          <p:nvPr/>
        </p:nvSpPr>
        <p:spPr>
          <a:xfrm>
            <a:off x="5220050" y="1926382"/>
            <a:ext cx="865704" cy="1171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Current smooth level</a:t>
            </a:r>
          </a:p>
          <a:p>
            <a:pPr algn="ctr"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338" b="1" kern="12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</a:t>
            </a:r>
            <a:r>
              <a:rPr lang="en-US" sz="2338" b="1" kern="1200" baseline="-250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DBD453-9FD0-4B45-F1B4-681B723B60C0}"/>
              </a:ext>
            </a:extLst>
          </p:cNvPr>
          <p:cNvSpPr txBox="1"/>
          <p:nvPr/>
        </p:nvSpPr>
        <p:spPr>
          <a:xfrm>
            <a:off x="1823522" y="2243959"/>
            <a:ext cx="359394" cy="452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28361" hangingPunct="1"/>
            <a:r>
              <a:rPr lang="en-US" sz="2338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US" sz="2338" kern="1200" baseline="-25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EA2C4D-6963-EE47-F8C7-ADC0038763F0}"/>
              </a:ext>
            </a:extLst>
          </p:cNvPr>
          <p:cNvSpPr txBox="1"/>
          <p:nvPr/>
        </p:nvSpPr>
        <p:spPr>
          <a:xfrm>
            <a:off x="5543969" y="3307339"/>
            <a:ext cx="362233" cy="45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2338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US" sz="2338" kern="1200" baseline="-25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CC93B61E-725A-6955-A603-740AB9746854}"/>
              </a:ext>
            </a:extLst>
          </p:cNvPr>
          <p:cNvSpPr/>
          <p:nvPr/>
        </p:nvSpPr>
        <p:spPr>
          <a:xfrm>
            <a:off x="4100518" y="2277768"/>
            <a:ext cx="635430" cy="314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>
              <a:solidFill>
                <a:prstClr val="white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5CD133-21E8-56B0-1B4A-D19E72D34C8A}"/>
              </a:ext>
            </a:extLst>
          </p:cNvPr>
          <p:cNvSpPr txBox="1"/>
          <p:nvPr/>
        </p:nvSpPr>
        <p:spPr>
          <a:xfrm>
            <a:off x="722520" y="2612934"/>
            <a:ext cx="502296" cy="45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2338" kern="12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𝞪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DBB0BE-8BE2-5E62-4842-232F5B683DEB}"/>
              </a:ext>
            </a:extLst>
          </p:cNvPr>
          <p:cNvSpPr txBox="1"/>
          <p:nvPr/>
        </p:nvSpPr>
        <p:spPr>
          <a:xfrm>
            <a:off x="2899944" y="2661959"/>
            <a:ext cx="714683" cy="45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2338" kern="12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1-𝞪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4B0730C-172D-2A14-7881-91419234221F}"/>
              </a:ext>
            </a:extLst>
          </p:cNvPr>
          <p:cNvSpPr/>
          <p:nvPr/>
        </p:nvSpPr>
        <p:spPr>
          <a:xfrm>
            <a:off x="237542" y="3937680"/>
            <a:ext cx="1391455" cy="181072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99" kern="1200">
              <a:solidFill>
                <a:prstClr val="whit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40CF96-3004-C1FF-3548-67AF0D83160F}"/>
              </a:ext>
            </a:extLst>
          </p:cNvPr>
          <p:cNvSpPr txBox="1"/>
          <p:nvPr/>
        </p:nvSpPr>
        <p:spPr>
          <a:xfrm>
            <a:off x="272394" y="4261755"/>
            <a:ext cx="1240487" cy="129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Current smoothed level – Prior smoothed level</a:t>
            </a:r>
            <a:endParaRPr lang="en-US" sz="1559" b="1" kern="1200" dirty="0">
              <a:solidFill>
                <a:srgbClr val="FF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BAD5F06-A04D-848F-6713-41BC24D6E484}"/>
              </a:ext>
            </a:extLst>
          </p:cNvPr>
          <p:cNvSpPr/>
          <p:nvPr/>
        </p:nvSpPr>
        <p:spPr>
          <a:xfrm>
            <a:off x="2526706" y="3943037"/>
            <a:ext cx="1391455" cy="178788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99" kern="1200">
              <a:solidFill>
                <a:prstClr val="white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E91C49-B4D9-C385-2099-227C9C8E256E}"/>
              </a:ext>
            </a:extLst>
          </p:cNvPr>
          <p:cNvSpPr txBox="1"/>
          <p:nvPr/>
        </p:nvSpPr>
        <p:spPr>
          <a:xfrm>
            <a:off x="2561559" y="3946710"/>
            <a:ext cx="1391455" cy="372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28361" hangingPunct="1"/>
            <a:r>
              <a:rPr lang="en-US" sz="181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US" sz="1819" kern="1200" baseline="-25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t-1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801E6C-41FD-E9B6-B5EF-EAC768E4078B}"/>
              </a:ext>
            </a:extLst>
          </p:cNvPr>
          <p:cNvSpPr txBox="1"/>
          <p:nvPr/>
        </p:nvSpPr>
        <p:spPr>
          <a:xfrm>
            <a:off x="2561558" y="4267111"/>
            <a:ext cx="1317733" cy="81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Prior smoothed trend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93153E6-8FEA-44DC-8885-3E3F7ADB17FD}"/>
              </a:ext>
            </a:extLst>
          </p:cNvPr>
          <p:cNvSpPr/>
          <p:nvPr/>
        </p:nvSpPr>
        <p:spPr>
          <a:xfrm>
            <a:off x="7207469" y="2746160"/>
            <a:ext cx="1792713" cy="169462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99" kern="1200">
              <a:solidFill>
                <a:prstClr val="white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042B56-BFC0-C0B8-A84F-A8A367DE775E}"/>
              </a:ext>
            </a:extLst>
          </p:cNvPr>
          <p:cNvSpPr txBox="1"/>
          <p:nvPr/>
        </p:nvSpPr>
        <p:spPr>
          <a:xfrm>
            <a:off x="5220050" y="4361942"/>
            <a:ext cx="865704" cy="1171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Current smooth trend</a:t>
            </a:r>
          </a:p>
          <a:p>
            <a:pPr algn="ctr"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338" b="1" kern="12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US" sz="2338" b="1" kern="1200" baseline="-250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273039-0F0F-6738-8F9D-3CC04172544A}"/>
              </a:ext>
            </a:extLst>
          </p:cNvPr>
          <p:cNvSpPr txBox="1"/>
          <p:nvPr/>
        </p:nvSpPr>
        <p:spPr>
          <a:xfrm>
            <a:off x="1823522" y="4267111"/>
            <a:ext cx="359394" cy="452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28361" hangingPunct="1"/>
            <a:r>
              <a:rPr lang="en-US" sz="2338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</a:t>
            </a:r>
            <a:endParaRPr lang="en-US" sz="2338" kern="1200" baseline="-25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C4921E4F-31E5-8AB3-C38F-3D6D32D9F2A0}"/>
              </a:ext>
            </a:extLst>
          </p:cNvPr>
          <p:cNvSpPr/>
          <p:nvPr/>
        </p:nvSpPr>
        <p:spPr>
          <a:xfrm>
            <a:off x="4100518" y="4300921"/>
            <a:ext cx="635430" cy="314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>
              <a:solidFill>
                <a:prstClr val="white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017BB0-8F27-7A4B-0F3A-739AEF5520DC}"/>
              </a:ext>
            </a:extLst>
          </p:cNvPr>
          <p:cNvSpPr txBox="1"/>
          <p:nvPr/>
        </p:nvSpPr>
        <p:spPr>
          <a:xfrm>
            <a:off x="2899944" y="5178913"/>
            <a:ext cx="714683" cy="45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2338" kern="12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1-𝞫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42F126-BACB-EEB7-49BF-C731FE3CA94C}"/>
              </a:ext>
            </a:extLst>
          </p:cNvPr>
          <p:cNvSpPr txBox="1"/>
          <p:nvPr/>
        </p:nvSpPr>
        <p:spPr>
          <a:xfrm>
            <a:off x="143818" y="3944083"/>
            <a:ext cx="1391455" cy="372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28361" hangingPunct="1"/>
            <a:r>
              <a:rPr lang="en-US" sz="181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</a:t>
            </a:r>
            <a:r>
              <a:rPr lang="en-US" sz="1819" kern="1200" baseline="-25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US" sz="181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- L</a:t>
            </a:r>
            <a:r>
              <a:rPr lang="en-US" sz="1819" kern="1200" baseline="-25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t-1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1EB314-78F9-0E21-87A4-EE48899D6F00}"/>
              </a:ext>
            </a:extLst>
          </p:cNvPr>
          <p:cNvSpPr txBox="1"/>
          <p:nvPr/>
        </p:nvSpPr>
        <p:spPr>
          <a:xfrm>
            <a:off x="775338" y="5311158"/>
            <a:ext cx="502296" cy="45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2338" kern="12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𝞫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CCB2328-19E1-4434-BD91-E5DF6FF176A0}"/>
              </a:ext>
            </a:extLst>
          </p:cNvPr>
          <p:cNvSpPr/>
          <p:nvPr/>
        </p:nvSpPr>
        <p:spPr>
          <a:xfrm>
            <a:off x="5056152" y="4036657"/>
            <a:ext cx="1391455" cy="181072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99" kern="1200">
              <a:solidFill>
                <a:prstClr val="white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9F596B-4D20-89CE-497B-FA9AB9163E21}"/>
              </a:ext>
            </a:extLst>
          </p:cNvPr>
          <p:cNvSpPr txBox="1"/>
          <p:nvPr/>
        </p:nvSpPr>
        <p:spPr>
          <a:xfrm>
            <a:off x="7294120" y="3137168"/>
            <a:ext cx="1594975" cy="931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Forecast value</a:t>
            </a:r>
          </a:p>
          <a:p>
            <a:pPr defTabSz="628361" hangingPunct="1"/>
            <a:endParaRPr lang="en-US" sz="1559" kern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 defTabSz="628361" hangingPunct="1"/>
            <a:r>
              <a:rPr lang="en-US" sz="1559" kern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338" b="1" kern="12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US" sz="2338" b="1" kern="1200" baseline="-250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t+1</a:t>
            </a:r>
            <a:r>
              <a:rPr lang="en-US" sz="2338" b="1" kern="1200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=</a:t>
            </a:r>
            <a:r>
              <a:rPr lang="en-US" sz="2338" b="1" kern="1200" dirty="0" err="1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</a:t>
            </a:r>
            <a:r>
              <a:rPr lang="en-US" sz="2338" b="1" kern="1200" baseline="-25000" dirty="0" err="1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US" sz="2338" b="1" kern="1200" dirty="0" err="1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+T</a:t>
            </a:r>
            <a:r>
              <a:rPr lang="en-US" sz="2338" b="1" kern="1200" baseline="-25000" dirty="0" err="1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endParaRPr lang="en-US" sz="2338" b="1" kern="1200" baseline="-25000" dirty="0">
              <a:solidFill>
                <a:srgbClr val="FF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A16162EB-7E66-A736-A473-2303C65054A0}"/>
              </a:ext>
            </a:extLst>
          </p:cNvPr>
          <p:cNvSpPr/>
          <p:nvPr/>
        </p:nvSpPr>
        <p:spPr>
          <a:xfrm>
            <a:off x="6345215" y="3396789"/>
            <a:ext cx="635430" cy="314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6ED5E1-E14C-6F18-067D-16213765CBF7}"/>
              </a:ext>
            </a:extLst>
          </p:cNvPr>
          <p:cNvGrpSpPr/>
          <p:nvPr/>
        </p:nvGrpSpPr>
        <p:grpSpPr>
          <a:xfrm>
            <a:off x="3085092" y="2138785"/>
            <a:ext cx="135360" cy="99360"/>
            <a:chOff x="3085092" y="2138785"/>
            <a:chExt cx="135360" cy="9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E83402-2967-B08B-D2EB-AD66FFAA1017}"/>
                    </a:ext>
                  </a:extLst>
                </p14:cNvPr>
                <p14:cNvContentPartPr/>
                <p14:nvPr/>
              </p14:nvContentPartPr>
              <p14:xfrm>
                <a:off x="3095172" y="2226265"/>
                <a:ext cx="11880" cy="11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E83402-2967-B08B-D2EB-AD66FFAA101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89052" y="2220145"/>
                  <a:ext cx="24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6ADF3C-19DB-787B-2E91-D316CA692CF5}"/>
                    </a:ext>
                  </a:extLst>
                </p14:cNvPr>
                <p14:cNvContentPartPr/>
                <p14:nvPr/>
              </p14:nvContentPartPr>
              <p14:xfrm>
                <a:off x="3085092" y="2199985"/>
                <a:ext cx="58680" cy="24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6ADF3C-19DB-787B-2E91-D316CA692C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78972" y="2193865"/>
                  <a:ext cx="70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3241C23-DD16-1D6E-54DF-4FE5E656427E}"/>
                    </a:ext>
                  </a:extLst>
                </p14:cNvPr>
                <p14:cNvContentPartPr/>
                <p14:nvPr/>
              </p14:nvContentPartPr>
              <p14:xfrm>
                <a:off x="3210012" y="2138785"/>
                <a:ext cx="10440" cy="99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3241C23-DD16-1D6E-54DF-4FE5E65642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03892" y="2132665"/>
                  <a:ext cx="22680" cy="11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7719B79-245C-0D01-79EB-7C518CF7E454}"/>
                  </a:ext>
                </a:extLst>
              </p14:cNvPr>
              <p14:cNvContentPartPr/>
              <p14:nvPr/>
            </p14:nvContentPartPr>
            <p14:xfrm>
              <a:off x="411372" y="4241905"/>
              <a:ext cx="853200" cy="73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7719B79-245C-0D01-79EB-7C518CF7E4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5252" y="4235785"/>
                <a:ext cx="865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54E24E4-4303-1AEA-7469-28020DC93E45}"/>
                  </a:ext>
                </a:extLst>
              </p14:cNvPr>
              <p14:cNvContentPartPr/>
              <p14:nvPr/>
            </p14:nvContentPartPr>
            <p14:xfrm>
              <a:off x="750132" y="5216425"/>
              <a:ext cx="428760" cy="642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54E24E4-4303-1AEA-7469-28020DC93E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12" y="5210305"/>
                <a:ext cx="441000" cy="65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101975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 animBg="1"/>
      <p:bldP spid="39" grpId="0"/>
      <p:bldP spid="40" grpId="0"/>
      <p:bldP spid="41" grpId="0" animBg="1"/>
      <p:bldP spid="42" grpId="0"/>
      <p:bldP spid="43" grpId="0"/>
      <p:bldP spid="44" grpId="0" animBg="1"/>
      <p:bldP spid="45" grpId="0"/>
      <p:bldP spid="46" grpId="0"/>
      <p:bldP spid="47" grpId="0"/>
      <p:bldP spid="48" grpId="0" animBg="1"/>
      <p:bldP spid="49" grpId="0"/>
      <p:bldP spid="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90132B-87E6-88FA-7C77-19C873649039}"/>
                  </a:ext>
                </a:extLst>
              </p:cNvPr>
              <p:cNvSpPr txBox="1"/>
              <p:nvPr/>
            </p:nvSpPr>
            <p:spPr>
              <a:xfrm>
                <a:off x="3929219" y="1731863"/>
                <a:ext cx="5080524" cy="971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IN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𝜶</m:t>
                    </m:r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1−</m:t>
                        </m:r>
                        <m:r>
                          <a:rPr lang="en-IN" sz="2858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𝜶</m:t>
                        </m:r>
                      </m:e>
                    </m:d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90132B-87E6-88FA-7C77-19C873649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043" y="1346839"/>
                <a:ext cx="7822772" cy="769441"/>
              </a:xfrm>
              <a:prstGeom prst="rect">
                <a:avLst/>
              </a:prstGeom>
              <a:blipFill rotWithShape="0">
                <a:blip r:embed="rId2"/>
                <a:stretch>
                  <a:fillRect t="-16667" r="-1947" b="-37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205932" y="1731862"/>
            <a:ext cx="3664394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Current smoothed level: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2426ED74-B6E0-9B8B-9DED-C2FE615A859A}"/>
              </a:ext>
            </a:extLst>
          </p:cNvPr>
          <p:cNvSpPr txBox="1"/>
          <p:nvPr/>
        </p:nvSpPr>
        <p:spPr>
          <a:xfrm>
            <a:off x="220662" y="2409644"/>
            <a:ext cx="3813490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Current smoothed Trend: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5B9303-21EF-6240-C23E-301B28ADFDDA}"/>
                  </a:ext>
                </a:extLst>
              </p:cNvPr>
              <p:cNvSpPr txBox="1"/>
              <p:nvPr/>
            </p:nvSpPr>
            <p:spPr>
              <a:xfrm>
                <a:off x="3955446" y="2410271"/>
                <a:ext cx="5188554" cy="971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IN" sz="285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𝞫</m:t>
                    </m:r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m:rPr>
                        <m:nor/>
                      </m:rPr>
                      <a:rPr lang="en-IN" sz="2858" i="0" kern="1200" dirty="0">
                        <a:solidFill>
                          <a:prstClr val="black"/>
                        </a:solidFill>
                        <a:ea typeface="+mn-ea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lang="en-US" sz="2858" i="0" kern="1200" dirty="0">
                        <a:solidFill>
                          <a:prstClr val="black"/>
                        </a:solidFill>
                        <a:ea typeface="+mn-ea"/>
                        <a:cs typeface="+mn-cs"/>
                      </a:rPr>
                      <m:t>−</m:t>
                    </m:r>
                    <m:r>
                      <m:rPr>
                        <m:nor/>
                      </m:rPr>
                      <a:rPr lang="en-IN" sz="2858" i="0" kern="1200" dirty="0">
                        <a:solidFill>
                          <a:prstClr val="black"/>
                        </a:solidFill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en-IN" sz="2858" i="0" kern="1200" dirty="0">
                        <a:solidFill>
                          <a:prstClr val="black"/>
                        </a:solidFill>
                        <a:ea typeface="+mn-ea"/>
                        <a:cs typeface="+mn-cs"/>
                      </a:rPr>
                      <m:t>)</m:t>
                    </m:r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1−</m:t>
                        </m:r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𝞫</m:t>
                        </m:r>
                      </m:e>
                    </m:d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45B9303-21EF-6240-C23E-301B28ADF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426" y="2391423"/>
                <a:ext cx="7989112" cy="7694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Shape 2">
            <a:extLst>
              <a:ext uri="{FF2B5EF4-FFF2-40B4-BE49-F238E27FC236}">
                <a16:creationId xmlns:a16="http://schemas.microsoft.com/office/drawing/2014/main" id="{DE82ABCD-8305-7E40-F91D-5C80AEA61966}"/>
              </a:ext>
            </a:extLst>
          </p:cNvPr>
          <p:cNvSpPr txBox="1"/>
          <p:nvPr/>
        </p:nvSpPr>
        <p:spPr>
          <a:xfrm>
            <a:off x="220662" y="3108744"/>
            <a:ext cx="3301542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Forecast next period: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6AE7F9-E9C1-CADC-0560-B4BD3FF8E264}"/>
                  </a:ext>
                </a:extLst>
              </p:cNvPr>
              <p:cNvSpPr txBox="1"/>
              <p:nvPr/>
            </p:nvSpPr>
            <p:spPr>
              <a:xfrm>
                <a:off x="3886380" y="3115624"/>
                <a:ext cx="4154488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D6AE7F9-E9C1-CADC-0560-B4BD3FF8E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081" y="3477495"/>
                <a:ext cx="6396901" cy="76944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Shape 2">
            <a:extLst>
              <a:ext uri="{FF2B5EF4-FFF2-40B4-BE49-F238E27FC236}">
                <a16:creationId xmlns:a16="http://schemas.microsoft.com/office/drawing/2014/main" id="{4BAA8442-9857-1482-7D1E-12725DFDAE1D}"/>
              </a:ext>
            </a:extLst>
          </p:cNvPr>
          <p:cNvSpPr txBox="1"/>
          <p:nvPr/>
        </p:nvSpPr>
        <p:spPr>
          <a:xfrm>
            <a:off x="205932" y="3844020"/>
            <a:ext cx="3664394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Forecast next k period: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7E46D9-A5B3-A43E-D3CE-4A567B5DB64E}"/>
                  </a:ext>
                </a:extLst>
              </p:cNvPr>
              <p:cNvSpPr txBox="1"/>
              <p:nvPr/>
            </p:nvSpPr>
            <p:spPr>
              <a:xfrm>
                <a:off x="3892126" y="3850899"/>
                <a:ext cx="4749563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k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97E46D9-A5B3-A43E-D3CE-4A567B5DB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928" y="4609640"/>
                <a:ext cx="7313172" cy="7694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Shape 2">
            <a:extLst>
              <a:ext uri="{FF2B5EF4-FFF2-40B4-BE49-F238E27FC236}">
                <a16:creationId xmlns:a16="http://schemas.microsoft.com/office/drawing/2014/main" id="{B92B4571-4829-55BB-FB98-777A98B67E53}"/>
              </a:ext>
            </a:extLst>
          </p:cNvPr>
          <p:cNvSpPr txBox="1"/>
          <p:nvPr/>
        </p:nvSpPr>
        <p:spPr>
          <a:xfrm>
            <a:off x="221986" y="4675279"/>
            <a:ext cx="3664394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Level smoothing factor: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63B2B5-A6CA-6765-3F83-3A4DD1136E05}"/>
                  </a:ext>
                </a:extLst>
              </p:cNvPr>
              <p:cNvSpPr txBox="1"/>
              <p:nvPr/>
            </p:nvSpPr>
            <p:spPr>
              <a:xfrm>
                <a:off x="3870325" y="4682427"/>
                <a:ext cx="4749563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 xmlns:m="http://schemas.openxmlformats.org/officeDocument/2006/math">
                    <m:r>
                      <a:rPr lang="en-US" sz="285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r>
                      <a:rPr lang="en-IN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𝜶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1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63B2B5-A6CA-6765-3F83-3A4DD1136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361" y="5889991"/>
                <a:ext cx="7313172" cy="769441"/>
              </a:xfrm>
              <a:prstGeom prst="rect">
                <a:avLst/>
              </a:prstGeom>
              <a:blipFill>
                <a:blip r:embed="rId6"/>
                <a:stretch>
                  <a:fillRect l="-1389" t="-14516" b="-37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Shape 2">
            <a:extLst>
              <a:ext uri="{FF2B5EF4-FFF2-40B4-BE49-F238E27FC236}">
                <a16:creationId xmlns:a16="http://schemas.microsoft.com/office/drawing/2014/main" id="{E6CD4645-4DDA-548F-52FA-FAA43A0CB1DD}"/>
              </a:ext>
            </a:extLst>
          </p:cNvPr>
          <p:cNvSpPr txBox="1"/>
          <p:nvPr/>
        </p:nvSpPr>
        <p:spPr>
          <a:xfrm>
            <a:off x="227732" y="5307595"/>
            <a:ext cx="3664394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Level smoothing factor: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0398A1-601F-A725-531F-CD2E910E36FB}"/>
                  </a:ext>
                </a:extLst>
              </p:cNvPr>
              <p:cNvSpPr txBox="1"/>
              <p:nvPr/>
            </p:nvSpPr>
            <p:spPr>
              <a:xfrm>
                <a:off x="3929219" y="5308497"/>
                <a:ext cx="4749563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 xmlns:m="http://schemas.openxmlformats.org/officeDocument/2006/math">
                    <m:r>
                      <a:rPr lang="en-US" sz="285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r>
                      <a:rPr lang="en-IN" sz="285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𝞫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1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0398A1-601F-A725-531F-CD2E910E3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043" y="6853987"/>
                <a:ext cx="7313172" cy="769441"/>
              </a:xfrm>
              <a:prstGeom prst="rect">
                <a:avLst/>
              </a:prstGeom>
              <a:blipFill>
                <a:blip r:embed="rId7"/>
                <a:stretch>
                  <a:fillRect l="-1386" t="-16129" b="-37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8D1678E-D8FA-E929-8776-FEBE6A5DA8B6}"/>
                  </a:ext>
                </a:extLst>
              </p14:cNvPr>
              <p14:cNvContentPartPr/>
              <p14:nvPr/>
            </p14:nvContentPartPr>
            <p14:xfrm>
              <a:off x="8012772" y="2434345"/>
              <a:ext cx="11880" cy="42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8D1678E-D8FA-E929-8776-FEBE6A5DA8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06652" y="2428225"/>
                <a:ext cx="241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05A8FEF-63DB-031B-7131-617EF27FEB81}"/>
                  </a:ext>
                </a:extLst>
              </p14:cNvPr>
              <p14:cNvContentPartPr/>
              <p14:nvPr/>
            </p14:nvContentPartPr>
            <p14:xfrm>
              <a:off x="3995892" y="4323625"/>
              <a:ext cx="2481840" cy="111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05A8FEF-63DB-031B-7131-617EF27FEB8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89772" y="4317505"/>
                <a:ext cx="2494080" cy="1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15620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5" grpId="0"/>
      <p:bldP spid="16" grpId="0"/>
      <p:bldP spid="2" grpId="0"/>
      <p:bldP spid="3" grpId="0"/>
      <p:bldP spid="4" grpId="0"/>
      <p:bldP spid="5" grpId="0"/>
      <p:bldP spid="6" grpId="0"/>
      <p:bldP spid="7" grpId="0"/>
      <p:bldP spid="12" grpId="0"/>
      <p:bldP spid="14" grpId="0"/>
      <p:bldP spid="18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90132B-87E6-88FA-7C77-19C873649039}"/>
                  </a:ext>
                </a:extLst>
              </p:cNvPr>
              <p:cNvSpPr txBox="1"/>
              <p:nvPr/>
            </p:nvSpPr>
            <p:spPr>
              <a:xfrm>
                <a:off x="3867784" y="1875211"/>
                <a:ext cx="5080524" cy="971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IN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𝜶</m:t>
                    </m:r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1−</m:t>
                        </m:r>
                        <m:r>
                          <a:rPr lang="en-IN" sz="2858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𝜶</m:t>
                        </m:r>
                      </m:e>
                    </m:d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90132B-87E6-88FA-7C77-19C873649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447" y="1567560"/>
                <a:ext cx="7822772" cy="769441"/>
              </a:xfrm>
              <a:prstGeom prst="rect">
                <a:avLst/>
              </a:prstGeom>
              <a:blipFill rotWithShape="0">
                <a:blip r:embed="rId2"/>
                <a:stretch>
                  <a:fillRect t="-15873" r="-1949" b="-37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144496" y="1875210"/>
            <a:ext cx="3664394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Current smoothed level: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1478995D-3000-4E84-8899-98A16C868D03}"/>
              </a:ext>
            </a:extLst>
          </p:cNvPr>
          <p:cNvSpPr txBox="1"/>
          <p:nvPr/>
        </p:nvSpPr>
        <p:spPr>
          <a:xfrm>
            <a:off x="372953" y="3037120"/>
            <a:ext cx="2856161" cy="41043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Level smoothing constant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A26F47-A996-A66B-FAF9-27CA9BD4E57C}"/>
              </a:ext>
            </a:extLst>
          </p:cNvPr>
          <p:cNvCxnSpPr>
            <a:cxnSpLocks/>
          </p:cNvCxnSpPr>
          <p:nvPr/>
        </p:nvCxnSpPr>
        <p:spPr>
          <a:xfrm flipV="1">
            <a:off x="3145602" y="2292476"/>
            <a:ext cx="1529460" cy="9308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Shape 2">
            <a:extLst>
              <a:ext uri="{FF2B5EF4-FFF2-40B4-BE49-F238E27FC236}">
                <a16:creationId xmlns:a16="http://schemas.microsoft.com/office/drawing/2014/main" id="{FB4A0A91-A003-656D-70B2-235B27033DA4}"/>
              </a:ext>
            </a:extLst>
          </p:cNvPr>
          <p:cNvSpPr txBox="1"/>
          <p:nvPr/>
        </p:nvSpPr>
        <p:spPr>
          <a:xfrm>
            <a:off x="1593658" y="3667391"/>
            <a:ext cx="2288835" cy="41043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Current data value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21A77D-7B4F-BD68-F9AB-BD5AE42CC96C}"/>
              </a:ext>
            </a:extLst>
          </p:cNvPr>
          <p:cNvCxnSpPr>
            <a:cxnSpLocks/>
          </p:cNvCxnSpPr>
          <p:nvPr/>
        </p:nvCxnSpPr>
        <p:spPr>
          <a:xfrm flipV="1">
            <a:off x="3600276" y="2374926"/>
            <a:ext cx="1447534" cy="14976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Shape 2">
            <a:extLst>
              <a:ext uri="{FF2B5EF4-FFF2-40B4-BE49-F238E27FC236}">
                <a16:creationId xmlns:a16="http://schemas.microsoft.com/office/drawing/2014/main" id="{EEFBCF36-F55D-9E72-E02F-73192F79D63F}"/>
              </a:ext>
            </a:extLst>
          </p:cNvPr>
          <p:cNvSpPr txBox="1"/>
          <p:nvPr/>
        </p:nvSpPr>
        <p:spPr>
          <a:xfrm>
            <a:off x="4968711" y="3872611"/>
            <a:ext cx="1693594" cy="64929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Prior period smoothed level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59383D-3BD2-C99E-AC0B-AFCCD61E8D9D}"/>
              </a:ext>
            </a:extLst>
          </p:cNvPr>
          <p:cNvCxnSpPr>
            <a:cxnSpLocks/>
          </p:cNvCxnSpPr>
          <p:nvPr/>
        </p:nvCxnSpPr>
        <p:spPr>
          <a:xfrm flipV="1">
            <a:off x="5815508" y="2374926"/>
            <a:ext cx="1447534" cy="14976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Shape 2">
            <a:extLst>
              <a:ext uri="{FF2B5EF4-FFF2-40B4-BE49-F238E27FC236}">
                <a16:creationId xmlns:a16="http://schemas.microsoft.com/office/drawing/2014/main" id="{298AD9F8-F5B2-08E1-8745-3F2AD4512C85}"/>
              </a:ext>
            </a:extLst>
          </p:cNvPr>
          <p:cNvSpPr txBox="1"/>
          <p:nvPr/>
        </p:nvSpPr>
        <p:spPr>
          <a:xfrm>
            <a:off x="6583206" y="4612174"/>
            <a:ext cx="1814345" cy="64929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Prior period smoothed trend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E528C0-F886-81F4-ECA3-30D9AB3FA39D}"/>
              </a:ext>
            </a:extLst>
          </p:cNvPr>
          <p:cNvCxnSpPr>
            <a:cxnSpLocks/>
          </p:cNvCxnSpPr>
          <p:nvPr/>
        </p:nvCxnSpPr>
        <p:spPr>
          <a:xfrm flipV="1">
            <a:off x="7430003" y="2374926"/>
            <a:ext cx="902594" cy="22465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Shape 2">
            <a:extLst>
              <a:ext uri="{FF2B5EF4-FFF2-40B4-BE49-F238E27FC236}">
                <a16:creationId xmlns:a16="http://schemas.microsoft.com/office/drawing/2014/main" id="{62A72797-24CC-9FB3-B02D-D9EC7F0F7020}"/>
              </a:ext>
            </a:extLst>
          </p:cNvPr>
          <p:cNvSpPr txBox="1"/>
          <p:nvPr/>
        </p:nvSpPr>
        <p:spPr>
          <a:xfrm>
            <a:off x="144496" y="5030747"/>
            <a:ext cx="4624942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Simple exponential smoothing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607F747-248E-599D-EF60-220F242058C5}"/>
              </a:ext>
            </a:extLst>
          </p:cNvPr>
          <p:cNvCxnSpPr>
            <a:cxnSpLocks/>
          </p:cNvCxnSpPr>
          <p:nvPr/>
        </p:nvCxnSpPr>
        <p:spPr>
          <a:xfrm flipV="1">
            <a:off x="277242" y="2292476"/>
            <a:ext cx="0" cy="27382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36025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5" grpId="0"/>
      <p:bldP spid="16" grpId="0"/>
      <p:bldP spid="17" grpId="0"/>
      <p:bldP spid="24" grpId="0"/>
      <p:bldP spid="28" grpId="0"/>
      <p:bldP spid="30" grpId="0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Shape 2">
                <a:extLst>
                  <a:ext uri="{FF2B5EF4-FFF2-40B4-BE49-F238E27FC236}">
                    <a16:creationId xmlns:a16="http://schemas.microsoft.com/office/drawing/2014/main" id="{E6CD4645-4DDA-548F-52FA-FAA43A0CB1DD}"/>
                  </a:ext>
                </a:extLst>
              </p:cNvPr>
              <p:cNvSpPr txBox="1"/>
              <p:nvPr/>
            </p:nvSpPr>
            <p:spPr>
              <a:xfrm>
                <a:off x="223889" y="1882722"/>
                <a:ext cx="1946399" cy="602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/>
              <a:p>
                <a:pPr marL="270" defTabSz="628361" hangingPunct="1">
                  <a:spcBef>
                    <a:spcPts val="421"/>
                  </a:spcBef>
                  <a:buClr>
                    <a:srgbClr val="000000"/>
                  </a:buClr>
                </a:pPr>
                <a:r>
                  <a:rPr lang="en-IN" sz="259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59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𝜶</m:t>
                    </m:r>
                  </m:oMath>
                </a14:m>
                <a:r>
                  <a:rPr lang="en-IN" sz="2598" kern="1200" spc="-1" dirty="0">
                    <a:latin typeface="Helvetica Neue"/>
                    <a:ea typeface="+mn-ea"/>
                    <a:cs typeface="+mn-cs"/>
                  </a:rPr>
                  <a:t> = 0 </a:t>
                </a:r>
              </a:p>
            </p:txBody>
          </p:sp>
        </mc:Choice>
        <mc:Fallback xmlns="">
          <p:sp>
            <p:nvSpPr>
              <p:cNvPr id="18" name="TextShape 2">
                <a:extLst>
                  <a:ext uri="{FF2B5EF4-FFF2-40B4-BE49-F238E27FC236}">
                    <a16:creationId xmlns:a16="http://schemas.microsoft.com/office/drawing/2014/main" id="{E6CD4645-4DDA-548F-52FA-FAA43A0CB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4" y="1579127"/>
                <a:ext cx="2996982" cy="928239"/>
              </a:xfrm>
              <a:prstGeom prst="rect">
                <a:avLst/>
              </a:prstGeom>
              <a:blipFill>
                <a:blip r:embed="rId2"/>
                <a:stretch>
                  <a:fillRect l="-7173" t="-12162" r="-6751"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97E730-117A-4CB5-D24B-3AF9BCE11C0B}"/>
                  </a:ext>
                </a:extLst>
              </p:cNvPr>
              <p:cNvSpPr txBox="1"/>
              <p:nvPr/>
            </p:nvSpPr>
            <p:spPr>
              <a:xfrm>
                <a:off x="2840718" y="1864164"/>
                <a:ext cx="5603228" cy="971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𝟎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1−</m:t>
                        </m:r>
                        <m:r>
                          <a:rPr lang="en-US" sz="2858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US" sz="2858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𝟎</m:t>
                        </m:r>
                        <m:r>
                          <a:rPr lang="en-US" sz="2858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</m:d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397E730-117A-4CB5-D24B-3AF9BCE11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015" y="1550551"/>
                <a:ext cx="8627609" cy="769441"/>
              </a:xfrm>
              <a:prstGeom prst="rect">
                <a:avLst/>
              </a:prstGeom>
              <a:blipFill rotWithShape="0">
                <a:blip r:embed="rId3"/>
                <a:stretch>
                  <a:fillRect t="-15748" r="-2261" b="-36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18">
            <a:extLst>
              <a:ext uri="{FF2B5EF4-FFF2-40B4-BE49-F238E27FC236}">
                <a16:creationId xmlns:a16="http://schemas.microsoft.com/office/drawing/2014/main" id="{DDCFDA2F-8275-446F-242F-0E129EC9A23A}"/>
              </a:ext>
            </a:extLst>
          </p:cNvPr>
          <p:cNvSpPr/>
          <p:nvPr/>
        </p:nvSpPr>
        <p:spPr>
          <a:xfrm>
            <a:off x="2125956" y="1956648"/>
            <a:ext cx="635430" cy="314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F57432-D993-D275-197F-1F4B358F4DE6}"/>
                  </a:ext>
                </a:extLst>
              </p:cNvPr>
              <p:cNvSpPr txBox="1"/>
              <p:nvPr/>
            </p:nvSpPr>
            <p:spPr>
              <a:xfrm>
                <a:off x="2840717" y="2561607"/>
                <a:ext cx="5603228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IN" sz="285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AF57432-D993-D275-197F-1F4B358F4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014" y="2624444"/>
                <a:ext cx="8627609" cy="769441"/>
              </a:xfrm>
              <a:prstGeom prst="rect">
                <a:avLst/>
              </a:prstGeom>
              <a:blipFill rotWithShape="0">
                <a:blip r:embed="rId4"/>
                <a:stretch>
                  <a:fillRect t="-16667" b="-37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DCAAA21-8B35-D8A9-A39E-46920376DB13}"/>
                  </a:ext>
                </a:extLst>
              </p:cNvPr>
              <p:cNvSpPr txBox="1"/>
              <p:nvPr/>
            </p:nvSpPr>
            <p:spPr>
              <a:xfrm>
                <a:off x="2840717" y="3179142"/>
                <a:ext cx="5603228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IN" sz="285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DCAAA21-8B35-D8A9-A39E-46920376D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014" y="3575298"/>
                <a:ext cx="8627609" cy="7694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Shape 2">
            <a:extLst>
              <a:ext uri="{FF2B5EF4-FFF2-40B4-BE49-F238E27FC236}">
                <a16:creationId xmlns:a16="http://schemas.microsoft.com/office/drawing/2014/main" id="{D0A928AC-5F8F-E1BD-D759-D226132A0776}"/>
              </a:ext>
            </a:extLst>
          </p:cNvPr>
          <p:cNvSpPr txBox="1"/>
          <p:nvPr/>
        </p:nvSpPr>
        <p:spPr>
          <a:xfrm>
            <a:off x="2170288" y="4173080"/>
            <a:ext cx="4624942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Smoothed level = Current forecast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DE877-3A4A-7C1E-3C58-ECD9201B38A1}"/>
              </a:ext>
            </a:extLst>
          </p:cNvPr>
          <p:cNvCxnSpPr>
            <a:cxnSpLocks/>
          </p:cNvCxnSpPr>
          <p:nvPr/>
        </p:nvCxnSpPr>
        <p:spPr>
          <a:xfrm flipV="1">
            <a:off x="3858960" y="3657449"/>
            <a:ext cx="0" cy="5156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2813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8" grpId="0"/>
      <p:bldP spid="17" grpId="0"/>
      <p:bldP spid="19" grpId="0" animBg="1"/>
      <p:bldP spid="21" grpId="0"/>
      <p:bldP spid="22" grpId="0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Shape 2">
                <a:extLst>
                  <a:ext uri="{FF2B5EF4-FFF2-40B4-BE49-F238E27FC236}">
                    <a16:creationId xmlns:a16="http://schemas.microsoft.com/office/drawing/2014/main" id="{E6CD4645-4DDA-548F-52FA-FAA43A0CB1DD}"/>
                  </a:ext>
                </a:extLst>
              </p:cNvPr>
              <p:cNvSpPr txBox="1"/>
              <p:nvPr/>
            </p:nvSpPr>
            <p:spPr>
              <a:xfrm>
                <a:off x="223889" y="1882722"/>
                <a:ext cx="1946399" cy="602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/>
              <a:p>
                <a:pPr marL="270" defTabSz="628361" hangingPunct="1">
                  <a:spcBef>
                    <a:spcPts val="421"/>
                  </a:spcBef>
                  <a:buClr>
                    <a:srgbClr val="000000"/>
                  </a:buClr>
                </a:pPr>
                <a:r>
                  <a:rPr lang="en-IN" sz="259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59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𝜶</m:t>
                    </m:r>
                  </m:oMath>
                </a14:m>
                <a:r>
                  <a:rPr lang="en-IN" sz="2598" kern="1200" spc="-1" dirty="0">
                    <a:latin typeface="Helvetica Neue"/>
                    <a:ea typeface="+mn-ea"/>
                    <a:cs typeface="+mn-cs"/>
                  </a:rPr>
                  <a:t> = 1 </a:t>
                </a:r>
              </a:p>
            </p:txBody>
          </p:sp>
        </mc:Choice>
        <mc:Fallback xmlns="">
          <p:sp>
            <p:nvSpPr>
              <p:cNvPr id="18" name="TextShape 2">
                <a:extLst>
                  <a:ext uri="{FF2B5EF4-FFF2-40B4-BE49-F238E27FC236}">
                    <a16:creationId xmlns:a16="http://schemas.microsoft.com/office/drawing/2014/main" id="{E6CD4645-4DDA-548F-52FA-FAA43A0CB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4" y="1579127"/>
                <a:ext cx="2996982" cy="928239"/>
              </a:xfrm>
              <a:prstGeom prst="rect">
                <a:avLst/>
              </a:prstGeom>
              <a:blipFill>
                <a:blip r:embed="rId2"/>
                <a:stretch>
                  <a:fillRect l="-7173" t="-12162" r="-6751"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97E730-117A-4CB5-D24B-3AF9BCE11C0B}"/>
                  </a:ext>
                </a:extLst>
              </p:cNvPr>
              <p:cNvSpPr txBox="1"/>
              <p:nvPr/>
            </p:nvSpPr>
            <p:spPr>
              <a:xfrm>
                <a:off x="2840718" y="1864164"/>
                <a:ext cx="5603228" cy="971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  <m:r>
                      <a:rPr lang="en-US" sz="2858" b="1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sSub>
                      <m:sSubPr>
                        <m:ctrlP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en-IN" sz="2858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IN" sz="2858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1−</m:t>
                        </m:r>
                        <m:r>
                          <a:rPr lang="en-US" sz="2858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US" sz="2858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  <m:r>
                          <a:rPr lang="en-US" sz="2858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</m:d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en-IN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sz="2858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sz="2858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397E730-117A-4CB5-D24B-3AF9BCE11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015" y="1550551"/>
                <a:ext cx="8627609" cy="769441"/>
              </a:xfrm>
              <a:prstGeom prst="rect">
                <a:avLst/>
              </a:prstGeom>
              <a:blipFill rotWithShape="0">
                <a:blip r:embed="rId3"/>
                <a:stretch>
                  <a:fillRect t="-15748" r="-2261" b="-36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18">
            <a:extLst>
              <a:ext uri="{FF2B5EF4-FFF2-40B4-BE49-F238E27FC236}">
                <a16:creationId xmlns:a16="http://schemas.microsoft.com/office/drawing/2014/main" id="{DDCFDA2F-8275-446F-242F-0E129EC9A23A}"/>
              </a:ext>
            </a:extLst>
          </p:cNvPr>
          <p:cNvSpPr/>
          <p:nvPr/>
        </p:nvSpPr>
        <p:spPr>
          <a:xfrm>
            <a:off x="2125956" y="1956648"/>
            <a:ext cx="635430" cy="314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F57432-D993-D275-197F-1F4B358F4DE6}"/>
                  </a:ext>
                </a:extLst>
              </p:cNvPr>
              <p:cNvSpPr txBox="1"/>
              <p:nvPr/>
            </p:nvSpPr>
            <p:spPr>
              <a:xfrm>
                <a:off x="2840717" y="2561607"/>
                <a:ext cx="5603228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AF57432-D993-D275-197F-1F4B358F4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014" y="2624444"/>
                <a:ext cx="8627609" cy="76944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Shape 2">
            <a:extLst>
              <a:ext uri="{FF2B5EF4-FFF2-40B4-BE49-F238E27FC236}">
                <a16:creationId xmlns:a16="http://schemas.microsoft.com/office/drawing/2014/main" id="{D0A928AC-5F8F-E1BD-D759-D226132A0776}"/>
              </a:ext>
            </a:extLst>
          </p:cNvPr>
          <p:cNvSpPr txBox="1"/>
          <p:nvPr/>
        </p:nvSpPr>
        <p:spPr>
          <a:xfrm>
            <a:off x="2125956" y="3607057"/>
            <a:ext cx="5262241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Smoothed level = Current actual level of the data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DE877-3A4A-7C1E-3C58-ECD9201B38A1}"/>
              </a:ext>
            </a:extLst>
          </p:cNvPr>
          <p:cNvCxnSpPr>
            <a:cxnSpLocks/>
          </p:cNvCxnSpPr>
          <p:nvPr/>
        </p:nvCxnSpPr>
        <p:spPr>
          <a:xfrm flipV="1">
            <a:off x="3814628" y="3091426"/>
            <a:ext cx="0" cy="5156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9651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8" grpId="0"/>
      <p:bldP spid="17" grpId="0"/>
      <p:bldP spid="19" grpId="0" animBg="1"/>
      <p:bldP spid="21" grpId="0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90132B-87E6-88FA-7C77-19C873649039}"/>
                  </a:ext>
                </a:extLst>
              </p:cNvPr>
              <p:cNvSpPr txBox="1"/>
              <p:nvPr/>
            </p:nvSpPr>
            <p:spPr>
              <a:xfrm>
                <a:off x="3867784" y="1875211"/>
                <a:ext cx="5080524" cy="962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2858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𝞫</m:t>
                      </m:r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−</m:t>
                      </m:r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)</m:t>
                      </m:r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𝞫</m:t>
                          </m:r>
                        </m:e>
                      </m:d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90132B-87E6-88FA-7C77-19C873649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447" y="1567560"/>
                <a:ext cx="7822772" cy="76944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144496" y="1875210"/>
            <a:ext cx="3808384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Current smoothed trend: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1478995D-3000-4E84-8899-98A16C868D03}"/>
              </a:ext>
            </a:extLst>
          </p:cNvPr>
          <p:cNvSpPr txBox="1"/>
          <p:nvPr/>
        </p:nvSpPr>
        <p:spPr>
          <a:xfrm>
            <a:off x="397189" y="3018561"/>
            <a:ext cx="2856161" cy="41043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Trend smoothing constant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A26F47-A996-A66B-FAF9-27CA9BD4E57C}"/>
              </a:ext>
            </a:extLst>
          </p:cNvPr>
          <p:cNvCxnSpPr>
            <a:cxnSpLocks/>
          </p:cNvCxnSpPr>
          <p:nvPr/>
        </p:nvCxnSpPr>
        <p:spPr>
          <a:xfrm flipV="1">
            <a:off x="3187066" y="2254054"/>
            <a:ext cx="1529460" cy="9308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Shape 2">
            <a:extLst>
              <a:ext uri="{FF2B5EF4-FFF2-40B4-BE49-F238E27FC236}">
                <a16:creationId xmlns:a16="http://schemas.microsoft.com/office/drawing/2014/main" id="{FB4A0A91-A003-656D-70B2-235B27033DA4}"/>
              </a:ext>
            </a:extLst>
          </p:cNvPr>
          <p:cNvSpPr txBox="1"/>
          <p:nvPr/>
        </p:nvSpPr>
        <p:spPr>
          <a:xfrm>
            <a:off x="2170288" y="3853063"/>
            <a:ext cx="2581631" cy="41043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Current smoothed level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21A77D-7B4F-BD68-F9AB-BD5AE42CC96C}"/>
              </a:ext>
            </a:extLst>
          </p:cNvPr>
          <p:cNvCxnSpPr>
            <a:cxnSpLocks/>
          </p:cNvCxnSpPr>
          <p:nvPr/>
        </p:nvCxnSpPr>
        <p:spPr>
          <a:xfrm flipV="1">
            <a:off x="3743587" y="2265112"/>
            <a:ext cx="1447534" cy="14976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Shape 2">
            <a:extLst>
              <a:ext uri="{FF2B5EF4-FFF2-40B4-BE49-F238E27FC236}">
                <a16:creationId xmlns:a16="http://schemas.microsoft.com/office/drawing/2014/main" id="{EEFBCF36-F55D-9E72-E02F-73192F79D63F}"/>
              </a:ext>
            </a:extLst>
          </p:cNvPr>
          <p:cNvSpPr txBox="1"/>
          <p:nvPr/>
        </p:nvSpPr>
        <p:spPr>
          <a:xfrm>
            <a:off x="4968711" y="3872611"/>
            <a:ext cx="1693594" cy="64929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Prior period smoothed level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59383D-3BD2-C99E-AC0B-AFCCD61E8D9D}"/>
              </a:ext>
            </a:extLst>
          </p:cNvPr>
          <p:cNvCxnSpPr>
            <a:cxnSpLocks/>
          </p:cNvCxnSpPr>
          <p:nvPr/>
        </p:nvCxnSpPr>
        <p:spPr>
          <a:xfrm flipV="1">
            <a:off x="5830349" y="2319519"/>
            <a:ext cx="0" cy="14628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Shape 2">
            <a:extLst>
              <a:ext uri="{FF2B5EF4-FFF2-40B4-BE49-F238E27FC236}">
                <a16:creationId xmlns:a16="http://schemas.microsoft.com/office/drawing/2014/main" id="{298AD9F8-F5B2-08E1-8745-3F2AD4512C85}"/>
              </a:ext>
            </a:extLst>
          </p:cNvPr>
          <p:cNvSpPr txBox="1"/>
          <p:nvPr/>
        </p:nvSpPr>
        <p:spPr>
          <a:xfrm>
            <a:off x="6583206" y="4612174"/>
            <a:ext cx="1814345" cy="64929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Prior period smoothed trend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E528C0-F886-81F4-ECA3-30D9AB3FA39D}"/>
              </a:ext>
            </a:extLst>
          </p:cNvPr>
          <p:cNvCxnSpPr>
            <a:cxnSpLocks/>
          </p:cNvCxnSpPr>
          <p:nvPr/>
        </p:nvCxnSpPr>
        <p:spPr>
          <a:xfrm flipV="1">
            <a:off x="7430003" y="2374926"/>
            <a:ext cx="902594" cy="22465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85495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5" grpId="0"/>
      <p:bldP spid="16" grpId="0"/>
      <p:bldP spid="17" grpId="0"/>
      <p:bldP spid="24" grpId="0"/>
      <p:bldP spid="28" grpId="0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Shape 2">
                <a:extLst>
                  <a:ext uri="{FF2B5EF4-FFF2-40B4-BE49-F238E27FC236}">
                    <a16:creationId xmlns:a16="http://schemas.microsoft.com/office/drawing/2014/main" id="{E6CD4645-4DDA-548F-52FA-FAA43A0CB1DD}"/>
                  </a:ext>
                </a:extLst>
              </p:cNvPr>
              <p:cNvSpPr txBox="1"/>
              <p:nvPr/>
            </p:nvSpPr>
            <p:spPr>
              <a:xfrm>
                <a:off x="223889" y="1882722"/>
                <a:ext cx="1946399" cy="602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/>
              <a:p>
                <a:pPr marL="270" defTabSz="628361" hangingPunct="1">
                  <a:spcBef>
                    <a:spcPts val="421"/>
                  </a:spcBef>
                  <a:buClr>
                    <a:srgbClr val="000000"/>
                  </a:buClr>
                </a:pPr>
                <a:r>
                  <a:rPr lang="en-IN" sz="259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59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𝞫</m:t>
                    </m:r>
                  </m:oMath>
                </a14:m>
                <a:r>
                  <a:rPr lang="en-IN" sz="2598" kern="1200" spc="-1" dirty="0">
                    <a:latin typeface="Helvetica Neue"/>
                    <a:ea typeface="+mn-ea"/>
                    <a:cs typeface="+mn-cs"/>
                  </a:rPr>
                  <a:t>= 0 </a:t>
                </a:r>
              </a:p>
            </p:txBody>
          </p:sp>
        </mc:Choice>
        <mc:Fallback xmlns="">
          <p:sp>
            <p:nvSpPr>
              <p:cNvPr id="18" name="TextShape 2">
                <a:extLst>
                  <a:ext uri="{FF2B5EF4-FFF2-40B4-BE49-F238E27FC236}">
                    <a16:creationId xmlns:a16="http://schemas.microsoft.com/office/drawing/2014/main" id="{E6CD4645-4DDA-548F-52FA-FAA43A0CB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4" y="1579127"/>
                <a:ext cx="2996982" cy="928239"/>
              </a:xfrm>
              <a:prstGeom prst="rect">
                <a:avLst/>
              </a:prstGeom>
              <a:blipFill>
                <a:blip r:embed="rId2"/>
                <a:stretch>
                  <a:fillRect l="-7173" t="-12162" r="-1688"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18">
            <a:extLst>
              <a:ext uri="{FF2B5EF4-FFF2-40B4-BE49-F238E27FC236}">
                <a16:creationId xmlns:a16="http://schemas.microsoft.com/office/drawing/2014/main" id="{DDCFDA2F-8275-446F-242F-0E129EC9A23A}"/>
              </a:ext>
            </a:extLst>
          </p:cNvPr>
          <p:cNvSpPr/>
          <p:nvPr/>
        </p:nvSpPr>
        <p:spPr>
          <a:xfrm>
            <a:off x="2125956" y="1956648"/>
            <a:ext cx="635430" cy="314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05EA8B-3FBB-4778-C690-9832FBDE0AB0}"/>
                  </a:ext>
                </a:extLst>
              </p:cNvPr>
              <p:cNvSpPr txBox="1"/>
              <p:nvPr/>
            </p:nvSpPr>
            <p:spPr>
              <a:xfrm>
                <a:off x="2828529" y="1864163"/>
                <a:ext cx="5080524" cy="962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2858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𝞫</m:t>
                      </m:r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−</m:t>
                      </m:r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)</m:t>
                      </m:r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𝞫</m:t>
                          </m:r>
                        </m:e>
                      </m:d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E05EA8B-3FBB-4778-C690-9832FBDE0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247" y="1550550"/>
                <a:ext cx="7822772" cy="7694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E45E4E-A31A-0458-3589-4263AE329A7A}"/>
                  </a:ext>
                </a:extLst>
              </p:cNvPr>
              <p:cNvSpPr txBox="1"/>
              <p:nvPr/>
            </p:nvSpPr>
            <p:spPr>
              <a:xfrm>
                <a:off x="2840718" y="2467309"/>
                <a:ext cx="5603228" cy="962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2858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2858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  <m:r>
                        <a:rPr lang="en-US" sz="2858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−</m:t>
                      </m:r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)</m:t>
                      </m:r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(0)</m:t>
                          </m:r>
                        </m:e>
                      </m:d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3E45E4E-A31A-0458-3589-4263AE329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015" y="2479247"/>
                <a:ext cx="8627609" cy="76944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BFDEB1-242B-8A5C-CF94-EB66E7A6D12E}"/>
                  </a:ext>
                </a:extLst>
              </p:cNvPr>
              <p:cNvSpPr txBox="1"/>
              <p:nvPr/>
            </p:nvSpPr>
            <p:spPr>
              <a:xfrm>
                <a:off x="2840717" y="3164752"/>
                <a:ext cx="5603228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2858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BFDEB1-242B-8A5C-CF94-EB66E7A6D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014" y="3553140"/>
                <a:ext cx="8627609" cy="769441"/>
              </a:xfrm>
              <a:prstGeom prst="rect">
                <a:avLst/>
              </a:prstGeom>
              <a:blipFill>
                <a:blip r:embed="rId5"/>
                <a:stretch>
                  <a:fillRect l="-1176" t="-1613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Shape 2">
            <a:extLst>
              <a:ext uri="{FF2B5EF4-FFF2-40B4-BE49-F238E27FC236}">
                <a16:creationId xmlns:a16="http://schemas.microsoft.com/office/drawing/2014/main" id="{9F1A23D4-F1F2-C975-78F3-EFF839DBD332}"/>
              </a:ext>
            </a:extLst>
          </p:cNvPr>
          <p:cNvSpPr txBox="1"/>
          <p:nvPr/>
        </p:nvSpPr>
        <p:spPr>
          <a:xfrm>
            <a:off x="2170288" y="4265872"/>
            <a:ext cx="4742610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Smoothed trend = Trend from the last period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2C7A34-E933-5363-54B1-CF1FA31AFB04}"/>
              </a:ext>
            </a:extLst>
          </p:cNvPr>
          <p:cNvCxnSpPr>
            <a:cxnSpLocks/>
          </p:cNvCxnSpPr>
          <p:nvPr/>
        </p:nvCxnSpPr>
        <p:spPr>
          <a:xfrm flipV="1">
            <a:off x="3858960" y="3750241"/>
            <a:ext cx="0" cy="5156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91738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8" grpId="0"/>
      <p:bldP spid="19" grpId="0" animBg="1"/>
      <p:bldP spid="2" grpId="0"/>
      <p:bldP spid="3" grpId="0"/>
      <p:bldP spid="4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Shape 2">
                <a:extLst>
                  <a:ext uri="{FF2B5EF4-FFF2-40B4-BE49-F238E27FC236}">
                    <a16:creationId xmlns:a16="http://schemas.microsoft.com/office/drawing/2014/main" id="{E6CD4645-4DDA-548F-52FA-FAA43A0CB1DD}"/>
                  </a:ext>
                </a:extLst>
              </p:cNvPr>
              <p:cNvSpPr txBox="1"/>
              <p:nvPr/>
            </p:nvSpPr>
            <p:spPr>
              <a:xfrm>
                <a:off x="223889" y="1882722"/>
                <a:ext cx="1946399" cy="602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/>
              <a:p>
                <a:pPr marL="270" defTabSz="628361" hangingPunct="1">
                  <a:spcBef>
                    <a:spcPts val="421"/>
                  </a:spcBef>
                  <a:buClr>
                    <a:srgbClr val="000000"/>
                  </a:buClr>
                </a:pPr>
                <a:r>
                  <a:rPr lang="en-IN" sz="2598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59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𝞫</m:t>
                    </m:r>
                  </m:oMath>
                </a14:m>
                <a:r>
                  <a:rPr lang="en-IN" sz="2598" kern="1200" spc="-1" dirty="0">
                    <a:latin typeface="Helvetica Neue"/>
                    <a:ea typeface="+mn-ea"/>
                    <a:cs typeface="+mn-cs"/>
                  </a:rPr>
                  <a:t>= 1 </a:t>
                </a:r>
              </a:p>
            </p:txBody>
          </p:sp>
        </mc:Choice>
        <mc:Fallback xmlns="">
          <p:sp>
            <p:nvSpPr>
              <p:cNvPr id="18" name="TextShape 2">
                <a:extLst>
                  <a:ext uri="{FF2B5EF4-FFF2-40B4-BE49-F238E27FC236}">
                    <a16:creationId xmlns:a16="http://schemas.microsoft.com/office/drawing/2014/main" id="{E6CD4645-4DDA-548F-52FA-FAA43A0CB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4" y="1579127"/>
                <a:ext cx="2996982" cy="928239"/>
              </a:xfrm>
              <a:prstGeom prst="rect">
                <a:avLst/>
              </a:prstGeom>
              <a:blipFill>
                <a:blip r:embed="rId2"/>
                <a:stretch>
                  <a:fillRect l="-7173" t="-12162" r="-1688"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Arrow 18">
            <a:extLst>
              <a:ext uri="{FF2B5EF4-FFF2-40B4-BE49-F238E27FC236}">
                <a16:creationId xmlns:a16="http://schemas.microsoft.com/office/drawing/2014/main" id="{DDCFDA2F-8275-446F-242F-0E129EC9A23A}"/>
              </a:ext>
            </a:extLst>
          </p:cNvPr>
          <p:cNvSpPr/>
          <p:nvPr/>
        </p:nvSpPr>
        <p:spPr>
          <a:xfrm>
            <a:off x="2125956" y="1956648"/>
            <a:ext cx="635430" cy="314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74825D-5780-E155-D92B-2D52DBE0C40D}"/>
                  </a:ext>
                </a:extLst>
              </p:cNvPr>
              <p:cNvSpPr txBox="1"/>
              <p:nvPr/>
            </p:nvSpPr>
            <p:spPr>
              <a:xfrm>
                <a:off x="2828529" y="1864163"/>
                <a:ext cx="5080524" cy="962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2858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𝞫</m:t>
                      </m:r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−</m:t>
                      </m:r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)</m:t>
                      </m:r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𝞫</m:t>
                          </m:r>
                        </m:e>
                      </m:d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374825D-5780-E155-D92B-2D52DBE0C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247" y="1550550"/>
                <a:ext cx="7822772" cy="7694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69CD0A-9503-3998-EA59-D00C123365FD}"/>
                  </a:ext>
                </a:extLst>
              </p:cNvPr>
              <p:cNvSpPr txBox="1"/>
              <p:nvPr/>
            </p:nvSpPr>
            <p:spPr>
              <a:xfrm>
                <a:off x="2761386" y="2560686"/>
                <a:ext cx="5736046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2858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(1)</m:t>
                      </m:r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−</m:t>
                      </m:r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)</m:t>
                      </m:r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N" sz="2858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r>
                            <a:rPr lang="en-US" sz="2858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2858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  <m:r>
                            <a:rPr lang="en-US" sz="2858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169CD0A-9503-3998-EA59-D00C12336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864" y="2623026"/>
                <a:ext cx="8832116" cy="76944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D07708-F2DA-F27C-7710-637F8B791176}"/>
                  </a:ext>
                </a:extLst>
              </p:cNvPr>
              <p:cNvSpPr txBox="1"/>
              <p:nvPr/>
            </p:nvSpPr>
            <p:spPr>
              <a:xfrm>
                <a:off x="2909850" y="3302338"/>
                <a:ext cx="5736046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IN" sz="2858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−</m:t>
                      </m:r>
                      <m:r>
                        <m:rPr>
                          <m:nor/>
                        </m:rPr>
                        <a:rPr lang="en-IN" sz="2858" i="0" kern="1200" dirty="0">
                          <a:solidFill>
                            <a:prstClr val="black"/>
                          </a:solidFill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r>
                            <a:rPr lang="en-IN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2858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858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1D07708-F2DA-F27C-7710-637F8B791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463" y="3764989"/>
                <a:ext cx="8832116" cy="7694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Shape 2">
            <a:extLst>
              <a:ext uri="{FF2B5EF4-FFF2-40B4-BE49-F238E27FC236}">
                <a16:creationId xmlns:a16="http://schemas.microsoft.com/office/drawing/2014/main" id="{947FEE3C-1F05-DA5E-D7DF-F8466A899966}"/>
              </a:ext>
            </a:extLst>
          </p:cNvPr>
          <p:cNvSpPr txBox="1"/>
          <p:nvPr/>
        </p:nvSpPr>
        <p:spPr>
          <a:xfrm>
            <a:off x="890880" y="4265872"/>
            <a:ext cx="7685164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1819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Current smoothed trend = Current smoothed level – prior smoothed level</a:t>
            </a:r>
            <a:endParaRPr lang="en-IN" sz="1819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21D433-0AE5-6636-157E-68F883B84B36}"/>
              </a:ext>
            </a:extLst>
          </p:cNvPr>
          <p:cNvCxnSpPr>
            <a:cxnSpLocks/>
          </p:cNvCxnSpPr>
          <p:nvPr/>
        </p:nvCxnSpPr>
        <p:spPr>
          <a:xfrm flipV="1">
            <a:off x="3858960" y="3750241"/>
            <a:ext cx="0" cy="5156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4808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8" grpId="0"/>
      <p:bldP spid="19" grpId="0" animBg="1"/>
      <p:bldP spid="2" grpId="0"/>
      <p:bldP spid="3" grpId="0"/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FF5CEB-9B5A-E746-343E-064CEBE5E95D}"/>
              </a:ext>
            </a:extLst>
          </p:cNvPr>
          <p:cNvGraphicFramePr>
            <a:graphicFrameLocks noGrp="1"/>
          </p:cNvGraphicFramePr>
          <p:nvPr/>
        </p:nvGraphicFramePr>
        <p:xfrm>
          <a:off x="1818696" y="2552129"/>
          <a:ext cx="6767529" cy="30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3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4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5673"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59386" marR="59386" marT="29693" marB="29693"/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59386" marR="59386" marT="29693" marB="296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487"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59386" marR="59386" marT="29693" marB="29693"/>
                </a:tc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59386" marR="59386" marT="29693" marB="29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Box 13">
            <a:extLst>
              <a:ext uri="{FF2B5EF4-FFF2-40B4-BE49-F238E27FC236}">
                <a16:creationId xmlns:a16="http://schemas.microsoft.com/office/drawing/2014/main" id="{31EFE1AA-03D7-CA88-9780-35B2EE4BC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5374" y="2840241"/>
            <a:ext cx="3257087" cy="692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Forecast all the same (flat line) of </a:t>
            </a:r>
            <a:r>
              <a:rPr lang="en-US" altLang="en-US" sz="1949" b="1" kern="1200" dirty="0" err="1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Y</a:t>
            </a:r>
            <a:r>
              <a:rPr lang="en-US" altLang="en-US" sz="1949" b="1" kern="1200" baseline="-25000" dirty="0" err="1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t</a:t>
            </a:r>
            <a:endParaRPr lang="en-US" altLang="en-US" sz="1949" b="1" kern="1200" baseline="-25000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C87B0C4C-28A0-C867-9BD9-505922E57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6600" y="2586761"/>
            <a:ext cx="3154881" cy="1212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US" altLang="en-US" sz="1819" b="1" kern="1200" dirty="0">
                <a:solidFill>
                  <a:srgbClr val="008000"/>
                </a:solidFill>
                <a:latin typeface="Helvetica Neue"/>
                <a:ea typeface="+mn-ea"/>
                <a:cs typeface="+mn-cs"/>
              </a:rPr>
              <a:t>Smoothed level is the same as actual level.</a:t>
            </a:r>
          </a:p>
          <a:p>
            <a:pPr defTabSz="628361" hangingPunct="1">
              <a:spcBef>
                <a:spcPct val="0"/>
              </a:spcBef>
              <a:buNone/>
            </a:pPr>
            <a:r>
              <a:rPr lang="en-US" altLang="en-US" sz="1819" b="1" kern="1200" dirty="0">
                <a:solidFill>
                  <a:srgbClr val="008000"/>
                </a:solidFill>
                <a:latin typeface="Helvetica Neue"/>
                <a:ea typeface="+mn-ea"/>
                <a:cs typeface="+mn-cs"/>
              </a:rPr>
              <a:t>Trend is the full difference between smoothed level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97D8FA5D-7A45-F85C-9A6A-EB1B39530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9880" y="4343592"/>
            <a:ext cx="3021038" cy="692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Forecast all the same (flat line) of </a:t>
            </a:r>
            <a:r>
              <a:rPr lang="en-US" altLang="en-US" sz="1949" b="1" kern="12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Y</a:t>
            </a:r>
            <a:r>
              <a:rPr lang="en-US" altLang="en-US" sz="1949" b="1" kern="1200" baseline="-25000" dirty="0" err="1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t</a:t>
            </a:r>
            <a:endParaRPr lang="en-US" altLang="en-US" sz="1949" b="1" kern="1200" baseline="-250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03CE6818-83C2-9179-B9AE-9A3A50AF0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434" y="4343591"/>
            <a:ext cx="3169212" cy="692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0033CC"/>
                </a:solidFill>
                <a:latin typeface="Helvetica Neue"/>
                <a:ea typeface="+mn-ea"/>
                <a:cs typeface="+mn-cs"/>
              </a:rPr>
              <a:t>Same as Naïve fore cast, no trend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6C25A330-DF62-E685-A1FC-FCEF51AD0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-647179" y="3600165"/>
                <a:ext cx="2705183" cy="712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sz="4200">
                    <a:solidFill>
                      <a:schemeClr val="tx1"/>
                    </a:solidFill>
                    <a:latin typeface="Helvetic Neue"/>
                  </a:defRPr>
                </a:lvl1pPr>
                <a:lvl2pPr marL="742950" indent="-285750">
                  <a:spcBef>
                    <a:spcPct val="20000"/>
                  </a:spcBef>
                  <a:buSzPct val="75000"/>
                  <a:buBlip>
                    <a:blip r:embed="rId3"/>
                  </a:buBlip>
                  <a:defRPr sz="3600">
                    <a:solidFill>
                      <a:schemeClr val="tx1"/>
                    </a:solidFill>
                    <a:latin typeface="Helvetic Neue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3100">
                    <a:solidFill>
                      <a:schemeClr val="tx1"/>
                    </a:solidFill>
                    <a:latin typeface="Helvetic Neue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9pPr>
              </a:lstStyle>
              <a:p>
                <a:pPr algn="ctr" defTabSz="628361" hangingPunct="1">
                  <a:spcBef>
                    <a:spcPct val="0"/>
                  </a:spcBef>
                  <a:buNone/>
                </a:pPr>
                <a:r>
                  <a:rPr lang="en-US" altLang="en-US" sz="1949" b="1" kern="1200" dirty="0">
                    <a:solidFill>
                      <a:srgbClr val="006600"/>
                    </a:solidFill>
                    <a:latin typeface="Helvetica Neue"/>
                    <a:ea typeface="+mn-ea"/>
                    <a:cs typeface="+mn-cs"/>
                  </a:rPr>
                  <a:t>Trend smoothing constant </a:t>
                </a:r>
                <a14:m>
                  <m:oMath xmlns:m="http://schemas.openxmlformats.org/officeDocument/2006/math">
                    <m:r>
                      <a:rPr lang="en-US" sz="2078" b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IN" sz="2078" b="1" i="1" kern="12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𝞫</m:t>
                    </m:r>
                    <m:r>
                      <a:rPr lang="en-US" sz="207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lang="en-US" altLang="en-US" sz="1949" b="1" kern="1200" dirty="0">
                  <a:solidFill>
                    <a:srgbClr val="006600"/>
                  </a:solidFill>
                  <a:latin typeface="Helvetica Neu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6C25A330-DF62-E685-A1FC-FCEF51AD0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6200000">
                <a:off x="-996499" y="4248547"/>
                <a:ext cx="4165325" cy="1046440"/>
              </a:xfrm>
              <a:prstGeom prst="rect">
                <a:avLst/>
              </a:prstGeom>
              <a:blipFill>
                <a:blip r:embed="rId4"/>
                <a:stretch>
                  <a:fillRect l="-7229" r="-168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A5E6FAF-F849-44AC-2DBF-C67757B49C79}"/>
              </a:ext>
            </a:extLst>
          </p:cNvPr>
          <p:cNvCxnSpPr/>
          <p:nvPr/>
        </p:nvCxnSpPr>
        <p:spPr>
          <a:xfrm>
            <a:off x="1000995" y="2566484"/>
            <a:ext cx="0" cy="297736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13">
            <a:extLst>
              <a:ext uri="{FF2B5EF4-FFF2-40B4-BE49-F238E27FC236}">
                <a16:creationId xmlns:a16="http://schemas.microsoft.com/office/drawing/2014/main" id="{C6E0DB53-421F-DF5F-CA9F-AB50553E92B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40331" y="2973911"/>
            <a:ext cx="1164333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algn="ctr"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0033CC"/>
                </a:solidFill>
                <a:latin typeface="Helvetica Neue"/>
                <a:ea typeface="+mn-ea"/>
                <a:cs typeface="+mn-cs"/>
              </a:rPr>
              <a:t>1</a:t>
            </a: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63F61D79-66BA-5D7A-C491-57ABB715A35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42661" y="4502063"/>
            <a:ext cx="1177751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algn="ctr"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C00000"/>
                </a:solidFill>
                <a:latin typeface="Helvetica Neue"/>
                <a:ea typeface="+mn-ea"/>
                <a:cs typeface="+mn-c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3">
                <a:extLst>
                  <a:ext uri="{FF2B5EF4-FFF2-40B4-BE49-F238E27FC236}">
                    <a16:creationId xmlns:a16="http://schemas.microsoft.com/office/drawing/2014/main" id="{8E5445CB-BCE7-1A03-736C-7300B341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0502" y="1631584"/>
                <a:ext cx="3828216" cy="4050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sz="4200">
                    <a:solidFill>
                      <a:schemeClr val="tx1"/>
                    </a:solidFill>
                    <a:latin typeface="Helvetic Neue"/>
                  </a:defRPr>
                </a:lvl1pPr>
                <a:lvl2pPr marL="742950" indent="-285750">
                  <a:spcBef>
                    <a:spcPct val="20000"/>
                  </a:spcBef>
                  <a:buSzPct val="75000"/>
                  <a:buBlip>
                    <a:blip r:embed="rId3"/>
                  </a:buBlip>
                  <a:defRPr sz="3600">
                    <a:solidFill>
                      <a:schemeClr val="tx1"/>
                    </a:solidFill>
                    <a:latin typeface="Helvetic Neue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3100">
                    <a:solidFill>
                      <a:schemeClr val="tx1"/>
                    </a:solidFill>
                    <a:latin typeface="Helvetic Neue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9pPr>
              </a:lstStyle>
              <a:p>
                <a:pPr algn="ctr" defTabSz="628361" hangingPunct="1">
                  <a:spcBef>
                    <a:spcPct val="0"/>
                  </a:spcBef>
                  <a:buNone/>
                </a:pPr>
                <a:r>
                  <a:rPr lang="en-US" altLang="en-US" sz="1949" b="1" kern="1200" dirty="0">
                    <a:solidFill>
                      <a:srgbClr val="FF0000"/>
                    </a:solidFill>
                    <a:latin typeface="Helvetica Neue"/>
                    <a:ea typeface="+mn-ea"/>
                    <a:cs typeface="+mn-cs"/>
                  </a:rPr>
                  <a:t>Level smoothing constant  </a:t>
                </a:r>
                <a:r>
                  <a:rPr lang="en-US" altLang="en-US" sz="1949" b="1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78" b="1" i="1" kern="120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𝜶</m:t>
                    </m:r>
                  </m:oMath>
                </a14:m>
                <a:r>
                  <a:rPr lang="en-US" altLang="en-US" sz="1949" b="1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)</a:t>
                </a:r>
                <a:endParaRPr lang="en-US" altLang="en-US" sz="1949" b="1" kern="1200" dirty="0">
                  <a:solidFill>
                    <a:srgbClr val="FF0000"/>
                  </a:solidFill>
                  <a:latin typeface="Helvetica Neu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 Box 13">
                <a:extLst>
                  <a:ext uri="{FF2B5EF4-FFF2-40B4-BE49-F238E27FC236}">
                    <a16:creationId xmlns:a16="http://schemas.microsoft.com/office/drawing/2014/main" id="{8E5445CB-BCE7-1A03-736C-7300B3414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0839" y="1192434"/>
                <a:ext cx="5894522" cy="573427"/>
              </a:xfrm>
              <a:prstGeom prst="rect">
                <a:avLst/>
              </a:prstGeom>
              <a:blipFill>
                <a:blip r:embed="rId5"/>
                <a:stretch>
                  <a:fillRect t="-10870" b="-282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3">
            <a:extLst>
              <a:ext uri="{FF2B5EF4-FFF2-40B4-BE49-F238E27FC236}">
                <a16:creationId xmlns:a16="http://schemas.microsoft.com/office/drawing/2014/main" id="{AC0708A9-264D-5A7B-7C3C-F2CA98540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156" y="2150065"/>
            <a:ext cx="1164333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algn="ctr"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0000FF"/>
                </a:solidFill>
                <a:latin typeface="Helvetica Neue"/>
                <a:ea typeface="+mn-ea"/>
                <a:cs typeface="+mn-cs"/>
              </a:rPr>
              <a:t>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84877A-6234-214C-FD4C-37AD810746FB}"/>
              </a:ext>
            </a:extLst>
          </p:cNvPr>
          <p:cNvCxnSpPr/>
          <p:nvPr/>
        </p:nvCxnSpPr>
        <p:spPr>
          <a:xfrm flipH="1" flipV="1">
            <a:off x="1827966" y="2065894"/>
            <a:ext cx="6719111" cy="2187"/>
          </a:xfrm>
          <a:prstGeom prst="line">
            <a:avLst/>
          </a:prstGeom>
          <a:ln w="254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3">
            <a:extLst>
              <a:ext uri="{FF2B5EF4-FFF2-40B4-BE49-F238E27FC236}">
                <a16:creationId xmlns:a16="http://schemas.microsoft.com/office/drawing/2014/main" id="{6262B9B9-4241-ABAF-9ABA-D87D32ECB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855" y="2145615"/>
            <a:ext cx="1885260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algn="ctr"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C00000"/>
                </a:solidFill>
                <a:latin typeface="Helvetica Neue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355991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2" grpId="0"/>
      <p:bldP spid="14" grpId="0"/>
      <p:bldP spid="15" grpId="0"/>
      <p:bldP spid="16" grpId="0"/>
      <p:bldP spid="17" grpId="0"/>
      <p:bldP spid="21" grpId="0"/>
      <p:bldP spid="22" grpId="0"/>
      <p:bldP spid="23" grpId="0"/>
      <p:bldP spid="24" grpId="0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FF5CEB-9B5A-E746-343E-064CEBE5E95D}"/>
              </a:ext>
            </a:extLst>
          </p:cNvPr>
          <p:cNvGraphicFramePr>
            <a:graphicFrameLocks noGrp="1"/>
          </p:cNvGraphicFramePr>
          <p:nvPr/>
        </p:nvGraphicFramePr>
        <p:xfrm>
          <a:off x="1817854" y="2505410"/>
          <a:ext cx="6767529" cy="30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3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4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5673"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59386" marR="59386" marT="29693" marB="29693"/>
                </a:tc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59386" marR="59386" marT="29693" marB="296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487"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59386" marR="59386" marT="29693" marB="29693"/>
                </a:tc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59386" marR="59386" marT="29693" marB="29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6C25A330-DF62-E685-A1FC-FCEF51AD0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-647179" y="3600165"/>
                <a:ext cx="2705183" cy="712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sz="4200">
                    <a:solidFill>
                      <a:schemeClr val="tx1"/>
                    </a:solidFill>
                    <a:latin typeface="Helvetic Neue"/>
                  </a:defRPr>
                </a:lvl1pPr>
                <a:lvl2pPr marL="742950" indent="-285750">
                  <a:spcBef>
                    <a:spcPct val="20000"/>
                  </a:spcBef>
                  <a:buSzPct val="75000"/>
                  <a:buBlip>
                    <a:blip r:embed="rId3"/>
                  </a:buBlip>
                  <a:defRPr sz="3600">
                    <a:solidFill>
                      <a:schemeClr val="tx1"/>
                    </a:solidFill>
                    <a:latin typeface="Helvetic Neue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3100">
                    <a:solidFill>
                      <a:schemeClr val="tx1"/>
                    </a:solidFill>
                    <a:latin typeface="Helvetic Neue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9pPr>
              </a:lstStyle>
              <a:p>
                <a:pPr algn="ctr" defTabSz="628361" hangingPunct="1">
                  <a:spcBef>
                    <a:spcPct val="0"/>
                  </a:spcBef>
                  <a:buNone/>
                </a:pPr>
                <a:r>
                  <a:rPr lang="en-US" altLang="en-US" sz="1949" b="1" kern="1200" dirty="0">
                    <a:solidFill>
                      <a:srgbClr val="006600"/>
                    </a:solidFill>
                    <a:latin typeface="Helvetica Neue"/>
                    <a:ea typeface="+mn-ea"/>
                    <a:cs typeface="+mn-cs"/>
                  </a:rPr>
                  <a:t>Trend smoothing constant </a:t>
                </a:r>
                <a14:m>
                  <m:oMath xmlns:m="http://schemas.openxmlformats.org/officeDocument/2006/math">
                    <m:r>
                      <a:rPr lang="en-US" sz="2078" b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IN" sz="2078" b="1" i="1" kern="12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𝞫</m:t>
                    </m:r>
                    <m:r>
                      <a:rPr lang="en-US" sz="2078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lang="en-US" altLang="en-US" sz="1949" b="1" kern="1200" dirty="0">
                  <a:solidFill>
                    <a:srgbClr val="006600"/>
                  </a:solidFill>
                  <a:latin typeface="Helvetica Neu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6C25A330-DF62-E685-A1FC-FCEF51AD0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6200000">
                <a:off x="-996499" y="4248547"/>
                <a:ext cx="4165325" cy="1046440"/>
              </a:xfrm>
              <a:prstGeom prst="rect">
                <a:avLst/>
              </a:prstGeom>
              <a:blipFill>
                <a:blip r:embed="rId4"/>
                <a:stretch>
                  <a:fillRect l="-7229" r="-168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A5E6FAF-F849-44AC-2DBF-C67757B49C79}"/>
              </a:ext>
            </a:extLst>
          </p:cNvPr>
          <p:cNvCxnSpPr/>
          <p:nvPr/>
        </p:nvCxnSpPr>
        <p:spPr>
          <a:xfrm>
            <a:off x="1000995" y="2566484"/>
            <a:ext cx="0" cy="297736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13">
            <a:extLst>
              <a:ext uri="{FF2B5EF4-FFF2-40B4-BE49-F238E27FC236}">
                <a16:creationId xmlns:a16="http://schemas.microsoft.com/office/drawing/2014/main" id="{C6E0DB53-421F-DF5F-CA9F-AB50553E92B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40331" y="2973911"/>
            <a:ext cx="1164333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algn="ctr"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0033CC"/>
                </a:solidFill>
                <a:latin typeface="Helvetica Neue"/>
                <a:ea typeface="+mn-ea"/>
                <a:cs typeface="+mn-cs"/>
              </a:rPr>
              <a:t>1</a:t>
            </a: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63F61D79-66BA-5D7A-C491-57ABB715A35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42661" y="4502063"/>
            <a:ext cx="1177751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algn="ctr"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C00000"/>
                </a:solidFill>
                <a:latin typeface="Helvetica Neue"/>
                <a:ea typeface="+mn-ea"/>
                <a:cs typeface="+mn-c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3">
                <a:extLst>
                  <a:ext uri="{FF2B5EF4-FFF2-40B4-BE49-F238E27FC236}">
                    <a16:creationId xmlns:a16="http://schemas.microsoft.com/office/drawing/2014/main" id="{8E5445CB-BCE7-1A03-736C-7300B341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0502" y="1631584"/>
                <a:ext cx="3828216" cy="4050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sz="4200">
                    <a:solidFill>
                      <a:schemeClr val="tx1"/>
                    </a:solidFill>
                    <a:latin typeface="Helvetic Neue"/>
                  </a:defRPr>
                </a:lvl1pPr>
                <a:lvl2pPr marL="742950" indent="-285750">
                  <a:spcBef>
                    <a:spcPct val="20000"/>
                  </a:spcBef>
                  <a:buSzPct val="75000"/>
                  <a:buBlip>
                    <a:blip r:embed="rId3"/>
                  </a:buBlip>
                  <a:defRPr sz="3600">
                    <a:solidFill>
                      <a:schemeClr val="tx1"/>
                    </a:solidFill>
                    <a:latin typeface="Helvetic Neue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3100">
                    <a:solidFill>
                      <a:schemeClr val="tx1"/>
                    </a:solidFill>
                    <a:latin typeface="Helvetic Neue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600">
                    <a:solidFill>
                      <a:schemeClr val="tx1"/>
                    </a:solidFill>
                    <a:latin typeface="Helvetic Neue"/>
                  </a:defRPr>
                </a:lvl9pPr>
              </a:lstStyle>
              <a:p>
                <a:pPr algn="ctr" defTabSz="628361" hangingPunct="1">
                  <a:spcBef>
                    <a:spcPct val="0"/>
                  </a:spcBef>
                  <a:buNone/>
                </a:pPr>
                <a:r>
                  <a:rPr lang="en-US" altLang="en-US" sz="1949" b="1" kern="1200" dirty="0">
                    <a:solidFill>
                      <a:srgbClr val="FF0000"/>
                    </a:solidFill>
                    <a:latin typeface="Helvetica Neue"/>
                    <a:ea typeface="+mn-ea"/>
                    <a:cs typeface="+mn-cs"/>
                  </a:rPr>
                  <a:t>Level smoothing constant  </a:t>
                </a:r>
                <a:r>
                  <a:rPr lang="en-US" altLang="en-US" sz="1949" b="1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r>
                      <a:rPr lang="en-IN" sz="2078" b="1" i="1" kern="120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𝜶</m:t>
                    </m:r>
                  </m:oMath>
                </a14:m>
                <a:r>
                  <a:rPr lang="en-US" altLang="en-US" sz="1949" b="1" kern="1200" dirty="0">
                    <a:solidFill>
                      <a:prstClr val="black"/>
                    </a:solidFill>
                    <a:latin typeface="Helvetica Neue"/>
                    <a:ea typeface="+mn-ea"/>
                    <a:cs typeface="+mn-cs"/>
                  </a:rPr>
                  <a:t>)</a:t>
                </a:r>
                <a:endParaRPr lang="en-US" altLang="en-US" sz="1949" b="1" kern="1200" dirty="0">
                  <a:solidFill>
                    <a:srgbClr val="FF0000"/>
                  </a:solidFill>
                  <a:latin typeface="Helvetica Neue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 Box 13">
                <a:extLst>
                  <a:ext uri="{FF2B5EF4-FFF2-40B4-BE49-F238E27FC236}">
                    <a16:creationId xmlns:a16="http://schemas.microsoft.com/office/drawing/2014/main" id="{8E5445CB-BCE7-1A03-736C-7300B3414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0839" y="1192434"/>
                <a:ext cx="5894522" cy="573427"/>
              </a:xfrm>
              <a:prstGeom prst="rect">
                <a:avLst/>
              </a:prstGeom>
              <a:blipFill>
                <a:blip r:embed="rId5"/>
                <a:stretch>
                  <a:fillRect t="-10870" b="-282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3">
            <a:extLst>
              <a:ext uri="{FF2B5EF4-FFF2-40B4-BE49-F238E27FC236}">
                <a16:creationId xmlns:a16="http://schemas.microsoft.com/office/drawing/2014/main" id="{AC0708A9-264D-5A7B-7C3C-F2CA98540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156" y="2150065"/>
            <a:ext cx="1164333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algn="ctr"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0000FF"/>
                </a:solidFill>
                <a:latin typeface="Helvetica Neue"/>
                <a:ea typeface="+mn-ea"/>
                <a:cs typeface="+mn-cs"/>
              </a:rPr>
              <a:t>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84877A-6234-214C-FD4C-37AD810746FB}"/>
              </a:ext>
            </a:extLst>
          </p:cNvPr>
          <p:cNvCxnSpPr/>
          <p:nvPr/>
        </p:nvCxnSpPr>
        <p:spPr>
          <a:xfrm flipH="1" flipV="1">
            <a:off x="1827966" y="2065894"/>
            <a:ext cx="6719111" cy="2187"/>
          </a:xfrm>
          <a:prstGeom prst="line">
            <a:avLst/>
          </a:prstGeom>
          <a:ln w="254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3">
            <a:extLst>
              <a:ext uri="{FF2B5EF4-FFF2-40B4-BE49-F238E27FC236}">
                <a16:creationId xmlns:a16="http://schemas.microsoft.com/office/drawing/2014/main" id="{6262B9B9-4241-ABAF-9ABA-D87D32ECB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855" y="2145615"/>
            <a:ext cx="1885260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algn="ctr" defTabSz="628361" hangingPunct="1">
              <a:spcBef>
                <a:spcPct val="0"/>
              </a:spcBef>
              <a:buNone/>
            </a:pPr>
            <a:r>
              <a:rPr lang="en-US" altLang="en-US" sz="1949" b="1" kern="1200" dirty="0">
                <a:solidFill>
                  <a:srgbClr val="C00000"/>
                </a:solidFill>
                <a:latin typeface="Helvetica Neue"/>
                <a:ea typeface="+mn-ea"/>
                <a:cs typeface="+mn-cs"/>
              </a:rPr>
              <a:t>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4579B9-B2F8-5647-7013-7436ACA0A8F1}"/>
              </a:ext>
            </a:extLst>
          </p:cNvPr>
          <p:cNvCxnSpPr/>
          <p:nvPr/>
        </p:nvCxnSpPr>
        <p:spPr>
          <a:xfrm>
            <a:off x="2033216" y="5214821"/>
            <a:ext cx="264720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55334341-694B-D50D-A9C2-589146438394}"/>
              </a:ext>
            </a:extLst>
          </p:cNvPr>
          <p:cNvSpPr/>
          <p:nvPr/>
        </p:nvSpPr>
        <p:spPr>
          <a:xfrm>
            <a:off x="2053346" y="4329724"/>
            <a:ext cx="2596879" cy="895823"/>
          </a:xfrm>
          <a:custGeom>
            <a:avLst/>
            <a:gdLst>
              <a:gd name="connsiteX0" fmla="*/ 15499 w 3998563"/>
              <a:gd name="connsiteY0" fmla="*/ 1379349 h 1379349"/>
              <a:gd name="connsiteX1" fmla="*/ 0 w 3998563"/>
              <a:gd name="connsiteY1" fmla="*/ 1270861 h 1379349"/>
              <a:gd name="connsiteX2" fmla="*/ 15499 w 3998563"/>
              <a:gd name="connsiteY2" fmla="*/ 1038387 h 1379349"/>
              <a:gd name="connsiteX3" fmla="*/ 30997 w 3998563"/>
              <a:gd name="connsiteY3" fmla="*/ 991892 h 1379349"/>
              <a:gd name="connsiteX4" fmla="*/ 61993 w 3998563"/>
              <a:gd name="connsiteY4" fmla="*/ 852407 h 1379349"/>
              <a:gd name="connsiteX5" fmla="*/ 77492 w 3998563"/>
              <a:gd name="connsiteY5" fmla="*/ 805912 h 1379349"/>
              <a:gd name="connsiteX6" fmla="*/ 154983 w 3998563"/>
              <a:gd name="connsiteY6" fmla="*/ 650929 h 1379349"/>
              <a:gd name="connsiteX7" fmla="*/ 201478 w 3998563"/>
              <a:gd name="connsiteY7" fmla="*/ 635431 h 1379349"/>
              <a:gd name="connsiteX8" fmla="*/ 247973 w 3998563"/>
              <a:gd name="connsiteY8" fmla="*/ 604434 h 1379349"/>
              <a:gd name="connsiteX9" fmla="*/ 325465 w 3998563"/>
              <a:gd name="connsiteY9" fmla="*/ 511444 h 1379349"/>
              <a:gd name="connsiteX10" fmla="*/ 464949 w 3998563"/>
              <a:gd name="connsiteY10" fmla="*/ 433953 h 1379349"/>
              <a:gd name="connsiteX11" fmla="*/ 604434 w 3998563"/>
              <a:gd name="connsiteY11" fmla="*/ 356461 h 1379349"/>
              <a:gd name="connsiteX12" fmla="*/ 759417 w 3998563"/>
              <a:gd name="connsiteY12" fmla="*/ 340963 h 1379349"/>
              <a:gd name="connsiteX13" fmla="*/ 991892 w 3998563"/>
              <a:gd name="connsiteY13" fmla="*/ 356461 h 1379349"/>
              <a:gd name="connsiteX14" fmla="*/ 1053885 w 3998563"/>
              <a:gd name="connsiteY14" fmla="*/ 371960 h 1379349"/>
              <a:gd name="connsiteX15" fmla="*/ 1286360 w 3998563"/>
              <a:gd name="connsiteY15" fmla="*/ 387458 h 1379349"/>
              <a:gd name="connsiteX16" fmla="*/ 1379349 w 3998563"/>
              <a:gd name="connsiteY16" fmla="*/ 418454 h 1379349"/>
              <a:gd name="connsiteX17" fmla="*/ 1472339 w 3998563"/>
              <a:gd name="connsiteY17" fmla="*/ 371960 h 1379349"/>
              <a:gd name="connsiteX18" fmla="*/ 1565329 w 3998563"/>
              <a:gd name="connsiteY18" fmla="*/ 340963 h 1379349"/>
              <a:gd name="connsiteX19" fmla="*/ 1611824 w 3998563"/>
              <a:gd name="connsiteY19" fmla="*/ 325465 h 1379349"/>
              <a:gd name="connsiteX20" fmla="*/ 1735810 w 3998563"/>
              <a:gd name="connsiteY20" fmla="*/ 309966 h 1379349"/>
              <a:gd name="connsiteX21" fmla="*/ 1828800 w 3998563"/>
              <a:gd name="connsiteY21" fmla="*/ 278970 h 1379349"/>
              <a:gd name="connsiteX22" fmla="*/ 1906292 w 3998563"/>
              <a:gd name="connsiteY22" fmla="*/ 247973 h 1379349"/>
              <a:gd name="connsiteX23" fmla="*/ 2092271 w 3998563"/>
              <a:gd name="connsiteY23" fmla="*/ 216977 h 1379349"/>
              <a:gd name="connsiteX24" fmla="*/ 2169763 w 3998563"/>
              <a:gd name="connsiteY24" fmla="*/ 201478 h 1379349"/>
              <a:gd name="connsiteX25" fmla="*/ 2340244 w 3998563"/>
              <a:gd name="connsiteY25" fmla="*/ 216977 h 1379349"/>
              <a:gd name="connsiteX26" fmla="*/ 2495227 w 3998563"/>
              <a:gd name="connsiteY26" fmla="*/ 232475 h 1379349"/>
              <a:gd name="connsiteX27" fmla="*/ 2541722 w 3998563"/>
              <a:gd name="connsiteY27" fmla="*/ 201478 h 1379349"/>
              <a:gd name="connsiteX28" fmla="*/ 2572719 w 3998563"/>
              <a:gd name="connsiteY28" fmla="*/ 154983 h 1379349"/>
              <a:gd name="connsiteX29" fmla="*/ 2712204 w 3998563"/>
              <a:gd name="connsiteY29" fmla="*/ 77492 h 1379349"/>
              <a:gd name="connsiteX30" fmla="*/ 2851688 w 3998563"/>
              <a:gd name="connsiteY30" fmla="*/ 92990 h 1379349"/>
              <a:gd name="connsiteX31" fmla="*/ 2898183 w 3998563"/>
              <a:gd name="connsiteY31" fmla="*/ 108488 h 1379349"/>
              <a:gd name="connsiteX32" fmla="*/ 3068665 w 3998563"/>
              <a:gd name="connsiteY32" fmla="*/ 92990 h 1379349"/>
              <a:gd name="connsiteX33" fmla="*/ 3177153 w 3998563"/>
              <a:gd name="connsiteY33" fmla="*/ 30997 h 1379349"/>
              <a:gd name="connsiteX34" fmla="*/ 3223648 w 3998563"/>
              <a:gd name="connsiteY34" fmla="*/ 15499 h 1379349"/>
              <a:gd name="connsiteX35" fmla="*/ 3301139 w 3998563"/>
              <a:gd name="connsiteY35" fmla="*/ 30997 h 1379349"/>
              <a:gd name="connsiteX36" fmla="*/ 3347634 w 3998563"/>
              <a:gd name="connsiteY36" fmla="*/ 46495 h 1379349"/>
              <a:gd name="connsiteX37" fmla="*/ 3487119 w 3998563"/>
              <a:gd name="connsiteY37" fmla="*/ 15499 h 1379349"/>
              <a:gd name="connsiteX38" fmla="*/ 3564610 w 3998563"/>
              <a:gd name="connsiteY38" fmla="*/ 0 h 1379349"/>
              <a:gd name="connsiteX39" fmla="*/ 3626604 w 3998563"/>
              <a:gd name="connsiteY39" fmla="*/ 15499 h 1379349"/>
              <a:gd name="connsiteX40" fmla="*/ 3719593 w 3998563"/>
              <a:gd name="connsiteY40" fmla="*/ 77492 h 1379349"/>
              <a:gd name="connsiteX41" fmla="*/ 3812583 w 3998563"/>
              <a:gd name="connsiteY41" fmla="*/ 108488 h 1379349"/>
              <a:gd name="connsiteX42" fmla="*/ 3936570 w 3998563"/>
              <a:gd name="connsiteY42" fmla="*/ 77492 h 1379349"/>
              <a:gd name="connsiteX43" fmla="*/ 3998563 w 3998563"/>
              <a:gd name="connsiteY43" fmla="*/ 30997 h 137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998563" h="1379349">
                <a:moveTo>
                  <a:pt x="15499" y="1379349"/>
                </a:moveTo>
                <a:cubicBezTo>
                  <a:pt x="10333" y="1343186"/>
                  <a:pt x="0" y="1307391"/>
                  <a:pt x="0" y="1270861"/>
                </a:cubicBezTo>
                <a:cubicBezTo>
                  <a:pt x="0" y="1193198"/>
                  <a:pt x="6922" y="1115575"/>
                  <a:pt x="15499" y="1038387"/>
                </a:cubicBezTo>
                <a:cubicBezTo>
                  <a:pt x="17303" y="1022150"/>
                  <a:pt x="26509" y="1007600"/>
                  <a:pt x="30997" y="991892"/>
                </a:cubicBezTo>
                <a:cubicBezTo>
                  <a:pt x="62823" y="880500"/>
                  <a:pt x="30026" y="980273"/>
                  <a:pt x="61993" y="852407"/>
                </a:cubicBezTo>
                <a:cubicBezTo>
                  <a:pt x="65955" y="836558"/>
                  <a:pt x="73004" y="821620"/>
                  <a:pt x="77492" y="805912"/>
                </a:cubicBezTo>
                <a:cubicBezTo>
                  <a:pt x="90351" y="760905"/>
                  <a:pt x="101592" y="668726"/>
                  <a:pt x="154983" y="650929"/>
                </a:cubicBezTo>
                <a:lnTo>
                  <a:pt x="201478" y="635431"/>
                </a:lnTo>
                <a:cubicBezTo>
                  <a:pt x="216976" y="625099"/>
                  <a:pt x="234802" y="617605"/>
                  <a:pt x="247973" y="604434"/>
                </a:cubicBezTo>
                <a:cubicBezTo>
                  <a:pt x="337518" y="514889"/>
                  <a:pt x="211212" y="600308"/>
                  <a:pt x="325465" y="511444"/>
                </a:cubicBezTo>
                <a:cubicBezTo>
                  <a:pt x="405402" y="449270"/>
                  <a:pt x="394797" y="457336"/>
                  <a:pt x="464949" y="433953"/>
                </a:cubicBezTo>
                <a:cubicBezTo>
                  <a:pt x="506212" y="406445"/>
                  <a:pt x="551243" y="364644"/>
                  <a:pt x="604434" y="356461"/>
                </a:cubicBezTo>
                <a:cubicBezTo>
                  <a:pt x="655749" y="348566"/>
                  <a:pt x="707756" y="346129"/>
                  <a:pt x="759417" y="340963"/>
                </a:cubicBezTo>
                <a:cubicBezTo>
                  <a:pt x="836909" y="346129"/>
                  <a:pt x="914655" y="348331"/>
                  <a:pt x="991892" y="356461"/>
                </a:cubicBezTo>
                <a:cubicBezTo>
                  <a:pt x="1013075" y="358691"/>
                  <a:pt x="1032702" y="369730"/>
                  <a:pt x="1053885" y="371960"/>
                </a:cubicBezTo>
                <a:cubicBezTo>
                  <a:pt x="1131122" y="380090"/>
                  <a:pt x="1208868" y="382292"/>
                  <a:pt x="1286360" y="387458"/>
                </a:cubicBezTo>
                <a:cubicBezTo>
                  <a:pt x="1317356" y="397790"/>
                  <a:pt x="1348353" y="428786"/>
                  <a:pt x="1379349" y="418454"/>
                </a:cubicBezTo>
                <a:cubicBezTo>
                  <a:pt x="1548906" y="361936"/>
                  <a:pt x="1292087" y="452072"/>
                  <a:pt x="1472339" y="371960"/>
                </a:cubicBezTo>
                <a:cubicBezTo>
                  <a:pt x="1502196" y="358690"/>
                  <a:pt x="1534332" y="351295"/>
                  <a:pt x="1565329" y="340963"/>
                </a:cubicBezTo>
                <a:cubicBezTo>
                  <a:pt x="1580827" y="335797"/>
                  <a:pt x="1595614" y="327491"/>
                  <a:pt x="1611824" y="325465"/>
                </a:cubicBezTo>
                <a:lnTo>
                  <a:pt x="1735810" y="309966"/>
                </a:lnTo>
                <a:cubicBezTo>
                  <a:pt x="1766807" y="299634"/>
                  <a:pt x="1798464" y="291105"/>
                  <a:pt x="1828800" y="278970"/>
                </a:cubicBezTo>
                <a:cubicBezTo>
                  <a:pt x="1854631" y="268638"/>
                  <a:pt x="1879211" y="254345"/>
                  <a:pt x="1906292" y="247973"/>
                </a:cubicBezTo>
                <a:cubicBezTo>
                  <a:pt x="1967469" y="233578"/>
                  <a:pt x="2030643" y="229303"/>
                  <a:pt x="2092271" y="216977"/>
                </a:cubicBezTo>
                <a:lnTo>
                  <a:pt x="2169763" y="201478"/>
                </a:lnTo>
                <a:cubicBezTo>
                  <a:pt x="2226590" y="206644"/>
                  <a:pt x="2284449" y="205021"/>
                  <a:pt x="2340244" y="216977"/>
                </a:cubicBezTo>
                <a:cubicBezTo>
                  <a:pt x="2514525" y="254323"/>
                  <a:pt x="2177299" y="277892"/>
                  <a:pt x="2495227" y="232475"/>
                </a:cubicBezTo>
                <a:cubicBezTo>
                  <a:pt x="2510725" y="222143"/>
                  <a:pt x="2528551" y="214649"/>
                  <a:pt x="2541722" y="201478"/>
                </a:cubicBezTo>
                <a:cubicBezTo>
                  <a:pt x="2554893" y="188307"/>
                  <a:pt x="2558701" y="167249"/>
                  <a:pt x="2572719" y="154983"/>
                </a:cubicBezTo>
                <a:cubicBezTo>
                  <a:pt x="2638309" y="97592"/>
                  <a:pt x="2648344" y="98778"/>
                  <a:pt x="2712204" y="77492"/>
                </a:cubicBezTo>
                <a:cubicBezTo>
                  <a:pt x="2758699" y="82658"/>
                  <a:pt x="2805544" y="85299"/>
                  <a:pt x="2851688" y="92990"/>
                </a:cubicBezTo>
                <a:cubicBezTo>
                  <a:pt x="2867802" y="95676"/>
                  <a:pt x="2881846" y="108488"/>
                  <a:pt x="2898183" y="108488"/>
                </a:cubicBezTo>
                <a:cubicBezTo>
                  <a:pt x="2955245" y="108488"/>
                  <a:pt x="3011838" y="98156"/>
                  <a:pt x="3068665" y="92990"/>
                </a:cubicBezTo>
                <a:cubicBezTo>
                  <a:pt x="3115360" y="61859"/>
                  <a:pt x="3122094" y="54593"/>
                  <a:pt x="3177153" y="30997"/>
                </a:cubicBezTo>
                <a:cubicBezTo>
                  <a:pt x="3192169" y="24562"/>
                  <a:pt x="3208150" y="20665"/>
                  <a:pt x="3223648" y="15499"/>
                </a:cubicBezTo>
                <a:cubicBezTo>
                  <a:pt x="3249478" y="20665"/>
                  <a:pt x="3275584" y="24608"/>
                  <a:pt x="3301139" y="30997"/>
                </a:cubicBezTo>
                <a:cubicBezTo>
                  <a:pt x="3316988" y="34959"/>
                  <a:pt x="3331297" y="46495"/>
                  <a:pt x="3347634" y="46495"/>
                </a:cubicBezTo>
                <a:cubicBezTo>
                  <a:pt x="3432924" y="46495"/>
                  <a:pt x="3423193" y="31481"/>
                  <a:pt x="3487119" y="15499"/>
                </a:cubicBezTo>
                <a:cubicBezTo>
                  <a:pt x="3512674" y="9110"/>
                  <a:pt x="3538780" y="5166"/>
                  <a:pt x="3564610" y="0"/>
                </a:cubicBezTo>
                <a:cubicBezTo>
                  <a:pt x="3585275" y="5166"/>
                  <a:pt x="3607552" y="5973"/>
                  <a:pt x="3626604" y="15499"/>
                </a:cubicBezTo>
                <a:cubicBezTo>
                  <a:pt x="3659924" y="32159"/>
                  <a:pt x="3684252" y="65712"/>
                  <a:pt x="3719593" y="77492"/>
                </a:cubicBezTo>
                <a:lnTo>
                  <a:pt x="3812583" y="108488"/>
                </a:lnTo>
                <a:cubicBezTo>
                  <a:pt x="3842055" y="102594"/>
                  <a:pt x="3904800" y="93377"/>
                  <a:pt x="3936570" y="77492"/>
                </a:cubicBezTo>
                <a:cubicBezTo>
                  <a:pt x="3971618" y="59968"/>
                  <a:pt x="3976768" y="52792"/>
                  <a:pt x="3998563" y="3099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 dirty="0">
              <a:solidFill>
                <a:prstClr val="white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BC35560-30F6-A776-633B-D8B28EB2794F}"/>
              </a:ext>
            </a:extLst>
          </p:cNvPr>
          <p:cNvCxnSpPr/>
          <p:nvPr/>
        </p:nvCxnSpPr>
        <p:spPr>
          <a:xfrm>
            <a:off x="2013085" y="3674258"/>
            <a:ext cx="264720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 34">
            <a:extLst>
              <a:ext uri="{FF2B5EF4-FFF2-40B4-BE49-F238E27FC236}">
                <a16:creationId xmlns:a16="http://schemas.microsoft.com/office/drawing/2014/main" id="{836A49BF-0352-8363-7112-2FA7F92C64B3}"/>
              </a:ext>
            </a:extLst>
          </p:cNvPr>
          <p:cNvSpPr/>
          <p:nvPr/>
        </p:nvSpPr>
        <p:spPr>
          <a:xfrm>
            <a:off x="2033216" y="2789161"/>
            <a:ext cx="2596879" cy="895823"/>
          </a:xfrm>
          <a:custGeom>
            <a:avLst/>
            <a:gdLst>
              <a:gd name="connsiteX0" fmla="*/ 15499 w 3998563"/>
              <a:gd name="connsiteY0" fmla="*/ 1379349 h 1379349"/>
              <a:gd name="connsiteX1" fmla="*/ 0 w 3998563"/>
              <a:gd name="connsiteY1" fmla="*/ 1270861 h 1379349"/>
              <a:gd name="connsiteX2" fmla="*/ 15499 w 3998563"/>
              <a:gd name="connsiteY2" fmla="*/ 1038387 h 1379349"/>
              <a:gd name="connsiteX3" fmla="*/ 30997 w 3998563"/>
              <a:gd name="connsiteY3" fmla="*/ 991892 h 1379349"/>
              <a:gd name="connsiteX4" fmla="*/ 61993 w 3998563"/>
              <a:gd name="connsiteY4" fmla="*/ 852407 h 1379349"/>
              <a:gd name="connsiteX5" fmla="*/ 77492 w 3998563"/>
              <a:gd name="connsiteY5" fmla="*/ 805912 h 1379349"/>
              <a:gd name="connsiteX6" fmla="*/ 154983 w 3998563"/>
              <a:gd name="connsiteY6" fmla="*/ 650929 h 1379349"/>
              <a:gd name="connsiteX7" fmla="*/ 201478 w 3998563"/>
              <a:gd name="connsiteY7" fmla="*/ 635431 h 1379349"/>
              <a:gd name="connsiteX8" fmla="*/ 247973 w 3998563"/>
              <a:gd name="connsiteY8" fmla="*/ 604434 h 1379349"/>
              <a:gd name="connsiteX9" fmla="*/ 325465 w 3998563"/>
              <a:gd name="connsiteY9" fmla="*/ 511444 h 1379349"/>
              <a:gd name="connsiteX10" fmla="*/ 464949 w 3998563"/>
              <a:gd name="connsiteY10" fmla="*/ 433953 h 1379349"/>
              <a:gd name="connsiteX11" fmla="*/ 604434 w 3998563"/>
              <a:gd name="connsiteY11" fmla="*/ 356461 h 1379349"/>
              <a:gd name="connsiteX12" fmla="*/ 759417 w 3998563"/>
              <a:gd name="connsiteY12" fmla="*/ 340963 h 1379349"/>
              <a:gd name="connsiteX13" fmla="*/ 991892 w 3998563"/>
              <a:gd name="connsiteY13" fmla="*/ 356461 h 1379349"/>
              <a:gd name="connsiteX14" fmla="*/ 1053885 w 3998563"/>
              <a:gd name="connsiteY14" fmla="*/ 371960 h 1379349"/>
              <a:gd name="connsiteX15" fmla="*/ 1286360 w 3998563"/>
              <a:gd name="connsiteY15" fmla="*/ 387458 h 1379349"/>
              <a:gd name="connsiteX16" fmla="*/ 1379349 w 3998563"/>
              <a:gd name="connsiteY16" fmla="*/ 418454 h 1379349"/>
              <a:gd name="connsiteX17" fmla="*/ 1472339 w 3998563"/>
              <a:gd name="connsiteY17" fmla="*/ 371960 h 1379349"/>
              <a:gd name="connsiteX18" fmla="*/ 1565329 w 3998563"/>
              <a:gd name="connsiteY18" fmla="*/ 340963 h 1379349"/>
              <a:gd name="connsiteX19" fmla="*/ 1611824 w 3998563"/>
              <a:gd name="connsiteY19" fmla="*/ 325465 h 1379349"/>
              <a:gd name="connsiteX20" fmla="*/ 1735810 w 3998563"/>
              <a:gd name="connsiteY20" fmla="*/ 309966 h 1379349"/>
              <a:gd name="connsiteX21" fmla="*/ 1828800 w 3998563"/>
              <a:gd name="connsiteY21" fmla="*/ 278970 h 1379349"/>
              <a:gd name="connsiteX22" fmla="*/ 1906292 w 3998563"/>
              <a:gd name="connsiteY22" fmla="*/ 247973 h 1379349"/>
              <a:gd name="connsiteX23" fmla="*/ 2092271 w 3998563"/>
              <a:gd name="connsiteY23" fmla="*/ 216977 h 1379349"/>
              <a:gd name="connsiteX24" fmla="*/ 2169763 w 3998563"/>
              <a:gd name="connsiteY24" fmla="*/ 201478 h 1379349"/>
              <a:gd name="connsiteX25" fmla="*/ 2340244 w 3998563"/>
              <a:gd name="connsiteY25" fmla="*/ 216977 h 1379349"/>
              <a:gd name="connsiteX26" fmla="*/ 2495227 w 3998563"/>
              <a:gd name="connsiteY26" fmla="*/ 232475 h 1379349"/>
              <a:gd name="connsiteX27" fmla="*/ 2541722 w 3998563"/>
              <a:gd name="connsiteY27" fmla="*/ 201478 h 1379349"/>
              <a:gd name="connsiteX28" fmla="*/ 2572719 w 3998563"/>
              <a:gd name="connsiteY28" fmla="*/ 154983 h 1379349"/>
              <a:gd name="connsiteX29" fmla="*/ 2712204 w 3998563"/>
              <a:gd name="connsiteY29" fmla="*/ 77492 h 1379349"/>
              <a:gd name="connsiteX30" fmla="*/ 2851688 w 3998563"/>
              <a:gd name="connsiteY30" fmla="*/ 92990 h 1379349"/>
              <a:gd name="connsiteX31" fmla="*/ 2898183 w 3998563"/>
              <a:gd name="connsiteY31" fmla="*/ 108488 h 1379349"/>
              <a:gd name="connsiteX32" fmla="*/ 3068665 w 3998563"/>
              <a:gd name="connsiteY32" fmla="*/ 92990 h 1379349"/>
              <a:gd name="connsiteX33" fmla="*/ 3177153 w 3998563"/>
              <a:gd name="connsiteY33" fmla="*/ 30997 h 1379349"/>
              <a:gd name="connsiteX34" fmla="*/ 3223648 w 3998563"/>
              <a:gd name="connsiteY34" fmla="*/ 15499 h 1379349"/>
              <a:gd name="connsiteX35" fmla="*/ 3301139 w 3998563"/>
              <a:gd name="connsiteY35" fmla="*/ 30997 h 1379349"/>
              <a:gd name="connsiteX36" fmla="*/ 3347634 w 3998563"/>
              <a:gd name="connsiteY36" fmla="*/ 46495 h 1379349"/>
              <a:gd name="connsiteX37" fmla="*/ 3487119 w 3998563"/>
              <a:gd name="connsiteY37" fmla="*/ 15499 h 1379349"/>
              <a:gd name="connsiteX38" fmla="*/ 3564610 w 3998563"/>
              <a:gd name="connsiteY38" fmla="*/ 0 h 1379349"/>
              <a:gd name="connsiteX39" fmla="*/ 3626604 w 3998563"/>
              <a:gd name="connsiteY39" fmla="*/ 15499 h 1379349"/>
              <a:gd name="connsiteX40" fmla="*/ 3719593 w 3998563"/>
              <a:gd name="connsiteY40" fmla="*/ 77492 h 1379349"/>
              <a:gd name="connsiteX41" fmla="*/ 3812583 w 3998563"/>
              <a:gd name="connsiteY41" fmla="*/ 108488 h 1379349"/>
              <a:gd name="connsiteX42" fmla="*/ 3936570 w 3998563"/>
              <a:gd name="connsiteY42" fmla="*/ 77492 h 1379349"/>
              <a:gd name="connsiteX43" fmla="*/ 3998563 w 3998563"/>
              <a:gd name="connsiteY43" fmla="*/ 30997 h 137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998563" h="1379349">
                <a:moveTo>
                  <a:pt x="15499" y="1379349"/>
                </a:moveTo>
                <a:cubicBezTo>
                  <a:pt x="10333" y="1343186"/>
                  <a:pt x="0" y="1307391"/>
                  <a:pt x="0" y="1270861"/>
                </a:cubicBezTo>
                <a:cubicBezTo>
                  <a:pt x="0" y="1193198"/>
                  <a:pt x="6922" y="1115575"/>
                  <a:pt x="15499" y="1038387"/>
                </a:cubicBezTo>
                <a:cubicBezTo>
                  <a:pt x="17303" y="1022150"/>
                  <a:pt x="26509" y="1007600"/>
                  <a:pt x="30997" y="991892"/>
                </a:cubicBezTo>
                <a:cubicBezTo>
                  <a:pt x="62823" y="880500"/>
                  <a:pt x="30026" y="980273"/>
                  <a:pt x="61993" y="852407"/>
                </a:cubicBezTo>
                <a:cubicBezTo>
                  <a:pt x="65955" y="836558"/>
                  <a:pt x="73004" y="821620"/>
                  <a:pt x="77492" y="805912"/>
                </a:cubicBezTo>
                <a:cubicBezTo>
                  <a:pt x="90351" y="760905"/>
                  <a:pt x="101592" y="668726"/>
                  <a:pt x="154983" y="650929"/>
                </a:cubicBezTo>
                <a:lnTo>
                  <a:pt x="201478" y="635431"/>
                </a:lnTo>
                <a:cubicBezTo>
                  <a:pt x="216976" y="625099"/>
                  <a:pt x="234802" y="617605"/>
                  <a:pt x="247973" y="604434"/>
                </a:cubicBezTo>
                <a:cubicBezTo>
                  <a:pt x="337518" y="514889"/>
                  <a:pt x="211212" y="600308"/>
                  <a:pt x="325465" y="511444"/>
                </a:cubicBezTo>
                <a:cubicBezTo>
                  <a:pt x="405402" y="449270"/>
                  <a:pt x="394797" y="457336"/>
                  <a:pt x="464949" y="433953"/>
                </a:cubicBezTo>
                <a:cubicBezTo>
                  <a:pt x="506212" y="406445"/>
                  <a:pt x="551243" y="364644"/>
                  <a:pt x="604434" y="356461"/>
                </a:cubicBezTo>
                <a:cubicBezTo>
                  <a:pt x="655749" y="348566"/>
                  <a:pt x="707756" y="346129"/>
                  <a:pt x="759417" y="340963"/>
                </a:cubicBezTo>
                <a:cubicBezTo>
                  <a:pt x="836909" y="346129"/>
                  <a:pt x="914655" y="348331"/>
                  <a:pt x="991892" y="356461"/>
                </a:cubicBezTo>
                <a:cubicBezTo>
                  <a:pt x="1013075" y="358691"/>
                  <a:pt x="1032702" y="369730"/>
                  <a:pt x="1053885" y="371960"/>
                </a:cubicBezTo>
                <a:cubicBezTo>
                  <a:pt x="1131122" y="380090"/>
                  <a:pt x="1208868" y="382292"/>
                  <a:pt x="1286360" y="387458"/>
                </a:cubicBezTo>
                <a:cubicBezTo>
                  <a:pt x="1317356" y="397790"/>
                  <a:pt x="1348353" y="428786"/>
                  <a:pt x="1379349" y="418454"/>
                </a:cubicBezTo>
                <a:cubicBezTo>
                  <a:pt x="1548906" y="361936"/>
                  <a:pt x="1292087" y="452072"/>
                  <a:pt x="1472339" y="371960"/>
                </a:cubicBezTo>
                <a:cubicBezTo>
                  <a:pt x="1502196" y="358690"/>
                  <a:pt x="1534332" y="351295"/>
                  <a:pt x="1565329" y="340963"/>
                </a:cubicBezTo>
                <a:cubicBezTo>
                  <a:pt x="1580827" y="335797"/>
                  <a:pt x="1595614" y="327491"/>
                  <a:pt x="1611824" y="325465"/>
                </a:cubicBezTo>
                <a:lnTo>
                  <a:pt x="1735810" y="309966"/>
                </a:lnTo>
                <a:cubicBezTo>
                  <a:pt x="1766807" y="299634"/>
                  <a:pt x="1798464" y="291105"/>
                  <a:pt x="1828800" y="278970"/>
                </a:cubicBezTo>
                <a:cubicBezTo>
                  <a:pt x="1854631" y="268638"/>
                  <a:pt x="1879211" y="254345"/>
                  <a:pt x="1906292" y="247973"/>
                </a:cubicBezTo>
                <a:cubicBezTo>
                  <a:pt x="1967469" y="233578"/>
                  <a:pt x="2030643" y="229303"/>
                  <a:pt x="2092271" y="216977"/>
                </a:cubicBezTo>
                <a:lnTo>
                  <a:pt x="2169763" y="201478"/>
                </a:lnTo>
                <a:cubicBezTo>
                  <a:pt x="2226590" y="206644"/>
                  <a:pt x="2284449" y="205021"/>
                  <a:pt x="2340244" y="216977"/>
                </a:cubicBezTo>
                <a:cubicBezTo>
                  <a:pt x="2514525" y="254323"/>
                  <a:pt x="2177299" y="277892"/>
                  <a:pt x="2495227" y="232475"/>
                </a:cubicBezTo>
                <a:cubicBezTo>
                  <a:pt x="2510725" y="222143"/>
                  <a:pt x="2528551" y="214649"/>
                  <a:pt x="2541722" y="201478"/>
                </a:cubicBezTo>
                <a:cubicBezTo>
                  <a:pt x="2554893" y="188307"/>
                  <a:pt x="2558701" y="167249"/>
                  <a:pt x="2572719" y="154983"/>
                </a:cubicBezTo>
                <a:cubicBezTo>
                  <a:pt x="2638309" y="97592"/>
                  <a:pt x="2648344" y="98778"/>
                  <a:pt x="2712204" y="77492"/>
                </a:cubicBezTo>
                <a:cubicBezTo>
                  <a:pt x="2758699" y="82658"/>
                  <a:pt x="2805544" y="85299"/>
                  <a:pt x="2851688" y="92990"/>
                </a:cubicBezTo>
                <a:cubicBezTo>
                  <a:pt x="2867802" y="95676"/>
                  <a:pt x="2881846" y="108488"/>
                  <a:pt x="2898183" y="108488"/>
                </a:cubicBezTo>
                <a:cubicBezTo>
                  <a:pt x="2955245" y="108488"/>
                  <a:pt x="3011838" y="98156"/>
                  <a:pt x="3068665" y="92990"/>
                </a:cubicBezTo>
                <a:cubicBezTo>
                  <a:pt x="3115360" y="61859"/>
                  <a:pt x="3122094" y="54593"/>
                  <a:pt x="3177153" y="30997"/>
                </a:cubicBezTo>
                <a:cubicBezTo>
                  <a:pt x="3192169" y="24562"/>
                  <a:pt x="3208150" y="20665"/>
                  <a:pt x="3223648" y="15499"/>
                </a:cubicBezTo>
                <a:cubicBezTo>
                  <a:pt x="3249478" y="20665"/>
                  <a:pt x="3275584" y="24608"/>
                  <a:pt x="3301139" y="30997"/>
                </a:cubicBezTo>
                <a:cubicBezTo>
                  <a:pt x="3316988" y="34959"/>
                  <a:pt x="3331297" y="46495"/>
                  <a:pt x="3347634" y="46495"/>
                </a:cubicBezTo>
                <a:cubicBezTo>
                  <a:pt x="3432924" y="46495"/>
                  <a:pt x="3423193" y="31481"/>
                  <a:pt x="3487119" y="15499"/>
                </a:cubicBezTo>
                <a:cubicBezTo>
                  <a:pt x="3512674" y="9110"/>
                  <a:pt x="3538780" y="5166"/>
                  <a:pt x="3564610" y="0"/>
                </a:cubicBezTo>
                <a:cubicBezTo>
                  <a:pt x="3585275" y="5166"/>
                  <a:pt x="3607552" y="5973"/>
                  <a:pt x="3626604" y="15499"/>
                </a:cubicBezTo>
                <a:cubicBezTo>
                  <a:pt x="3659924" y="32159"/>
                  <a:pt x="3684252" y="65712"/>
                  <a:pt x="3719593" y="77492"/>
                </a:cubicBezTo>
                <a:lnTo>
                  <a:pt x="3812583" y="108488"/>
                </a:lnTo>
                <a:cubicBezTo>
                  <a:pt x="3842055" y="102594"/>
                  <a:pt x="3904800" y="93377"/>
                  <a:pt x="3936570" y="77492"/>
                </a:cubicBezTo>
                <a:cubicBezTo>
                  <a:pt x="3971618" y="59968"/>
                  <a:pt x="3976768" y="52792"/>
                  <a:pt x="3998563" y="3099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 dirty="0">
              <a:solidFill>
                <a:prstClr val="white"/>
              </a:solidFill>
            </a:endParaRPr>
          </a:p>
        </p:txBody>
      </p:sp>
      <p:sp>
        <p:nvSpPr>
          <p:cNvPr id="36" name="Text Box 13">
            <a:extLst>
              <a:ext uri="{FF2B5EF4-FFF2-40B4-BE49-F238E27FC236}">
                <a16:creationId xmlns:a16="http://schemas.microsoft.com/office/drawing/2014/main" id="{6FCF3F87-F8E7-D03A-A7E0-66028A10B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316" y="4861560"/>
            <a:ext cx="966629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US" altLang="en-US" sz="1559" b="1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Forecast</a:t>
            </a:r>
            <a:endParaRPr lang="en-US" altLang="en-US" sz="1559" b="1" kern="1200" baseline="-25000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37" name="Text Box 13">
            <a:extLst>
              <a:ext uri="{FF2B5EF4-FFF2-40B4-BE49-F238E27FC236}">
                <a16:creationId xmlns:a16="http://schemas.microsoft.com/office/drawing/2014/main" id="{E96F9F95-DAF0-BEA9-AD36-BDCBD78D5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316" y="3994794"/>
            <a:ext cx="966629" cy="332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US" altLang="en-US" sz="1559" b="1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Actual</a:t>
            </a:r>
            <a:endParaRPr lang="en-US" altLang="en-US" sz="1559" b="1" kern="1200" baseline="-250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38" name="Text Box 13">
            <a:extLst>
              <a:ext uri="{FF2B5EF4-FFF2-40B4-BE49-F238E27FC236}">
                <a16:creationId xmlns:a16="http://schemas.microsoft.com/office/drawing/2014/main" id="{16747BF7-D1F8-08C5-FAD2-B961B6784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594" y="3370625"/>
            <a:ext cx="966629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US" altLang="en-US" sz="1559" b="1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Forecast</a:t>
            </a:r>
            <a:endParaRPr lang="en-US" altLang="en-US" sz="1559" b="1" kern="1200" baseline="-25000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39" name="Text Box 13">
            <a:extLst>
              <a:ext uri="{FF2B5EF4-FFF2-40B4-BE49-F238E27FC236}">
                <a16:creationId xmlns:a16="http://schemas.microsoft.com/office/drawing/2014/main" id="{4531A157-5788-2874-433F-A12251FEE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594" y="2503859"/>
            <a:ext cx="966629" cy="332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US" altLang="en-US" sz="1559" b="1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Actual</a:t>
            </a:r>
            <a:endParaRPr lang="en-US" altLang="en-US" sz="1559" b="1" kern="1200" baseline="-25000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C2800435-FE07-5E18-80D9-550CC2311DCA}"/>
              </a:ext>
            </a:extLst>
          </p:cNvPr>
          <p:cNvSpPr/>
          <p:nvPr/>
        </p:nvSpPr>
        <p:spPr>
          <a:xfrm>
            <a:off x="5558046" y="4250294"/>
            <a:ext cx="2596879" cy="895823"/>
          </a:xfrm>
          <a:custGeom>
            <a:avLst/>
            <a:gdLst>
              <a:gd name="connsiteX0" fmla="*/ 15499 w 3998563"/>
              <a:gd name="connsiteY0" fmla="*/ 1379349 h 1379349"/>
              <a:gd name="connsiteX1" fmla="*/ 0 w 3998563"/>
              <a:gd name="connsiteY1" fmla="*/ 1270861 h 1379349"/>
              <a:gd name="connsiteX2" fmla="*/ 15499 w 3998563"/>
              <a:gd name="connsiteY2" fmla="*/ 1038387 h 1379349"/>
              <a:gd name="connsiteX3" fmla="*/ 30997 w 3998563"/>
              <a:gd name="connsiteY3" fmla="*/ 991892 h 1379349"/>
              <a:gd name="connsiteX4" fmla="*/ 61993 w 3998563"/>
              <a:gd name="connsiteY4" fmla="*/ 852407 h 1379349"/>
              <a:gd name="connsiteX5" fmla="*/ 77492 w 3998563"/>
              <a:gd name="connsiteY5" fmla="*/ 805912 h 1379349"/>
              <a:gd name="connsiteX6" fmla="*/ 154983 w 3998563"/>
              <a:gd name="connsiteY6" fmla="*/ 650929 h 1379349"/>
              <a:gd name="connsiteX7" fmla="*/ 201478 w 3998563"/>
              <a:gd name="connsiteY7" fmla="*/ 635431 h 1379349"/>
              <a:gd name="connsiteX8" fmla="*/ 247973 w 3998563"/>
              <a:gd name="connsiteY8" fmla="*/ 604434 h 1379349"/>
              <a:gd name="connsiteX9" fmla="*/ 325465 w 3998563"/>
              <a:gd name="connsiteY9" fmla="*/ 511444 h 1379349"/>
              <a:gd name="connsiteX10" fmla="*/ 464949 w 3998563"/>
              <a:gd name="connsiteY10" fmla="*/ 433953 h 1379349"/>
              <a:gd name="connsiteX11" fmla="*/ 604434 w 3998563"/>
              <a:gd name="connsiteY11" fmla="*/ 356461 h 1379349"/>
              <a:gd name="connsiteX12" fmla="*/ 759417 w 3998563"/>
              <a:gd name="connsiteY12" fmla="*/ 340963 h 1379349"/>
              <a:gd name="connsiteX13" fmla="*/ 991892 w 3998563"/>
              <a:gd name="connsiteY13" fmla="*/ 356461 h 1379349"/>
              <a:gd name="connsiteX14" fmla="*/ 1053885 w 3998563"/>
              <a:gd name="connsiteY14" fmla="*/ 371960 h 1379349"/>
              <a:gd name="connsiteX15" fmla="*/ 1286360 w 3998563"/>
              <a:gd name="connsiteY15" fmla="*/ 387458 h 1379349"/>
              <a:gd name="connsiteX16" fmla="*/ 1379349 w 3998563"/>
              <a:gd name="connsiteY16" fmla="*/ 418454 h 1379349"/>
              <a:gd name="connsiteX17" fmla="*/ 1472339 w 3998563"/>
              <a:gd name="connsiteY17" fmla="*/ 371960 h 1379349"/>
              <a:gd name="connsiteX18" fmla="*/ 1565329 w 3998563"/>
              <a:gd name="connsiteY18" fmla="*/ 340963 h 1379349"/>
              <a:gd name="connsiteX19" fmla="*/ 1611824 w 3998563"/>
              <a:gd name="connsiteY19" fmla="*/ 325465 h 1379349"/>
              <a:gd name="connsiteX20" fmla="*/ 1735810 w 3998563"/>
              <a:gd name="connsiteY20" fmla="*/ 309966 h 1379349"/>
              <a:gd name="connsiteX21" fmla="*/ 1828800 w 3998563"/>
              <a:gd name="connsiteY21" fmla="*/ 278970 h 1379349"/>
              <a:gd name="connsiteX22" fmla="*/ 1906292 w 3998563"/>
              <a:gd name="connsiteY22" fmla="*/ 247973 h 1379349"/>
              <a:gd name="connsiteX23" fmla="*/ 2092271 w 3998563"/>
              <a:gd name="connsiteY23" fmla="*/ 216977 h 1379349"/>
              <a:gd name="connsiteX24" fmla="*/ 2169763 w 3998563"/>
              <a:gd name="connsiteY24" fmla="*/ 201478 h 1379349"/>
              <a:gd name="connsiteX25" fmla="*/ 2340244 w 3998563"/>
              <a:gd name="connsiteY25" fmla="*/ 216977 h 1379349"/>
              <a:gd name="connsiteX26" fmla="*/ 2495227 w 3998563"/>
              <a:gd name="connsiteY26" fmla="*/ 232475 h 1379349"/>
              <a:gd name="connsiteX27" fmla="*/ 2541722 w 3998563"/>
              <a:gd name="connsiteY27" fmla="*/ 201478 h 1379349"/>
              <a:gd name="connsiteX28" fmla="*/ 2572719 w 3998563"/>
              <a:gd name="connsiteY28" fmla="*/ 154983 h 1379349"/>
              <a:gd name="connsiteX29" fmla="*/ 2712204 w 3998563"/>
              <a:gd name="connsiteY29" fmla="*/ 77492 h 1379349"/>
              <a:gd name="connsiteX30" fmla="*/ 2851688 w 3998563"/>
              <a:gd name="connsiteY30" fmla="*/ 92990 h 1379349"/>
              <a:gd name="connsiteX31" fmla="*/ 2898183 w 3998563"/>
              <a:gd name="connsiteY31" fmla="*/ 108488 h 1379349"/>
              <a:gd name="connsiteX32" fmla="*/ 3068665 w 3998563"/>
              <a:gd name="connsiteY32" fmla="*/ 92990 h 1379349"/>
              <a:gd name="connsiteX33" fmla="*/ 3177153 w 3998563"/>
              <a:gd name="connsiteY33" fmla="*/ 30997 h 1379349"/>
              <a:gd name="connsiteX34" fmla="*/ 3223648 w 3998563"/>
              <a:gd name="connsiteY34" fmla="*/ 15499 h 1379349"/>
              <a:gd name="connsiteX35" fmla="*/ 3301139 w 3998563"/>
              <a:gd name="connsiteY35" fmla="*/ 30997 h 1379349"/>
              <a:gd name="connsiteX36" fmla="*/ 3347634 w 3998563"/>
              <a:gd name="connsiteY36" fmla="*/ 46495 h 1379349"/>
              <a:gd name="connsiteX37" fmla="*/ 3487119 w 3998563"/>
              <a:gd name="connsiteY37" fmla="*/ 15499 h 1379349"/>
              <a:gd name="connsiteX38" fmla="*/ 3564610 w 3998563"/>
              <a:gd name="connsiteY38" fmla="*/ 0 h 1379349"/>
              <a:gd name="connsiteX39" fmla="*/ 3626604 w 3998563"/>
              <a:gd name="connsiteY39" fmla="*/ 15499 h 1379349"/>
              <a:gd name="connsiteX40" fmla="*/ 3719593 w 3998563"/>
              <a:gd name="connsiteY40" fmla="*/ 77492 h 1379349"/>
              <a:gd name="connsiteX41" fmla="*/ 3812583 w 3998563"/>
              <a:gd name="connsiteY41" fmla="*/ 108488 h 1379349"/>
              <a:gd name="connsiteX42" fmla="*/ 3936570 w 3998563"/>
              <a:gd name="connsiteY42" fmla="*/ 77492 h 1379349"/>
              <a:gd name="connsiteX43" fmla="*/ 3998563 w 3998563"/>
              <a:gd name="connsiteY43" fmla="*/ 30997 h 137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998563" h="1379349">
                <a:moveTo>
                  <a:pt x="15499" y="1379349"/>
                </a:moveTo>
                <a:cubicBezTo>
                  <a:pt x="10333" y="1343186"/>
                  <a:pt x="0" y="1307391"/>
                  <a:pt x="0" y="1270861"/>
                </a:cubicBezTo>
                <a:cubicBezTo>
                  <a:pt x="0" y="1193198"/>
                  <a:pt x="6922" y="1115575"/>
                  <a:pt x="15499" y="1038387"/>
                </a:cubicBezTo>
                <a:cubicBezTo>
                  <a:pt x="17303" y="1022150"/>
                  <a:pt x="26509" y="1007600"/>
                  <a:pt x="30997" y="991892"/>
                </a:cubicBezTo>
                <a:cubicBezTo>
                  <a:pt x="62823" y="880500"/>
                  <a:pt x="30026" y="980273"/>
                  <a:pt x="61993" y="852407"/>
                </a:cubicBezTo>
                <a:cubicBezTo>
                  <a:pt x="65955" y="836558"/>
                  <a:pt x="73004" y="821620"/>
                  <a:pt x="77492" y="805912"/>
                </a:cubicBezTo>
                <a:cubicBezTo>
                  <a:pt x="90351" y="760905"/>
                  <a:pt x="101592" y="668726"/>
                  <a:pt x="154983" y="650929"/>
                </a:cubicBezTo>
                <a:lnTo>
                  <a:pt x="201478" y="635431"/>
                </a:lnTo>
                <a:cubicBezTo>
                  <a:pt x="216976" y="625099"/>
                  <a:pt x="234802" y="617605"/>
                  <a:pt x="247973" y="604434"/>
                </a:cubicBezTo>
                <a:cubicBezTo>
                  <a:pt x="337518" y="514889"/>
                  <a:pt x="211212" y="600308"/>
                  <a:pt x="325465" y="511444"/>
                </a:cubicBezTo>
                <a:cubicBezTo>
                  <a:pt x="405402" y="449270"/>
                  <a:pt x="394797" y="457336"/>
                  <a:pt x="464949" y="433953"/>
                </a:cubicBezTo>
                <a:cubicBezTo>
                  <a:pt x="506212" y="406445"/>
                  <a:pt x="551243" y="364644"/>
                  <a:pt x="604434" y="356461"/>
                </a:cubicBezTo>
                <a:cubicBezTo>
                  <a:pt x="655749" y="348566"/>
                  <a:pt x="707756" y="346129"/>
                  <a:pt x="759417" y="340963"/>
                </a:cubicBezTo>
                <a:cubicBezTo>
                  <a:pt x="836909" y="346129"/>
                  <a:pt x="914655" y="348331"/>
                  <a:pt x="991892" y="356461"/>
                </a:cubicBezTo>
                <a:cubicBezTo>
                  <a:pt x="1013075" y="358691"/>
                  <a:pt x="1032702" y="369730"/>
                  <a:pt x="1053885" y="371960"/>
                </a:cubicBezTo>
                <a:cubicBezTo>
                  <a:pt x="1131122" y="380090"/>
                  <a:pt x="1208868" y="382292"/>
                  <a:pt x="1286360" y="387458"/>
                </a:cubicBezTo>
                <a:cubicBezTo>
                  <a:pt x="1317356" y="397790"/>
                  <a:pt x="1348353" y="428786"/>
                  <a:pt x="1379349" y="418454"/>
                </a:cubicBezTo>
                <a:cubicBezTo>
                  <a:pt x="1548906" y="361936"/>
                  <a:pt x="1292087" y="452072"/>
                  <a:pt x="1472339" y="371960"/>
                </a:cubicBezTo>
                <a:cubicBezTo>
                  <a:pt x="1502196" y="358690"/>
                  <a:pt x="1534332" y="351295"/>
                  <a:pt x="1565329" y="340963"/>
                </a:cubicBezTo>
                <a:cubicBezTo>
                  <a:pt x="1580827" y="335797"/>
                  <a:pt x="1595614" y="327491"/>
                  <a:pt x="1611824" y="325465"/>
                </a:cubicBezTo>
                <a:lnTo>
                  <a:pt x="1735810" y="309966"/>
                </a:lnTo>
                <a:cubicBezTo>
                  <a:pt x="1766807" y="299634"/>
                  <a:pt x="1798464" y="291105"/>
                  <a:pt x="1828800" y="278970"/>
                </a:cubicBezTo>
                <a:cubicBezTo>
                  <a:pt x="1854631" y="268638"/>
                  <a:pt x="1879211" y="254345"/>
                  <a:pt x="1906292" y="247973"/>
                </a:cubicBezTo>
                <a:cubicBezTo>
                  <a:pt x="1967469" y="233578"/>
                  <a:pt x="2030643" y="229303"/>
                  <a:pt x="2092271" y="216977"/>
                </a:cubicBezTo>
                <a:lnTo>
                  <a:pt x="2169763" y="201478"/>
                </a:lnTo>
                <a:cubicBezTo>
                  <a:pt x="2226590" y="206644"/>
                  <a:pt x="2284449" y="205021"/>
                  <a:pt x="2340244" y="216977"/>
                </a:cubicBezTo>
                <a:cubicBezTo>
                  <a:pt x="2514525" y="254323"/>
                  <a:pt x="2177299" y="277892"/>
                  <a:pt x="2495227" y="232475"/>
                </a:cubicBezTo>
                <a:cubicBezTo>
                  <a:pt x="2510725" y="222143"/>
                  <a:pt x="2528551" y="214649"/>
                  <a:pt x="2541722" y="201478"/>
                </a:cubicBezTo>
                <a:cubicBezTo>
                  <a:pt x="2554893" y="188307"/>
                  <a:pt x="2558701" y="167249"/>
                  <a:pt x="2572719" y="154983"/>
                </a:cubicBezTo>
                <a:cubicBezTo>
                  <a:pt x="2638309" y="97592"/>
                  <a:pt x="2648344" y="98778"/>
                  <a:pt x="2712204" y="77492"/>
                </a:cubicBezTo>
                <a:cubicBezTo>
                  <a:pt x="2758699" y="82658"/>
                  <a:pt x="2805544" y="85299"/>
                  <a:pt x="2851688" y="92990"/>
                </a:cubicBezTo>
                <a:cubicBezTo>
                  <a:pt x="2867802" y="95676"/>
                  <a:pt x="2881846" y="108488"/>
                  <a:pt x="2898183" y="108488"/>
                </a:cubicBezTo>
                <a:cubicBezTo>
                  <a:pt x="2955245" y="108488"/>
                  <a:pt x="3011838" y="98156"/>
                  <a:pt x="3068665" y="92990"/>
                </a:cubicBezTo>
                <a:cubicBezTo>
                  <a:pt x="3115360" y="61859"/>
                  <a:pt x="3122094" y="54593"/>
                  <a:pt x="3177153" y="30997"/>
                </a:cubicBezTo>
                <a:cubicBezTo>
                  <a:pt x="3192169" y="24562"/>
                  <a:pt x="3208150" y="20665"/>
                  <a:pt x="3223648" y="15499"/>
                </a:cubicBezTo>
                <a:cubicBezTo>
                  <a:pt x="3249478" y="20665"/>
                  <a:pt x="3275584" y="24608"/>
                  <a:pt x="3301139" y="30997"/>
                </a:cubicBezTo>
                <a:cubicBezTo>
                  <a:pt x="3316988" y="34959"/>
                  <a:pt x="3331297" y="46495"/>
                  <a:pt x="3347634" y="46495"/>
                </a:cubicBezTo>
                <a:cubicBezTo>
                  <a:pt x="3432924" y="46495"/>
                  <a:pt x="3423193" y="31481"/>
                  <a:pt x="3487119" y="15499"/>
                </a:cubicBezTo>
                <a:cubicBezTo>
                  <a:pt x="3512674" y="9110"/>
                  <a:pt x="3538780" y="5166"/>
                  <a:pt x="3564610" y="0"/>
                </a:cubicBezTo>
                <a:cubicBezTo>
                  <a:pt x="3585275" y="5166"/>
                  <a:pt x="3607552" y="5973"/>
                  <a:pt x="3626604" y="15499"/>
                </a:cubicBezTo>
                <a:cubicBezTo>
                  <a:pt x="3659924" y="32159"/>
                  <a:pt x="3684252" y="65712"/>
                  <a:pt x="3719593" y="77492"/>
                </a:cubicBezTo>
                <a:lnTo>
                  <a:pt x="3812583" y="108488"/>
                </a:lnTo>
                <a:cubicBezTo>
                  <a:pt x="3842055" y="102594"/>
                  <a:pt x="3904800" y="93377"/>
                  <a:pt x="3936570" y="77492"/>
                </a:cubicBezTo>
                <a:cubicBezTo>
                  <a:pt x="3971618" y="59968"/>
                  <a:pt x="3976768" y="52792"/>
                  <a:pt x="3998563" y="3099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 dirty="0">
              <a:solidFill>
                <a:prstClr val="white"/>
              </a:solidFill>
            </a:endParaRP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BB788441-F952-6B4E-59F3-B3753DB49AAB}"/>
              </a:ext>
            </a:extLst>
          </p:cNvPr>
          <p:cNvSpPr/>
          <p:nvPr/>
        </p:nvSpPr>
        <p:spPr>
          <a:xfrm>
            <a:off x="5586310" y="4168677"/>
            <a:ext cx="2536487" cy="1006543"/>
          </a:xfrm>
          <a:custGeom>
            <a:avLst/>
            <a:gdLst>
              <a:gd name="connsiteX0" fmla="*/ 0 w 3905573"/>
              <a:gd name="connsiteY0" fmla="*/ 1549831 h 1549831"/>
              <a:gd name="connsiteX1" fmla="*/ 15499 w 3905573"/>
              <a:gd name="connsiteY1" fmla="*/ 1146875 h 1549831"/>
              <a:gd name="connsiteX2" fmla="*/ 61994 w 3905573"/>
              <a:gd name="connsiteY2" fmla="*/ 1038387 h 1549831"/>
              <a:gd name="connsiteX3" fmla="*/ 123987 w 3905573"/>
              <a:gd name="connsiteY3" fmla="*/ 945397 h 1549831"/>
              <a:gd name="connsiteX4" fmla="*/ 154983 w 3905573"/>
              <a:gd name="connsiteY4" fmla="*/ 898902 h 1549831"/>
              <a:gd name="connsiteX5" fmla="*/ 201478 w 3905573"/>
              <a:gd name="connsiteY5" fmla="*/ 867905 h 1549831"/>
              <a:gd name="connsiteX6" fmla="*/ 294468 w 3905573"/>
              <a:gd name="connsiteY6" fmla="*/ 805912 h 1549831"/>
              <a:gd name="connsiteX7" fmla="*/ 402956 w 3905573"/>
              <a:gd name="connsiteY7" fmla="*/ 728421 h 1549831"/>
              <a:gd name="connsiteX8" fmla="*/ 449451 w 3905573"/>
              <a:gd name="connsiteY8" fmla="*/ 712922 h 1549831"/>
              <a:gd name="connsiteX9" fmla="*/ 557939 w 3905573"/>
              <a:gd name="connsiteY9" fmla="*/ 635431 h 1549831"/>
              <a:gd name="connsiteX10" fmla="*/ 604434 w 3905573"/>
              <a:gd name="connsiteY10" fmla="*/ 604434 h 1549831"/>
              <a:gd name="connsiteX11" fmla="*/ 712922 w 3905573"/>
              <a:gd name="connsiteY11" fmla="*/ 573438 h 1549831"/>
              <a:gd name="connsiteX12" fmla="*/ 805912 w 3905573"/>
              <a:gd name="connsiteY12" fmla="*/ 542441 h 1549831"/>
              <a:gd name="connsiteX13" fmla="*/ 945397 w 3905573"/>
              <a:gd name="connsiteY13" fmla="*/ 511444 h 1549831"/>
              <a:gd name="connsiteX14" fmla="*/ 1022888 w 3905573"/>
              <a:gd name="connsiteY14" fmla="*/ 495946 h 1549831"/>
              <a:gd name="connsiteX15" fmla="*/ 1115878 w 3905573"/>
              <a:gd name="connsiteY15" fmla="*/ 464950 h 1549831"/>
              <a:gd name="connsiteX16" fmla="*/ 1193370 w 3905573"/>
              <a:gd name="connsiteY16" fmla="*/ 449451 h 1549831"/>
              <a:gd name="connsiteX17" fmla="*/ 1286360 w 3905573"/>
              <a:gd name="connsiteY17" fmla="*/ 418455 h 1549831"/>
              <a:gd name="connsiteX18" fmla="*/ 1332855 w 3905573"/>
              <a:gd name="connsiteY18" fmla="*/ 402956 h 1549831"/>
              <a:gd name="connsiteX19" fmla="*/ 1503336 w 3905573"/>
              <a:gd name="connsiteY19" fmla="*/ 325465 h 1549831"/>
              <a:gd name="connsiteX20" fmla="*/ 1720312 w 3905573"/>
              <a:gd name="connsiteY20" fmla="*/ 340963 h 1549831"/>
              <a:gd name="connsiteX21" fmla="*/ 1875295 w 3905573"/>
              <a:gd name="connsiteY21" fmla="*/ 309966 h 1549831"/>
              <a:gd name="connsiteX22" fmla="*/ 1968285 w 3905573"/>
              <a:gd name="connsiteY22" fmla="*/ 278970 h 1549831"/>
              <a:gd name="connsiteX23" fmla="*/ 2014780 w 3905573"/>
              <a:gd name="connsiteY23" fmla="*/ 263472 h 1549831"/>
              <a:gd name="connsiteX24" fmla="*/ 2293749 w 3905573"/>
              <a:gd name="connsiteY24" fmla="*/ 216977 h 1549831"/>
              <a:gd name="connsiteX25" fmla="*/ 2340244 w 3905573"/>
              <a:gd name="connsiteY25" fmla="*/ 201478 h 1549831"/>
              <a:gd name="connsiteX26" fmla="*/ 2402238 w 3905573"/>
              <a:gd name="connsiteY26" fmla="*/ 185980 h 1549831"/>
              <a:gd name="connsiteX27" fmla="*/ 2495227 w 3905573"/>
              <a:gd name="connsiteY27" fmla="*/ 154983 h 1549831"/>
              <a:gd name="connsiteX28" fmla="*/ 2541722 w 3905573"/>
              <a:gd name="connsiteY28" fmla="*/ 139485 h 1549831"/>
              <a:gd name="connsiteX29" fmla="*/ 2712204 w 3905573"/>
              <a:gd name="connsiteY29" fmla="*/ 108489 h 1549831"/>
              <a:gd name="connsiteX30" fmla="*/ 3270143 w 3905573"/>
              <a:gd name="connsiteY30" fmla="*/ 92990 h 1549831"/>
              <a:gd name="connsiteX31" fmla="*/ 3378631 w 3905573"/>
              <a:gd name="connsiteY31" fmla="*/ 61994 h 1549831"/>
              <a:gd name="connsiteX32" fmla="*/ 3533614 w 3905573"/>
              <a:gd name="connsiteY32" fmla="*/ 0 h 1549831"/>
              <a:gd name="connsiteX33" fmla="*/ 3905573 w 3905573"/>
              <a:gd name="connsiteY33" fmla="*/ 0 h 154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905573" h="1549831">
                <a:moveTo>
                  <a:pt x="0" y="1549831"/>
                </a:moveTo>
                <a:cubicBezTo>
                  <a:pt x="5166" y="1415512"/>
                  <a:pt x="6251" y="1280974"/>
                  <a:pt x="15499" y="1146875"/>
                </a:cubicBezTo>
                <a:cubicBezTo>
                  <a:pt x="17165" y="1122719"/>
                  <a:pt x="53584" y="1052403"/>
                  <a:pt x="61994" y="1038387"/>
                </a:cubicBezTo>
                <a:cubicBezTo>
                  <a:pt x="81161" y="1006443"/>
                  <a:pt x="103323" y="976394"/>
                  <a:pt x="123987" y="945397"/>
                </a:cubicBezTo>
                <a:cubicBezTo>
                  <a:pt x="134319" y="929899"/>
                  <a:pt x="139485" y="909234"/>
                  <a:pt x="154983" y="898902"/>
                </a:cubicBezTo>
                <a:cubicBezTo>
                  <a:pt x="170481" y="888570"/>
                  <a:pt x="187168" y="879829"/>
                  <a:pt x="201478" y="867905"/>
                </a:cubicBezTo>
                <a:cubicBezTo>
                  <a:pt x="278873" y="803410"/>
                  <a:pt x="212759" y="833150"/>
                  <a:pt x="294468" y="805912"/>
                </a:cubicBezTo>
                <a:cubicBezTo>
                  <a:pt x="308514" y="795377"/>
                  <a:pt x="380289" y="739755"/>
                  <a:pt x="402956" y="728421"/>
                </a:cubicBezTo>
                <a:cubicBezTo>
                  <a:pt x="417568" y="721115"/>
                  <a:pt x="434839" y="720228"/>
                  <a:pt x="449451" y="712922"/>
                </a:cubicBezTo>
                <a:cubicBezTo>
                  <a:pt x="473806" y="700744"/>
                  <a:pt x="541552" y="647136"/>
                  <a:pt x="557939" y="635431"/>
                </a:cubicBezTo>
                <a:cubicBezTo>
                  <a:pt x="573096" y="624604"/>
                  <a:pt x="587774" y="612764"/>
                  <a:pt x="604434" y="604434"/>
                </a:cubicBezTo>
                <a:cubicBezTo>
                  <a:pt x="630475" y="591413"/>
                  <a:pt x="688095" y="580886"/>
                  <a:pt x="712922" y="573438"/>
                </a:cubicBezTo>
                <a:cubicBezTo>
                  <a:pt x="744217" y="564049"/>
                  <a:pt x="773873" y="548849"/>
                  <a:pt x="805912" y="542441"/>
                </a:cubicBezTo>
                <a:cubicBezTo>
                  <a:pt x="1039614" y="495702"/>
                  <a:pt x="748426" y="555216"/>
                  <a:pt x="945397" y="511444"/>
                </a:cubicBezTo>
                <a:cubicBezTo>
                  <a:pt x="971112" y="505730"/>
                  <a:pt x="997474" y="502877"/>
                  <a:pt x="1022888" y="495946"/>
                </a:cubicBezTo>
                <a:cubicBezTo>
                  <a:pt x="1054410" y="487349"/>
                  <a:pt x="1083839" y="471358"/>
                  <a:pt x="1115878" y="464950"/>
                </a:cubicBezTo>
                <a:cubicBezTo>
                  <a:pt x="1141709" y="459784"/>
                  <a:pt x="1167956" y="456382"/>
                  <a:pt x="1193370" y="449451"/>
                </a:cubicBezTo>
                <a:cubicBezTo>
                  <a:pt x="1224892" y="440854"/>
                  <a:pt x="1255363" y="428787"/>
                  <a:pt x="1286360" y="418455"/>
                </a:cubicBezTo>
                <a:cubicBezTo>
                  <a:pt x="1301858" y="413289"/>
                  <a:pt x="1318243" y="410262"/>
                  <a:pt x="1332855" y="402956"/>
                </a:cubicBezTo>
                <a:cubicBezTo>
                  <a:pt x="1471453" y="333657"/>
                  <a:pt x="1413005" y="355575"/>
                  <a:pt x="1503336" y="325465"/>
                </a:cubicBezTo>
                <a:cubicBezTo>
                  <a:pt x="1575661" y="330631"/>
                  <a:pt x="1647865" y="343982"/>
                  <a:pt x="1720312" y="340963"/>
                </a:cubicBezTo>
                <a:cubicBezTo>
                  <a:pt x="1772950" y="338770"/>
                  <a:pt x="1824184" y="322744"/>
                  <a:pt x="1875295" y="309966"/>
                </a:cubicBezTo>
                <a:cubicBezTo>
                  <a:pt x="1906993" y="302042"/>
                  <a:pt x="1937288" y="289302"/>
                  <a:pt x="1968285" y="278970"/>
                </a:cubicBezTo>
                <a:cubicBezTo>
                  <a:pt x="1983783" y="273804"/>
                  <a:pt x="1998570" y="265498"/>
                  <a:pt x="2014780" y="263472"/>
                </a:cubicBezTo>
                <a:cubicBezTo>
                  <a:pt x="2108351" y="251775"/>
                  <a:pt x="2202733" y="242982"/>
                  <a:pt x="2293749" y="216977"/>
                </a:cubicBezTo>
                <a:cubicBezTo>
                  <a:pt x="2309457" y="212489"/>
                  <a:pt x="2324536" y="205966"/>
                  <a:pt x="2340244" y="201478"/>
                </a:cubicBezTo>
                <a:cubicBezTo>
                  <a:pt x="2360725" y="195626"/>
                  <a:pt x="2381836" y="192101"/>
                  <a:pt x="2402238" y="185980"/>
                </a:cubicBezTo>
                <a:cubicBezTo>
                  <a:pt x="2433533" y="176591"/>
                  <a:pt x="2464231" y="165315"/>
                  <a:pt x="2495227" y="154983"/>
                </a:cubicBezTo>
                <a:cubicBezTo>
                  <a:pt x="2510725" y="149817"/>
                  <a:pt x="2525703" y="142689"/>
                  <a:pt x="2541722" y="139485"/>
                </a:cubicBezTo>
                <a:cubicBezTo>
                  <a:pt x="2572111" y="133407"/>
                  <a:pt x="2686179" y="109728"/>
                  <a:pt x="2712204" y="108489"/>
                </a:cubicBezTo>
                <a:cubicBezTo>
                  <a:pt x="2898045" y="99639"/>
                  <a:pt x="3084163" y="98156"/>
                  <a:pt x="3270143" y="92990"/>
                </a:cubicBezTo>
                <a:cubicBezTo>
                  <a:pt x="3301599" y="85126"/>
                  <a:pt x="3347505" y="75334"/>
                  <a:pt x="3378631" y="61994"/>
                </a:cubicBezTo>
                <a:cubicBezTo>
                  <a:pt x="3421856" y="43469"/>
                  <a:pt x="3486578" y="0"/>
                  <a:pt x="3533614" y="0"/>
                </a:cubicBezTo>
                <a:lnTo>
                  <a:pt x="3905573" y="0"/>
                </a:ln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>
              <a:solidFill>
                <a:prstClr val="white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FA6356E3-E00B-E385-5835-DF983D9F303F}"/>
              </a:ext>
            </a:extLst>
          </p:cNvPr>
          <p:cNvSpPr/>
          <p:nvPr/>
        </p:nvSpPr>
        <p:spPr>
          <a:xfrm>
            <a:off x="5489269" y="2792448"/>
            <a:ext cx="2596879" cy="895823"/>
          </a:xfrm>
          <a:custGeom>
            <a:avLst/>
            <a:gdLst>
              <a:gd name="connsiteX0" fmla="*/ 15499 w 3998563"/>
              <a:gd name="connsiteY0" fmla="*/ 1379349 h 1379349"/>
              <a:gd name="connsiteX1" fmla="*/ 0 w 3998563"/>
              <a:gd name="connsiteY1" fmla="*/ 1270861 h 1379349"/>
              <a:gd name="connsiteX2" fmla="*/ 15499 w 3998563"/>
              <a:gd name="connsiteY2" fmla="*/ 1038387 h 1379349"/>
              <a:gd name="connsiteX3" fmla="*/ 30997 w 3998563"/>
              <a:gd name="connsiteY3" fmla="*/ 991892 h 1379349"/>
              <a:gd name="connsiteX4" fmla="*/ 61993 w 3998563"/>
              <a:gd name="connsiteY4" fmla="*/ 852407 h 1379349"/>
              <a:gd name="connsiteX5" fmla="*/ 77492 w 3998563"/>
              <a:gd name="connsiteY5" fmla="*/ 805912 h 1379349"/>
              <a:gd name="connsiteX6" fmla="*/ 154983 w 3998563"/>
              <a:gd name="connsiteY6" fmla="*/ 650929 h 1379349"/>
              <a:gd name="connsiteX7" fmla="*/ 201478 w 3998563"/>
              <a:gd name="connsiteY7" fmla="*/ 635431 h 1379349"/>
              <a:gd name="connsiteX8" fmla="*/ 247973 w 3998563"/>
              <a:gd name="connsiteY8" fmla="*/ 604434 h 1379349"/>
              <a:gd name="connsiteX9" fmla="*/ 325465 w 3998563"/>
              <a:gd name="connsiteY9" fmla="*/ 511444 h 1379349"/>
              <a:gd name="connsiteX10" fmla="*/ 464949 w 3998563"/>
              <a:gd name="connsiteY10" fmla="*/ 433953 h 1379349"/>
              <a:gd name="connsiteX11" fmla="*/ 604434 w 3998563"/>
              <a:gd name="connsiteY11" fmla="*/ 356461 h 1379349"/>
              <a:gd name="connsiteX12" fmla="*/ 759417 w 3998563"/>
              <a:gd name="connsiteY12" fmla="*/ 340963 h 1379349"/>
              <a:gd name="connsiteX13" fmla="*/ 991892 w 3998563"/>
              <a:gd name="connsiteY13" fmla="*/ 356461 h 1379349"/>
              <a:gd name="connsiteX14" fmla="*/ 1053885 w 3998563"/>
              <a:gd name="connsiteY14" fmla="*/ 371960 h 1379349"/>
              <a:gd name="connsiteX15" fmla="*/ 1286360 w 3998563"/>
              <a:gd name="connsiteY15" fmla="*/ 387458 h 1379349"/>
              <a:gd name="connsiteX16" fmla="*/ 1379349 w 3998563"/>
              <a:gd name="connsiteY16" fmla="*/ 418454 h 1379349"/>
              <a:gd name="connsiteX17" fmla="*/ 1472339 w 3998563"/>
              <a:gd name="connsiteY17" fmla="*/ 371960 h 1379349"/>
              <a:gd name="connsiteX18" fmla="*/ 1565329 w 3998563"/>
              <a:gd name="connsiteY18" fmla="*/ 340963 h 1379349"/>
              <a:gd name="connsiteX19" fmla="*/ 1611824 w 3998563"/>
              <a:gd name="connsiteY19" fmla="*/ 325465 h 1379349"/>
              <a:gd name="connsiteX20" fmla="*/ 1735810 w 3998563"/>
              <a:gd name="connsiteY20" fmla="*/ 309966 h 1379349"/>
              <a:gd name="connsiteX21" fmla="*/ 1828800 w 3998563"/>
              <a:gd name="connsiteY21" fmla="*/ 278970 h 1379349"/>
              <a:gd name="connsiteX22" fmla="*/ 1906292 w 3998563"/>
              <a:gd name="connsiteY22" fmla="*/ 247973 h 1379349"/>
              <a:gd name="connsiteX23" fmla="*/ 2092271 w 3998563"/>
              <a:gd name="connsiteY23" fmla="*/ 216977 h 1379349"/>
              <a:gd name="connsiteX24" fmla="*/ 2169763 w 3998563"/>
              <a:gd name="connsiteY24" fmla="*/ 201478 h 1379349"/>
              <a:gd name="connsiteX25" fmla="*/ 2340244 w 3998563"/>
              <a:gd name="connsiteY25" fmla="*/ 216977 h 1379349"/>
              <a:gd name="connsiteX26" fmla="*/ 2495227 w 3998563"/>
              <a:gd name="connsiteY26" fmla="*/ 232475 h 1379349"/>
              <a:gd name="connsiteX27" fmla="*/ 2541722 w 3998563"/>
              <a:gd name="connsiteY27" fmla="*/ 201478 h 1379349"/>
              <a:gd name="connsiteX28" fmla="*/ 2572719 w 3998563"/>
              <a:gd name="connsiteY28" fmla="*/ 154983 h 1379349"/>
              <a:gd name="connsiteX29" fmla="*/ 2712204 w 3998563"/>
              <a:gd name="connsiteY29" fmla="*/ 77492 h 1379349"/>
              <a:gd name="connsiteX30" fmla="*/ 2851688 w 3998563"/>
              <a:gd name="connsiteY30" fmla="*/ 92990 h 1379349"/>
              <a:gd name="connsiteX31" fmla="*/ 2898183 w 3998563"/>
              <a:gd name="connsiteY31" fmla="*/ 108488 h 1379349"/>
              <a:gd name="connsiteX32" fmla="*/ 3068665 w 3998563"/>
              <a:gd name="connsiteY32" fmla="*/ 92990 h 1379349"/>
              <a:gd name="connsiteX33" fmla="*/ 3177153 w 3998563"/>
              <a:gd name="connsiteY33" fmla="*/ 30997 h 1379349"/>
              <a:gd name="connsiteX34" fmla="*/ 3223648 w 3998563"/>
              <a:gd name="connsiteY34" fmla="*/ 15499 h 1379349"/>
              <a:gd name="connsiteX35" fmla="*/ 3301139 w 3998563"/>
              <a:gd name="connsiteY35" fmla="*/ 30997 h 1379349"/>
              <a:gd name="connsiteX36" fmla="*/ 3347634 w 3998563"/>
              <a:gd name="connsiteY36" fmla="*/ 46495 h 1379349"/>
              <a:gd name="connsiteX37" fmla="*/ 3487119 w 3998563"/>
              <a:gd name="connsiteY37" fmla="*/ 15499 h 1379349"/>
              <a:gd name="connsiteX38" fmla="*/ 3564610 w 3998563"/>
              <a:gd name="connsiteY38" fmla="*/ 0 h 1379349"/>
              <a:gd name="connsiteX39" fmla="*/ 3626604 w 3998563"/>
              <a:gd name="connsiteY39" fmla="*/ 15499 h 1379349"/>
              <a:gd name="connsiteX40" fmla="*/ 3719593 w 3998563"/>
              <a:gd name="connsiteY40" fmla="*/ 77492 h 1379349"/>
              <a:gd name="connsiteX41" fmla="*/ 3812583 w 3998563"/>
              <a:gd name="connsiteY41" fmla="*/ 108488 h 1379349"/>
              <a:gd name="connsiteX42" fmla="*/ 3936570 w 3998563"/>
              <a:gd name="connsiteY42" fmla="*/ 77492 h 1379349"/>
              <a:gd name="connsiteX43" fmla="*/ 3998563 w 3998563"/>
              <a:gd name="connsiteY43" fmla="*/ 30997 h 137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998563" h="1379349">
                <a:moveTo>
                  <a:pt x="15499" y="1379349"/>
                </a:moveTo>
                <a:cubicBezTo>
                  <a:pt x="10333" y="1343186"/>
                  <a:pt x="0" y="1307391"/>
                  <a:pt x="0" y="1270861"/>
                </a:cubicBezTo>
                <a:cubicBezTo>
                  <a:pt x="0" y="1193198"/>
                  <a:pt x="6922" y="1115575"/>
                  <a:pt x="15499" y="1038387"/>
                </a:cubicBezTo>
                <a:cubicBezTo>
                  <a:pt x="17303" y="1022150"/>
                  <a:pt x="26509" y="1007600"/>
                  <a:pt x="30997" y="991892"/>
                </a:cubicBezTo>
                <a:cubicBezTo>
                  <a:pt x="62823" y="880500"/>
                  <a:pt x="30026" y="980273"/>
                  <a:pt x="61993" y="852407"/>
                </a:cubicBezTo>
                <a:cubicBezTo>
                  <a:pt x="65955" y="836558"/>
                  <a:pt x="73004" y="821620"/>
                  <a:pt x="77492" y="805912"/>
                </a:cubicBezTo>
                <a:cubicBezTo>
                  <a:pt x="90351" y="760905"/>
                  <a:pt x="101592" y="668726"/>
                  <a:pt x="154983" y="650929"/>
                </a:cubicBezTo>
                <a:lnTo>
                  <a:pt x="201478" y="635431"/>
                </a:lnTo>
                <a:cubicBezTo>
                  <a:pt x="216976" y="625099"/>
                  <a:pt x="234802" y="617605"/>
                  <a:pt x="247973" y="604434"/>
                </a:cubicBezTo>
                <a:cubicBezTo>
                  <a:pt x="337518" y="514889"/>
                  <a:pt x="211212" y="600308"/>
                  <a:pt x="325465" y="511444"/>
                </a:cubicBezTo>
                <a:cubicBezTo>
                  <a:pt x="405402" y="449270"/>
                  <a:pt x="394797" y="457336"/>
                  <a:pt x="464949" y="433953"/>
                </a:cubicBezTo>
                <a:cubicBezTo>
                  <a:pt x="506212" y="406445"/>
                  <a:pt x="551243" y="364644"/>
                  <a:pt x="604434" y="356461"/>
                </a:cubicBezTo>
                <a:cubicBezTo>
                  <a:pt x="655749" y="348566"/>
                  <a:pt x="707756" y="346129"/>
                  <a:pt x="759417" y="340963"/>
                </a:cubicBezTo>
                <a:cubicBezTo>
                  <a:pt x="836909" y="346129"/>
                  <a:pt x="914655" y="348331"/>
                  <a:pt x="991892" y="356461"/>
                </a:cubicBezTo>
                <a:cubicBezTo>
                  <a:pt x="1013075" y="358691"/>
                  <a:pt x="1032702" y="369730"/>
                  <a:pt x="1053885" y="371960"/>
                </a:cubicBezTo>
                <a:cubicBezTo>
                  <a:pt x="1131122" y="380090"/>
                  <a:pt x="1208868" y="382292"/>
                  <a:pt x="1286360" y="387458"/>
                </a:cubicBezTo>
                <a:cubicBezTo>
                  <a:pt x="1317356" y="397790"/>
                  <a:pt x="1348353" y="428786"/>
                  <a:pt x="1379349" y="418454"/>
                </a:cubicBezTo>
                <a:cubicBezTo>
                  <a:pt x="1548906" y="361936"/>
                  <a:pt x="1292087" y="452072"/>
                  <a:pt x="1472339" y="371960"/>
                </a:cubicBezTo>
                <a:cubicBezTo>
                  <a:pt x="1502196" y="358690"/>
                  <a:pt x="1534332" y="351295"/>
                  <a:pt x="1565329" y="340963"/>
                </a:cubicBezTo>
                <a:cubicBezTo>
                  <a:pt x="1580827" y="335797"/>
                  <a:pt x="1595614" y="327491"/>
                  <a:pt x="1611824" y="325465"/>
                </a:cubicBezTo>
                <a:lnTo>
                  <a:pt x="1735810" y="309966"/>
                </a:lnTo>
                <a:cubicBezTo>
                  <a:pt x="1766807" y="299634"/>
                  <a:pt x="1798464" y="291105"/>
                  <a:pt x="1828800" y="278970"/>
                </a:cubicBezTo>
                <a:cubicBezTo>
                  <a:pt x="1854631" y="268638"/>
                  <a:pt x="1879211" y="254345"/>
                  <a:pt x="1906292" y="247973"/>
                </a:cubicBezTo>
                <a:cubicBezTo>
                  <a:pt x="1967469" y="233578"/>
                  <a:pt x="2030643" y="229303"/>
                  <a:pt x="2092271" y="216977"/>
                </a:cubicBezTo>
                <a:lnTo>
                  <a:pt x="2169763" y="201478"/>
                </a:lnTo>
                <a:cubicBezTo>
                  <a:pt x="2226590" y="206644"/>
                  <a:pt x="2284449" y="205021"/>
                  <a:pt x="2340244" y="216977"/>
                </a:cubicBezTo>
                <a:cubicBezTo>
                  <a:pt x="2514525" y="254323"/>
                  <a:pt x="2177299" y="277892"/>
                  <a:pt x="2495227" y="232475"/>
                </a:cubicBezTo>
                <a:cubicBezTo>
                  <a:pt x="2510725" y="222143"/>
                  <a:pt x="2528551" y="214649"/>
                  <a:pt x="2541722" y="201478"/>
                </a:cubicBezTo>
                <a:cubicBezTo>
                  <a:pt x="2554893" y="188307"/>
                  <a:pt x="2558701" y="167249"/>
                  <a:pt x="2572719" y="154983"/>
                </a:cubicBezTo>
                <a:cubicBezTo>
                  <a:pt x="2638309" y="97592"/>
                  <a:pt x="2648344" y="98778"/>
                  <a:pt x="2712204" y="77492"/>
                </a:cubicBezTo>
                <a:cubicBezTo>
                  <a:pt x="2758699" y="82658"/>
                  <a:pt x="2805544" y="85299"/>
                  <a:pt x="2851688" y="92990"/>
                </a:cubicBezTo>
                <a:cubicBezTo>
                  <a:pt x="2867802" y="95676"/>
                  <a:pt x="2881846" y="108488"/>
                  <a:pt x="2898183" y="108488"/>
                </a:cubicBezTo>
                <a:cubicBezTo>
                  <a:pt x="2955245" y="108488"/>
                  <a:pt x="3011838" y="98156"/>
                  <a:pt x="3068665" y="92990"/>
                </a:cubicBezTo>
                <a:cubicBezTo>
                  <a:pt x="3115360" y="61859"/>
                  <a:pt x="3122094" y="54593"/>
                  <a:pt x="3177153" y="30997"/>
                </a:cubicBezTo>
                <a:cubicBezTo>
                  <a:pt x="3192169" y="24562"/>
                  <a:pt x="3208150" y="20665"/>
                  <a:pt x="3223648" y="15499"/>
                </a:cubicBezTo>
                <a:cubicBezTo>
                  <a:pt x="3249478" y="20665"/>
                  <a:pt x="3275584" y="24608"/>
                  <a:pt x="3301139" y="30997"/>
                </a:cubicBezTo>
                <a:cubicBezTo>
                  <a:pt x="3316988" y="34959"/>
                  <a:pt x="3331297" y="46495"/>
                  <a:pt x="3347634" y="46495"/>
                </a:cubicBezTo>
                <a:cubicBezTo>
                  <a:pt x="3432924" y="46495"/>
                  <a:pt x="3423193" y="31481"/>
                  <a:pt x="3487119" y="15499"/>
                </a:cubicBezTo>
                <a:cubicBezTo>
                  <a:pt x="3512674" y="9110"/>
                  <a:pt x="3538780" y="5166"/>
                  <a:pt x="3564610" y="0"/>
                </a:cubicBezTo>
                <a:cubicBezTo>
                  <a:pt x="3585275" y="5166"/>
                  <a:pt x="3607552" y="5973"/>
                  <a:pt x="3626604" y="15499"/>
                </a:cubicBezTo>
                <a:cubicBezTo>
                  <a:pt x="3659924" y="32159"/>
                  <a:pt x="3684252" y="65712"/>
                  <a:pt x="3719593" y="77492"/>
                </a:cubicBezTo>
                <a:lnTo>
                  <a:pt x="3812583" y="108488"/>
                </a:lnTo>
                <a:cubicBezTo>
                  <a:pt x="3842055" y="102594"/>
                  <a:pt x="3904800" y="93377"/>
                  <a:pt x="3936570" y="77492"/>
                </a:cubicBezTo>
                <a:cubicBezTo>
                  <a:pt x="3971618" y="59968"/>
                  <a:pt x="3976768" y="52792"/>
                  <a:pt x="3998563" y="3099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 dirty="0">
              <a:solidFill>
                <a:prstClr val="white"/>
              </a:solidFill>
            </a:endParaRP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6206F0A1-A2D8-EBBB-2432-8AC77BEF15BE}"/>
              </a:ext>
            </a:extLst>
          </p:cNvPr>
          <p:cNvSpPr/>
          <p:nvPr/>
        </p:nvSpPr>
        <p:spPr>
          <a:xfrm>
            <a:off x="5415198" y="2689053"/>
            <a:ext cx="2747860" cy="1006550"/>
          </a:xfrm>
          <a:custGeom>
            <a:avLst/>
            <a:gdLst>
              <a:gd name="connsiteX0" fmla="*/ 139485 w 4231037"/>
              <a:gd name="connsiteY0" fmla="*/ 1549843 h 1549843"/>
              <a:gd name="connsiteX1" fmla="*/ 61993 w 4231037"/>
              <a:gd name="connsiteY1" fmla="*/ 1472352 h 1549843"/>
              <a:gd name="connsiteX2" fmla="*/ 15498 w 4231037"/>
              <a:gd name="connsiteY2" fmla="*/ 1441355 h 1549843"/>
              <a:gd name="connsiteX3" fmla="*/ 0 w 4231037"/>
              <a:gd name="connsiteY3" fmla="*/ 1394860 h 1549843"/>
              <a:gd name="connsiteX4" fmla="*/ 15498 w 4231037"/>
              <a:gd name="connsiteY4" fmla="*/ 1255375 h 1549843"/>
              <a:gd name="connsiteX5" fmla="*/ 30997 w 4231037"/>
              <a:gd name="connsiteY5" fmla="*/ 1208880 h 1549843"/>
              <a:gd name="connsiteX6" fmla="*/ 77492 w 4231037"/>
              <a:gd name="connsiteY6" fmla="*/ 945409 h 1549843"/>
              <a:gd name="connsiteX7" fmla="*/ 92990 w 4231037"/>
              <a:gd name="connsiteY7" fmla="*/ 898914 h 1549843"/>
              <a:gd name="connsiteX8" fmla="*/ 170481 w 4231037"/>
              <a:gd name="connsiteY8" fmla="*/ 805924 h 1549843"/>
              <a:gd name="connsiteX9" fmla="*/ 185980 w 4231037"/>
              <a:gd name="connsiteY9" fmla="*/ 759429 h 1549843"/>
              <a:gd name="connsiteX10" fmla="*/ 371959 w 4231037"/>
              <a:gd name="connsiteY10" fmla="*/ 604446 h 1549843"/>
              <a:gd name="connsiteX11" fmla="*/ 418454 w 4231037"/>
              <a:gd name="connsiteY11" fmla="*/ 573450 h 1549843"/>
              <a:gd name="connsiteX12" fmla="*/ 526943 w 4231037"/>
              <a:gd name="connsiteY12" fmla="*/ 542453 h 1549843"/>
              <a:gd name="connsiteX13" fmla="*/ 573437 w 4231037"/>
              <a:gd name="connsiteY13" fmla="*/ 526955 h 1549843"/>
              <a:gd name="connsiteX14" fmla="*/ 635431 w 4231037"/>
              <a:gd name="connsiteY14" fmla="*/ 511457 h 1549843"/>
              <a:gd name="connsiteX15" fmla="*/ 681926 w 4231037"/>
              <a:gd name="connsiteY15" fmla="*/ 495958 h 1549843"/>
              <a:gd name="connsiteX16" fmla="*/ 743919 w 4231037"/>
              <a:gd name="connsiteY16" fmla="*/ 480460 h 1549843"/>
              <a:gd name="connsiteX17" fmla="*/ 867905 w 4231037"/>
              <a:gd name="connsiteY17" fmla="*/ 449463 h 1549843"/>
              <a:gd name="connsiteX18" fmla="*/ 1084881 w 4231037"/>
              <a:gd name="connsiteY18" fmla="*/ 433965 h 1549843"/>
              <a:gd name="connsiteX19" fmla="*/ 1456841 w 4231037"/>
              <a:gd name="connsiteY19" fmla="*/ 418467 h 1549843"/>
              <a:gd name="connsiteX20" fmla="*/ 1642820 w 4231037"/>
              <a:gd name="connsiteY20" fmla="*/ 356474 h 1549843"/>
              <a:gd name="connsiteX21" fmla="*/ 1735810 w 4231037"/>
              <a:gd name="connsiteY21" fmla="*/ 325477 h 1549843"/>
              <a:gd name="connsiteX22" fmla="*/ 2727702 w 4231037"/>
              <a:gd name="connsiteY22" fmla="*/ 278982 h 1549843"/>
              <a:gd name="connsiteX23" fmla="*/ 2789695 w 4231037"/>
              <a:gd name="connsiteY23" fmla="*/ 263484 h 1549843"/>
              <a:gd name="connsiteX24" fmla="*/ 2882685 w 4231037"/>
              <a:gd name="connsiteY24" fmla="*/ 201490 h 1549843"/>
              <a:gd name="connsiteX25" fmla="*/ 2929180 w 4231037"/>
              <a:gd name="connsiteY25" fmla="*/ 170494 h 1549843"/>
              <a:gd name="connsiteX26" fmla="*/ 3037668 w 4231037"/>
              <a:gd name="connsiteY26" fmla="*/ 123999 h 1549843"/>
              <a:gd name="connsiteX27" fmla="*/ 3084163 w 4231037"/>
              <a:gd name="connsiteY27" fmla="*/ 108501 h 1549843"/>
              <a:gd name="connsiteX28" fmla="*/ 3239146 w 4231037"/>
              <a:gd name="connsiteY28" fmla="*/ 123999 h 1549843"/>
              <a:gd name="connsiteX29" fmla="*/ 3285641 w 4231037"/>
              <a:gd name="connsiteY29" fmla="*/ 139497 h 1549843"/>
              <a:gd name="connsiteX30" fmla="*/ 3347634 w 4231037"/>
              <a:gd name="connsiteY30" fmla="*/ 154996 h 1549843"/>
              <a:gd name="connsiteX31" fmla="*/ 3394129 w 4231037"/>
              <a:gd name="connsiteY31" fmla="*/ 185992 h 1549843"/>
              <a:gd name="connsiteX32" fmla="*/ 3549112 w 4231037"/>
              <a:gd name="connsiteY32" fmla="*/ 170494 h 1549843"/>
              <a:gd name="connsiteX33" fmla="*/ 3642102 w 4231037"/>
              <a:gd name="connsiteY33" fmla="*/ 108501 h 1549843"/>
              <a:gd name="connsiteX34" fmla="*/ 3688597 w 4231037"/>
              <a:gd name="connsiteY34" fmla="*/ 93002 h 1549843"/>
              <a:gd name="connsiteX35" fmla="*/ 3750590 w 4231037"/>
              <a:gd name="connsiteY35" fmla="*/ 62006 h 1549843"/>
              <a:gd name="connsiteX36" fmla="*/ 4060556 w 4231037"/>
              <a:gd name="connsiteY36" fmla="*/ 46507 h 1549843"/>
              <a:gd name="connsiteX37" fmla="*/ 4122549 w 4231037"/>
              <a:gd name="connsiteY37" fmla="*/ 31009 h 1549843"/>
              <a:gd name="connsiteX38" fmla="*/ 4231037 w 4231037"/>
              <a:gd name="connsiteY38" fmla="*/ 13 h 1549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231037" h="1549843">
                <a:moveTo>
                  <a:pt x="139485" y="1549843"/>
                </a:moveTo>
                <a:cubicBezTo>
                  <a:pt x="113654" y="1524013"/>
                  <a:pt x="89485" y="1496407"/>
                  <a:pt x="61993" y="1472352"/>
                </a:cubicBezTo>
                <a:cubicBezTo>
                  <a:pt x="47975" y="1460086"/>
                  <a:pt x="27134" y="1455900"/>
                  <a:pt x="15498" y="1441355"/>
                </a:cubicBezTo>
                <a:cubicBezTo>
                  <a:pt x="5293" y="1428598"/>
                  <a:pt x="5166" y="1410358"/>
                  <a:pt x="0" y="1394860"/>
                </a:cubicBezTo>
                <a:cubicBezTo>
                  <a:pt x="5166" y="1348365"/>
                  <a:pt x="7807" y="1301520"/>
                  <a:pt x="15498" y="1255375"/>
                </a:cubicBezTo>
                <a:cubicBezTo>
                  <a:pt x="18184" y="1239261"/>
                  <a:pt x="29088" y="1225105"/>
                  <a:pt x="30997" y="1208880"/>
                </a:cubicBezTo>
                <a:cubicBezTo>
                  <a:pt x="61043" y="953494"/>
                  <a:pt x="2877" y="1057330"/>
                  <a:pt x="77492" y="945409"/>
                </a:cubicBezTo>
                <a:cubicBezTo>
                  <a:pt x="82658" y="929911"/>
                  <a:pt x="83928" y="912507"/>
                  <a:pt x="92990" y="898914"/>
                </a:cubicBezTo>
                <a:cubicBezTo>
                  <a:pt x="161547" y="796078"/>
                  <a:pt x="119771" y="907343"/>
                  <a:pt x="170481" y="805924"/>
                </a:cubicBezTo>
                <a:cubicBezTo>
                  <a:pt x="177787" y="791312"/>
                  <a:pt x="175950" y="772324"/>
                  <a:pt x="185980" y="759429"/>
                </a:cubicBezTo>
                <a:cubicBezTo>
                  <a:pt x="250233" y="676819"/>
                  <a:pt x="289305" y="659549"/>
                  <a:pt x="371959" y="604446"/>
                </a:cubicBezTo>
                <a:cubicBezTo>
                  <a:pt x="387457" y="594114"/>
                  <a:pt x="400783" y="579340"/>
                  <a:pt x="418454" y="573450"/>
                </a:cubicBezTo>
                <a:cubicBezTo>
                  <a:pt x="529938" y="536289"/>
                  <a:pt x="390711" y="581377"/>
                  <a:pt x="526943" y="542453"/>
                </a:cubicBezTo>
                <a:cubicBezTo>
                  <a:pt x="542651" y="537965"/>
                  <a:pt x="557729" y="531443"/>
                  <a:pt x="573437" y="526955"/>
                </a:cubicBezTo>
                <a:cubicBezTo>
                  <a:pt x="593918" y="521103"/>
                  <a:pt x="614950" y="517309"/>
                  <a:pt x="635431" y="511457"/>
                </a:cubicBezTo>
                <a:cubicBezTo>
                  <a:pt x="651139" y="506969"/>
                  <a:pt x="666218" y="500446"/>
                  <a:pt x="681926" y="495958"/>
                </a:cubicBezTo>
                <a:cubicBezTo>
                  <a:pt x="702407" y="490106"/>
                  <a:pt x="723438" y="486312"/>
                  <a:pt x="743919" y="480460"/>
                </a:cubicBezTo>
                <a:cubicBezTo>
                  <a:pt x="803818" y="463346"/>
                  <a:pt x="793077" y="457340"/>
                  <a:pt x="867905" y="449463"/>
                </a:cubicBezTo>
                <a:cubicBezTo>
                  <a:pt x="940016" y="441872"/>
                  <a:pt x="1012472" y="437776"/>
                  <a:pt x="1084881" y="433965"/>
                </a:cubicBezTo>
                <a:cubicBezTo>
                  <a:pt x="1208804" y="427443"/>
                  <a:pt x="1332854" y="423633"/>
                  <a:pt x="1456841" y="418467"/>
                </a:cubicBezTo>
                <a:lnTo>
                  <a:pt x="1642820" y="356474"/>
                </a:lnTo>
                <a:cubicBezTo>
                  <a:pt x="1642824" y="356473"/>
                  <a:pt x="1735805" y="325477"/>
                  <a:pt x="1735810" y="325477"/>
                </a:cubicBezTo>
                <a:cubicBezTo>
                  <a:pt x="2427913" y="285928"/>
                  <a:pt x="2097250" y="300721"/>
                  <a:pt x="2727702" y="278982"/>
                </a:cubicBezTo>
                <a:cubicBezTo>
                  <a:pt x="2748366" y="273816"/>
                  <a:pt x="2770643" y="273010"/>
                  <a:pt x="2789695" y="263484"/>
                </a:cubicBezTo>
                <a:cubicBezTo>
                  <a:pt x="2823015" y="246824"/>
                  <a:pt x="2851688" y="222155"/>
                  <a:pt x="2882685" y="201490"/>
                </a:cubicBezTo>
                <a:cubicBezTo>
                  <a:pt x="2898183" y="191158"/>
                  <a:pt x="2911509" y="176384"/>
                  <a:pt x="2929180" y="170494"/>
                </a:cubicBezTo>
                <a:cubicBezTo>
                  <a:pt x="3038219" y="134148"/>
                  <a:pt x="2903609" y="181453"/>
                  <a:pt x="3037668" y="123999"/>
                </a:cubicBezTo>
                <a:cubicBezTo>
                  <a:pt x="3052684" y="117564"/>
                  <a:pt x="3068665" y="113667"/>
                  <a:pt x="3084163" y="108501"/>
                </a:cubicBezTo>
                <a:cubicBezTo>
                  <a:pt x="3135824" y="113667"/>
                  <a:pt x="3187831" y="116105"/>
                  <a:pt x="3239146" y="123999"/>
                </a:cubicBezTo>
                <a:cubicBezTo>
                  <a:pt x="3255293" y="126483"/>
                  <a:pt x="3269933" y="135009"/>
                  <a:pt x="3285641" y="139497"/>
                </a:cubicBezTo>
                <a:cubicBezTo>
                  <a:pt x="3306122" y="145349"/>
                  <a:pt x="3326970" y="149830"/>
                  <a:pt x="3347634" y="154996"/>
                </a:cubicBezTo>
                <a:cubicBezTo>
                  <a:pt x="3363132" y="165328"/>
                  <a:pt x="3375557" y="184563"/>
                  <a:pt x="3394129" y="185992"/>
                </a:cubicBezTo>
                <a:cubicBezTo>
                  <a:pt x="3445895" y="189974"/>
                  <a:pt x="3499557" y="185980"/>
                  <a:pt x="3549112" y="170494"/>
                </a:cubicBezTo>
                <a:cubicBezTo>
                  <a:pt x="3584670" y="159382"/>
                  <a:pt x="3606761" y="120282"/>
                  <a:pt x="3642102" y="108501"/>
                </a:cubicBezTo>
                <a:cubicBezTo>
                  <a:pt x="3657600" y="103335"/>
                  <a:pt x="3673581" y="99437"/>
                  <a:pt x="3688597" y="93002"/>
                </a:cubicBezTo>
                <a:cubicBezTo>
                  <a:pt x="3709832" y="83901"/>
                  <a:pt x="3727665" y="64872"/>
                  <a:pt x="3750590" y="62006"/>
                </a:cubicBezTo>
                <a:cubicBezTo>
                  <a:pt x="3853242" y="49174"/>
                  <a:pt x="3957234" y="51673"/>
                  <a:pt x="4060556" y="46507"/>
                </a:cubicBezTo>
                <a:cubicBezTo>
                  <a:pt x="4081220" y="41341"/>
                  <a:pt x="4102147" y="37129"/>
                  <a:pt x="4122549" y="31009"/>
                </a:cubicBezTo>
                <a:cubicBezTo>
                  <a:pt x="4231316" y="-1621"/>
                  <a:pt x="4181146" y="13"/>
                  <a:pt x="4231037" y="13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US" sz="1237" kern="12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10756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7" grpId="0"/>
      <p:bldP spid="21" grpId="0"/>
      <p:bldP spid="22" grpId="0"/>
      <p:bldP spid="23" grpId="0"/>
      <p:bldP spid="24" grpId="0"/>
      <p:bldP spid="26" grpId="0"/>
      <p:bldP spid="36" grpId="0"/>
      <p:bldP spid="37" grpId="0"/>
      <p:bldP spid="38" grpId="0"/>
      <p:bldP spid="3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3">
            <a:extLst>
              <a:ext uri="{FF2B5EF4-FFF2-40B4-BE49-F238E27FC236}">
                <a16:creationId xmlns:a16="http://schemas.microsoft.com/office/drawing/2014/main" id="{8E5445CB-BCE7-1A03-736C-7300B3414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20193"/>
            <a:ext cx="2742020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IN" altLang="en-US" sz="1949" b="1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Example: Year &amp; GDP</a:t>
            </a:r>
            <a:endParaRPr lang="en-US" altLang="en-US" sz="1949" b="1" kern="1200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6976" y="2258176"/>
          <a:ext cx="8815980" cy="20521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4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46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130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 dirty="0">
                          <a:effectLst/>
                          <a:latin typeface="Helvetica Neue" panose="02000503000000020004"/>
                        </a:rPr>
                        <a:t>Year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2002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2003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2004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2005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2006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2007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2008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2009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0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GDP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1451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1499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1686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1764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1879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1948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2013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2090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2173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2286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2404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0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Year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2012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2013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2014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2015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2016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2017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2018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2019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2020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100" u="none" strike="noStrike" dirty="0"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0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GDP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2465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2501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2597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2689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2688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2576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2530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2513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2503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  <a:latin typeface="Helvetica Neue" panose="02000503000000020004"/>
                        </a:rPr>
                        <a:t>2396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100" u="none" strike="noStrike" dirty="0"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80220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20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 Double Exponential Smoothing Technique</a:t>
            </a:r>
            <a:endParaRPr lang="en-US" sz="220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3">
            <a:extLst>
              <a:ext uri="{FF2B5EF4-FFF2-40B4-BE49-F238E27FC236}">
                <a16:creationId xmlns:a16="http://schemas.microsoft.com/office/drawing/2014/main" id="{8E5445CB-BCE7-1A03-736C-7300B3414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82912"/>
            <a:ext cx="2742020" cy="3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4200">
                <a:solidFill>
                  <a:schemeClr val="tx1"/>
                </a:solidFill>
                <a:latin typeface="Helvetic Neue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3600">
                <a:solidFill>
                  <a:schemeClr val="tx1"/>
                </a:solidFill>
                <a:latin typeface="Helvetic Neue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Helvetic Neue"/>
              </a:defRPr>
            </a:lvl3pPr>
            <a:lvl4pPr marL="1600200" indent="-22860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Helvetic Neue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600">
                <a:solidFill>
                  <a:schemeClr val="tx1"/>
                </a:solidFill>
                <a:latin typeface="Helvetic Neue"/>
              </a:defRPr>
            </a:lvl9pPr>
          </a:lstStyle>
          <a:p>
            <a:pPr defTabSz="628361" hangingPunct="1">
              <a:spcBef>
                <a:spcPct val="0"/>
              </a:spcBef>
              <a:buNone/>
            </a:pPr>
            <a:r>
              <a:rPr lang="en-IN" altLang="en-US" sz="1949" b="1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Example: Year &amp; GDP</a:t>
            </a:r>
            <a:endParaRPr lang="en-US" altLang="en-US" sz="1949" b="1" kern="1200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67" y="2095057"/>
            <a:ext cx="8846325" cy="38181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94DFFA-1114-DB01-C7C9-D97D61B3492C}"/>
                  </a:ext>
                </a:extLst>
              </p14:cNvPr>
              <p14:cNvContentPartPr/>
              <p14:nvPr/>
            </p14:nvContentPartPr>
            <p14:xfrm>
              <a:off x="2663172" y="2714425"/>
              <a:ext cx="692280" cy="304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94DFFA-1114-DB01-C7C9-D97D61B349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7052" y="2708305"/>
                <a:ext cx="7045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097578-8A22-A85D-9905-ADFAC413960B}"/>
                  </a:ext>
                </a:extLst>
              </p14:cNvPr>
              <p14:cNvContentPartPr/>
              <p14:nvPr/>
            </p14:nvContentPartPr>
            <p14:xfrm>
              <a:off x="5809932" y="2702905"/>
              <a:ext cx="430920" cy="356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097578-8A22-A85D-9905-ADFAC41396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03812" y="2696785"/>
                <a:ext cx="44316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0E8366-DAE5-5164-610F-2CB2349D94DB}"/>
                  </a:ext>
                </a:extLst>
              </p14:cNvPr>
              <p14:cNvContentPartPr/>
              <p14:nvPr/>
            </p14:nvContentPartPr>
            <p14:xfrm>
              <a:off x="305172" y="3200065"/>
              <a:ext cx="398880" cy="26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0E8366-DAE5-5164-610F-2CB2349D94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9052" y="3193945"/>
                <a:ext cx="4111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14C4B2D-8E2A-1DEF-58A2-9C899204106C}"/>
                  </a:ext>
                </a:extLst>
              </p14:cNvPr>
              <p14:cNvContentPartPr/>
              <p14:nvPr/>
            </p14:nvContentPartPr>
            <p14:xfrm>
              <a:off x="962532" y="3189625"/>
              <a:ext cx="398880" cy="67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14C4B2D-8E2A-1DEF-58A2-9C89920410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6412" y="3183505"/>
                <a:ext cx="4111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CCB5C0B-9E9A-5CB5-0C07-2DFF3CAA78CC}"/>
                  </a:ext>
                </a:extLst>
              </p14:cNvPr>
              <p14:cNvContentPartPr/>
              <p14:nvPr/>
            </p14:nvContentPartPr>
            <p14:xfrm>
              <a:off x="3190932" y="3230305"/>
              <a:ext cx="578520" cy="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CCB5C0B-9E9A-5CB5-0C07-2DFF3CAA78C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84812" y="3218065"/>
                <a:ext cx="5907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4A92A2E-2BB0-DB4D-8720-BB49152BA071}"/>
                  </a:ext>
                </a:extLst>
              </p14:cNvPr>
              <p14:cNvContentPartPr/>
              <p14:nvPr/>
            </p14:nvContentPartPr>
            <p14:xfrm>
              <a:off x="3980772" y="3186025"/>
              <a:ext cx="551520" cy="85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4A92A2E-2BB0-DB4D-8720-BB49152BA07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74652" y="3179905"/>
                <a:ext cx="563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E7BF049-0CBE-2D60-6902-F710D78F57FF}"/>
                  </a:ext>
                </a:extLst>
              </p14:cNvPr>
              <p14:cNvContentPartPr/>
              <p14:nvPr/>
            </p14:nvContentPartPr>
            <p14:xfrm>
              <a:off x="3974292" y="2957785"/>
              <a:ext cx="569520" cy="301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E7BF049-0CBE-2D60-6902-F710D78F57F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68172" y="2951665"/>
                <a:ext cx="58176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0F8FFA5-DD31-8695-FC90-3FF9F83EBC1B}"/>
                  </a:ext>
                </a:extLst>
              </p14:cNvPr>
              <p14:cNvContentPartPr/>
              <p14:nvPr/>
            </p14:nvContentPartPr>
            <p14:xfrm>
              <a:off x="5171292" y="3180265"/>
              <a:ext cx="924480" cy="70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0F8FFA5-DD31-8695-FC90-3FF9F83EBC1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65172" y="3174145"/>
                <a:ext cx="9367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33BF6E3-9C27-B0CA-8253-8DEEBEAE7A9D}"/>
                  </a:ext>
                </a:extLst>
              </p14:cNvPr>
              <p14:cNvContentPartPr/>
              <p14:nvPr/>
            </p14:nvContentPartPr>
            <p14:xfrm>
              <a:off x="7042932" y="3207625"/>
              <a:ext cx="304200" cy="66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33BF6E3-9C27-B0CA-8253-8DEEBEAE7A9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36812" y="3201505"/>
                <a:ext cx="3164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023E412-C4A6-5F4C-F662-E07EBB2C3D18}"/>
                  </a:ext>
                </a:extLst>
              </p14:cNvPr>
              <p14:cNvContentPartPr/>
              <p14:nvPr/>
            </p14:nvContentPartPr>
            <p14:xfrm>
              <a:off x="3985452" y="3290785"/>
              <a:ext cx="479880" cy="304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023E412-C4A6-5F4C-F662-E07EBB2C3D1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79332" y="3284665"/>
                <a:ext cx="492120" cy="31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C5B119D5-E7D0-C474-1F3A-EFA02E55E532}"/>
              </a:ext>
            </a:extLst>
          </p:cNvPr>
          <p:cNvGrpSpPr/>
          <p:nvPr/>
        </p:nvGrpSpPr>
        <p:grpSpPr>
          <a:xfrm>
            <a:off x="1404972" y="2772745"/>
            <a:ext cx="1022760" cy="2863080"/>
            <a:chOff x="1404972" y="2772745"/>
            <a:chExt cx="1022760" cy="28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13C021E-E051-B747-F307-70CD70627B1C}"/>
                    </a:ext>
                  </a:extLst>
                </p14:cNvPr>
                <p14:cNvContentPartPr/>
                <p14:nvPr/>
              </p14:nvContentPartPr>
              <p14:xfrm>
                <a:off x="1585692" y="2946625"/>
                <a:ext cx="339480" cy="282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3C021E-E051-B747-F307-70CD70627B1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79572" y="2940505"/>
                  <a:ext cx="351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320938-BEDB-190C-4BDF-9FCE0A79E63D}"/>
                    </a:ext>
                  </a:extLst>
                </p14:cNvPr>
                <p14:cNvContentPartPr/>
                <p14:nvPr/>
              </p14:nvContentPartPr>
              <p14:xfrm>
                <a:off x="2016972" y="3205105"/>
                <a:ext cx="410760" cy="62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320938-BEDB-190C-4BDF-9FCE0A79E6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10852" y="3198985"/>
                  <a:ext cx="423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76F23C2-5E94-C850-53E2-67772B80225D}"/>
                    </a:ext>
                  </a:extLst>
                </p14:cNvPr>
                <p14:cNvContentPartPr/>
                <p14:nvPr/>
              </p14:nvContentPartPr>
              <p14:xfrm>
                <a:off x="1404972" y="2772745"/>
                <a:ext cx="282240" cy="2863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76F23C2-5E94-C850-53E2-67772B80225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98852" y="2766625"/>
                  <a:ext cx="294480" cy="28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684238F-6E2A-8536-9C2D-E04A84645648}"/>
              </a:ext>
            </a:extLst>
          </p:cNvPr>
          <p:cNvGrpSpPr/>
          <p:nvPr/>
        </p:nvGrpSpPr>
        <p:grpSpPr>
          <a:xfrm>
            <a:off x="7521012" y="2872105"/>
            <a:ext cx="1591920" cy="2974320"/>
            <a:chOff x="7521012" y="2872105"/>
            <a:chExt cx="1591920" cy="29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8487065-69C9-479D-3F59-243ACCDCEB9C}"/>
                    </a:ext>
                  </a:extLst>
                </p14:cNvPr>
                <p14:cNvContentPartPr/>
                <p14:nvPr/>
              </p14:nvContentPartPr>
              <p14:xfrm>
                <a:off x="8589132" y="2872105"/>
                <a:ext cx="18000" cy="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8487065-69C9-479D-3F59-243ACCDCEB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83012" y="2865985"/>
                  <a:ext cx="30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FC62DE-9FB8-1994-7E1F-28D056AC271C}"/>
                    </a:ext>
                  </a:extLst>
                </p14:cNvPr>
                <p14:cNvContentPartPr/>
                <p14:nvPr/>
              </p14:nvContentPartPr>
              <p14:xfrm>
                <a:off x="7538652" y="2926465"/>
                <a:ext cx="1420560" cy="317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FC62DE-9FB8-1994-7E1F-28D056AC27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32532" y="2920345"/>
                  <a:ext cx="14328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210DCEA-0ECC-25DB-67F2-BE135F126ED0}"/>
                    </a:ext>
                  </a:extLst>
                </p14:cNvPr>
                <p14:cNvContentPartPr/>
                <p14:nvPr/>
              </p14:nvContentPartPr>
              <p14:xfrm>
                <a:off x="7575372" y="3242545"/>
                <a:ext cx="1411920" cy="298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210DCEA-0ECC-25DB-67F2-BE135F126ED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69252" y="3236425"/>
                  <a:ext cx="14241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AA3FAD-3F05-3B82-D72F-A0BF64D93665}"/>
                    </a:ext>
                  </a:extLst>
                </p14:cNvPr>
                <p14:cNvContentPartPr/>
                <p14:nvPr/>
              </p14:nvContentPartPr>
              <p14:xfrm>
                <a:off x="7521012" y="3500665"/>
                <a:ext cx="1518480" cy="322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AA3FAD-3F05-3B82-D72F-A0BF64D936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14892" y="3494545"/>
                  <a:ext cx="15307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94121D-E0E2-A0F0-A8B8-DC23F78C96D0}"/>
                    </a:ext>
                  </a:extLst>
                </p14:cNvPr>
                <p14:cNvContentPartPr/>
                <p14:nvPr/>
              </p14:nvContentPartPr>
              <p14:xfrm>
                <a:off x="8948772" y="3048505"/>
                <a:ext cx="164160" cy="2797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94121D-E0E2-A0F0-A8B8-DC23F78C96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42652" y="3042385"/>
                  <a:ext cx="176400" cy="281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784086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Holts-Winters Triple Exponential Smoothing</a:t>
            </a:r>
            <a:endParaRPr lang="en-US" sz="233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287904" y="1714505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0000FF"/>
                </a:solidFill>
                <a:latin typeface="Helvetica Neue"/>
                <a:ea typeface="+mn-ea"/>
                <a:cs typeface="+mn-cs"/>
              </a:rPr>
              <a:t>Steps in calculation</a:t>
            </a:r>
            <a:endParaRPr lang="en-IN" sz="2338" kern="1200" spc="-1" dirty="0">
              <a:solidFill>
                <a:srgbClr val="0000FF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14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287904" y="2214221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M: No. of periods/ year (Quarterly (M=4), Monthly (M=12))</a:t>
            </a:r>
            <a:endParaRPr lang="en-IN" sz="2338" kern="1200" spc="-1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18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287904" y="2833279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Initial seasonal factors:</a:t>
            </a:r>
            <a:endParaRPr lang="en-IN" sz="2338" kern="1200" spc="-1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7904" y="3367769"/>
                <a:ext cx="4093813" cy="737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</m:e>
                        <m: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lang="en-IN" sz="233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𝑨𝒗𝒆𝒓𝒂𝒈𝒆</m:t>
                          </m:r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</m:t>
                              </m:r>
                            </m:sub>
                          </m:s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338" b="1" kern="1200" dirty="0">
                  <a:solidFill>
                    <a:srgbClr val="0000FF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02" y="3865738"/>
                <a:ext cx="6301149" cy="1135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734384" y="3367769"/>
                <a:ext cx="4093813" cy="737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</m:e>
                        <m: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lang="en-IN" sz="233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𝑨𝒗𝒆𝒓𝒂𝒈𝒆</m:t>
                          </m:r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</m:t>
                              </m:r>
                            </m:sub>
                          </m:s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338" b="1" kern="1200" dirty="0">
                  <a:solidFill>
                    <a:srgbClr val="0000FF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800" y="3865738"/>
                <a:ext cx="6301149" cy="113543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4322082" y="3442422"/>
            <a:ext cx="254632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,</a:t>
            </a:r>
            <a:endParaRPr lang="en-IN" sz="2338" kern="1200" spc="-1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24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8753022" y="3452338"/>
            <a:ext cx="254632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,</a:t>
            </a:r>
            <a:endParaRPr lang="en-IN" sz="2338" kern="1200" spc="-1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25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766291" y="4247232"/>
            <a:ext cx="254117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858" b="1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.          .        .</a:t>
            </a:r>
            <a:endParaRPr lang="en-IN" sz="2858" b="1" kern="1200" spc="-1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23889" y="4798345"/>
                <a:ext cx="4162743" cy="737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</m:e>
                        <m: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𝑴</m:t>
                          </m:r>
                        </m:sub>
                      </m:sSub>
                      <m:r>
                        <a:rPr lang="en-IN" sz="233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</m:t>
                              </m:r>
                            </m:sub>
                          </m:sSub>
                        </m:num>
                        <m:den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𝑨𝒗𝒆𝒓𝒂𝒈𝒆</m:t>
                          </m:r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</m:t>
                              </m:r>
                            </m:sub>
                          </m:s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338" b="1" kern="1200" dirty="0">
                  <a:solidFill>
                    <a:srgbClr val="0000FF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34" y="6068478"/>
                <a:ext cx="6406947" cy="113543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24104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3" grpId="0"/>
      <p:bldP spid="20" grpId="0"/>
      <p:bldP spid="23" grpId="0"/>
      <p:bldP spid="24" grpId="0"/>
      <p:bldP spid="25" grpId="0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Holts-Winters Triple Exponential Smoothing</a:t>
            </a:r>
            <a:endParaRPr lang="en-US" sz="233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287904" y="1714505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0000FF"/>
                </a:solidFill>
                <a:latin typeface="Helvetica Neue"/>
                <a:ea typeface="+mn-ea"/>
                <a:cs typeface="+mn-cs"/>
              </a:rPr>
              <a:t>Steps in calculation</a:t>
            </a:r>
            <a:endParaRPr lang="en-IN" sz="2338" kern="1200" spc="-1" dirty="0">
              <a:solidFill>
                <a:srgbClr val="0000FF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14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287904" y="2214221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M: No. of periods/ year (Quarterly (M=4), Monthly (M=12))</a:t>
            </a:r>
            <a:endParaRPr lang="en-IN" sz="2338" kern="1200" spc="-1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</p:txBody>
      </p:sp>
      <p:sp>
        <p:nvSpPr>
          <p:cNvPr id="18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287904" y="2833279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Initial level:</a:t>
            </a:r>
            <a:endParaRPr lang="en-IN" sz="2338" kern="1200" spc="-1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7904" y="3367769"/>
                <a:ext cx="1435521" cy="7329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𝑳</m:t>
                          </m:r>
                        </m:e>
                        <m: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𝟏𝟑</m:t>
                          </m:r>
                        </m:sub>
                      </m:sSub>
                      <m:r>
                        <a:rPr lang="en-IN" sz="233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338" b="1" kern="1200" dirty="0">
                  <a:solidFill>
                    <a:srgbClr val="0000FF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02" y="3865738"/>
                <a:ext cx="2207207" cy="112780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287904" y="4242276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338" kern="1200" dirty="0">
                <a:solidFill>
                  <a:srgbClr val="FF0000"/>
                </a:solidFill>
                <a:latin typeface="Helvetica Neue"/>
                <a:ea typeface="+mn-ea"/>
                <a:cs typeface="+mn-cs"/>
              </a:rPr>
              <a:t>Initial trend:</a:t>
            </a:r>
            <a:endParaRPr lang="en-IN" sz="2338" kern="1200" spc="-1" dirty="0">
              <a:solidFill>
                <a:srgbClr val="FF0000"/>
              </a:solidFill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87904" y="4776766"/>
                <a:ext cx="2277034" cy="7329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𝟏𝟑</m:t>
                          </m:r>
                        </m:sub>
                      </m:sSub>
                      <m:r>
                        <a:rPr lang="en-IN" sz="233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233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338" b="1" kern="1200" dirty="0">
                  <a:solidFill>
                    <a:srgbClr val="0000FF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02" y="6035251"/>
                <a:ext cx="3500767" cy="11278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59373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3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Holts-Winters Triple Exponential Smoothing</a:t>
            </a:r>
            <a:endParaRPr lang="en-US" sz="233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370385" y="1826272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468" b="1" kern="1200" dirty="0">
                <a:solidFill>
                  <a:srgbClr val="0000FF"/>
                </a:solidFill>
                <a:latin typeface="Helvetica Neue"/>
                <a:ea typeface="+mn-ea"/>
                <a:cs typeface="+mn-cs"/>
              </a:rPr>
              <a:t>Level formula</a:t>
            </a:r>
            <a:endParaRPr lang="en-IN" sz="2468" b="1" kern="1200" spc="-1" dirty="0">
              <a:solidFill>
                <a:srgbClr val="0000FF"/>
              </a:solidFill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32245" y="2264496"/>
                <a:ext cx="5646572" cy="7754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𝑳</m:t>
                          </m:r>
                        </m:e>
                        <m:sub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</m:sub>
                      </m:sSub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𝜶</m:t>
                      </m:r>
                      <m:f>
                        <m:f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𝒕</m:t>
                              </m:r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𝑴</m:t>
                              </m:r>
                            </m:sub>
                          </m:sSub>
                        </m:den>
                      </m:f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+(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𝜶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)(</m:t>
                      </m:r>
                      <m:sSub>
                        <m:sSub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𝑳</m:t>
                          </m:r>
                        </m:e>
                        <m:sub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+</m:t>
                          </m:r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IN" sz="2468" b="1" kern="1200" dirty="0">
                  <a:solidFill>
                    <a:srgbClr val="FF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52" y="2166966"/>
                <a:ext cx="8694348" cy="119314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370385" y="3315813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468" b="1" kern="1200" dirty="0">
                <a:solidFill>
                  <a:srgbClr val="0000FF"/>
                </a:solidFill>
                <a:latin typeface="Helvetica Neue"/>
                <a:ea typeface="+mn-ea"/>
                <a:cs typeface="+mn-cs"/>
              </a:rPr>
              <a:t>Trend formula</a:t>
            </a:r>
            <a:endParaRPr lang="en-IN" sz="2468" b="1" kern="1200" spc="-1" dirty="0">
              <a:solidFill>
                <a:srgbClr val="0000FF"/>
              </a:solidFill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32245" y="3844766"/>
                <a:ext cx="5143440" cy="379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</m:sub>
                      </m:sSub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𝜷</m:t>
                      </m:r>
                      <m:d>
                        <m:d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𝒕</m:t>
                              </m:r>
                            </m:sub>
                          </m:sSub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𝒕</m:t>
                              </m:r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+(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𝜷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2468" b="1" kern="1200" dirty="0">
                  <a:solidFill>
                    <a:srgbClr val="FF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52" y="4600197"/>
                <a:ext cx="7919648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370385" y="4592278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468" b="1" kern="1200" dirty="0">
                <a:solidFill>
                  <a:srgbClr val="0000FF"/>
                </a:solidFill>
                <a:latin typeface="Helvetica Neue"/>
                <a:ea typeface="+mn-ea"/>
                <a:cs typeface="+mn-cs"/>
              </a:rPr>
              <a:t>Seasonal factor formula</a:t>
            </a:r>
            <a:endParaRPr lang="en-IN" sz="2468" b="1" kern="1200" spc="-1" dirty="0">
              <a:solidFill>
                <a:srgbClr val="0000FF"/>
              </a:solidFill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32245" y="5071742"/>
                <a:ext cx="3790759" cy="7754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</m:e>
                        <m:sub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</m:sub>
                      </m:sSub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𝜸</m:t>
                      </m:r>
                      <m:f>
                        <m:f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IN" sz="246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𝒕</m:t>
                              </m:r>
                            </m:sub>
                          </m:sSub>
                        </m:den>
                      </m:f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+(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𝜸</m:t>
                      </m:r>
                      <m:r>
                        <a:rPr lang="en-IN" sz="246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</m:e>
                        <m:sub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en-IN" sz="246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𝑴</m:t>
                          </m:r>
                        </m:sub>
                      </m:sSub>
                    </m:oMath>
                  </m:oMathPara>
                </a14:m>
                <a:endParaRPr lang="en-IN" sz="2468" b="1" kern="1200" dirty="0">
                  <a:solidFill>
                    <a:srgbClr val="FF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52" y="6489442"/>
                <a:ext cx="5836848" cy="119314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5285012" y="1714505"/>
            <a:ext cx="27837" cy="422155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5484960" y="1810549"/>
            <a:ext cx="2861475" cy="3669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b="1" kern="1200" dirty="0">
                <a:solidFill>
                  <a:srgbClr val="0000FF"/>
                </a:solidFill>
                <a:latin typeface="Helvetica Neue"/>
                <a:ea typeface="+mn-ea"/>
                <a:cs typeface="+mn-cs"/>
              </a:rPr>
              <a:t>Forecast</a:t>
            </a:r>
            <a:endParaRPr lang="en-IN" sz="2598" b="1" kern="1200" spc="-1" dirty="0">
              <a:solidFill>
                <a:srgbClr val="0000FF"/>
              </a:solidFill>
              <a:latin typeface="Helvetica Neu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538086" y="2290013"/>
                <a:ext cx="3492078" cy="3997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𝑭</m:t>
                          </m:r>
                        </m:e>
                        <m:sub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lang="en-IN" sz="259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59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59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IN" sz="259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𝒕</m:t>
                              </m:r>
                            </m:sub>
                          </m:sSub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59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59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IN" sz="2598" b="1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</m:e>
                        <m:sub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𝑴</m:t>
                          </m:r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IN" sz="2598" b="1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2598" b="1" kern="1200" dirty="0">
                  <a:solidFill>
                    <a:srgbClr val="FF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07" y="2206255"/>
                <a:ext cx="5376951" cy="61555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0568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22" grpId="0"/>
      <p:bldP spid="24" grpId="0"/>
      <p:bldP spid="26" grpId="0"/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Holts-Winters Triple Exponential Smoothing</a:t>
            </a:r>
            <a:endParaRPr lang="en-US" sz="233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223889" y="1754947"/>
            <a:ext cx="8314039" cy="392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078" b="1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Example on demand data</a:t>
            </a:r>
            <a:endParaRPr lang="en-IN" sz="2078" b="1" kern="1200" spc="-1" dirty="0">
              <a:solidFill>
                <a:prstClr val="black"/>
              </a:solidFill>
              <a:latin typeface="Helvetica Neue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33302" y="2264038"/>
          <a:ext cx="8612603" cy="37664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98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686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498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Period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7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Year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Quarter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8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Demand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362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385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432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341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382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409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498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387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473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513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582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474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544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582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Period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16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17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26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27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8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Year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2016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2016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2016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2016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8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Quarter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8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Demand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681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557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628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707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773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592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627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725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854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661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24" marR="4124" marT="4124" marB="0" anchor="ctr"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9274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7153"/>
            <a:ext cx="9144000" cy="5229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677"/>
            <a:ext cx="9144000" cy="520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74858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7153"/>
            <a:ext cx="9144000" cy="5229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5990"/>
            <a:ext cx="9144000" cy="4582972"/>
          </a:xfrm>
          <a:prstGeom prst="rect">
            <a:avLst/>
          </a:prstGeom>
        </p:spPr>
      </p:pic>
      <p:sp>
        <p:nvSpPr>
          <p:cNvPr id="4" name="TextShape 2">
            <a:extLst>
              <a:ext uri="{FF2B5EF4-FFF2-40B4-BE49-F238E27FC236}">
                <a16:creationId xmlns:a16="http://schemas.microsoft.com/office/drawing/2014/main" id="{CBE2BEC7-F0A5-A971-A5DE-3C4B15065402}"/>
              </a:ext>
            </a:extLst>
          </p:cNvPr>
          <p:cNvSpPr txBox="1"/>
          <p:nvPr/>
        </p:nvSpPr>
        <p:spPr>
          <a:xfrm>
            <a:off x="0" y="857154"/>
            <a:ext cx="8314039" cy="3079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07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Example on seasonal sale of houses</a:t>
            </a:r>
            <a:endParaRPr lang="en-IN" sz="2078" kern="1200" spc="-1" dirty="0">
              <a:latin typeface="Helvetica Ne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14665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7153"/>
            <a:ext cx="9144000" cy="5229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154"/>
            <a:ext cx="9144000" cy="503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68130"/>
      </p:ext>
    </p:extLst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Holts-Winters Triple Exponential Smoothing</a:t>
            </a:r>
            <a:endParaRPr lang="en-US" sz="233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70288" y="1781905"/>
          <a:ext cx="6770002" cy="18440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02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4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4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4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6949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Period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Year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Month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# of houses sold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Level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Trend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Seasonal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Forecast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Error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53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12</a:t>
                      </a: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2015</a:t>
                      </a: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December</a:t>
                      </a: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 Neue" panose="02000503000000020004"/>
                        </a:rPr>
                        <a:t>210587</a:t>
                      </a: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9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13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2016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>
                          <a:effectLst/>
                          <a:latin typeface="Helvetica Neue" panose="02000503000000020004"/>
                        </a:rPr>
                        <a:t>January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0000FF"/>
                          </a:solidFill>
                          <a:effectLst/>
                          <a:latin typeface="Helvetica Neue" panose="02000503000000020004"/>
                        </a:rPr>
                        <a:t>154183</a:t>
                      </a: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FF0000"/>
                          </a:solidFill>
                          <a:effectLst/>
                          <a:latin typeface="Helvetica Neue" panose="02000503000000020004"/>
                        </a:rPr>
                        <a:t>254819</a:t>
                      </a:r>
                      <a:endParaRPr lang="en-IN" sz="1600" b="1" i="0" u="none" strike="noStrike" dirty="0">
                        <a:solidFill>
                          <a:srgbClr val="FF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rgbClr val="A50021"/>
                          </a:solidFill>
                          <a:effectLst/>
                          <a:latin typeface="Helvetica Neue" panose="02000503000000020004"/>
                        </a:rPr>
                        <a:t>37247</a:t>
                      </a:r>
                      <a:endParaRPr lang="en-IN" sz="1600" b="1" i="0" u="none" strike="noStrike" dirty="0">
                        <a:solidFill>
                          <a:srgbClr val="A50021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0.605069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9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>
                          <a:effectLst/>
                          <a:latin typeface="Helvetica Neue" panose="02000503000000020004"/>
                        </a:rPr>
                        <a:t>14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>
                          <a:effectLst/>
                          <a:latin typeface="Helvetica Neue" panose="02000503000000020004"/>
                        </a:rPr>
                        <a:t>2016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>
                          <a:effectLst/>
                          <a:latin typeface="Helvetica Neue" panose="02000503000000020004"/>
                        </a:rPr>
                        <a:t>February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168895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>
                          <a:effectLst/>
                          <a:latin typeface="Helvetica Neue" panose="02000503000000020004"/>
                        </a:rPr>
                        <a:t>283627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>
                          <a:effectLst/>
                          <a:latin typeface="Helvetica Neue" panose="02000503000000020004"/>
                        </a:rPr>
                        <a:t>36403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0.791464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237519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u="none" strike="noStrike" dirty="0">
                          <a:effectLst/>
                          <a:latin typeface="Helvetica Neue" panose="02000503000000020004"/>
                        </a:rPr>
                        <a:t>-68624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3889" y="1760318"/>
          <a:ext cx="1742494" cy="40747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444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  <a:latin typeface="Helvetica Neue" panose="02000503000000020004"/>
                        </a:rPr>
                        <a:t>Level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  <a:latin typeface="Helvetica Neue" panose="02000503000000020004"/>
                        </a:rPr>
                        <a:t>Seasonal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u="none" strike="noStrike" dirty="0">
                          <a:solidFill>
                            <a:srgbClr val="006600"/>
                          </a:solidFill>
                          <a:effectLst/>
                          <a:latin typeface="Helvetica Neue" panose="02000503000000020004"/>
                        </a:rPr>
                        <a:t>S1</a:t>
                      </a:r>
                      <a:endParaRPr lang="en-IN" sz="1800" b="1" i="0" u="none" strike="noStrike" dirty="0">
                        <a:solidFill>
                          <a:srgbClr val="0066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u="none" strike="noStrike" dirty="0">
                          <a:solidFill>
                            <a:srgbClr val="006600"/>
                          </a:solidFill>
                          <a:effectLst/>
                          <a:latin typeface="Helvetica Neue" panose="02000503000000020004"/>
                        </a:rPr>
                        <a:t>0.605069</a:t>
                      </a:r>
                      <a:endParaRPr lang="en-IN" sz="1800" b="1" i="0" u="none" strike="noStrike" dirty="0">
                        <a:solidFill>
                          <a:srgbClr val="0066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0.81324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0.940623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0.987435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1.134279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1.276232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1.176499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1.223665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1.061323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S10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0.982632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S11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u="none" strike="noStrike">
                          <a:effectLst/>
                          <a:latin typeface="Helvetica Neue" panose="02000503000000020004"/>
                        </a:rPr>
                        <a:t>0.831105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444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u="none" strike="noStrike" dirty="0">
                          <a:solidFill>
                            <a:srgbClr val="FF00FF"/>
                          </a:solidFill>
                          <a:effectLst/>
                          <a:latin typeface="Helvetica Neue" panose="02000503000000020004"/>
                        </a:rPr>
                        <a:t>S12</a:t>
                      </a:r>
                      <a:endParaRPr lang="en-IN" sz="1800" b="1" i="0" u="none" strike="noStrike" dirty="0">
                        <a:solidFill>
                          <a:srgbClr val="FF00FF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u="none" strike="noStrike" dirty="0">
                          <a:solidFill>
                            <a:srgbClr val="FF00FF"/>
                          </a:solidFill>
                          <a:effectLst/>
                          <a:latin typeface="Helvetica Neue" panose="02000503000000020004"/>
                        </a:rPr>
                        <a:t>0.967897</a:t>
                      </a:r>
                      <a:endParaRPr lang="en-IN" sz="1800" b="1" i="0" u="none" strike="noStrike" dirty="0">
                        <a:solidFill>
                          <a:srgbClr val="FF00FF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4124" marR="4124" marT="4124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119067" y="3612299"/>
                <a:ext cx="3194336" cy="742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𝑳</m:t>
                          </m:r>
                        </m:e>
                        <m:sub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𝟏𝟑</m:t>
                          </m:r>
                        </m:sub>
                      </m:sSub>
                      <m:r>
                        <a:rPr lang="en-IN" sz="233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338" b="1" i="1" kern="120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338" b="1" i="1" kern="120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sz="2338" b="1" i="1" kern="120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233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IN" sz="233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𝟏𝟓𝟒𝟏𝟖𝟑</m:t>
                          </m:r>
                        </m:num>
                        <m:den>
                          <m:r>
                            <a:rPr lang="en-IN" sz="2338" b="1" i="1" kern="120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𝟎</m:t>
                          </m:r>
                          <m:r>
                            <a:rPr lang="en-IN" sz="2338" b="1" i="1" kern="120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en-IN" sz="2338" b="1" i="1" kern="120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𝟔𝟎𝟓𝟎𝟔𝟗</m:t>
                          </m:r>
                        </m:den>
                      </m:f>
                    </m:oMath>
                  </m:oMathPara>
                </a14:m>
                <a:endParaRPr lang="en-IN" sz="2338" b="1" kern="1200" dirty="0">
                  <a:solidFill>
                    <a:srgbClr val="0000FF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848" y="4242254"/>
                <a:ext cx="4909870" cy="114268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25956" y="4645767"/>
                <a:ext cx="5410825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 sz="220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IN" sz="220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lang="en-IN" sz="220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𝟏𝟑</m:t>
                          </m:r>
                        </m:sub>
                      </m:sSub>
                      <m:r>
                        <a:rPr lang="en-IN" sz="220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lang="en-IN" sz="220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20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20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208" b="1" i="1" kern="12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208" b="1" i="1" kern="120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208" b="1" i="1" kern="120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sz="2208" b="1" i="1" kern="120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220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lang="en-IN" sz="2208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208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208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IN" sz="2208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208" b="1" i="1" kern="120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IN" sz="2208" b="1" i="1" kern="120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IN" sz="2208" b="1" i="1" kern="120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𝟏𝟐</m:t>
                              </m:r>
                            </m:sub>
                          </m:sSub>
                        </m:den>
                      </m:f>
                      <m:r>
                        <a:rPr lang="en-IN" sz="220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IN" sz="220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IN" sz="2208" b="1" i="1" kern="12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𝟏𝟓𝟒𝟏𝟖𝟑</m:t>
                          </m:r>
                        </m:num>
                        <m:den>
                          <m:r>
                            <a:rPr lang="en-IN" sz="2208" b="1" i="1" kern="120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𝟎</m:t>
                          </m:r>
                          <m:r>
                            <a:rPr lang="en-IN" sz="2208" b="1" i="1" kern="120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en-IN" sz="2208" b="1" i="1" kern="120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𝟔𝟎𝟓𝟎𝟔𝟗</m:t>
                          </m:r>
                        </m:den>
                      </m:f>
                      <m:r>
                        <a:rPr lang="en-IN" sz="220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lang="en-IN" sz="2208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IN" sz="2208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𝟐𝟏𝟎𝟓𝟖𝟕</m:t>
                          </m:r>
                        </m:num>
                        <m:den>
                          <m:r>
                            <a:rPr lang="en-IN" sz="2208" b="1" i="1" kern="120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𝟎</m:t>
                          </m:r>
                          <m:r>
                            <a:rPr lang="en-IN" sz="2208" b="1" i="1" kern="120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en-IN" sz="2208" b="1" i="1" kern="120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𝟗𝟔𝟕𝟖𝟗𝟕</m:t>
                          </m:r>
                        </m:den>
                      </m:f>
                    </m:oMath>
                  </m:oMathPara>
                </a14:m>
                <a:endParaRPr lang="en-IN" sz="2208" b="1" kern="1200" dirty="0">
                  <a:solidFill>
                    <a:srgbClr val="0000FF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456" y="5833545"/>
                <a:ext cx="8331356" cy="107914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307798" y="3803460"/>
                <a:ext cx="1452321" cy="359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r>
                        <a:rPr lang="en-IN" sz="233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2338" b="1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𝟐𝟓𝟒𝟖𝟏𝟗</m:t>
                      </m:r>
                    </m:oMath>
                  </m:oMathPara>
                </a14:m>
                <a:endParaRPr lang="en-IN" sz="2338" b="1" kern="1200" dirty="0">
                  <a:solidFill>
                    <a:srgbClr val="FF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718" y="4536597"/>
                <a:ext cx="2231380" cy="5539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536781" y="4826290"/>
                <a:ext cx="1204048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28361" hangingPunct="1"/>
                <a14:m>
                  <m:oMathPara xmlns:m="http://schemas.openxmlformats.org/officeDocument/2006/math">
                    <m:oMath>
                      <m:r>
                        <a:rPr lang="en-IN" sz="2208" b="1" i="1" kern="12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2208" b="1" i="1" kern="1200">
                          <a:solidFill>
                            <a:srgbClr val="A5002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𝟑𝟕𝟐𝟒𝟕</m:t>
                      </m:r>
                    </m:oMath>
                  </m:oMathPara>
                </a14:m>
                <a:endParaRPr lang="en-IN" sz="2208" b="1" kern="1200" dirty="0">
                  <a:solidFill>
                    <a:srgbClr val="A50021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4812" y="6111506"/>
                <a:ext cx="185076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4380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2" grpId="0"/>
      <p:bldP spid="14" grpId="0"/>
      <p:bldP spid="15" grpId="0"/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7153"/>
            <a:ext cx="9144000" cy="5229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63" y="857154"/>
            <a:ext cx="8608428" cy="479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78540"/>
      </p:ext>
    </p:extLst>
  </p:cSld>
  <p:clrMapOvr>
    <a:masterClrMapping/>
  </p:clrMapOvr>
  <p:transition spd="slow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7153"/>
            <a:ext cx="9144000" cy="5229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153"/>
            <a:ext cx="9013946" cy="52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74406"/>
      </p:ext>
    </p:extLst>
  </p:cSld>
  <p:clrMapOvr>
    <a:masterClrMapping/>
  </p:clrMapOvr>
  <p:transition spd="slow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7153"/>
            <a:ext cx="9144000" cy="5229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009964"/>
              </p:ext>
            </p:extLst>
          </p:nvPr>
        </p:nvGraphicFramePr>
        <p:xfrm>
          <a:off x="0" y="857153"/>
          <a:ext cx="9144000" cy="5229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220110" imgH="11976129" progId="Excel.Sheet.12">
                  <p:link updateAutomatic="1"/>
                </p:oleObj>
              </mc:Choice>
              <mc:Fallback>
                <p:oleObj name="Worksheet" r:id="rId2" imgW="7220110" imgH="1197612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857153"/>
                        <a:ext cx="9144000" cy="52292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4819966"/>
      </p:ext>
    </p:extLst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FBA9F-8528-151E-5C36-28E8EAA96AFD}"/>
              </a:ext>
            </a:extLst>
          </p:cNvPr>
          <p:cNvCxnSpPr>
            <a:cxnSpLocks/>
          </p:cNvCxnSpPr>
          <p:nvPr/>
        </p:nvCxnSpPr>
        <p:spPr>
          <a:xfrm flipV="1">
            <a:off x="2415030" y="1787534"/>
            <a:ext cx="0" cy="3563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B488B0-6A82-5EFF-E9FD-18CEDF8F97C5}"/>
              </a:ext>
            </a:extLst>
          </p:cNvPr>
          <p:cNvCxnSpPr/>
          <p:nvPr/>
        </p:nvCxnSpPr>
        <p:spPr>
          <a:xfrm>
            <a:off x="1761784" y="4865708"/>
            <a:ext cx="560207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196D79DD-7BB3-D1E6-FA84-C0994D908F31}"/>
              </a:ext>
            </a:extLst>
          </p:cNvPr>
          <p:cNvSpPr txBox="1"/>
          <p:nvPr/>
        </p:nvSpPr>
        <p:spPr>
          <a:xfrm>
            <a:off x="392542" y="1918375"/>
            <a:ext cx="1609092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No trend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02D3184E-4D28-377F-FD9E-C49A832BA437}"/>
              </a:ext>
            </a:extLst>
          </p:cNvPr>
          <p:cNvSpPr txBox="1"/>
          <p:nvPr/>
        </p:nvSpPr>
        <p:spPr>
          <a:xfrm>
            <a:off x="4547256" y="1787534"/>
            <a:ext cx="2638450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No seasonality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0ABB38-7DA6-3EC3-8F5E-F3162FC26DC3}"/>
              </a:ext>
            </a:extLst>
          </p:cNvPr>
          <p:cNvCxnSpPr/>
          <p:nvPr/>
        </p:nvCxnSpPr>
        <p:spPr>
          <a:xfrm>
            <a:off x="2415030" y="3133616"/>
            <a:ext cx="4770675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9042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FBA9F-8528-151E-5C36-28E8EAA96AFD}"/>
              </a:ext>
            </a:extLst>
          </p:cNvPr>
          <p:cNvCxnSpPr>
            <a:cxnSpLocks/>
          </p:cNvCxnSpPr>
          <p:nvPr/>
        </p:nvCxnSpPr>
        <p:spPr>
          <a:xfrm flipV="1">
            <a:off x="2415030" y="1787534"/>
            <a:ext cx="0" cy="3563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B488B0-6A82-5EFF-E9FD-18CEDF8F97C5}"/>
              </a:ext>
            </a:extLst>
          </p:cNvPr>
          <p:cNvCxnSpPr/>
          <p:nvPr/>
        </p:nvCxnSpPr>
        <p:spPr>
          <a:xfrm>
            <a:off x="1761784" y="4865708"/>
            <a:ext cx="560207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196D79DD-7BB3-D1E6-FA84-C0994D908F31}"/>
              </a:ext>
            </a:extLst>
          </p:cNvPr>
          <p:cNvSpPr txBox="1"/>
          <p:nvPr/>
        </p:nvSpPr>
        <p:spPr>
          <a:xfrm>
            <a:off x="392542" y="1918375"/>
            <a:ext cx="1609092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No trend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02D3184E-4D28-377F-FD9E-C49A832BA437}"/>
              </a:ext>
            </a:extLst>
          </p:cNvPr>
          <p:cNvSpPr txBox="1"/>
          <p:nvPr/>
        </p:nvSpPr>
        <p:spPr>
          <a:xfrm>
            <a:off x="4547256" y="1787534"/>
            <a:ext cx="3083845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Linear seasonality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0ABB38-7DA6-3EC3-8F5E-F3162FC26DC3}"/>
              </a:ext>
            </a:extLst>
          </p:cNvPr>
          <p:cNvCxnSpPr/>
          <p:nvPr/>
        </p:nvCxnSpPr>
        <p:spPr>
          <a:xfrm>
            <a:off x="2415030" y="3133616"/>
            <a:ext cx="4770675" cy="0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A570E7-7583-2EA0-5C30-8BC6FCC53036}"/>
                  </a:ext>
                </a:extLst>
              </p14:cNvPr>
              <p14:cNvContentPartPr/>
              <p14:nvPr/>
            </p14:nvContentPartPr>
            <p14:xfrm>
              <a:off x="1523929" y="2219290"/>
              <a:ext cx="5058097" cy="1219517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98A570E7-7583-2EA0-5C30-8BC6FCC530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4569" y="2209928"/>
                <a:ext cx="5076817" cy="123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322281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FBA9F-8528-151E-5C36-28E8EAA96AFD}"/>
              </a:ext>
            </a:extLst>
          </p:cNvPr>
          <p:cNvCxnSpPr>
            <a:cxnSpLocks/>
          </p:cNvCxnSpPr>
          <p:nvPr/>
        </p:nvCxnSpPr>
        <p:spPr>
          <a:xfrm flipV="1">
            <a:off x="2415030" y="1787534"/>
            <a:ext cx="0" cy="3563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B488B0-6A82-5EFF-E9FD-18CEDF8F97C5}"/>
              </a:ext>
            </a:extLst>
          </p:cNvPr>
          <p:cNvCxnSpPr/>
          <p:nvPr/>
        </p:nvCxnSpPr>
        <p:spPr>
          <a:xfrm>
            <a:off x="1761784" y="4865708"/>
            <a:ext cx="560207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196D79DD-7BB3-D1E6-FA84-C0994D908F31}"/>
              </a:ext>
            </a:extLst>
          </p:cNvPr>
          <p:cNvSpPr txBox="1"/>
          <p:nvPr/>
        </p:nvSpPr>
        <p:spPr>
          <a:xfrm>
            <a:off x="392542" y="1918375"/>
            <a:ext cx="1609092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No trend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02D3184E-4D28-377F-FD9E-C49A832BA437}"/>
              </a:ext>
            </a:extLst>
          </p:cNvPr>
          <p:cNvSpPr txBox="1"/>
          <p:nvPr/>
        </p:nvSpPr>
        <p:spPr>
          <a:xfrm>
            <a:off x="4547256" y="1787534"/>
            <a:ext cx="3083845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Ratio seasonality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0ABB38-7DA6-3EC3-8F5E-F3162FC26DC3}"/>
              </a:ext>
            </a:extLst>
          </p:cNvPr>
          <p:cNvCxnSpPr/>
          <p:nvPr/>
        </p:nvCxnSpPr>
        <p:spPr>
          <a:xfrm>
            <a:off x="2415030" y="3133616"/>
            <a:ext cx="4770675" cy="0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78CA53-3088-FB2D-949F-F9EA3EA73FB8}"/>
                  </a:ext>
                </a:extLst>
              </p14:cNvPr>
              <p14:cNvContentPartPr/>
              <p14:nvPr/>
            </p14:nvContentPartPr>
            <p14:xfrm>
              <a:off x="2619296" y="2209704"/>
              <a:ext cx="4258023" cy="1519487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4B78CA53-3088-FB2D-949F-F9EA3EA73F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9936" y="2200344"/>
                <a:ext cx="4276743" cy="15382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844163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FBA9F-8528-151E-5C36-28E8EAA96AFD}"/>
              </a:ext>
            </a:extLst>
          </p:cNvPr>
          <p:cNvCxnSpPr>
            <a:cxnSpLocks/>
          </p:cNvCxnSpPr>
          <p:nvPr/>
        </p:nvCxnSpPr>
        <p:spPr>
          <a:xfrm flipV="1">
            <a:off x="2415030" y="1787534"/>
            <a:ext cx="0" cy="3563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B488B0-6A82-5EFF-E9FD-18CEDF8F97C5}"/>
              </a:ext>
            </a:extLst>
          </p:cNvPr>
          <p:cNvCxnSpPr/>
          <p:nvPr/>
        </p:nvCxnSpPr>
        <p:spPr>
          <a:xfrm>
            <a:off x="1761784" y="4865708"/>
            <a:ext cx="560207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196D79DD-7BB3-D1E6-FA84-C0994D908F31}"/>
              </a:ext>
            </a:extLst>
          </p:cNvPr>
          <p:cNvSpPr txBox="1"/>
          <p:nvPr/>
        </p:nvSpPr>
        <p:spPr>
          <a:xfrm>
            <a:off x="250179" y="1942531"/>
            <a:ext cx="1893819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Linear trend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02D3184E-4D28-377F-FD9E-C49A832BA437}"/>
              </a:ext>
            </a:extLst>
          </p:cNvPr>
          <p:cNvSpPr txBox="1"/>
          <p:nvPr/>
        </p:nvSpPr>
        <p:spPr>
          <a:xfrm>
            <a:off x="4547256" y="1787534"/>
            <a:ext cx="3083845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No seasonality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0ABB38-7DA6-3EC3-8F5E-F3162FC26DC3}"/>
              </a:ext>
            </a:extLst>
          </p:cNvPr>
          <p:cNvCxnSpPr>
            <a:cxnSpLocks/>
          </p:cNvCxnSpPr>
          <p:nvPr/>
        </p:nvCxnSpPr>
        <p:spPr>
          <a:xfrm flipV="1">
            <a:off x="2479110" y="2727812"/>
            <a:ext cx="4647209" cy="1059050"/>
          </a:xfrm>
          <a:prstGeom prst="line">
            <a:avLst/>
          </a:prstGeom>
          <a:ln w="25400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94503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FBA9F-8528-151E-5C36-28E8EAA96AFD}"/>
              </a:ext>
            </a:extLst>
          </p:cNvPr>
          <p:cNvCxnSpPr>
            <a:cxnSpLocks/>
          </p:cNvCxnSpPr>
          <p:nvPr/>
        </p:nvCxnSpPr>
        <p:spPr>
          <a:xfrm flipV="1">
            <a:off x="2415030" y="1787534"/>
            <a:ext cx="0" cy="3563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B488B0-6A82-5EFF-E9FD-18CEDF8F97C5}"/>
              </a:ext>
            </a:extLst>
          </p:cNvPr>
          <p:cNvCxnSpPr/>
          <p:nvPr/>
        </p:nvCxnSpPr>
        <p:spPr>
          <a:xfrm>
            <a:off x="1761784" y="4865708"/>
            <a:ext cx="560207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196D79DD-7BB3-D1E6-FA84-C0994D908F31}"/>
              </a:ext>
            </a:extLst>
          </p:cNvPr>
          <p:cNvSpPr txBox="1"/>
          <p:nvPr/>
        </p:nvSpPr>
        <p:spPr>
          <a:xfrm>
            <a:off x="250179" y="1942531"/>
            <a:ext cx="1893819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Linear trend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02D3184E-4D28-377F-FD9E-C49A832BA437}"/>
              </a:ext>
            </a:extLst>
          </p:cNvPr>
          <p:cNvSpPr txBox="1"/>
          <p:nvPr/>
        </p:nvSpPr>
        <p:spPr>
          <a:xfrm>
            <a:off x="4547256" y="1787534"/>
            <a:ext cx="3083845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Linear seasonality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0ABB38-7DA6-3EC3-8F5E-F3162FC26DC3}"/>
              </a:ext>
            </a:extLst>
          </p:cNvPr>
          <p:cNvCxnSpPr>
            <a:cxnSpLocks/>
          </p:cNvCxnSpPr>
          <p:nvPr/>
        </p:nvCxnSpPr>
        <p:spPr>
          <a:xfrm flipV="1">
            <a:off x="2479110" y="2727812"/>
            <a:ext cx="4647209" cy="1059050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2A89E7-7AC1-B054-F2F9-C3E3D58F80EF}"/>
                  </a:ext>
                </a:extLst>
              </p14:cNvPr>
              <p14:cNvContentPartPr/>
              <p14:nvPr/>
            </p14:nvContentPartPr>
            <p14:xfrm>
              <a:off x="2624206" y="2538432"/>
              <a:ext cx="4519882" cy="1219517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962A89E7-7AC1-B054-F2F9-C3E3D58F80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14847" y="2529073"/>
                <a:ext cx="4538601" cy="12382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17303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FBA9F-8528-151E-5C36-28E8EAA96AFD}"/>
              </a:ext>
            </a:extLst>
          </p:cNvPr>
          <p:cNvCxnSpPr>
            <a:cxnSpLocks/>
          </p:cNvCxnSpPr>
          <p:nvPr/>
        </p:nvCxnSpPr>
        <p:spPr>
          <a:xfrm flipV="1">
            <a:off x="2415030" y="1787534"/>
            <a:ext cx="0" cy="3563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B488B0-6A82-5EFF-E9FD-18CEDF8F97C5}"/>
              </a:ext>
            </a:extLst>
          </p:cNvPr>
          <p:cNvCxnSpPr/>
          <p:nvPr/>
        </p:nvCxnSpPr>
        <p:spPr>
          <a:xfrm>
            <a:off x="1761784" y="4865708"/>
            <a:ext cx="560207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196D79DD-7BB3-D1E6-FA84-C0994D908F31}"/>
              </a:ext>
            </a:extLst>
          </p:cNvPr>
          <p:cNvSpPr txBox="1"/>
          <p:nvPr/>
        </p:nvSpPr>
        <p:spPr>
          <a:xfrm>
            <a:off x="250179" y="1942531"/>
            <a:ext cx="1893819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Linear trend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02D3184E-4D28-377F-FD9E-C49A832BA437}"/>
              </a:ext>
            </a:extLst>
          </p:cNvPr>
          <p:cNvSpPr txBox="1"/>
          <p:nvPr/>
        </p:nvSpPr>
        <p:spPr>
          <a:xfrm>
            <a:off x="4547256" y="1787534"/>
            <a:ext cx="3083845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Ratio seasonality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0ABB38-7DA6-3EC3-8F5E-F3162FC26DC3}"/>
              </a:ext>
            </a:extLst>
          </p:cNvPr>
          <p:cNvCxnSpPr>
            <a:cxnSpLocks/>
          </p:cNvCxnSpPr>
          <p:nvPr/>
        </p:nvCxnSpPr>
        <p:spPr>
          <a:xfrm flipV="1">
            <a:off x="2479110" y="2727812"/>
            <a:ext cx="4647209" cy="1059050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A25ED7-D1AE-86FC-0A65-9123F97EE64C}"/>
                  </a:ext>
                </a:extLst>
              </p14:cNvPr>
              <p14:cNvContentPartPr/>
              <p14:nvPr/>
            </p14:nvContentPartPr>
            <p14:xfrm>
              <a:off x="2633559" y="1981045"/>
              <a:ext cx="4405552" cy="1881648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83A25ED7-D1AE-86FC-0A65-9123F97EE6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4199" y="1971685"/>
                <a:ext cx="4424271" cy="19003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951450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FBA9F-8528-151E-5C36-28E8EAA96AFD}"/>
              </a:ext>
            </a:extLst>
          </p:cNvPr>
          <p:cNvCxnSpPr>
            <a:cxnSpLocks/>
          </p:cNvCxnSpPr>
          <p:nvPr/>
        </p:nvCxnSpPr>
        <p:spPr>
          <a:xfrm flipV="1">
            <a:off x="2415030" y="1787534"/>
            <a:ext cx="0" cy="3563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B488B0-6A82-5EFF-E9FD-18CEDF8F97C5}"/>
              </a:ext>
            </a:extLst>
          </p:cNvPr>
          <p:cNvCxnSpPr/>
          <p:nvPr/>
        </p:nvCxnSpPr>
        <p:spPr>
          <a:xfrm>
            <a:off x="1761784" y="4865708"/>
            <a:ext cx="560207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196D79DD-7BB3-D1E6-FA84-C0994D908F31}"/>
              </a:ext>
            </a:extLst>
          </p:cNvPr>
          <p:cNvSpPr txBox="1"/>
          <p:nvPr/>
        </p:nvSpPr>
        <p:spPr>
          <a:xfrm>
            <a:off x="250179" y="1942531"/>
            <a:ext cx="1893819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Ratio trend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02D3184E-4D28-377F-FD9E-C49A832BA437}"/>
              </a:ext>
            </a:extLst>
          </p:cNvPr>
          <p:cNvSpPr txBox="1"/>
          <p:nvPr/>
        </p:nvSpPr>
        <p:spPr>
          <a:xfrm>
            <a:off x="4547256" y="1787534"/>
            <a:ext cx="3083845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No seasonality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3735A4A-D3A6-2ED0-E3A6-123863530080}"/>
              </a:ext>
            </a:extLst>
          </p:cNvPr>
          <p:cNvSpPr/>
          <p:nvPr/>
        </p:nvSpPr>
        <p:spPr>
          <a:xfrm>
            <a:off x="2456420" y="2243954"/>
            <a:ext cx="4022052" cy="1919476"/>
          </a:xfrm>
          <a:custGeom>
            <a:avLst/>
            <a:gdLst>
              <a:gd name="connsiteX0" fmla="*/ 0 w 6192982"/>
              <a:gd name="connsiteY0" fmla="*/ 2840182 h 2955526"/>
              <a:gd name="connsiteX1" fmla="*/ 3394364 w 6192982"/>
              <a:gd name="connsiteY1" fmla="*/ 2618509 h 2955526"/>
              <a:gd name="connsiteX2" fmla="*/ 6192982 w 6192982"/>
              <a:gd name="connsiteY2" fmla="*/ 0 h 2955526"/>
              <a:gd name="connsiteX3" fmla="*/ 6192982 w 6192982"/>
              <a:gd name="connsiteY3" fmla="*/ 0 h 295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2982" h="2955526">
                <a:moveTo>
                  <a:pt x="0" y="2840182"/>
                </a:moveTo>
                <a:cubicBezTo>
                  <a:pt x="1181100" y="2966027"/>
                  <a:pt x="2362200" y="3091873"/>
                  <a:pt x="3394364" y="2618509"/>
                </a:cubicBezTo>
                <a:cubicBezTo>
                  <a:pt x="4426528" y="2145145"/>
                  <a:pt x="6192982" y="0"/>
                  <a:pt x="6192982" y="0"/>
                </a:cubicBezTo>
                <a:lnTo>
                  <a:pt x="6192982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68931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FBA9F-8528-151E-5C36-28E8EAA96AFD}"/>
              </a:ext>
            </a:extLst>
          </p:cNvPr>
          <p:cNvCxnSpPr>
            <a:cxnSpLocks/>
          </p:cNvCxnSpPr>
          <p:nvPr/>
        </p:nvCxnSpPr>
        <p:spPr>
          <a:xfrm flipV="1">
            <a:off x="2415030" y="1787534"/>
            <a:ext cx="0" cy="3563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B488B0-6A82-5EFF-E9FD-18CEDF8F97C5}"/>
              </a:ext>
            </a:extLst>
          </p:cNvPr>
          <p:cNvCxnSpPr/>
          <p:nvPr/>
        </p:nvCxnSpPr>
        <p:spPr>
          <a:xfrm>
            <a:off x="1761784" y="4865708"/>
            <a:ext cx="560207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196D79DD-7BB3-D1E6-FA84-C0994D908F31}"/>
              </a:ext>
            </a:extLst>
          </p:cNvPr>
          <p:cNvSpPr txBox="1"/>
          <p:nvPr/>
        </p:nvSpPr>
        <p:spPr>
          <a:xfrm>
            <a:off x="250179" y="1942531"/>
            <a:ext cx="1893819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Ratio trend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02D3184E-4D28-377F-FD9E-C49A832BA437}"/>
              </a:ext>
            </a:extLst>
          </p:cNvPr>
          <p:cNvSpPr txBox="1"/>
          <p:nvPr/>
        </p:nvSpPr>
        <p:spPr>
          <a:xfrm>
            <a:off x="3436018" y="1690867"/>
            <a:ext cx="3083845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Linear seasonality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4C2D80B-4652-6950-53E2-EDB59E172C69}"/>
              </a:ext>
            </a:extLst>
          </p:cNvPr>
          <p:cNvSpPr/>
          <p:nvPr/>
        </p:nvSpPr>
        <p:spPr>
          <a:xfrm>
            <a:off x="2456420" y="2243954"/>
            <a:ext cx="4022052" cy="1919476"/>
          </a:xfrm>
          <a:custGeom>
            <a:avLst/>
            <a:gdLst>
              <a:gd name="connsiteX0" fmla="*/ 0 w 6192982"/>
              <a:gd name="connsiteY0" fmla="*/ 2840182 h 2955526"/>
              <a:gd name="connsiteX1" fmla="*/ 3394364 w 6192982"/>
              <a:gd name="connsiteY1" fmla="*/ 2618509 h 2955526"/>
              <a:gd name="connsiteX2" fmla="*/ 6192982 w 6192982"/>
              <a:gd name="connsiteY2" fmla="*/ 0 h 2955526"/>
              <a:gd name="connsiteX3" fmla="*/ 6192982 w 6192982"/>
              <a:gd name="connsiteY3" fmla="*/ 0 h 295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2982" h="2955526">
                <a:moveTo>
                  <a:pt x="0" y="2840182"/>
                </a:moveTo>
                <a:cubicBezTo>
                  <a:pt x="1181100" y="2966027"/>
                  <a:pt x="2362200" y="3091873"/>
                  <a:pt x="3394364" y="2618509"/>
                </a:cubicBezTo>
                <a:cubicBezTo>
                  <a:pt x="4426528" y="2145145"/>
                  <a:pt x="6192982" y="0"/>
                  <a:pt x="6192982" y="0"/>
                </a:cubicBezTo>
                <a:lnTo>
                  <a:pt x="6192982" y="0"/>
                </a:lnTo>
              </a:path>
            </a:pathLst>
          </a:cu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B8139D-F513-6A37-CE15-2A703532530B}"/>
                  </a:ext>
                </a:extLst>
              </p14:cNvPr>
              <p14:cNvContentPartPr/>
              <p14:nvPr/>
            </p14:nvContentPartPr>
            <p14:xfrm>
              <a:off x="2676578" y="2671699"/>
              <a:ext cx="3624416" cy="1905262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6DB8139D-F513-6A37-CE15-2A70353253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7218" y="2662340"/>
                <a:ext cx="3643136" cy="19239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20501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Smoothing Techniques – </a:t>
            </a:r>
            <a:r>
              <a:rPr lang="en-US" sz="2338" b="1" dirty="0">
                <a:solidFill>
                  <a:srgbClr val="006600"/>
                </a:solidFill>
                <a:latin typeface="Helvetica Neue"/>
                <a:cs typeface="Helvetica" panose="020B0604020202020204" pitchFamily="34" charset="0"/>
              </a:rPr>
              <a:t>Exponential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0FBA9F-8528-151E-5C36-28E8EAA96AFD}"/>
              </a:ext>
            </a:extLst>
          </p:cNvPr>
          <p:cNvCxnSpPr>
            <a:cxnSpLocks/>
          </p:cNvCxnSpPr>
          <p:nvPr/>
        </p:nvCxnSpPr>
        <p:spPr>
          <a:xfrm flipV="1">
            <a:off x="2415030" y="1787534"/>
            <a:ext cx="0" cy="3563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B488B0-6A82-5EFF-E9FD-18CEDF8F97C5}"/>
              </a:ext>
            </a:extLst>
          </p:cNvPr>
          <p:cNvCxnSpPr/>
          <p:nvPr/>
        </p:nvCxnSpPr>
        <p:spPr>
          <a:xfrm>
            <a:off x="1761784" y="4865708"/>
            <a:ext cx="560207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Shape 2">
            <a:extLst>
              <a:ext uri="{FF2B5EF4-FFF2-40B4-BE49-F238E27FC236}">
                <a16:creationId xmlns:a16="http://schemas.microsoft.com/office/drawing/2014/main" id="{196D79DD-7BB3-D1E6-FA84-C0994D908F31}"/>
              </a:ext>
            </a:extLst>
          </p:cNvPr>
          <p:cNvSpPr txBox="1"/>
          <p:nvPr/>
        </p:nvSpPr>
        <p:spPr>
          <a:xfrm>
            <a:off x="250179" y="1942531"/>
            <a:ext cx="1893819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Ratio trend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17" name="TextShape 2">
            <a:extLst>
              <a:ext uri="{FF2B5EF4-FFF2-40B4-BE49-F238E27FC236}">
                <a16:creationId xmlns:a16="http://schemas.microsoft.com/office/drawing/2014/main" id="{02D3184E-4D28-377F-FD9E-C49A832BA437}"/>
              </a:ext>
            </a:extLst>
          </p:cNvPr>
          <p:cNvSpPr txBox="1"/>
          <p:nvPr/>
        </p:nvSpPr>
        <p:spPr>
          <a:xfrm>
            <a:off x="3076491" y="1664720"/>
            <a:ext cx="3083845" cy="6028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70" defTabSz="628361" hangingPunct="1">
              <a:spcBef>
                <a:spcPts val="421"/>
              </a:spcBef>
              <a:buClr>
                <a:srgbClr val="000000"/>
              </a:buClr>
            </a:pPr>
            <a:r>
              <a:rPr lang="en-IN" sz="2598" kern="1200" dirty="0">
                <a:solidFill>
                  <a:prstClr val="black"/>
                </a:solidFill>
                <a:latin typeface="Helvetica Neue"/>
                <a:ea typeface="+mn-ea"/>
                <a:cs typeface="+mn-cs"/>
              </a:rPr>
              <a:t>Ratio seasonality</a:t>
            </a:r>
            <a:endParaRPr lang="en-IN" sz="2598" kern="1200" spc="-1" dirty="0">
              <a:latin typeface="Helvetica Neue"/>
              <a:ea typeface="+mn-ea"/>
              <a:cs typeface="+mn-cs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ED7B440-E182-75F5-E28F-2F0F096118AB}"/>
              </a:ext>
            </a:extLst>
          </p:cNvPr>
          <p:cNvSpPr/>
          <p:nvPr/>
        </p:nvSpPr>
        <p:spPr>
          <a:xfrm>
            <a:off x="2456420" y="2243954"/>
            <a:ext cx="4022052" cy="1919476"/>
          </a:xfrm>
          <a:custGeom>
            <a:avLst/>
            <a:gdLst>
              <a:gd name="connsiteX0" fmla="*/ 0 w 6192982"/>
              <a:gd name="connsiteY0" fmla="*/ 2840182 h 2955526"/>
              <a:gd name="connsiteX1" fmla="*/ 3394364 w 6192982"/>
              <a:gd name="connsiteY1" fmla="*/ 2618509 h 2955526"/>
              <a:gd name="connsiteX2" fmla="*/ 6192982 w 6192982"/>
              <a:gd name="connsiteY2" fmla="*/ 0 h 2955526"/>
              <a:gd name="connsiteX3" fmla="*/ 6192982 w 6192982"/>
              <a:gd name="connsiteY3" fmla="*/ 0 h 295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2982" h="2955526">
                <a:moveTo>
                  <a:pt x="0" y="2840182"/>
                </a:moveTo>
                <a:cubicBezTo>
                  <a:pt x="1181100" y="2966027"/>
                  <a:pt x="2362200" y="3091873"/>
                  <a:pt x="3394364" y="2618509"/>
                </a:cubicBezTo>
                <a:cubicBezTo>
                  <a:pt x="4426528" y="2145145"/>
                  <a:pt x="6192982" y="0"/>
                  <a:pt x="6192982" y="0"/>
                </a:cubicBezTo>
                <a:lnTo>
                  <a:pt x="6192982" y="0"/>
                </a:lnTo>
              </a:path>
            </a:pathLst>
          </a:cu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1237" kern="1200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D658E1-A373-2E30-3081-A2433291C21B}"/>
                  </a:ext>
                </a:extLst>
              </p14:cNvPr>
              <p14:cNvContentPartPr/>
              <p14:nvPr/>
            </p14:nvContentPartPr>
            <p14:xfrm>
              <a:off x="2686164" y="2176504"/>
              <a:ext cx="3681464" cy="2352995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31D658E1-A373-2E30-3081-A2433291C2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6804" y="2167144"/>
                <a:ext cx="3700185" cy="237171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598003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2">
            <a:extLst>
              <a:ext uri="{FF2B5EF4-FFF2-40B4-BE49-F238E27FC236}">
                <a16:creationId xmlns:a16="http://schemas.microsoft.com/office/drawing/2014/main" id="{84186B61-9C5D-40BB-B021-D7D56B779A22}"/>
              </a:ext>
            </a:extLst>
          </p:cNvPr>
          <p:cNvSpPr txBox="1"/>
          <p:nvPr/>
        </p:nvSpPr>
        <p:spPr>
          <a:xfrm>
            <a:off x="1444840" y="1979199"/>
            <a:ext cx="6172162" cy="374551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57347" indent="-257077" algn="just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kern="1200" dirty="0">
              <a:solidFill>
                <a:srgbClr val="FF0000"/>
              </a:solidFill>
              <a:ea typeface="+mn-ea"/>
              <a:cs typeface="+mn-cs"/>
            </a:endParaRPr>
          </a:p>
          <a:p>
            <a:pPr marL="257347" indent="-257077" algn="just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marL="257347" indent="-257077" algn="just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marL="270" algn="just" defTabSz="628361" hangingPunct="1">
              <a:spcBef>
                <a:spcPts val="421"/>
              </a:spcBef>
              <a:buClr>
                <a:srgbClr val="000000"/>
              </a:buClr>
            </a:pPr>
            <a:endParaRPr lang="en-US" sz="210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marL="257347" indent="-257077" algn="just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US" sz="210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marL="257347" indent="-257077" algn="just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100" kern="1200" spc="-1" dirty="0">
              <a:ea typeface="+mn-ea"/>
              <a:cs typeface="+mn-cs"/>
            </a:endParaRPr>
          </a:p>
          <a:p>
            <a:pPr marL="257347" indent="-257077" defTabSz="628361" hangingPunct="1">
              <a:spcBef>
                <a:spcPts val="421"/>
              </a:spcBef>
              <a:buClr>
                <a:srgbClr val="000000"/>
              </a:buClr>
              <a:buFont typeface="Arial"/>
              <a:buChar char="•"/>
            </a:pPr>
            <a:endParaRPr lang="en-IN" sz="2100" kern="1200" spc="-1" dirty="0">
              <a:latin typeface="Arial"/>
              <a:ea typeface="+mn-ea"/>
              <a:cs typeface="+mn-cs"/>
            </a:endParaRPr>
          </a:p>
          <a:p>
            <a:pPr defTabSz="628361" hangingPunct="1">
              <a:spcBef>
                <a:spcPts val="421"/>
              </a:spcBef>
            </a:pPr>
            <a:endParaRPr lang="en-IN" sz="2100" kern="1200" spc="-1" dirty="0">
              <a:latin typeface="Arial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3" y="1748751"/>
            <a:ext cx="8066598" cy="4012868"/>
          </a:xfrm>
          <a:prstGeom prst="rect">
            <a:avLst/>
          </a:prstGeom>
        </p:spPr>
      </p:pic>
      <p:sp>
        <p:nvSpPr>
          <p:cNvPr id="10" name="Title 2"/>
          <p:cNvSpPr txBox="1">
            <a:spLocks/>
          </p:cNvSpPr>
          <p:nvPr/>
        </p:nvSpPr>
        <p:spPr>
          <a:xfrm>
            <a:off x="223889" y="1236097"/>
            <a:ext cx="1946399" cy="3913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338" b="1" dirty="0">
                <a:solidFill>
                  <a:srgbClr val="FF0000"/>
                </a:solidFill>
                <a:latin typeface="Helvetica Neue"/>
                <a:cs typeface="Helvetica" panose="020B0604020202020204" pitchFamily="34" charset="0"/>
              </a:rPr>
              <a:t>Time Series</a:t>
            </a:r>
          </a:p>
        </p:txBody>
      </p:sp>
      <p:sp>
        <p:nvSpPr>
          <p:cNvPr id="11" name="Title 2"/>
          <p:cNvSpPr txBox="1">
            <a:spLocks/>
          </p:cNvSpPr>
          <p:nvPr/>
        </p:nvSpPr>
        <p:spPr>
          <a:xfrm>
            <a:off x="2526706" y="1236939"/>
            <a:ext cx="6413586" cy="3905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338" b="1" dirty="0">
                <a:solidFill>
                  <a:srgbClr val="0000FF"/>
                </a:solidFill>
                <a:latin typeface="Helvetica Neue"/>
                <a:cs typeface="Helvetica" panose="020B0604020202020204" pitchFamily="34" charset="0"/>
              </a:rPr>
              <a:t>Decomposition view</a:t>
            </a:r>
            <a:endParaRPr lang="en-US" sz="2338" b="1" dirty="0">
              <a:solidFill>
                <a:srgbClr val="006600"/>
              </a:solidFill>
              <a:latin typeface="Helvetica Neue"/>
              <a:cs typeface="Helvetica" panose="020B0604020202020204" pitchFamily="34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125956" y="1317389"/>
            <a:ext cx="353154" cy="254465"/>
          </a:xfrm>
          <a:prstGeom prst="rightArrow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28361" hangingPunct="1"/>
            <a:endParaRPr lang="en-IN" sz="2858" kern="1200">
              <a:solidFill>
                <a:prstClr val="black">
                  <a:lumMod val="75000"/>
                  <a:lumOff val="25000"/>
                </a:prstClr>
              </a:solidFill>
              <a:latin typeface="Helvetica Neue"/>
              <a:cs typeface="Helvetica" panose="020B0604020202020204" pitchFamily="34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-49489" y="1643179"/>
            <a:ext cx="9193489" cy="1"/>
          </a:xfrm>
          <a:prstGeom prst="line">
            <a:avLst/>
          </a:prstGeom>
          <a:ln w="1905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68982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normal_cur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436" y="772316"/>
            <a:ext cx="9416923" cy="5393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223452" y="1016399"/>
            <a:ext cx="3032589" cy="759709"/>
          </a:xfrm>
          <a:prstGeom prst="rect">
            <a:avLst/>
          </a:prstGeom>
          <a:noFill/>
        </p:spPr>
        <p:txBody>
          <a:bodyPr wrap="none" lIns="59386" tIns="29693" rIns="59386" bIns="29693">
            <a:spAutoFit/>
          </a:bodyPr>
          <a:lstStyle/>
          <a:p>
            <a:pPr algn="ctr" defTabSz="628361" hangingPunct="1"/>
            <a:r>
              <a:rPr lang="en-US" sz="4547" b="1" kern="1200" dirty="0">
                <a:ln w="9525">
                  <a:solidFill>
                    <a:prstClr val="white"/>
                  </a:solidFill>
                  <a:prstDash val="solid"/>
                </a:ln>
                <a:solidFill>
                  <a:prstClr val="black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Helvetica Neue"/>
                <a:ea typeface="+mn-ea"/>
                <a:cs typeface="+mn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0491947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9551dfe7ae6685899f3a6bf4cd9dc226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71fbf1ccf07ddaff14b871bd721e86b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a62e0b61-37fe-427a-8d40-754df8cab5f8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LMS_Mappings xmlns="15d03a25-cda5-4943-9684-7d18d97bb3bc" xsi:nil="true"/>
    <Owner xmlns="15d03a25-cda5-4943-9684-7d18d97bb3bc">
      <UserInfo>
        <DisplayName/>
        <AccountId xsi:nil="true"/>
        <AccountType/>
      </UserInfo>
    </Owner>
    <TaxCatchAll xmlns="1abdae7a-7178-4d1e-9626-01799792f2da" xsi:nil="true"/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5DFD7A87-391E-43AE-B551-FD1E7453C90E}"/>
</file>

<file path=customXml/itemProps2.xml><?xml version="1.0" encoding="utf-8"?>
<ds:datastoreItem xmlns:ds="http://schemas.openxmlformats.org/officeDocument/2006/customXml" ds:itemID="{D61139F6-AE34-406A-A315-8C4ED3B7BB7D}"/>
</file>

<file path=customXml/itemProps3.xml><?xml version="1.0" encoding="utf-8"?>
<ds:datastoreItem xmlns:ds="http://schemas.openxmlformats.org/officeDocument/2006/customXml" ds:itemID="{79D6CC2E-D0DD-42E8-8317-9243A44397B7}"/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2948</Words>
  <Application>Microsoft Office PowerPoint</Application>
  <PresentationFormat>On-screen Show (4:3)</PresentationFormat>
  <Paragraphs>1408</Paragraphs>
  <Slides>58</Slides>
  <Notes>8</Notes>
  <HiddenSlides>0</HiddenSlides>
  <MMClips>0</MMClips>
  <ScaleCrop>false</ScaleCrop>
  <HeadingPairs>
    <vt:vector size="10" baseType="variant">
      <vt:variant>
        <vt:lpstr>Fonts Used</vt:lpstr>
      </vt:variant>
      <vt:variant>
        <vt:i4>10</vt:i4>
      </vt:variant>
      <vt:variant>
        <vt:lpstr>Theme</vt:lpstr>
      </vt:variant>
      <vt:variant>
        <vt:i4>9</vt:i4>
      </vt:variant>
      <vt:variant>
        <vt:lpstr>Links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80" baseType="lpstr">
      <vt:lpstr>Arial</vt:lpstr>
      <vt:lpstr>Arial Narrow</vt:lpstr>
      <vt:lpstr>Calibri</vt:lpstr>
      <vt:lpstr>Calibri Light</vt:lpstr>
      <vt:lpstr>Cambria Math</vt:lpstr>
      <vt:lpstr>Helvetica LT Std Cond Light</vt:lpstr>
      <vt:lpstr>Helvetica Neue</vt:lpstr>
      <vt:lpstr>Symbol</vt:lpstr>
      <vt:lpstr>Times New Roman</vt:lpstr>
      <vt:lpstr>Verdana</vt:lpstr>
      <vt:lpstr>Office Theme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  <vt:lpstr>7_Custom Design</vt:lpstr>
      <vt:lpstr>file:///C:\Users\DELL\Desktop\ACF%20&amp;%20AR%20data\Exponential%20smoothing%20technique.xlsx</vt:lpstr>
      <vt:lpstr>file:///C:\Users\ganga\OneDrive\Desktop\Holts-Winter%20triple%20exponential%20smoothing.xlsx</vt:lpstr>
      <vt:lpstr>Worksheet</vt:lpstr>
      <vt:lpstr>Introduction to Statistical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Rohit WILP</dc:creator>
  <cp:lastModifiedBy>Srinath Naidu .</cp:lastModifiedBy>
  <cp:revision>20</cp:revision>
  <dcterms:modified xsi:type="dcterms:W3CDTF">2026-08-22T03:41:28Z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